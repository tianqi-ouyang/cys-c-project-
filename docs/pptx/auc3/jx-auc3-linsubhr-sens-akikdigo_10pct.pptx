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59018"/>
            </a:xfrm>
            <a:custGeom>
              <a:avLst/>
              <a:pathLst>
                <a:path w="7090630" h="3359018">
                  <a:moveTo>
                    <a:pt x="114681" y="0"/>
                  </a:moveTo>
                  <a:lnTo>
                    <a:pt x="143245" y="47654"/>
                  </a:lnTo>
                  <a:lnTo>
                    <a:pt x="214867" y="163132"/>
                  </a:lnTo>
                  <a:lnTo>
                    <a:pt x="286490" y="274729"/>
                  </a:lnTo>
                  <a:lnTo>
                    <a:pt x="358112" y="382575"/>
                  </a:lnTo>
                  <a:lnTo>
                    <a:pt x="429735" y="486797"/>
                  </a:lnTo>
                  <a:lnTo>
                    <a:pt x="501357" y="587517"/>
                  </a:lnTo>
                  <a:lnTo>
                    <a:pt x="572980" y="684851"/>
                  </a:lnTo>
                  <a:lnTo>
                    <a:pt x="644602" y="778915"/>
                  </a:lnTo>
                  <a:lnTo>
                    <a:pt x="716225" y="869817"/>
                  </a:lnTo>
                  <a:lnTo>
                    <a:pt x="787847" y="957664"/>
                  </a:lnTo>
                  <a:lnTo>
                    <a:pt x="859470" y="1042559"/>
                  </a:lnTo>
                  <a:lnTo>
                    <a:pt x="931092" y="1124601"/>
                  </a:lnTo>
                  <a:lnTo>
                    <a:pt x="1002715" y="1203885"/>
                  </a:lnTo>
                  <a:lnTo>
                    <a:pt x="1074337" y="1280505"/>
                  </a:lnTo>
                  <a:lnTo>
                    <a:pt x="1145960" y="1354550"/>
                  </a:lnTo>
                  <a:lnTo>
                    <a:pt x="1217582" y="1426107"/>
                  </a:lnTo>
                  <a:lnTo>
                    <a:pt x="1289205" y="1495259"/>
                  </a:lnTo>
                  <a:lnTo>
                    <a:pt x="1360827" y="1562086"/>
                  </a:lnTo>
                  <a:lnTo>
                    <a:pt x="1432450" y="1626668"/>
                  </a:lnTo>
                  <a:lnTo>
                    <a:pt x="1504073" y="1689080"/>
                  </a:lnTo>
                  <a:lnTo>
                    <a:pt x="1575695" y="1749394"/>
                  </a:lnTo>
                  <a:lnTo>
                    <a:pt x="1647318" y="1807681"/>
                  </a:lnTo>
                  <a:lnTo>
                    <a:pt x="1718940" y="1864009"/>
                  </a:lnTo>
                  <a:lnTo>
                    <a:pt x="1790563" y="1918444"/>
                  </a:lnTo>
                  <a:lnTo>
                    <a:pt x="1862185" y="1971049"/>
                  </a:lnTo>
                  <a:lnTo>
                    <a:pt x="1933808" y="2021887"/>
                  </a:lnTo>
                  <a:lnTo>
                    <a:pt x="2005430" y="2071016"/>
                  </a:lnTo>
                  <a:lnTo>
                    <a:pt x="2077053" y="2118494"/>
                  </a:lnTo>
                  <a:lnTo>
                    <a:pt x="2148675" y="2164377"/>
                  </a:lnTo>
                  <a:lnTo>
                    <a:pt x="2220298" y="2208717"/>
                  </a:lnTo>
                  <a:lnTo>
                    <a:pt x="2291920" y="2251568"/>
                  </a:lnTo>
                  <a:lnTo>
                    <a:pt x="2363543" y="2292978"/>
                  </a:lnTo>
                  <a:lnTo>
                    <a:pt x="2435165" y="2332996"/>
                  </a:lnTo>
                  <a:lnTo>
                    <a:pt x="2506788" y="2371670"/>
                  </a:lnTo>
                  <a:lnTo>
                    <a:pt x="2578410" y="2409044"/>
                  </a:lnTo>
                  <a:lnTo>
                    <a:pt x="2650033" y="2445162"/>
                  </a:lnTo>
                  <a:lnTo>
                    <a:pt x="2721655" y="2480066"/>
                  </a:lnTo>
                  <a:lnTo>
                    <a:pt x="2793278" y="2513797"/>
                  </a:lnTo>
                  <a:lnTo>
                    <a:pt x="2864901" y="2546394"/>
                  </a:lnTo>
                  <a:lnTo>
                    <a:pt x="2936523" y="2577896"/>
                  </a:lnTo>
                  <a:lnTo>
                    <a:pt x="3008146" y="2608339"/>
                  </a:lnTo>
                  <a:lnTo>
                    <a:pt x="3079768" y="2637760"/>
                  </a:lnTo>
                  <a:lnTo>
                    <a:pt x="3151391" y="2654678"/>
                  </a:lnTo>
                  <a:lnTo>
                    <a:pt x="3223013" y="2655611"/>
                  </a:lnTo>
                  <a:lnTo>
                    <a:pt x="3294636" y="2656544"/>
                  </a:lnTo>
                  <a:lnTo>
                    <a:pt x="3366258" y="2657475"/>
                  </a:lnTo>
                  <a:lnTo>
                    <a:pt x="3437881" y="2658405"/>
                  </a:lnTo>
                  <a:lnTo>
                    <a:pt x="3509503" y="2659335"/>
                  </a:lnTo>
                  <a:lnTo>
                    <a:pt x="3581126" y="2660263"/>
                  </a:lnTo>
                  <a:lnTo>
                    <a:pt x="3652748" y="2661190"/>
                  </a:lnTo>
                  <a:lnTo>
                    <a:pt x="3724371" y="2662116"/>
                  </a:lnTo>
                  <a:lnTo>
                    <a:pt x="3795993" y="2663041"/>
                  </a:lnTo>
                  <a:lnTo>
                    <a:pt x="3867616" y="2663965"/>
                  </a:lnTo>
                  <a:lnTo>
                    <a:pt x="3939238" y="2664888"/>
                  </a:lnTo>
                  <a:lnTo>
                    <a:pt x="4010861" y="2665810"/>
                  </a:lnTo>
                  <a:lnTo>
                    <a:pt x="4082483" y="2666731"/>
                  </a:lnTo>
                  <a:lnTo>
                    <a:pt x="4154106" y="2667651"/>
                  </a:lnTo>
                  <a:lnTo>
                    <a:pt x="4225729" y="2668570"/>
                  </a:lnTo>
                  <a:lnTo>
                    <a:pt x="4297351" y="2669487"/>
                  </a:lnTo>
                  <a:lnTo>
                    <a:pt x="4368974" y="2670404"/>
                  </a:lnTo>
                  <a:lnTo>
                    <a:pt x="4440596" y="2671320"/>
                  </a:lnTo>
                  <a:lnTo>
                    <a:pt x="4512219" y="2672234"/>
                  </a:lnTo>
                  <a:lnTo>
                    <a:pt x="4583841" y="2673148"/>
                  </a:lnTo>
                  <a:lnTo>
                    <a:pt x="4655464" y="2674061"/>
                  </a:lnTo>
                  <a:lnTo>
                    <a:pt x="4727086" y="2674972"/>
                  </a:lnTo>
                  <a:lnTo>
                    <a:pt x="4798709" y="2675883"/>
                  </a:lnTo>
                  <a:lnTo>
                    <a:pt x="4870331" y="2676792"/>
                  </a:lnTo>
                  <a:lnTo>
                    <a:pt x="4941954" y="2677701"/>
                  </a:lnTo>
                  <a:lnTo>
                    <a:pt x="5013576" y="2678608"/>
                  </a:lnTo>
                  <a:lnTo>
                    <a:pt x="5085199" y="2679515"/>
                  </a:lnTo>
                  <a:lnTo>
                    <a:pt x="5156821" y="2680420"/>
                  </a:lnTo>
                  <a:lnTo>
                    <a:pt x="5228444" y="2681325"/>
                  </a:lnTo>
                  <a:lnTo>
                    <a:pt x="5300066" y="2682228"/>
                  </a:lnTo>
                  <a:lnTo>
                    <a:pt x="5371689" y="2683131"/>
                  </a:lnTo>
                  <a:lnTo>
                    <a:pt x="5443311" y="2684032"/>
                  </a:lnTo>
                  <a:lnTo>
                    <a:pt x="5514934" y="2684932"/>
                  </a:lnTo>
                  <a:lnTo>
                    <a:pt x="5586557" y="2685832"/>
                  </a:lnTo>
                  <a:lnTo>
                    <a:pt x="5658179" y="2686730"/>
                  </a:lnTo>
                  <a:lnTo>
                    <a:pt x="5729802" y="2687628"/>
                  </a:lnTo>
                  <a:lnTo>
                    <a:pt x="5801424" y="2688524"/>
                  </a:lnTo>
                  <a:lnTo>
                    <a:pt x="5873047" y="2689419"/>
                  </a:lnTo>
                  <a:lnTo>
                    <a:pt x="5944669" y="2690313"/>
                  </a:lnTo>
                  <a:lnTo>
                    <a:pt x="6016292" y="2691207"/>
                  </a:lnTo>
                  <a:lnTo>
                    <a:pt x="6087914" y="2692099"/>
                  </a:lnTo>
                  <a:lnTo>
                    <a:pt x="6159537" y="2692990"/>
                  </a:lnTo>
                  <a:lnTo>
                    <a:pt x="6231159" y="2693881"/>
                  </a:lnTo>
                  <a:lnTo>
                    <a:pt x="6302782" y="2694770"/>
                  </a:lnTo>
                  <a:lnTo>
                    <a:pt x="6374404" y="2695658"/>
                  </a:lnTo>
                  <a:lnTo>
                    <a:pt x="6446027" y="2696545"/>
                  </a:lnTo>
                  <a:lnTo>
                    <a:pt x="6517649" y="2697432"/>
                  </a:lnTo>
                  <a:lnTo>
                    <a:pt x="6589272" y="2698317"/>
                  </a:lnTo>
                  <a:lnTo>
                    <a:pt x="6660894" y="2699201"/>
                  </a:lnTo>
                  <a:lnTo>
                    <a:pt x="6732517" y="2700085"/>
                  </a:lnTo>
                  <a:lnTo>
                    <a:pt x="6804139" y="2700967"/>
                  </a:lnTo>
                  <a:lnTo>
                    <a:pt x="6875762" y="2701848"/>
                  </a:lnTo>
                  <a:lnTo>
                    <a:pt x="6947385" y="2702729"/>
                  </a:lnTo>
                  <a:lnTo>
                    <a:pt x="7019007" y="2703608"/>
                  </a:lnTo>
                  <a:lnTo>
                    <a:pt x="7090630" y="2704486"/>
                  </a:lnTo>
                  <a:lnTo>
                    <a:pt x="7090630" y="3359018"/>
                  </a:lnTo>
                  <a:lnTo>
                    <a:pt x="7019007" y="3354680"/>
                  </a:lnTo>
                  <a:lnTo>
                    <a:pt x="6947385" y="3350192"/>
                  </a:lnTo>
                  <a:lnTo>
                    <a:pt x="6875762" y="3345547"/>
                  </a:lnTo>
                  <a:lnTo>
                    <a:pt x="6804139" y="3340741"/>
                  </a:lnTo>
                  <a:lnTo>
                    <a:pt x="6732517" y="3335768"/>
                  </a:lnTo>
                  <a:lnTo>
                    <a:pt x="6660894" y="3330622"/>
                  </a:lnTo>
                  <a:lnTo>
                    <a:pt x="6589272" y="3325297"/>
                  </a:lnTo>
                  <a:lnTo>
                    <a:pt x="6517649" y="3319786"/>
                  </a:lnTo>
                  <a:lnTo>
                    <a:pt x="6446027" y="3314085"/>
                  </a:lnTo>
                  <a:lnTo>
                    <a:pt x="6374404" y="3308184"/>
                  </a:lnTo>
                  <a:lnTo>
                    <a:pt x="6302782" y="3302079"/>
                  </a:lnTo>
                  <a:lnTo>
                    <a:pt x="6231159" y="3295761"/>
                  </a:lnTo>
                  <a:lnTo>
                    <a:pt x="6159537" y="3289224"/>
                  </a:lnTo>
                  <a:lnTo>
                    <a:pt x="6087914" y="3282459"/>
                  </a:lnTo>
                  <a:lnTo>
                    <a:pt x="6016292" y="3275459"/>
                  </a:lnTo>
                  <a:lnTo>
                    <a:pt x="5944669" y="3268216"/>
                  </a:lnTo>
                  <a:lnTo>
                    <a:pt x="5873047" y="3260721"/>
                  </a:lnTo>
                  <a:lnTo>
                    <a:pt x="5801424" y="3252965"/>
                  </a:lnTo>
                  <a:lnTo>
                    <a:pt x="5729802" y="3244939"/>
                  </a:lnTo>
                  <a:lnTo>
                    <a:pt x="5658179" y="3236634"/>
                  </a:lnTo>
                  <a:lnTo>
                    <a:pt x="5586557" y="3228041"/>
                  </a:lnTo>
                  <a:lnTo>
                    <a:pt x="5514934" y="3219148"/>
                  </a:lnTo>
                  <a:lnTo>
                    <a:pt x="5443311" y="3209946"/>
                  </a:lnTo>
                  <a:lnTo>
                    <a:pt x="5371689" y="3200425"/>
                  </a:lnTo>
                  <a:lnTo>
                    <a:pt x="5300066" y="3190572"/>
                  </a:lnTo>
                  <a:lnTo>
                    <a:pt x="5228444" y="3180376"/>
                  </a:lnTo>
                  <a:lnTo>
                    <a:pt x="5156821" y="3169826"/>
                  </a:lnTo>
                  <a:lnTo>
                    <a:pt x="5085199" y="3158910"/>
                  </a:lnTo>
                  <a:lnTo>
                    <a:pt x="5013576" y="3147613"/>
                  </a:lnTo>
                  <a:lnTo>
                    <a:pt x="4941954" y="3135924"/>
                  </a:lnTo>
                  <a:lnTo>
                    <a:pt x="4870331" y="3123828"/>
                  </a:lnTo>
                  <a:lnTo>
                    <a:pt x="4798709" y="3111311"/>
                  </a:lnTo>
                  <a:lnTo>
                    <a:pt x="4727086" y="3098359"/>
                  </a:lnTo>
                  <a:lnTo>
                    <a:pt x="4655464" y="3084957"/>
                  </a:lnTo>
                  <a:lnTo>
                    <a:pt x="4583841" y="3071089"/>
                  </a:lnTo>
                  <a:lnTo>
                    <a:pt x="4512219" y="3056738"/>
                  </a:lnTo>
                  <a:lnTo>
                    <a:pt x="4440596" y="3041889"/>
                  </a:lnTo>
                  <a:lnTo>
                    <a:pt x="4368974" y="3026522"/>
                  </a:lnTo>
                  <a:lnTo>
                    <a:pt x="4297351" y="3010622"/>
                  </a:lnTo>
                  <a:lnTo>
                    <a:pt x="4225729" y="2994169"/>
                  </a:lnTo>
                  <a:lnTo>
                    <a:pt x="4154106" y="2977143"/>
                  </a:lnTo>
                  <a:lnTo>
                    <a:pt x="4082483" y="2959525"/>
                  </a:lnTo>
                  <a:lnTo>
                    <a:pt x="4010861" y="2941295"/>
                  </a:lnTo>
                  <a:lnTo>
                    <a:pt x="3939238" y="2922431"/>
                  </a:lnTo>
                  <a:lnTo>
                    <a:pt x="3867616" y="2902910"/>
                  </a:lnTo>
                  <a:lnTo>
                    <a:pt x="3795993" y="2882711"/>
                  </a:lnTo>
                  <a:lnTo>
                    <a:pt x="3724371" y="2861810"/>
                  </a:lnTo>
                  <a:lnTo>
                    <a:pt x="3652748" y="2840181"/>
                  </a:lnTo>
                  <a:lnTo>
                    <a:pt x="3581126" y="2817800"/>
                  </a:lnTo>
                  <a:lnTo>
                    <a:pt x="3509503" y="2794641"/>
                  </a:lnTo>
                  <a:lnTo>
                    <a:pt x="3437881" y="2770677"/>
                  </a:lnTo>
                  <a:lnTo>
                    <a:pt x="3366258" y="2745879"/>
                  </a:lnTo>
                  <a:lnTo>
                    <a:pt x="3294636" y="2720219"/>
                  </a:lnTo>
                  <a:lnTo>
                    <a:pt x="3223013" y="2693667"/>
                  </a:lnTo>
                  <a:lnTo>
                    <a:pt x="3151391" y="2666191"/>
                  </a:lnTo>
                  <a:lnTo>
                    <a:pt x="3079768" y="2653744"/>
                  </a:lnTo>
                  <a:lnTo>
                    <a:pt x="3008146" y="2652808"/>
                  </a:lnTo>
                  <a:lnTo>
                    <a:pt x="2936523" y="2651871"/>
                  </a:lnTo>
                  <a:lnTo>
                    <a:pt x="2864901" y="2650934"/>
                  </a:lnTo>
                  <a:lnTo>
                    <a:pt x="2793278" y="2649995"/>
                  </a:lnTo>
                  <a:lnTo>
                    <a:pt x="2721655" y="2649055"/>
                  </a:lnTo>
                  <a:lnTo>
                    <a:pt x="2650033" y="2648115"/>
                  </a:lnTo>
                  <a:lnTo>
                    <a:pt x="2578410" y="2647173"/>
                  </a:lnTo>
                  <a:lnTo>
                    <a:pt x="2506788" y="2646230"/>
                  </a:lnTo>
                  <a:lnTo>
                    <a:pt x="2435165" y="2645286"/>
                  </a:lnTo>
                  <a:lnTo>
                    <a:pt x="2363543" y="2644341"/>
                  </a:lnTo>
                  <a:lnTo>
                    <a:pt x="2291920" y="2643395"/>
                  </a:lnTo>
                  <a:lnTo>
                    <a:pt x="2220298" y="2642447"/>
                  </a:lnTo>
                  <a:lnTo>
                    <a:pt x="2148675" y="2641499"/>
                  </a:lnTo>
                  <a:lnTo>
                    <a:pt x="2077053" y="2640550"/>
                  </a:lnTo>
                  <a:lnTo>
                    <a:pt x="2005430" y="2639599"/>
                  </a:lnTo>
                  <a:lnTo>
                    <a:pt x="1933808" y="2638648"/>
                  </a:lnTo>
                  <a:lnTo>
                    <a:pt x="1862185" y="2637695"/>
                  </a:lnTo>
                  <a:lnTo>
                    <a:pt x="1790563" y="2636742"/>
                  </a:lnTo>
                  <a:lnTo>
                    <a:pt x="1718940" y="2635787"/>
                  </a:lnTo>
                  <a:lnTo>
                    <a:pt x="1647318" y="2634831"/>
                  </a:lnTo>
                  <a:lnTo>
                    <a:pt x="1575695" y="2633874"/>
                  </a:lnTo>
                  <a:lnTo>
                    <a:pt x="1504073" y="2632917"/>
                  </a:lnTo>
                  <a:lnTo>
                    <a:pt x="1432450" y="2631958"/>
                  </a:lnTo>
                  <a:lnTo>
                    <a:pt x="1360827" y="2630997"/>
                  </a:lnTo>
                  <a:lnTo>
                    <a:pt x="1289205" y="2630036"/>
                  </a:lnTo>
                  <a:lnTo>
                    <a:pt x="1217582" y="2629074"/>
                  </a:lnTo>
                  <a:lnTo>
                    <a:pt x="1145960" y="2628111"/>
                  </a:lnTo>
                  <a:lnTo>
                    <a:pt x="1074337" y="2627146"/>
                  </a:lnTo>
                  <a:lnTo>
                    <a:pt x="1002715" y="2626181"/>
                  </a:lnTo>
                  <a:lnTo>
                    <a:pt x="931092" y="2625214"/>
                  </a:lnTo>
                  <a:lnTo>
                    <a:pt x="859470" y="2624246"/>
                  </a:lnTo>
                  <a:lnTo>
                    <a:pt x="787847" y="2623278"/>
                  </a:lnTo>
                  <a:lnTo>
                    <a:pt x="716225" y="2622308"/>
                  </a:lnTo>
                  <a:lnTo>
                    <a:pt x="644602" y="2621337"/>
                  </a:lnTo>
                  <a:lnTo>
                    <a:pt x="572980" y="2620365"/>
                  </a:lnTo>
                  <a:lnTo>
                    <a:pt x="501357" y="2619392"/>
                  </a:lnTo>
                  <a:lnTo>
                    <a:pt x="429735" y="2618417"/>
                  </a:lnTo>
                  <a:lnTo>
                    <a:pt x="358112" y="2617442"/>
                  </a:lnTo>
                  <a:lnTo>
                    <a:pt x="286490" y="2616466"/>
                  </a:lnTo>
                  <a:lnTo>
                    <a:pt x="214867" y="2615488"/>
                  </a:lnTo>
                  <a:lnTo>
                    <a:pt x="143245" y="2614509"/>
                  </a:lnTo>
                  <a:lnTo>
                    <a:pt x="71622" y="2613530"/>
                  </a:lnTo>
                  <a:lnTo>
                    <a:pt x="0" y="261254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86731" y="2073503"/>
              <a:ext cx="6975948" cy="2704486"/>
            </a:xfrm>
            <a:custGeom>
              <a:avLst/>
              <a:pathLst>
                <a:path w="6975948" h="2704486">
                  <a:moveTo>
                    <a:pt x="0" y="0"/>
                  </a:moveTo>
                  <a:lnTo>
                    <a:pt x="28563" y="47654"/>
                  </a:lnTo>
                  <a:lnTo>
                    <a:pt x="100185" y="163132"/>
                  </a:lnTo>
                  <a:lnTo>
                    <a:pt x="171808" y="274729"/>
                  </a:lnTo>
                  <a:lnTo>
                    <a:pt x="243430" y="382575"/>
                  </a:lnTo>
                  <a:lnTo>
                    <a:pt x="315053" y="486797"/>
                  </a:lnTo>
                  <a:lnTo>
                    <a:pt x="386675" y="587517"/>
                  </a:lnTo>
                  <a:lnTo>
                    <a:pt x="458298" y="684851"/>
                  </a:lnTo>
                  <a:lnTo>
                    <a:pt x="529921" y="778915"/>
                  </a:lnTo>
                  <a:lnTo>
                    <a:pt x="601543" y="869817"/>
                  </a:lnTo>
                  <a:lnTo>
                    <a:pt x="673166" y="957664"/>
                  </a:lnTo>
                  <a:lnTo>
                    <a:pt x="744788" y="1042559"/>
                  </a:lnTo>
                  <a:lnTo>
                    <a:pt x="816411" y="1124601"/>
                  </a:lnTo>
                  <a:lnTo>
                    <a:pt x="888033" y="1203885"/>
                  </a:lnTo>
                  <a:lnTo>
                    <a:pt x="959656" y="1280505"/>
                  </a:lnTo>
                  <a:lnTo>
                    <a:pt x="1031278" y="1354550"/>
                  </a:lnTo>
                  <a:lnTo>
                    <a:pt x="1102901" y="1426107"/>
                  </a:lnTo>
                  <a:lnTo>
                    <a:pt x="1174523" y="1495259"/>
                  </a:lnTo>
                  <a:lnTo>
                    <a:pt x="1246146" y="1562086"/>
                  </a:lnTo>
                  <a:lnTo>
                    <a:pt x="1317768" y="1626668"/>
                  </a:lnTo>
                  <a:lnTo>
                    <a:pt x="1389391" y="1689080"/>
                  </a:lnTo>
                  <a:lnTo>
                    <a:pt x="1461013" y="1749394"/>
                  </a:lnTo>
                  <a:lnTo>
                    <a:pt x="1532636" y="1807681"/>
                  </a:lnTo>
                  <a:lnTo>
                    <a:pt x="1604258" y="1864009"/>
                  </a:lnTo>
                  <a:lnTo>
                    <a:pt x="1675881" y="1918444"/>
                  </a:lnTo>
                  <a:lnTo>
                    <a:pt x="1747503" y="1971049"/>
                  </a:lnTo>
                  <a:lnTo>
                    <a:pt x="1819126" y="2021887"/>
                  </a:lnTo>
                  <a:lnTo>
                    <a:pt x="1890749" y="2071016"/>
                  </a:lnTo>
                  <a:lnTo>
                    <a:pt x="1962371" y="2118494"/>
                  </a:lnTo>
                  <a:lnTo>
                    <a:pt x="2033994" y="2164377"/>
                  </a:lnTo>
                  <a:lnTo>
                    <a:pt x="2105616" y="2208717"/>
                  </a:lnTo>
                  <a:lnTo>
                    <a:pt x="2177239" y="2251568"/>
                  </a:lnTo>
                  <a:lnTo>
                    <a:pt x="2248861" y="2292978"/>
                  </a:lnTo>
                  <a:lnTo>
                    <a:pt x="2320484" y="2332996"/>
                  </a:lnTo>
                  <a:lnTo>
                    <a:pt x="2392106" y="2371670"/>
                  </a:lnTo>
                  <a:lnTo>
                    <a:pt x="2463729" y="2409044"/>
                  </a:lnTo>
                  <a:lnTo>
                    <a:pt x="2535351" y="2445162"/>
                  </a:lnTo>
                  <a:lnTo>
                    <a:pt x="2606974" y="2480066"/>
                  </a:lnTo>
                  <a:lnTo>
                    <a:pt x="2678596" y="2513797"/>
                  </a:lnTo>
                  <a:lnTo>
                    <a:pt x="2750219" y="2546394"/>
                  </a:lnTo>
                  <a:lnTo>
                    <a:pt x="2821841" y="2577896"/>
                  </a:lnTo>
                  <a:lnTo>
                    <a:pt x="2893464" y="2608339"/>
                  </a:lnTo>
                  <a:lnTo>
                    <a:pt x="2965086" y="2637760"/>
                  </a:lnTo>
                  <a:lnTo>
                    <a:pt x="3036709" y="2654678"/>
                  </a:lnTo>
                  <a:lnTo>
                    <a:pt x="3108331" y="2655611"/>
                  </a:lnTo>
                  <a:lnTo>
                    <a:pt x="3179954" y="2656544"/>
                  </a:lnTo>
                  <a:lnTo>
                    <a:pt x="3251577" y="2657475"/>
                  </a:lnTo>
                  <a:lnTo>
                    <a:pt x="3323199" y="2658405"/>
                  </a:lnTo>
                  <a:lnTo>
                    <a:pt x="3394822" y="2659335"/>
                  </a:lnTo>
                  <a:lnTo>
                    <a:pt x="3466444" y="2660263"/>
                  </a:lnTo>
                  <a:lnTo>
                    <a:pt x="3538067" y="2661190"/>
                  </a:lnTo>
                  <a:lnTo>
                    <a:pt x="3609689" y="2662116"/>
                  </a:lnTo>
                  <a:lnTo>
                    <a:pt x="3681312" y="2663041"/>
                  </a:lnTo>
                  <a:lnTo>
                    <a:pt x="3752934" y="2663965"/>
                  </a:lnTo>
                  <a:lnTo>
                    <a:pt x="3824557" y="2664888"/>
                  </a:lnTo>
                  <a:lnTo>
                    <a:pt x="3896179" y="2665810"/>
                  </a:lnTo>
                  <a:lnTo>
                    <a:pt x="3967802" y="2666731"/>
                  </a:lnTo>
                  <a:lnTo>
                    <a:pt x="4039424" y="2667651"/>
                  </a:lnTo>
                  <a:lnTo>
                    <a:pt x="4111047" y="2668570"/>
                  </a:lnTo>
                  <a:lnTo>
                    <a:pt x="4182669" y="2669487"/>
                  </a:lnTo>
                  <a:lnTo>
                    <a:pt x="4254292" y="2670404"/>
                  </a:lnTo>
                  <a:lnTo>
                    <a:pt x="4325914" y="2671320"/>
                  </a:lnTo>
                  <a:lnTo>
                    <a:pt x="4397537" y="2672234"/>
                  </a:lnTo>
                  <a:lnTo>
                    <a:pt x="4469159" y="2673148"/>
                  </a:lnTo>
                  <a:lnTo>
                    <a:pt x="4540782" y="2674061"/>
                  </a:lnTo>
                  <a:lnTo>
                    <a:pt x="4612405" y="2674972"/>
                  </a:lnTo>
                  <a:lnTo>
                    <a:pt x="4684027" y="2675883"/>
                  </a:lnTo>
                  <a:lnTo>
                    <a:pt x="4755650" y="2676792"/>
                  </a:lnTo>
                  <a:lnTo>
                    <a:pt x="4827272" y="2677701"/>
                  </a:lnTo>
                  <a:lnTo>
                    <a:pt x="4898895" y="2678608"/>
                  </a:lnTo>
                  <a:lnTo>
                    <a:pt x="4970517" y="2679515"/>
                  </a:lnTo>
                  <a:lnTo>
                    <a:pt x="5042140" y="2680420"/>
                  </a:lnTo>
                  <a:lnTo>
                    <a:pt x="5113762" y="2681325"/>
                  </a:lnTo>
                  <a:lnTo>
                    <a:pt x="5185385" y="2682228"/>
                  </a:lnTo>
                  <a:lnTo>
                    <a:pt x="5257007" y="2683131"/>
                  </a:lnTo>
                  <a:lnTo>
                    <a:pt x="5328630" y="2684032"/>
                  </a:lnTo>
                  <a:lnTo>
                    <a:pt x="5400252" y="2684932"/>
                  </a:lnTo>
                  <a:lnTo>
                    <a:pt x="5471875" y="2685832"/>
                  </a:lnTo>
                  <a:lnTo>
                    <a:pt x="5543497" y="2686730"/>
                  </a:lnTo>
                  <a:lnTo>
                    <a:pt x="5615120" y="2687628"/>
                  </a:lnTo>
                  <a:lnTo>
                    <a:pt x="5686742" y="2688524"/>
                  </a:lnTo>
                  <a:lnTo>
                    <a:pt x="5758365" y="2689419"/>
                  </a:lnTo>
                  <a:lnTo>
                    <a:pt x="5829987" y="2690313"/>
                  </a:lnTo>
                  <a:lnTo>
                    <a:pt x="5901610" y="2691207"/>
                  </a:lnTo>
                  <a:lnTo>
                    <a:pt x="5973233" y="2692099"/>
                  </a:lnTo>
                  <a:lnTo>
                    <a:pt x="6044855" y="2692990"/>
                  </a:lnTo>
                  <a:lnTo>
                    <a:pt x="6116478" y="2693881"/>
                  </a:lnTo>
                  <a:lnTo>
                    <a:pt x="6188100" y="2694770"/>
                  </a:lnTo>
                  <a:lnTo>
                    <a:pt x="6259723" y="2695658"/>
                  </a:lnTo>
                  <a:lnTo>
                    <a:pt x="6331345" y="2696545"/>
                  </a:lnTo>
                  <a:lnTo>
                    <a:pt x="6402968" y="2697432"/>
                  </a:lnTo>
                  <a:lnTo>
                    <a:pt x="6474590" y="2698317"/>
                  </a:lnTo>
                  <a:lnTo>
                    <a:pt x="6546213" y="2699201"/>
                  </a:lnTo>
                  <a:lnTo>
                    <a:pt x="6617835" y="2700085"/>
                  </a:lnTo>
                  <a:lnTo>
                    <a:pt x="6689458" y="2700967"/>
                  </a:lnTo>
                  <a:lnTo>
                    <a:pt x="6761080" y="2701848"/>
                  </a:lnTo>
                  <a:lnTo>
                    <a:pt x="6832703" y="2702729"/>
                  </a:lnTo>
                  <a:lnTo>
                    <a:pt x="6904325" y="2703608"/>
                  </a:lnTo>
                  <a:lnTo>
                    <a:pt x="6975948" y="27044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86052"/>
              <a:ext cx="7090630" cy="746468"/>
            </a:xfrm>
            <a:custGeom>
              <a:avLst/>
              <a:pathLst>
                <a:path w="7090630" h="746468">
                  <a:moveTo>
                    <a:pt x="7090630" y="746468"/>
                  </a:moveTo>
                  <a:lnTo>
                    <a:pt x="7019007" y="742131"/>
                  </a:lnTo>
                  <a:lnTo>
                    <a:pt x="6947385" y="737642"/>
                  </a:lnTo>
                  <a:lnTo>
                    <a:pt x="6875762" y="732998"/>
                  </a:lnTo>
                  <a:lnTo>
                    <a:pt x="6804139" y="728192"/>
                  </a:lnTo>
                  <a:lnTo>
                    <a:pt x="6732517" y="723219"/>
                  </a:lnTo>
                  <a:lnTo>
                    <a:pt x="6660894" y="718072"/>
                  </a:lnTo>
                  <a:lnTo>
                    <a:pt x="6589272" y="712747"/>
                  </a:lnTo>
                  <a:lnTo>
                    <a:pt x="6517649" y="707237"/>
                  </a:lnTo>
                  <a:lnTo>
                    <a:pt x="6446027" y="701535"/>
                  </a:lnTo>
                  <a:lnTo>
                    <a:pt x="6374404" y="695635"/>
                  </a:lnTo>
                  <a:lnTo>
                    <a:pt x="6302782" y="689530"/>
                  </a:lnTo>
                  <a:lnTo>
                    <a:pt x="6231159" y="683212"/>
                  </a:lnTo>
                  <a:lnTo>
                    <a:pt x="6159537" y="676675"/>
                  </a:lnTo>
                  <a:lnTo>
                    <a:pt x="6087914" y="669910"/>
                  </a:lnTo>
                  <a:lnTo>
                    <a:pt x="6016292" y="662910"/>
                  </a:lnTo>
                  <a:lnTo>
                    <a:pt x="5944669" y="655667"/>
                  </a:lnTo>
                  <a:lnTo>
                    <a:pt x="5873047" y="648171"/>
                  </a:lnTo>
                  <a:lnTo>
                    <a:pt x="5801424" y="640415"/>
                  </a:lnTo>
                  <a:lnTo>
                    <a:pt x="5729802" y="632390"/>
                  </a:lnTo>
                  <a:lnTo>
                    <a:pt x="5658179" y="624085"/>
                  </a:lnTo>
                  <a:lnTo>
                    <a:pt x="5586557" y="615491"/>
                  </a:lnTo>
                  <a:lnTo>
                    <a:pt x="5514934" y="606599"/>
                  </a:lnTo>
                  <a:lnTo>
                    <a:pt x="5443311" y="597397"/>
                  </a:lnTo>
                  <a:lnTo>
                    <a:pt x="5371689" y="587875"/>
                  </a:lnTo>
                  <a:lnTo>
                    <a:pt x="5300066" y="578023"/>
                  </a:lnTo>
                  <a:lnTo>
                    <a:pt x="5228444" y="567827"/>
                  </a:lnTo>
                  <a:lnTo>
                    <a:pt x="5156821" y="557277"/>
                  </a:lnTo>
                  <a:lnTo>
                    <a:pt x="5085199" y="546360"/>
                  </a:lnTo>
                  <a:lnTo>
                    <a:pt x="5013576" y="535064"/>
                  </a:lnTo>
                  <a:lnTo>
                    <a:pt x="4941954" y="523374"/>
                  </a:lnTo>
                  <a:lnTo>
                    <a:pt x="4870331" y="511278"/>
                  </a:lnTo>
                  <a:lnTo>
                    <a:pt x="4798709" y="498762"/>
                  </a:lnTo>
                  <a:lnTo>
                    <a:pt x="4727086" y="485810"/>
                  </a:lnTo>
                  <a:lnTo>
                    <a:pt x="4655464" y="472408"/>
                  </a:lnTo>
                  <a:lnTo>
                    <a:pt x="4583841" y="458539"/>
                  </a:lnTo>
                  <a:lnTo>
                    <a:pt x="4512219" y="444189"/>
                  </a:lnTo>
                  <a:lnTo>
                    <a:pt x="4440596" y="429339"/>
                  </a:lnTo>
                  <a:lnTo>
                    <a:pt x="4368974" y="413973"/>
                  </a:lnTo>
                  <a:lnTo>
                    <a:pt x="4297351" y="398073"/>
                  </a:lnTo>
                  <a:lnTo>
                    <a:pt x="4225729" y="381619"/>
                  </a:lnTo>
                  <a:lnTo>
                    <a:pt x="4154106" y="364594"/>
                  </a:lnTo>
                  <a:lnTo>
                    <a:pt x="4082483" y="346976"/>
                  </a:lnTo>
                  <a:lnTo>
                    <a:pt x="4010861" y="328746"/>
                  </a:lnTo>
                  <a:lnTo>
                    <a:pt x="3939238" y="309881"/>
                  </a:lnTo>
                  <a:lnTo>
                    <a:pt x="3867616" y="290361"/>
                  </a:lnTo>
                  <a:lnTo>
                    <a:pt x="3795993" y="270162"/>
                  </a:lnTo>
                  <a:lnTo>
                    <a:pt x="3724371" y="249260"/>
                  </a:lnTo>
                  <a:lnTo>
                    <a:pt x="3652748" y="227632"/>
                  </a:lnTo>
                  <a:lnTo>
                    <a:pt x="3581126" y="205251"/>
                  </a:lnTo>
                  <a:lnTo>
                    <a:pt x="3509503" y="182092"/>
                  </a:lnTo>
                  <a:lnTo>
                    <a:pt x="3437881" y="158128"/>
                  </a:lnTo>
                  <a:lnTo>
                    <a:pt x="3366258" y="133330"/>
                  </a:lnTo>
                  <a:lnTo>
                    <a:pt x="3294636" y="107670"/>
                  </a:lnTo>
                  <a:lnTo>
                    <a:pt x="3223013" y="81117"/>
                  </a:lnTo>
                  <a:lnTo>
                    <a:pt x="3151391" y="53642"/>
                  </a:lnTo>
                  <a:lnTo>
                    <a:pt x="3079768" y="41194"/>
                  </a:lnTo>
                  <a:lnTo>
                    <a:pt x="3008146" y="40259"/>
                  </a:lnTo>
                  <a:lnTo>
                    <a:pt x="2936523" y="39322"/>
                  </a:lnTo>
                  <a:lnTo>
                    <a:pt x="2864901" y="38384"/>
                  </a:lnTo>
                  <a:lnTo>
                    <a:pt x="2793278" y="37446"/>
                  </a:lnTo>
                  <a:lnTo>
                    <a:pt x="2721655" y="36506"/>
                  </a:lnTo>
                  <a:lnTo>
                    <a:pt x="2650033" y="35565"/>
                  </a:lnTo>
                  <a:lnTo>
                    <a:pt x="2578410" y="34623"/>
                  </a:lnTo>
                  <a:lnTo>
                    <a:pt x="2506788" y="33680"/>
                  </a:lnTo>
                  <a:lnTo>
                    <a:pt x="2435165" y="32736"/>
                  </a:lnTo>
                  <a:lnTo>
                    <a:pt x="2363543" y="31791"/>
                  </a:lnTo>
                  <a:lnTo>
                    <a:pt x="2291920" y="30845"/>
                  </a:lnTo>
                  <a:lnTo>
                    <a:pt x="2220298" y="29898"/>
                  </a:lnTo>
                  <a:lnTo>
                    <a:pt x="2148675" y="28950"/>
                  </a:lnTo>
                  <a:lnTo>
                    <a:pt x="2077053" y="28000"/>
                  </a:lnTo>
                  <a:lnTo>
                    <a:pt x="2005430" y="27050"/>
                  </a:lnTo>
                  <a:lnTo>
                    <a:pt x="1933808" y="26099"/>
                  </a:lnTo>
                  <a:lnTo>
                    <a:pt x="1862185" y="25146"/>
                  </a:lnTo>
                  <a:lnTo>
                    <a:pt x="1790563" y="24192"/>
                  </a:lnTo>
                  <a:lnTo>
                    <a:pt x="1718940" y="23238"/>
                  </a:lnTo>
                  <a:lnTo>
                    <a:pt x="1647318" y="22282"/>
                  </a:lnTo>
                  <a:lnTo>
                    <a:pt x="1575695" y="21325"/>
                  </a:lnTo>
                  <a:lnTo>
                    <a:pt x="1504073" y="20367"/>
                  </a:lnTo>
                  <a:lnTo>
                    <a:pt x="1432450" y="19408"/>
                  </a:lnTo>
                  <a:lnTo>
                    <a:pt x="1360827" y="18448"/>
                  </a:lnTo>
                  <a:lnTo>
                    <a:pt x="1289205" y="17487"/>
                  </a:lnTo>
                  <a:lnTo>
                    <a:pt x="1217582" y="16525"/>
                  </a:lnTo>
                  <a:lnTo>
                    <a:pt x="1145960" y="15561"/>
                  </a:lnTo>
                  <a:lnTo>
                    <a:pt x="1074337" y="14597"/>
                  </a:lnTo>
                  <a:lnTo>
                    <a:pt x="1002715" y="13631"/>
                  </a:lnTo>
                  <a:lnTo>
                    <a:pt x="931092" y="12665"/>
                  </a:lnTo>
                  <a:lnTo>
                    <a:pt x="859470" y="11697"/>
                  </a:lnTo>
                  <a:lnTo>
                    <a:pt x="787847" y="10728"/>
                  </a:lnTo>
                  <a:lnTo>
                    <a:pt x="716225" y="9758"/>
                  </a:lnTo>
                  <a:lnTo>
                    <a:pt x="644602" y="8788"/>
                  </a:lnTo>
                  <a:lnTo>
                    <a:pt x="572980" y="7815"/>
                  </a:lnTo>
                  <a:lnTo>
                    <a:pt x="501357" y="6842"/>
                  </a:lnTo>
                  <a:lnTo>
                    <a:pt x="429735" y="5868"/>
                  </a:lnTo>
                  <a:lnTo>
                    <a:pt x="358112" y="4893"/>
                  </a:lnTo>
                  <a:lnTo>
                    <a:pt x="286490" y="3916"/>
                  </a:lnTo>
                  <a:lnTo>
                    <a:pt x="214867" y="2939"/>
                  </a:lnTo>
                  <a:lnTo>
                    <a:pt x="143245" y="1960"/>
                  </a:lnTo>
                  <a:lnTo>
                    <a:pt x="71622" y="9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66903"/>
              <a:ext cx="7090630" cy="1478583"/>
            </a:xfrm>
            <a:custGeom>
              <a:avLst/>
              <a:pathLst>
                <a:path w="7090630" h="1478583">
                  <a:moveTo>
                    <a:pt x="0" y="0"/>
                  </a:moveTo>
                  <a:lnTo>
                    <a:pt x="71622" y="31332"/>
                  </a:lnTo>
                  <a:lnTo>
                    <a:pt x="143245" y="62116"/>
                  </a:lnTo>
                  <a:lnTo>
                    <a:pt x="214867" y="92362"/>
                  </a:lnTo>
                  <a:lnTo>
                    <a:pt x="286490" y="122078"/>
                  </a:lnTo>
                  <a:lnTo>
                    <a:pt x="358112" y="151274"/>
                  </a:lnTo>
                  <a:lnTo>
                    <a:pt x="429735" y="179959"/>
                  </a:lnTo>
                  <a:lnTo>
                    <a:pt x="501357" y="208142"/>
                  </a:lnTo>
                  <a:lnTo>
                    <a:pt x="572980" y="235832"/>
                  </a:lnTo>
                  <a:lnTo>
                    <a:pt x="644602" y="263037"/>
                  </a:lnTo>
                  <a:lnTo>
                    <a:pt x="716225" y="289766"/>
                  </a:lnTo>
                  <a:lnTo>
                    <a:pt x="787847" y="316028"/>
                  </a:lnTo>
                  <a:lnTo>
                    <a:pt x="859470" y="341829"/>
                  </a:lnTo>
                  <a:lnTo>
                    <a:pt x="931092" y="367180"/>
                  </a:lnTo>
                  <a:lnTo>
                    <a:pt x="1002715" y="392086"/>
                  </a:lnTo>
                  <a:lnTo>
                    <a:pt x="1074337" y="416557"/>
                  </a:lnTo>
                  <a:lnTo>
                    <a:pt x="1145960" y="440599"/>
                  </a:lnTo>
                  <a:lnTo>
                    <a:pt x="1217582" y="464221"/>
                  </a:lnTo>
                  <a:lnTo>
                    <a:pt x="1289205" y="487429"/>
                  </a:lnTo>
                  <a:lnTo>
                    <a:pt x="1360827" y="510231"/>
                  </a:lnTo>
                  <a:lnTo>
                    <a:pt x="1432450" y="532634"/>
                  </a:lnTo>
                  <a:lnTo>
                    <a:pt x="1504073" y="554645"/>
                  </a:lnTo>
                  <a:lnTo>
                    <a:pt x="1575695" y="576271"/>
                  </a:lnTo>
                  <a:lnTo>
                    <a:pt x="1647318" y="597519"/>
                  </a:lnTo>
                  <a:lnTo>
                    <a:pt x="1718940" y="618394"/>
                  </a:lnTo>
                  <a:lnTo>
                    <a:pt x="1790563" y="638904"/>
                  </a:lnTo>
                  <a:lnTo>
                    <a:pt x="1862185" y="659055"/>
                  </a:lnTo>
                  <a:lnTo>
                    <a:pt x="1933808" y="678854"/>
                  </a:lnTo>
                  <a:lnTo>
                    <a:pt x="2005430" y="698306"/>
                  </a:lnTo>
                  <a:lnTo>
                    <a:pt x="2077053" y="717417"/>
                  </a:lnTo>
                  <a:lnTo>
                    <a:pt x="2148675" y="736195"/>
                  </a:lnTo>
                  <a:lnTo>
                    <a:pt x="2220298" y="754643"/>
                  </a:lnTo>
                  <a:lnTo>
                    <a:pt x="2291920" y="772769"/>
                  </a:lnTo>
                  <a:lnTo>
                    <a:pt x="2363543" y="790577"/>
                  </a:lnTo>
                  <a:lnTo>
                    <a:pt x="2435165" y="808074"/>
                  </a:lnTo>
                  <a:lnTo>
                    <a:pt x="2506788" y="825264"/>
                  </a:lnTo>
                  <a:lnTo>
                    <a:pt x="2578410" y="842154"/>
                  </a:lnTo>
                  <a:lnTo>
                    <a:pt x="2650033" y="858748"/>
                  </a:lnTo>
                  <a:lnTo>
                    <a:pt x="2721655" y="875052"/>
                  </a:lnTo>
                  <a:lnTo>
                    <a:pt x="2793278" y="891070"/>
                  </a:lnTo>
                  <a:lnTo>
                    <a:pt x="2864901" y="906809"/>
                  </a:lnTo>
                  <a:lnTo>
                    <a:pt x="2936523" y="922271"/>
                  </a:lnTo>
                  <a:lnTo>
                    <a:pt x="3008146" y="937463"/>
                  </a:lnTo>
                  <a:lnTo>
                    <a:pt x="3079768" y="952389"/>
                  </a:lnTo>
                  <a:lnTo>
                    <a:pt x="3151391" y="967054"/>
                  </a:lnTo>
                  <a:lnTo>
                    <a:pt x="3223013" y="981463"/>
                  </a:lnTo>
                  <a:lnTo>
                    <a:pt x="3294636" y="995619"/>
                  </a:lnTo>
                  <a:lnTo>
                    <a:pt x="3366258" y="1009527"/>
                  </a:lnTo>
                  <a:lnTo>
                    <a:pt x="3437881" y="1023192"/>
                  </a:lnTo>
                  <a:lnTo>
                    <a:pt x="3509503" y="1036618"/>
                  </a:lnTo>
                  <a:lnTo>
                    <a:pt x="3581126" y="1049809"/>
                  </a:lnTo>
                  <a:lnTo>
                    <a:pt x="3652748" y="1062769"/>
                  </a:lnTo>
                  <a:lnTo>
                    <a:pt x="3724371" y="1075502"/>
                  </a:lnTo>
                  <a:lnTo>
                    <a:pt x="3795993" y="1088012"/>
                  </a:lnTo>
                  <a:lnTo>
                    <a:pt x="3867616" y="1100304"/>
                  </a:lnTo>
                  <a:lnTo>
                    <a:pt x="3939238" y="1112380"/>
                  </a:lnTo>
                  <a:lnTo>
                    <a:pt x="4010861" y="1124245"/>
                  </a:lnTo>
                  <a:lnTo>
                    <a:pt x="4082483" y="1135902"/>
                  </a:lnTo>
                  <a:lnTo>
                    <a:pt x="4154106" y="1147356"/>
                  </a:lnTo>
                  <a:lnTo>
                    <a:pt x="4225729" y="1158608"/>
                  </a:lnTo>
                  <a:lnTo>
                    <a:pt x="4297351" y="1169664"/>
                  </a:lnTo>
                  <a:lnTo>
                    <a:pt x="4368974" y="1180527"/>
                  </a:lnTo>
                  <a:lnTo>
                    <a:pt x="4440596" y="1191199"/>
                  </a:lnTo>
                  <a:lnTo>
                    <a:pt x="4512219" y="1201685"/>
                  </a:lnTo>
                  <a:lnTo>
                    <a:pt x="4583841" y="1211987"/>
                  </a:lnTo>
                  <a:lnTo>
                    <a:pt x="4655464" y="1222108"/>
                  </a:lnTo>
                  <a:lnTo>
                    <a:pt x="4727086" y="1232053"/>
                  </a:lnTo>
                  <a:lnTo>
                    <a:pt x="4798709" y="1241824"/>
                  </a:lnTo>
                  <a:lnTo>
                    <a:pt x="4870331" y="1251423"/>
                  </a:lnTo>
                  <a:lnTo>
                    <a:pt x="4941954" y="1260855"/>
                  </a:lnTo>
                  <a:lnTo>
                    <a:pt x="5013576" y="1270121"/>
                  </a:lnTo>
                  <a:lnTo>
                    <a:pt x="5085199" y="1279226"/>
                  </a:lnTo>
                  <a:lnTo>
                    <a:pt x="5156821" y="1288171"/>
                  </a:lnTo>
                  <a:lnTo>
                    <a:pt x="5228444" y="1296959"/>
                  </a:lnTo>
                  <a:lnTo>
                    <a:pt x="5300066" y="1305594"/>
                  </a:lnTo>
                  <a:lnTo>
                    <a:pt x="5371689" y="1314077"/>
                  </a:lnTo>
                  <a:lnTo>
                    <a:pt x="5443311" y="1322413"/>
                  </a:lnTo>
                  <a:lnTo>
                    <a:pt x="5514934" y="1330602"/>
                  </a:lnTo>
                  <a:lnTo>
                    <a:pt x="5586557" y="1338648"/>
                  </a:lnTo>
                  <a:lnTo>
                    <a:pt x="5658179" y="1346553"/>
                  </a:lnTo>
                  <a:lnTo>
                    <a:pt x="5729802" y="1354320"/>
                  </a:lnTo>
                  <a:lnTo>
                    <a:pt x="5801424" y="1361950"/>
                  </a:lnTo>
                  <a:lnTo>
                    <a:pt x="5873047" y="1369448"/>
                  </a:lnTo>
                  <a:lnTo>
                    <a:pt x="5944669" y="1376814"/>
                  </a:lnTo>
                  <a:lnTo>
                    <a:pt x="6016292" y="1384051"/>
                  </a:lnTo>
                  <a:lnTo>
                    <a:pt x="6087914" y="1391161"/>
                  </a:lnTo>
                  <a:lnTo>
                    <a:pt x="6159537" y="1398147"/>
                  </a:lnTo>
                  <a:lnTo>
                    <a:pt x="6231159" y="1405011"/>
                  </a:lnTo>
                  <a:lnTo>
                    <a:pt x="6302782" y="1411755"/>
                  </a:lnTo>
                  <a:lnTo>
                    <a:pt x="6374404" y="1418381"/>
                  </a:lnTo>
                  <a:lnTo>
                    <a:pt x="6446027" y="1424890"/>
                  </a:lnTo>
                  <a:lnTo>
                    <a:pt x="6517649" y="1431286"/>
                  </a:lnTo>
                  <a:lnTo>
                    <a:pt x="6589272" y="1437570"/>
                  </a:lnTo>
                  <a:lnTo>
                    <a:pt x="6660894" y="1443744"/>
                  </a:lnTo>
                  <a:lnTo>
                    <a:pt x="6732517" y="1449810"/>
                  </a:lnTo>
                  <a:lnTo>
                    <a:pt x="6804139" y="1455769"/>
                  </a:lnTo>
                  <a:lnTo>
                    <a:pt x="6875762" y="1461625"/>
                  </a:lnTo>
                  <a:lnTo>
                    <a:pt x="6947385" y="1467377"/>
                  </a:lnTo>
                  <a:lnTo>
                    <a:pt x="7019007" y="1473030"/>
                  </a:lnTo>
                  <a:lnTo>
                    <a:pt x="7090630" y="14785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(1.01-1.52), p_Bonf = 0.218 (n = 6)  |  per IQR decline (Δ = 28.1 %): 1.83 (1.04-3.21)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5084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2026-07-22T14:13:38Z</dcterms:modified>
  <cp:category/>
</cp:coreProperties>
</file>