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1719653" y="0"/>
                  </a:moveTo>
                  <a:lnTo>
                    <a:pt x="1728893" y="59041"/>
                  </a:lnTo>
                  <a:lnTo>
                    <a:pt x="1806136" y="493021"/>
                  </a:lnTo>
                  <a:lnTo>
                    <a:pt x="1883380" y="874593"/>
                  </a:lnTo>
                  <a:lnTo>
                    <a:pt x="1960623" y="1210083"/>
                  </a:lnTo>
                  <a:lnTo>
                    <a:pt x="2037867" y="1505059"/>
                  </a:lnTo>
                  <a:lnTo>
                    <a:pt x="2115111" y="1764411"/>
                  </a:lnTo>
                  <a:lnTo>
                    <a:pt x="2192354" y="1992443"/>
                  </a:lnTo>
                  <a:lnTo>
                    <a:pt x="2269598" y="2192937"/>
                  </a:lnTo>
                  <a:lnTo>
                    <a:pt x="2346841" y="2369218"/>
                  </a:lnTo>
                  <a:lnTo>
                    <a:pt x="2424085" y="2524211"/>
                  </a:lnTo>
                  <a:lnTo>
                    <a:pt x="2501328" y="2660486"/>
                  </a:lnTo>
                  <a:lnTo>
                    <a:pt x="2578572" y="2780304"/>
                  </a:lnTo>
                  <a:lnTo>
                    <a:pt x="2655816" y="2818680"/>
                  </a:lnTo>
                  <a:lnTo>
                    <a:pt x="2733059" y="2853742"/>
                  </a:lnTo>
                  <a:lnTo>
                    <a:pt x="2810303" y="2887330"/>
                  </a:lnTo>
                  <a:lnTo>
                    <a:pt x="2887546" y="2919506"/>
                  </a:lnTo>
                  <a:lnTo>
                    <a:pt x="2964790" y="2950329"/>
                  </a:lnTo>
                  <a:lnTo>
                    <a:pt x="3042033" y="2979856"/>
                  </a:lnTo>
                  <a:lnTo>
                    <a:pt x="3119277" y="3008142"/>
                  </a:lnTo>
                  <a:lnTo>
                    <a:pt x="3196521" y="3035239"/>
                  </a:lnTo>
                  <a:lnTo>
                    <a:pt x="3273764" y="3061196"/>
                  </a:lnTo>
                  <a:lnTo>
                    <a:pt x="3351008" y="3086062"/>
                  </a:lnTo>
                  <a:lnTo>
                    <a:pt x="3428251" y="3109883"/>
                  </a:lnTo>
                  <a:lnTo>
                    <a:pt x="3505495" y="3132702"/>
                  </a:lnTo>
                  <a:lnTo>
                    <a:pt x="3582738" y="3154562"/>
                  </a:lnTo>
                  <a:lnTo>
                    <a:pt x="3659982" y="3175503"/>
                  </a:lnTo>
                  <a:lnTo>
                    <a:pt x="3737226" y="3195563"/>
                  </a:lnTo>
                  <a:lnTo>
                    <a:pt x="3814469" y="3214780"/>
                  </a:lnTo>
                  <a:lnTo>
                    <a:pt x="3891713" y="3233189"/>
                  </a:lnTo>
                  <a:lnTo>
                    <a:pt x="3968956" y="3250824"/>
                  </a:lnTo>
                  <a:lnTo>
                    <a:pt x="4046200" y="3267718"/>
                  </a:lnTo>
                  <a:lnTo>
                    <a:pt x="4123443" y="3283901"/>
                  </a:lnTo>
                  <a:lnTo>
                    <a:pt x="4200687" y="3299404"/>
                  </a:lnTo>
                  <a:lnTo>
                    <a:pt x="4277931" y="3314255"/>
                  </a:lnTo>
                  <a:lnTo>
                    <a:pt x="4355174" y="3328482"/>
                  </a:lnTo>
                  <a:lnTo>
                    <a:pt x="4432418" y="3342111"/>
                  </a:lnTo>
                  <a:lnTo>
                    <a:pt x="4509661" y="3355166"/>
                  </a:lnTo>
                  <a:lnTo>
                    <a:pt x="4586905" y="3367673"/>
                  </a:lnTo>
                  <a:lnTo>
                    <a:pt x="4664148" y="3379654"/>
                  </a:lnTo>
                  <a:lnTo>
                    <a:pt x="4741392" y="3391131"/>
                  </a:lnTo>
                  <a:lnTo>
                    <a:pt x="4818636" y="3402126"/>
                  </a:lnTo>
                  <a:lnTo>
                    <a:pt x="4895879" y="3412658"/>
                  </a:lnTo>
                  <a:lnTo>
                    <a:pt x="4973123" y="3422748"/>
                  </a:lnTo>
                  <a:lnTo>
                    <a:pt x="5050366" y="3432413"/>
                  </a:lnTo>
                  <a:lnTo>
                    <a:pt x="5127610" y="3441673"/>
                  </a:lnTo>
                  <a:lnTo>
                    <a:pt x="5204853" y="3450542"/>
                  </a:lnTo>
                  <a:lnTo>
                    <a:pt x="5282097" y="3459039"/>
                  </a:lnTo>
                  <a:lnTo>
                    <a:pt x="5359341" y="3467179"/>
                  </a:lnTo>
                  <a:lnTo>
                    <a:pt x="5436584" y="3474976"/>
                  </a:lnTo>
                  <a:lnTo>
                    <a:pt x="5513828" y="3482446"/>
                  </a:lnTo>
                  <a:lnTo>
                    <a:pt x="5591071" y="3489602"/>
                  </a:lnTo>
                  <a:lnTo>
                    <a:pt x="5668315" y="3496456"/>
                  </a:lnTo>
                  <a:lnTo>
                    <a:pt x="5745558" y="3503023"/>
                  </a:lnTo>
                  <a:lnTo>
                    <a:pt x="5822802" y="3509313"/>
                  </a:lnTo>
                  <a:lnTo>
                    <a:pt x="5900046" y="3515339"/>
                  </a:lnTo>
                  <a:lnTo>
                    <a:pt x="5977289" y="3521112"/>
                  </a:lnTo>
                  <a:lnTo>
                    <a:pt x="6054533" y="3526642"/>
                  </a:lnTo>
                  <a:lnTo>
                    <a:pt x="6131776" y="3531939"/>
                  </a:lnTo>
                  <a:lnTo>
                    <a:pt x="6209020" y="3537014"/>
                  </a:lnTo>
                  <a:lnTo>
                    <a:pt x="6286263" y="3541875"/>
                  </a:lnTo>
                  <a:lnTo>
                    <a:pt x="6363507" y="3546532"/>
                  </a:lnTo>
                  <a:lnTo>
                    <a:pt x="6440751" y="3550994"/>
                  </a:lnTo>
                  <a:lnTo>
                    <a:pt x="6517994" y="3555267"/>
                  </a:lnTo>
                  <a:lnTo>
                    <a:pt x="6595238" y="3559361"/>
                  </a:lnTo>
                  <a:lnTo>
                    <a:pt x="6672481" y="3563283"/>
                  </a:lnTo>
                  <a:lnTo>
                    <a:pt x="6672481" y="3651692"/>
                  </a:ln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1896563"/>
              <a:ext cx="4952828" cy="3563283"/>
            </a:xfrm>
            <a:custGeom>
              <a:avLst/>
              <a:pathLst>
                <a:path w="4952828" h="3563283">
                  <a:moveTo>
                    <a:pt x="0" y="0"/>
                  </a:moveTo>
                  <a:lnTo>
                    <a:pt x="9239" y="59041"/>
                  </a:lnTo>
                  <a:lnTo>
                    <a:pt x="86483" y="493021"/>
                  </a:lnTo>
                  <a:lnTo>
                    <a:pt x="163726" y="874593"/>
                  </a:lnTo>
                  <a:lnTo>
                    <a:pt x="240970" y="1210083"/>
                  </a:lnTo>
                  <a:lnTo>
                    <a:pt x="318213" y="1505059"/>
                  </a:lnTo>
                  <a:lnTo>
                    <a:pt x="395457" y="1764411"/>
                  </a:lnTo>
                  <a:lnTo>
                    <a:pt x="472700" y="1992443"/>
                  </a:lnTo>
                  <a:lnTo>
                    <a:pt x="549944" y="2192937"/>
                  </a:lnTo>
                  <a:lnTo>
                    <a:pt x="627188" y="2369218"/>
                  </a:lnTo>
                  <a:lnTo>
                    <a:pt x="704431" y="2524211"/>
                  </a:lnTo>
                  <a:lnTo>
                    <a:pt x="781675" y="2660486"/>
                  </a:lnTo>
                  <a:lnTo>
                    <a:pt x="858918" y="2780304"/>
                  </a:lnTo>
                  <a:lnTo>
                    <a:pt x="936162" y="2818680"/>
                  </a:lnTo>
                  <a:lnTo>
                    <a:pt x="1013405" y="2853742"/>
                  </a:lnTo>
                  <a:lnTo>
                    <a:pt x="1090649" y="2887330"/>
                  </a:lnTo>
                  <a:lnTo>
                    <a:pt x="1167893" y="2919506"/>
                  </a:lnTo>
                  <a:lnTo>
                    <a:pt x="1245136" y="2950329"/>
                  </a:lnTo>
                  <a:lnTo>
                    <a:pt x="1322380" y="2979856"/>
                  </a:lnTo>
                  <a:lnTo>
                    <a:pt x="1399623" y="3008142"/>
                  </a:lnTo>
                  <a:lnTo>
                    <a:pt x="1476867" y="3035239"/>
                  </a:lnTo>
                  <a:lnTo>
                    <a:pt x="1554110" y="3061196"/>
                  </a:lnTo>
                  <a:lnTo>
                    <a:pt x="1631354" y="3086062"/>
                  </a:lnTo>
                  <a:lnTo>
                    <a:pt x="1708598" y="3109883"/>
                  </a:lnTo>
                  <a:lnTo>
                    <a:pt x="1785841" y="3132702"/>
                  </a:lnTo>
                  <a:lnTo>
                    <a:pt x="1863085" y="3154562"/>
                  </a:lnTo>
                  <a:lnTo>
                    <a:pt x="1940328" y="3175503"/>
                  </a:lnTo>
                  <a:lnTo>
                    <a:pt x="2017572" y="3195563"/>
                  </a:lnTo>
                  <a:lnTo>
                    <a:pt x="2094816" y="3214780"/>
                  </a:lnTo>
                  <a:lnTo>
                    <a:pt x="2172059" y="3233189"/>
                  </a:lnTo>
                  <a:lnTo>
                    <a:pt x="2249303" y="3250824"/>
                  </a:lnTo>
                  <a:lnTo>
                    <a:pt x="2326546" y="3267718"/>
                  </a:lnTo>
                  <a:lnTo>
                    <a:pt x="2403790" y="3283901"/>
                  </a:lnTo>
                  <a:lnTo>
                    <a:pt x="2481033" y="3299404"/>
                  </a:lnTo>
                  <a:lnTo>
                    <a:pt x="2558277" y="3314255"/>
                  </a:lnTo>
                  <a:lnTo>
                    <a:pt x="2635521" y="3328482"/>
                  </a:lnTo>
                  <a:lnTo>
                    <a:pt x="2712764" y="3342111"/>
                  </a:lnTo>
                  <a:lnTo>
                    <a:pt x="2790008" y="3355166"/>
                  </a:lnTo>
                  <a:lnTo>
                    <a:pt x="2867251" y="3367673"/>
                  </a:lnTo>
                  <a:lnTo>
                    <a:pt x="2944495" y="3379654"/>
                  </a:lnTo>
                  <a:lnTo>
                    <a:pt x="3021738" y="3391131"/>
                  </a:lnTo>
                  <a:lnTo>
                    <a:pt x="3098982" y="3402126"/>
                  </a:lnTo>
                  <a:lnTo>
                    <a:pt x="3176226" y="3412658"/>
                  </a:lnTo>
                  <a:lnTo>
                    <a:pt x="3253469" y="3422748"/>
                  </a:lnTo>
                  <a:lnTo>
                    <a:pt x="3330713" y="3432413"/>
                  </a:lnTo>
                  <a:lnTo>
                    <a:pt x="3407956" y="3441673"/>
                  </a:lnTo>
                  <a:lnTo>
                    <a:pt x="3485200" y="3450542"/>
                  </a:lnTo>
                  <a:lnTo>
                    <a:pt x="3562443" y="3459039"/>
                  </a:lnTo>
                  <a:lnTo>
                    <a:pt x="3639687" y="3467179"/>
                  </a:lnTo>
                  <a:lnTo>
                    <a:pt x="3716931" y="3474976"/>
                  </a:lnTo>
                  <a:lnTo>
                    <a:pt x="3794174" y="3482446"/>
                  </a:lnTo>
                  <a:lnTo>
                    <a:pt x="3871418" y="3489602"/>
                  </a:lnTo>
                  <a:lnTo>
                    <a:pt x="3948661" y="3496456"/>
                  </a:lnTo>
                  <a:lnTo>
                    <a:pt x="4025905" y="3503023"/>
                  </a:lnTo>
                  <a:lnTo>
                    <a:pt x="4103148" y="3509313"/>
                  </a:lnTo>
                  <a:lnTo>
                    <a:pt x="4180392" y="3515339"/>
                  </a:lnTo>
                  <a:lnTo>
                    <a:pt x="4257636" y="3521112"/>
                  </a:lnTo>
                  <a:lnTo>
                    <a:pt x="4334879" y="3526642"/>
                  </a:lnTo>
                  <a:lnTo>
                    <a:pt x="4412123" y="3531939"/>
                  </a:lnTo>
                  <a:lnTo>
                    <a:pt x="4489366" y="3537014"/>
                  </a:lnTo>
                  <a:lnTo>
                    <a:pt x="4566610" y="3541875"/>
                  </a:lnTo>
                  <a:lnTo>
                    <a:pt x="4643853" y="3546532"/>
                  </a:lnTo>
                  <a:lnTo>
                    <a:pt x="4721097" y="3550994"/>
                  </a:lnTo>
                  <a:lnTo>
                    <a:pt x="4798341" y="3555267"/>
                  </a:lnTo>
                  <a:lnTo>
                    <a:pt x="4875584" y="3559361"/>
                  </a:lnTo>
                  <a:lnTo>
                    <a:pt x="4952828" y="3563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6672481" y="3651692"/>
                  </a:move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1896563"/>
              <a:ext cx="5382926" cy="3643424"/>
            </a:xfrm>
            <a:custGeom>
              <a:avLst/>
              <a:pathLst>
                <a:path w="5382926" h="3643424">
                  <a:moveTo>
                    <a:pt x="0" y="0"/>
                  </a:moveTo>
                  <a:lnTo>
                    <a:pt x="53119" y="212043"/>
                  </a:lnTo>
                  <a:lnTo>
                    <a:pt x="130363" y="495024"/>
                  </a:lnTo>
                  <a:lnTo>
                    <a:pt x="207606" y="754730"/>
                  </a:lnTo>
                  <a:lnTo>
                    <a:pt x="284850" y="993076"/>
                  </a:lnTo>
                  <a:lnTo>
                    <a:pt x="362094" y="1211819"/>
                  </a:lnTo>
                  <a:lnTo>
                    <a:pt x="439337" y="1412571"/>
                  </a:lnTo>
                  <a:lnTo>
                    <a:pt x="516581" y="1596811"/>
                  </a:lnTo>
                  <a:lnTo>
                    <a:pt x="593824" y="1765898"/>
                  </a:lnTo>
                  <a:lnTo>
                    <a:pt x="671068" y="1921078"/>
                  </a:lnTo>
                  <a:lnTo>
                    <a:pt x="748311" y="2063495"/>
                  </a:lnTo>
                  <a:lnTo>
                    <a:pt x="825555" y="2194199"/>
                  </a:lnTo>
                  <a:lnTo>
                    <a:pt x="902799" y="2314152"/>
                  </a:lnTo>
                  <a:lnTo>
                    <a:pt x="980042" y="2424240"/>
                  </a:lnTo>
                  <a:lnTo>
                    <a:pt x="1057286" y="2525273"/>
                  </a:lnTo>
                  <a:lnTo>
                    <a:pt x="1134529" y="2617996"/>
                  </a:lnTo>
                  <a:lnTo>
                    <a:pt x="1211773" y="2703093"/>
                  </a:lnTo>
                  <a:lnTo>
                    <a:pt x="1289016" y="2781191"/>
                  </a:lnTo>
                  <a:lnTo>
                    <a:pt x="1366260" y="2852866"/>
                  </a:lnTo>
                  <a:lnTo>
                    <a:pt x="1443504" y="2918646"/>
                  </a:lnTo>
                  <a:lnTo>
                    <a:pt x="1520747" y="2979015"/>
                  </a:lnTo>
                  <a:lnTo>
                    <a:pt x="1597991" y="3034420"/>
                  </a:lnTo>
                  <a:lnTo>
                    <a:pt x="1675234" y="3085267"/>
                  </a:lnTo>
                  <a:lnTo>
                    <a:pt x="1752478" y="3131932"/>
                  </a:lnTo>
                  <a:lnTo>
                    <a:pt x="1829721" y="3174759"/>
                  </a:lnTo>
                  <a:lnTo>
                    <a:pt x="1906965" y="3214064"/>
                  </a:lnTo>
                  <a:lnTo>
                    <a:pt x="1984209" y="3250136"/>
                  </a:lnTo>
                  <a:lnTo>
                    <a:pt x="2061452" y="3283241"/>
                  </a:lnTo>
                  <a:lnTo>
                    <a:pt x="2138696" y="3313624"/>
                  </a:lnTo>
                  <a:lnTo>
                    <a:pt x="2215939" y="3341507"/>
                  </a:lnTo>
                  <a:lnTo>
                    <a:pt x="2293183" y="3367097"/>
                  </a:lnTo>
                  <a:lnTo>
                    <a:pt x="2370426" y="3390583"/>
                  </a:lnTo>
                  <a:lnTo>
                    <a:pt x="2447670" y="3412137"/>
                  </a:lnTo>
                  <a:lnTo>
                    <a:pt x="2524914" y="3431918"/>
                  </a:lnTo>
                  <a:lnTo>
                    <a:pt x="2602157" y="3450072"/>
                  </a:lnTo>
                  <a:lnTo>
                    <a:pt x="2679401" y="3466733"/>
                  </a:lnTo>
                  <a:lnTo>
                    <a:pt x="2756644" y="3482024"/>
                  </a:lnTo>
                  <a:lnTo>
                    <a:pt x="2833888" y="3496057"/>
                  </a:lnTo>
                  <a:lnTo>
                    <a:pt x="2911131" y="3508935"/>
                  </a:lnTo>
                  <a:lnTo>
                    <a:pt x="2988375" y="3520755"/>
                  </a:lnTo>
                  <a:lnTo>
                    <a:pt x="3065619" y="3531603"/>
                  </a:lnTo>
                  <a:lnTo>
                    <a:pt x="3142862" y="3541558"/>
                  </a:lnTo>
                  <a:lnTo>
                    <a:pt x="3220106" y="3550694"/>
                  </a:lnTo>
                  <a:lnTo>
                    <a:pt x="3297349" y="3559079"/>
                  </a:lnTo>
                  <a:lnTo>
                    <a:pt x="3374593" y="3566775"/>
                  </a:lnTo>
                  <a:lnTo>
                    <a:pt x="3451836" y="3573837"/>
                  </a:lnTo>
                  <a:lnTo>
                    <a:pt x="3529080" y="3580319"/>
                  </a:lnTo>
                  <a:lnTo>
                    <a:pt x="3606324" y="3586267"/>
                  </a:lnTo>
                  <a:lnTo>
                    <a:pt x="3683567" y="3591727"/>
                  </a:lnTo>
                  <a:lnTo>
                    <a:pt x="3760811" y="3596737"/>
                  </a:lnTo>
                  <a:lnTo>
                    <a:pt x="3838054" y="3601335"/>
                  </a:lnTo>
                  <a:lnTo>
                    <a:pt x="3915298" y="3605555"/>
                  </a:lnTo>
                  <a:lnTo>
                    <a:pt x="3992541" y="3609428"/>
                  </a:lnTo>
                  <a:lnTo>
                    <a:pt x="4069785" y="3612982"/>
                  </a:lnTo>
                  <a:lnTo>
                    <a:pt x="4147029" y="3616244"/>
                  </a:lnTo>
                  <a:lnTo>
                    <a:pt x="4224272" y="3619238"/>
                  </a:lnTo>
                  <a:lnTo>
                    <a:pt x="4301516" y="3621986"/>
                  </a:lnTo>
                  <a:lnTo>
                    <a:pt x="4378759" y="3624507"/>
                  </a:lnTo>
                  <a:lnTo>
                    <a:pt x="4456003" y="3626821"/>
                  </a:lnTo>
                  <a:lnTo>
                    <a:pt x="4533246" y="3628945"/>
                  </a:lnTo>
                  <a:lnTo>
                    <a:pt x="4610490" y="3630894"/>
                  </a:lnTo>
                  <a:lnTo>
                    <a:pt x="4687734" y="3632683"/>
                  </a:lnTo>
                  <a:lnTo>
                    <a:pt x="4764977" y="3634325"/>
                  </a:lnTo>
                  <a:lnTo>
                    <a:pt x="4842221" y="3635831"/>
                  </a:lnTo>
                  <a:lnTo>
                    <a:pt x="4919464" y="3637214"/>
                  </a:lnTo>
                  <a:lnTo>
                    <a:pt x="4996708" y="3638483"/>
                  </a:lnTo>
                  <a:lnTo>
                    <a:pt x="5073951" y="3639648"/>
                  </a:lnTo>
                  <a:lnTo>
                    <a:pt x="5151195" y="3640717"/>
                  </a:lnTo>
                  <a:lnTo>
                    <a:pt x="5228439" y="3641697"/>
                  </a:lnTo>
                  <a:lnTo>
                    <a:pt x="5305682" y="3642598"/>
                  </a:lnTo>
                  <a:lnTo>
                    <a:pt x="5382926" y="364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2026-05-21T09:06:49Z</dcterms:modified>
  <cp:category/>
</cp:coreProperties>
</file>