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537077" y="2073503"/>
              <a:ext cx="6672481" cy="3482839"/>
            </a:xfrm>
            <a:custGeom>
              <a:avLst/>
              <a:pathLst>
                <a:path w="6672481" h="3482839">
                  <a:moveTo>
                    <a:pt x="1719653" y="0"/>
                  </a:moveTo>
                  <a:lnTo>
                    <a:pt x="1728893" y="56311"/>
                  </a:lnTo>
                  <a:lnTo>
                    <a:pt x="1806136" y="470224"/>
                  </a:lnTo>
                  <a:lnTo>
                    <a:pt x="1883380" y="834152"/>
                  </a:lnTo>
                  <a:lnTo>
                    <a:pt x="1960623" y="1154130"/>
                  </a:lnTo>
                  <a:lnTo>
                    <a:pt x="2037867" y="1435465"/>
                  </a:lnTo>
                  <a:lnTo>
                    <a:pt x="2115111" y="1682826"/>
                  </a:lnTo>
                  <a:lnTo>
                    <a:pt x="2192354" y="1900314"/>
                  </a:lnTo>
                  <a:lnTo>
                    <a:pt x="2269598" y="2091537"/>
                  </a:lnTo>
                  <a:lnTo>
                    <a:pt x="2346841" y="2259666"/>
                  </a:lnTo>
                  <a:lnTo>
                    <a:pt x="2424085" y="2407492"/>
                  </a:lnTo>
                  <a:lnTo>
                    <a:pt x="2501328" y="2537466"/>
                  </a:lnTo>
                  <a:lnTo>
                    <a:pt x="2578572" y="2651743"/>
                  </a:lnTo>
                  <a:lnTo>
                    <a:pt x="2655816" y="2688345"/>
                  </a:lnTo>
                  <a:lnTo>
                    <a:pt x="2733059" y="2721786"/>
                  </a:lnTo>
                  <a:lnTo>
                    <a:pt x="2810303" y="2753821"/>
                  </a:lnTo>
                  <a:lnTo>
                    <a:pt x="2887546" y="2784509"/>
                  </a:lnTo>
                  <a:lnTo>
                    <a:pt x="2964790" y="2813907"/>
                  </a:lnTo>
                  <a:lnTo>
                    <a:pt x="3042033" y="2842069"/>
                  </a:lnTo>
                  <a:lnTo>
                    <a:pt x="3119277" y="2869047"/>
                  </a:lnTo>
                  <a:lnTo>
                    <a:pt x="3196521" y="2894890"/>
                  </a:lnTo>
                  <a:lnTo>
                    <a:pt x="3273764" y="2919648"/>
                  </a:lnTo>
                  <a:lnTo>
                    <a:pt x="3351008" y="2943364"/>
                  </a:lnTo>
                  <a:lnTo>
                    <a:pt x="3428251" y="2966083"/>
                  </a:lnTo>
                  <a:lnTo>
                    <a:pt x="3505495" y="2987847"/>
                  </a:lnTo>
                  <a:lnTo>
                    <a:pt x="3582738" y="3008696"/>
                  </a:lnTo>
                  <a:lnTo>
                    <a:pt x="3659982" y="3028669"/>
                  </a:lnTo>
                  <a:lnTo>
                    <a:pt x="3737226" y="3047801"/>
                  </a:lnTo>
                  <a:lnTo>
                    <a:pt x="3814469" y="3066130"/>
                  </a:lnTo>
                  <a:lnTo>
                    <a:pt x="3891713" y="3083687"/>
                  </a:lnTo>
                  <a:lnTo>
                    <a:pt x="3968956" y="3100507"/>
                  </a:lnTo>
                  <a:lnTo>
                    <a:pt x="4046200" y="3116620"/>
                  </a:lnTo>
                  <a:lnTo>
                    <a:pt x="4123443" y="3132055"/>
                  </a:lnTo>
                  <a:lnTo>
                    <a:pt x="4200687" y="3146841"/>
                  </a:lnTo>
                  <a:lnTo>
                    <a:pt x="4277931" y="3161005"/>
                  </a:lnTo>
                  <a:lnTo>
                    <a:pt x="4355174" y="3174574"/>
                  </a:lnTo>
                  <a:lnTo>
                    <a:pt x="4432418" y="3187573"/>
                  </a:lnTo>
                  <a:lnTo>
                    <a:pt x="4509661" y="3200025"/>
                  </a:lnTo>
                  <a:lnTo>
                    <a:pt x="4586905" y="3211953"/>
                  </a:lnTo>
                  <a:lnTo>
                    <a:pt x="4664148" y="3223380"/>
                  </a:lnTo>
                  <a:lnTo>
                    <a:pt x="4741392" y="3234327"/>
                  </a:lnTo>
                  <a:lnTo>
                    <a:pt x="4818636" y="3244813"/>
                  </a:lnTo>
                  <a:lnTo>
                    <a:pt x="4895879" y="3254858"/>
                  </a:lnTo>
                  <a:lnTo>
                    <a:pt x="4973123" y="3264481"/>
                  </a:lnTo>
                  <a:lnTo>
                    <a:pt x="5050366" y="3273700"/>
                  </a:lnTo>
                  <a:lnTo>
                    <a:pt x="5127610" y="3282531"/>
                  </a:lnTo>
                  <a:lnTo>
                    <a:pt x="5204853" y="3290991"/>
                  </a:lnTo>
                  <a:lnTo>
                    <a:pt x="5282097" y="3299095"/>
                  </a:lnTo>
                  <a:lnTo>
                    <a:pt x="5359341" y="3306858"/>
                  </a:lnTo>
                  <a:lnTo>
                    <a:pt x="5436584" y="3314295"/>
                  </a:lnTo>
                  <a:lnTo>
                    <a:pt x="5513828" y="3321419"/>
                  </a:lnTo>
                  <a:lnTo>
                    <a:pt x="5591071" y="3328244"/>
                  </a:lnTo>
                  <a:lnTo>
                    <a:pt x="5668315" y="3334781"/>
                  </a:lnTo>
                  <a:lnTo>
                    <a:pt x="5745558" y="3341044"/>
                  </a:lnTo>
                  <a:lnTo>
                    <a:pt x="5822802" y="3347044"/>
                  </a:lnTo>
                  <a:lnTo>
                    <a:pt x="5900046" y="3352791"/>
                  </a:lnTo>
                  <a:lnTo>
                    <a:pt x="5977289" y="3358297"/>
                  </a:lnTo>
                  <a:lnTo>
                    <a:pt x="6054533" y="3363571"/>
                  </a:lnTo>
                  <a:lnTo>
                    <a:pt x="6131776" y="3368624"/>
                  </a:lnTo>
                  <a:lnTo>
                    <a:pt x="6209020" y="3373464"/>
                  </a:lnTo>
                  <a:lnTo>
                    <a:pt x="6286263" y="3378100"/>
                  </a:lnTo>
                  <a:lnTo>
                    <a:pt x="6363507" y="3382542"/>
                  </a:lnTo>
                  <a:lnTo>
                    <a:pt x="6440751" y="3386797"/>
                  </a:lnTo>
                  <a:lnTo>
                    <a:pt x="6517994" y="3390873"/>
                  </a:lnTo>
                  <a:lnTo>
                    <a:pt x="6595238" y="3394778"/>
                  </a:lnTo>
                  <a:lnTo>
                    <a:pt x="6672481" y="3398518"/>
                  </a:lnTo>
                  <a:lnTo>
                    <a:pt x="6672481" y="3482839"/>
                  </a:lnTo>
                  <a:lnTo>
                    <a:pt x="6595238" y="3482715"/>
                  </a:lnTo>
                  <a:lnTo>
                    <a:pt x="6517994" y="3482573"/>
                  </a:lnTo>
                  <a:lnTo>
                    <a:pt x="6440751" y="3482412"/>
                  </a:lnTo>
                  <a:lnTo>
                    <a:pt x="6363507" y="3482228"/>
                  </a:lnTo>
                  <a:lnTo>
                    <a:pt x="6286263" y="3482020"/>
                  </a:lnTo>
                  <a:lnTo>
                    <a:pt x="6209020" y="3481783"/>
                  </a:lnTo>
                  <a:lnTo>
                    <a:pt x="6131776" y="3481513"/>
                  </a:lnTo>
                  <a:lnTo>
                    <a:pt x="6054533" y="3481206"/>
                  </a:lnTo>
                  <a:lnTo>
                    <a:pt x="5977289" y="3480857"/>
                  </a:lnTo>
                  <a:lnTo>
                    <a:pt x="5900046" y="3480461"/>
                  </a:lnTo>
                  <a:lnTo>
                    <a:pt x="5822802" y="3480009"/>
                  </a:lnTo>
                  <a:lnTo>
                    <a:pt x="5745558" y="3479496"/>
                  </a:lnTo>
                  <a:lnTo>
                    <a:pt x="5668315" y="3478912"/>
                  </a:lnTo>
                  <a:lnTo>
                    <a:pt x="5591071" y="3478248"/>
                  </a:lnTo>
                  <a:lnTo>
                    <a:pt x="5513828" y="3477493"/>
                  </a:lnTo>
                  <a:lnTo>
                    <a:pt x="5436584" y="3476634"/>
                  </a:lnTo>
                  <a:lnTo>
                    <a:pt x="5359341" y="3475657"/>
                  </a:lnTo>
                  <a:lnTo>
                    <a:pt x="5282097" y="3474546"/>
                  </a:lnTo>
                  <a:lnTo>
                    <a:pt x="5204853" y="3473282"/>
                  </a:lnTo>
                  <a:lnTo>
                    <a:pt x="5127610" y="3471845"/>
                  </a:lnTo>
                  <a:lnTo>
                    <a:pt x="5050366" y="3470211"/>
                  </a:lnTo>
                  <a:lnTo>
                    <a:pt x="4973123" y="3468351"/>
                  </a:lnTo>
                  <a:lnTo>
                    <a:pt x="4895879" y="3466237"/>
                  </a:lnTo>
                  <a:lnTo>
                    <a:pt x="4818636" y="3463832"/>
                  </a:lnTo>
                  <a:lnTo>
                    <a:pt x="4741392" y="3461096"/>
                  </a:lnTo>
                  <a:lnTo>
                    <a:pt x="4664148" y="3457985"/>
                  </a:lnTo>
                  <a:lnTo>
                    <a:pt x="4586905" y="3454447"/>
                  </a:lnTo>
                  <a:lnTo>
                    <a:pt x="4509661" y="3450423"/>
                  </a:lnTo>
                  <a:lnTo>
                    <a:pt x="4432418" y="3445846"/>
                  </a:lnTo>
                  <a:lnTo>
                    <a:pt x="4355174" y="3440640"/>
                  </a:lnTo>
                  <a:lnTo>
                    <a:pt x="4277931" y="3434719"/>
                  </a:lnTo>
                  <a:lnTo>
                    <a:pt x="4200687" y="3427985"/>
                  </a:lnTo>
                  <a:lnTo>
                    <a:pt x="4123443" y="3420326"/>
                  </a:lnTo>
                  <a:lnTo>
                    <a:pt x="4046200" y="3411616"/>
                  </a:lnTo>
                  <a:lnTo>
                    <a:pt x="3968956" y="3401708"/>
                  </a:lnTo>
                  <a:lnTo>
                    <a:pt x="3891713" y="3390440"/>
                  </a:lnTo>
                  <a:lnTo>
                    <a:pt x="3814469" y="3377624"/>
                  </a:lnTo>
                  <a:lnTo>
                    <a:pt x="3737226" y="3363048"/>
                  </a:lnTo>
                  <a:lnTo>
                    <a:pt x="3659982" y="3346470"/>
                  </a:lnTo>
                  <a:lnTo>
                    <a:pt x="3582738" y="3327615"/>
                  </a:lnTo>
                  <a:lnTo>
                    <a:pt x="3505495" y="3306170"/>
                  </a:lnTo>
                  <a:lnTo>
                    <a:pt x="3428251" y="3281779"/>
                  </a:lnTo>
                  <a:lnTo>
                    <a:pt x="3351008" y="3254039"/>
                  </a:lnTo>
                  <a:lnTo>
                    <a:pt x="3273764" y="3222488"/>
                  </a:lnTo>
                  <a:lnTo>
                    <a:pt x="3196521" y="3186604"/>
                  </a:lnTo>
                  <a:lnTo>
                    <a:pt x="3119277" y="3145790"/>
                  </a:lnTo>
                  <a:lnTo>
                    <a:pt x="3042033" y="3099371"/>
                  </a:lnTo>
                  <a:lnTo>
                    <a:pt x="2964790" y="3046577"/>
                  </a:lnTo>
                  <a:lnTo>
                    <a:pt x="2887546" y="2986530"/>
                  </a:lnTo>
                  <a:lnTo>
                    <a:pt x="2810303" y="2918237"/>
                  </a:lnTo>
                  <a:lnTo>
                    <a:pt x="2733059" y="2840563"/>
                  </a:lnTo>
                  <a:lnTo>
                    <a:pt x="2655816" y="2752220"/>
                  </a:lnTo>
                  <a:lnTo>
                    <a:pt x="2578572" y="2653436"/>
                  </a:lnTo>
                  <a:lnTo>
                    <a:pt x="2501328" y="2616996"/>
                  </a:lnTo>
                  <a:lnTo>
                    <a:pt x="2424085" y="2578956"/>
                  </a:lnTo>
                  <a:lnTo>
                    <a:pt x="2346841" y="2539246"/>
                  </a:lnTo>
                  <a:lnTo>
                    <a:pt x="2269598" y="2497794"/>
                  </a:lnTo>
                  <a:lnTo>
                    <a:pt x="2192354" y="2454522"/>
                  </a:lnTo>
                  <a:lnTo>
                    <a:pt x="2115111" y="2409352"/>
                  </a:lnTo>
                  <a:lnTo>
                    <a:pt x="2037867" y="2362199"/>
                  </a:lnTo>
                  <a:lnTo>
                    <a:pt x="1960623" y="2312976"/>
                  </a:lnTo>
                  <a:lnTo>
                    <a:pt x="1883380" y="2261594"/>
                  </a:lnTo>
                  <a:lnTo>
                    <a:pt x="1806136" y="2207956"/>
                  </a:lnTo>
                  <a:lnTo>
                    <a:pt x="1728893" y="2151964"/>
                  </a:lnTo>
                  <a:lnTo>
                    <a:pt x="1651649" y="2093515"/>
                  </a:lnTo>
                  <a:lnTo>
                    <a:pt x="1574405" y="2032500"/>
                  </a:lnTo>
                  <a:lnTo>
                    <a:pt x="1497162" y="1968808"/>
                  </a:lnTo>
                  <a:lnTo>
                    <a:pt x="1419918" y="1902320"/>
                  </a:lnTo>
                  <a:lnTo>
                    <a:pt x="1342675" y="1832914"/>
                  </a:lnTo>
                  <a:lnTo>
                    <a:pt x="1265431" y="1760463"/>
                  </a:lnTo>
                  <a:lnTo>
                    <a:pt x="1188188" y="1684831"/>
                  </a:lnTo>
                  <a:lnTo>
                    <a:pt x="1110944" y="1605881"/>
                  </a:lnTo>
                  <a:lnTo>
                    <a:pt x="1033700" y="1523465"/>
                  </a:lnTo>
                  <a:lnTo>
                    <a:pt x="956457" y="1437432"/>
                  </a:lnTo>
                  <a:lnTo>
                    <a:pt x="879213" y="1347623"/>
                  </a:lnTo>
                  <a:lnTo>
                    <a:pt x="801970" y="1253873"/>
                  </a:lnTo>
                  <a:lnTo>
                    <a:pt x="724726" y="1156008"/>
                  </a:lnTo>
                  <a:lnTo>
                    <a:pt x="647483" y="1053849"/>
                  </a:lnTo>
                  <a:lnTo>
                    <a:pt x="570239" y="947205"/>
                  </a:lnTo>
                  <a:lnTo>
                    <a:pt x="492995" y="835882"/>
                  </a:lnTo>
                  <a:lnTo>
                    <a:pt x="415752" y="719672"/>
                  </a:lnTo>
                  <a:lnTo>
                    <a:pt x="338508" y="598362"/>
                  </a:lnTo>
                  <a:lnTo>
                    <a:pt x="261265" y="471729"/>
                  </a:lnTo>
                  <a:lnTo>
                    <a:pt x="184021" y="339537"/>
                  </a:lnTo>
                  <a:lnTo>
                    <a:pt x="106778" y="201544"/>
                  </a:lnTo>
                  <a:lnTo>
                    <a:pt x="29534" y="57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56730" y="2073503"/>
              <a:ext cx="4952828" cy="3398518"/>
            </a:xfrm>
            <a:custGeom>
              <a:avLst/>
              <a:pathLst>
                <a:path w="4952828" h="3398518">
                  <a:moveTo>
                    <a:pt x="0" y="0"/>
                  </a:moveTo>
                  <a:lnTo>
                    <a:pt x="9239" y="56311"/>
                  </a:lnTo>
                  <a:lnTo>
                    <a:pt x="86483" y="470224"/>
                  </a:lnTo>
                  <a:lnTo>
                    <a:pt x="163726" y="834152"/>
                  </a:lnTo>
                  <a:lnTo>
                    <a:pt x="240970" y="1154130"/>
                  </a:lnTo>
                  <a:lnTo>
                    <a:pt x="318213" y="1435465"/>
                  </a:lnTo>
                  <a:lnTo>
                    <a:pt x="395457" y="1682826"/>
                  </a:lnTo>
                  <a:lnTo>
                    <a:pt x="472700" y="1900314"/>
                  </a:lnTo>
                  <a:lnTo>
                    <a:pt x="549944" y="2091537"/>
                  </a:lnTo>
                  <a:lnTo>
                    <a:pt x="627188" y="2259666"/>
                  </a:lnTo>
                  <a:lnTo>
                    <a:pt x="704431" y="2407492"/>
                  </a:lnTo>
                  <a:lnTo>
                    <a:pt x="781675" y="2537466"/>
                  </a:lnTo>
                  <a:lnTo>
                    <a:pt x="858918" y="2651743"/>
                  </a:lnTo>
                  <a:lnTo>
                    <a:pt x="936162" y="2688345"/>
                  </a:lnTo>
                  <a:lnTo>
                    <a:pt x="1013405" y="2721786"/>
                  </a:lnTo>
                  <a:lnTo>
                    <a:pt x="1090649" y="2753821"/>
                  </a:lnTo>
                  <a:lnTo>
                    <a:pt x="1167893" y="2784509"/>
                  </a:lnTo>
                  <a:lnTo>
                    <a:pt x="1245136" y="2813907"/>
                  </a:lnTo>
                  <a:lnTo>
                    <a:pt x="1322380" y="2842069"/>
                  </a:lnTo>
                  <a:lnTo>
                    <a:pt x="1399623" y="2869047"/>
                  </a:lnTo>
                  <a:lnTo>
                    <a:pt x="1476867" y="2894890"/>
                  </a:lnTo>
                  <a:lnTo>
                    <a:pt x="1554110" y="2919648"/>
                  </a:lnTo>
                  <a:lnTo>
                    <a:pt x="1631354" y="2943364"/>
                  </a:lnTo>
                  <a:lnTo>
                    <a:pt x="1708598" y="2966083"/>
                  </a:lnTo>
                  <a:lnTo>
                    <a:pt x="1785841" y="2987847"/>
                  </a:lnTo>
                  <a:lnTo>
                    <a:pt x="1863085" y="3008696"/>
                  </a:lnTo>
                  <a:lnTo>
                    <a:pt x="1940328" y="3028669"/>
                  </a:lnTo>
                  <a:lnTo>
                    <a:pt x="2017572" y="3047801"/>
                  </a:lnTo>
                  <a:lnTo>
                    <a:pt x="2094816" y="3066130"/>
                  </a:lnTo>
                  <a:lnTo>
                    <a:pt x="2172059" y="3083687"/>
                  </a:lnTo>
                  <a:lnTo>
                    <a:pt x="2249303" y="3100507"/>
                  </a:lnTo>
                  <a:lnTo>
                    <a:pt x="2326546" y="3116620"/>
                  </a:lnTo>
                  <a:lnTo>
                    <a:pt x="2403790" y="3132055"/>
                  </a:lnTo>
                  <a:lnTo>
                    <a:pt x="2481033" y="3146841"/>
                  </a:lnTo>
                  <a:lnTo>
                    <a:pt x="2558277" y="3161005"/>
                  </a:lnTo>
                  <a:lnTo>
                    <a:pt x="2635521" y="3174574"/>
                  </a:lnTo>
                  <a:lnTo>
                    <a:pt x="2712764" y="3187573"/>
                  </a:lnTo>
                  <a:lnTo>
                    <a:pt x="2790008" y="3200025"/>
                  </a:lnTo>
                  <a:lnTo>
                    <a:pt x="2867251" y="3211953"/>
                  </a:lnTo>
                  <a:lnTo>
                    <a:pt x="2944495" y="3223380"/>
                  </a:lnTo>
                  <a:lnTo>
                    <a:pt x="3021738" y="3234327"/>
                  </a:lnTo>
                  <a:lnTo>
                    <a:pt x="3098982" y="3244813"/>
                  </a:lnTo>
                  <a:lnTo>
                    <a:pt x="3176226" y="3254858"/>
                  </a:lnTo>
                  <a:lnTo>
                    <a:pt x="3253469" y="3264481"/>
                  </a:lnTo>
                  <a:lnTo>
                    <a:pt x="3330713" y="3273700"/>
                  </a:lnTo>
                  <a:lnTo>
                    <a:pt x="3407956" y="3282531"/>
                  </a:lnTo>
                  <a:lnTo>
                    <a:pt x="3485200" y="3290991"/>
                  </a:lnTo>
                  <a:lnTo>
                    <a:pt x="3562443" y="3299095"/>
                  </a:lnTo>
                  <a:lnTo>
                    <a:pt x="3639687" y="3306858"/>
                  </a:lnTo>
                  <a:lnTo>
                    <a:pt x="3716931" y="3314295"/>
                  </a:lnTo>
                  <a:lnTo>
                    <a:pt x="3794174" y="3321419"/>
                  </a:lnTo>
                  <a:lnTo>
                    <a:pt x="3871418" y="3328244"/>
                  </a:lnTo>
                  <a:lnTo>
                    <a:pt x="3948661" y="3334781"/>
                  </a:lnTo>
                  <a:lnTo>
                    <a:pt x="4025905" y="3341044"/>
                  </a:lnTo>
                  <a:lnTo>
                    <a:pt x="4103148" y="3347044"/>
                  </a:lnTo>
                  <a:lnTo>
                    <a:pt x="4180392" y="3352791"/>
                  </a:lnTo>
                  <a:lnTo>
                    <a:pt x="4257636" y="3358297"/>
                  </a:lnTo>
                  <a:lnTo>
                    <a:pt x="4334879" y="3363571"/>
                  </a:lnTo>
                  <a:lnTo>
                    <a:pt x="4412123" y="3368624"/>
                  </a:lnTo>
                  <a:lnTo>
                    <a:pt x="4489366" y="3373464"/>
                  </a:lnTo>
                  <a:lnTo>
                    <a:pt x="4566610" y="3378100"/>
                  </a:lnTo>
                  <a:lnTo>
                    <a:pt x="4643853" y="3382542"/>
                  </a:lnTo>
                  <a:lnTo>
                    <a:pt x="4721097" y="3386797"/>
                  </a:lnTo>
                  <a:lnTo>
                    <a:pt x="4798341" y="3390873"/>
                  </a:lnTo>
                  <a:lnTo>
                    <a:pt x="4875584" y="3394778"/>
                  </a:lnTo>
                  <a:lnTo>
                    <a:pt x="4952828" y="33985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37077" y="2073503"/>
              <a:ext cx="6672481" cy="3482839"/>
            </a:xfrm>
            <a:custGeom>
              <a:avLst/>
              <a:pathLst>
                <a:path w="6672481" h="3482839">
                  <a:moveTo>
                    <a:pt x="6672481" y="3482839"/>
                  </a:moveTo>
                  <a:lnTo>
                    <a:pt x="6595238" y="3482715"/>
                  </a:lnTo>
                  <a:lnTo>
                    <a:pt x="6517994" y="3482573"/>
                  </a:lnTo>
                  <a:lnTo>
                    <a:pt x="6440751" y="3482412"/>
                  </a:lnTo>
                  <a:lnTo>
                    <a:pt x="6363507" y="3482228"/>
                  </a:lnTo>
                  <a:lnTo>
                    <a:pt x="6286263" y="3482020"/>
                  </a:lnTo>
                  <a:lnTo>
                    <a:pt x="6209020" y="3481783"/>
                  </a:lnTo>
                  <a:lnTo>
                    <a:pt x="6131776" y="3481513"/>
                  </a:lnTo>
                  <a:lnTo>
                    <a:pt x="6054533" y="3481206"/>
                  </a:lnTo>
                  <a:lnTo>
                    <a:pt x="5977289" y="3480857"/>
                  </a:lnTo>
                  <a:lnTo>
                    <a:pt x="5900046" y="3480461"/>
                  </a:lnTo>
                  <a:lnTo>
                    <a:pt x="5822802" y="3480009"/>
                  </a:lnTo>
                  <a:lnTo>
                    <a:pt x="5745558" y="3479496"/>
                  </a:lnTo>
                  <a:lnTo>
                    <a:pt x="5668315" y="3478912"/>
                  </a:lnTo>
                  <a:lnTo>
                    <a:pt x="5591071" y="3478248"/>
                  </a:lnTo>
                  <a:lnTo>
                    <a:pt x="5513828" y="3477493"/>
                  </a:lnTo>
                  <a:lnTo>
                    <a:pt x="5436584" y="3476634"/>
                  </a:lnTo>
                  <a:lnTo>
                    <a:pt x="5359341" y="3475657"/>
                  </a:lnTo>
                  <a:lnTo>
                    <a:pt x="5282097" y="3474546"/>
                  </a:lnTo>
                  <a:lnTo>
                    <a:pt x="5204853" y="3473282"/>
                  </a:lnTo>
                  <a:lnTo>
                    <a:pt x="5127610" y="3471845"/>
                  </a:lnTo>
                  <a:lnTo>
                    <a:pt x="5050366" y="3470211"/>
                  </a:lnTo>
                  <a:lnTo>
                    <a:pt x="4973123" y="3468351"/>
                  </a:lnTo>
                  <a:lnTo>
                    <a:pt x="4895879" y="3466237"/>
                  </a:lnTo>
                  <a:lnTo>
                    <a:pt x="4818636" y="3463832"/>
                  </a:lnTo>
                  <a:lnTo>
                    <a:pt x="4741392" y="3461096"/>
                  </a:lnTo>
                  <a:lnTo>
                    <a:pt x="4664148" y="3457985"/>
                  </a:lnTo>
                  <a:lnTo>
                    <a:pt x="4586905" y="3454447"/>
                  </a:lnTo>
                  <a:lnTo>
                    <a:pt x="4509661" y="3450423"/>
                  </a:lnTo>
                  <a:lnTo>
                    <a:pt x="4432418" y="3445846"/>
                  </a:lnTo>
                  <a:lnTo>
                    <a:pt x="4355174" y="3440640"/>
                  </a:lnTo>
                  <a:lnTo>
                    <a:pt x="4277931" y="3434719"/>
                  </a:lnTo>
                  <a:lnTo>
                    <a:pt x="4200687" y="3427985"/>
                  </a:lnTo>
                  <a:lnTo>
                    <a:pt x="4123443" y="3420326"/>
                  </a:lnTo>
                  <a:lnTo>
                    <a:pt x="4046200" y="3411616"/>
                  </a:lnTo>
                  <a:lnTo>
                    <a:pt x="3968956" y="3401708"/>
                  </a:lnTo>
                  <a:lnTo>
                    <a:pt x="3891713" y="3390440"/>
                  </a:lnTo>
                  <a:lnTo>
                    <a:pt x="3814469" y="3377624"/>
                  </a:lnTo>
                  <a:lnTo>
                    <a:pt x="3737226" y="3363048"/>
                  </a:lnTo>
                  <a:lnTo>
                    <a:pt x="3659982" y="3346470"/>
                  </a:lnTo>
                  <a:lnTo>
                    <a:pt x="3582738" y="3327615"/>
                  </a:lnTo>
                  <a:lnTo>
                    <a:pt x="3505495" y="3306170"/>
                  </a:lnTo>
                  <a:lnTo>
                    <a:pt x="3428251" y="3281779"/>
                  </a:lnTo>
                  <a:lnTo>
                    <a:pt x="3351008" y="3254039"/>
                  </a:lnTo>
                  <a:lnTo>
                    <a:pt x="3273764" y="3222488"/>
                  </a:lnTo>
                  <a:lnTo>
                    <a:pt x="3196521" y="3186604"/>
                  </a:lnTo>
                  <a:lnTo>
                    <a:pt x="3119277" y="3145790"/>
                  </a:lnTo>
                  <a:lnTo>
                    <a:pt x="3042033" y="3099371"/>
                  </a:lnTo>
                  <a:lnTo>
                    <a:pt x="2964790" y="3046577"/>
                  </a:lnTo>
                  <a:lnTo>
                    <a:pt x="2887546" y="2986530"/>
                  </a:lnTo>
                  <a:lnTo>
                    <a:pt x="2810303" y="2918237"/>
                  </a:lnTo>
                  <a:lnTo>
                    <a:pt x="2733059" y="2840563"/>
                  </a:lnTo>
                  <a:lnTo>
                    <a:pt x="2655816" y="2752220"/>
                  </a:lnTo>
                  <a:lnTo>
                    <a:pt x="2578572" y="2653436"/>
                  </a:lnTo>
                  <a:lnTo>
                    <a:pt x="2501328" y="2616996"/>
                  </a:lnTo>
                  <a:lnTo>
                    <a:pt x="2424085" y="2578956"/>
                  </a:lnTo>
                  <a:lnTo>
                    <a:pt x="2346841" y="2539246"/>
                  </a:lnTo>
                  <a:lnTo>
                    <a:pt x="2269598" y="2497794"/>
                  </a:lnTo>
                  <a:lnTo>
                    <a:pt x="2192354" y="2454522"/>
                  </a:lnTo>
                  <a:lnTo>
                    <a:pt x="2115111" y="2409352"/>
                  </a:lnTo>
                  <a:lnTo>
                    <a:pt x="2037867" y="2362199"/>
                  </a:lnTo>
                  <a:lnTo>
                    <a:pt x="1960623" y="2312976"/>
                  </a:lnTo>
                  <a:lnTo>
                    <a:pt x="1883380" y="2261594"/>
                  </a:lnTo>
                  <a:lnTo>
                    <a:pt x="1806136" y="2207956"/>
                  </a:lnTo>
                  <a:lnTo>
                    <a:pt x="1728893" y="2151964"/>
                  </a:lnTo>
                  <a:lnTo>
                    <a:pt x="1651649" y="2093515"/>
                  </a:lnTo>
                  <a:lnTo>
                    <a:pt x="1574405" y="2032500"/>
                  </a:lnTo>
                  <a:lnTo>
                    <a:pt x="1497162" y="1968808"/>
                  </a:lnTo>
                  <a:lnTo>
                    <a:pt x="1419918" y="1902320"/>
                  </a:lnTo>
                  <a:lnTo>
                    <a:pt x="1342675" y="1832914"/>
                  </a:lnTo>
                  <a:lnTo>
                    <a:pt x="1265431" y="1760463"/>
                  </a:lnTo>
                  <a:lnTo>
                    <a:pt x="1188188" y="1684831"/>
                  </a:lnTo>
                  <a:lnTo>
                    <a:pt x="1110944" y="1605881"/>
                  </a:lnTo>
                  <a:lnTo>
                    <a:pt x="1033700" y="1523465"/>
                  </a:lnTo>
                  <a:lnTo>
                    <a:pt x="956457" y="1437432"/>
                  </a:lnTo>
                  <a:lnTo>
                    <a:pt x="879213" y="1347623"/>
                  </a:lnTo>
                  <a:lnTo>
                    <a:pt x="801970" y="1253873"/>
                  </a:lnTo>
                  <a:lnTo>
                    <a:pt x="724726" y="1156008"/>
                  </a:lnTo>
                  <a:lnTo>
                    <a:pt x="647483" y="1053849"/>
                  </a:lnTo>
                  <a:lnTo>
                    <a:pt x="570239" y="947205"/>
                  </a:lnTo>
                  <a:lnTo>
                    <a:pt x="492995" y="835882"/>
                  </a:lnTo>
                  <a:lnTo>
                    <a:pt x="415752" y="719672"/>
                  </a:lnTo>
                  <a:lnTo>
                    <a:pt x="338508" y="598362"/>
                  </a:lnTo>
                  <a:lnTo>
                    <a:pt x="261265" y="471729"/>
                  </a:lnTo>
                  <a:lnTo>
                    <a:pt x="184021" y="339537"/>
                  </a:lnTo>
                  <a:lnTo>
                    <a:pt x="106778" y="201544"/>
                  </a:lnTo>
                  <a:lnTo>
                    <a:pt x="29534" y="574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26632" y="2073503"/>
              <a:ext cx="5382926" cy="3474953"/>
            </a:xfrm>
            <a:custGeom>
              <a:avLst/>
              <a:pathLst>
                <a:path w="5382926" h="3474953">
                  <a:moveTo>
                    <a:pt x="0" y="0"/>
                  </a:moveTo>
                  <a:lnTo>
                    <a:pt x="53119" y="202238"/>
                  </a:lnTo>
                  <a:lnTo>
                    <a:pt x="130363" y="472134"/>
                  </a:lnTo>
                  <a:lnTo>
                    <a:pt x="207606" y="719832"/>
                  </a:lnTo>
                  <a:lnTo>
                    <a:pt x="284850" y="947157"/>
                  </a:lnTo>
                  <a:lnTo>
                    <a:pt x="362094" y="1155785"/>
                  </a:lnTo>
                  <a:lnTo>
                    <a:pt x="439337" y="1347254"/>
                  </a:lnTo>
                  <a:lnTo>
                    <a:pt x="516581" y="1522975"/>
                  </a:lnTo>
                  <a:lnTo>
                    <a:pt x="593824" y="1684244"/>
                  </a:lnTo>
                  <a:lnTo>
                    <a:pt x="671068" y="1832248"/>
                  </a:lnTo>
                  <a:lnTo>
                    <a:pt x="748311" y="1968080"/>
                  </a:lnTo>
                  <a:lnTo>
                    <a:pt x="825555" y="2092740"/>
                  </a:lnTo>
                  <a:lnTo>
                    <a:pt x="902799" y="2207147"/>
                  </a:lnTo>
                  <a:lnTo>
                    <a:pt x="980042" y="2312144"/>
                  </a:lnTo>
                  <a:lnTo>
                    <a:pt x="1057286" y="2408505"/>
                  </a:lnTo>
                  <a:lnTo>
                    <a:pt x="1134529" y="2496941"/>
                  </a:lnTo>
                  <a:lnTo>
                    <a:pt x="1211773" y="2578103"/>
                  </a:lnTo>
                  <a:lnTo>
                    <a:pt x="1289016" y="2652590"/>
                  </a:lnTo>
                  <a:lnTo>
                    <a:pt x="1366260" y="2720951"/>
                  </a:lnTo>
                  <a:lnTo>
                    <a:pt x="1443504" y="2783689"/>
                  </a:lnTo>
                  <a:lnTo>
                    <a:pt x="1520747" y="2841267"/>
                  </a:lnTo>
                  <a:lnTo>
                    <a:pt x="1597991" y="2894109"/>
                  </a:lnTo>
                  <a:lnTo>
                    <a:pt x="1675234" y="2942605"/>
                  </a:lnTo>
                  <a:lnTo>
                    <a:pt x="1752478" y="2987113"/>
                  </a:lnTo>
                  <a:lnTo>
                    <a:pt x="1829721" y="3027960"/>
                  </a:lnTo>
                  <a:lnTo>
                    <a:pt x="1906965" y="3065447"/>
                  </a:lnTo>
                  <a:lnTo>
                    <a:pt x="1984209" y="3099851"/>
                  </a:lnTo>
                  <a:lnTo>
                    <a:pt x="2061452" y="3131426"/>
                  </a:lnTo>
                  <a:lnTo>
                    <a:pt x="2138696" y="3160403"/>
                  </a:lnTo>
                  <a:lnTo>
                    <a:pt x="2215939" y="3186997"/>
                  </a:lnTo>
                  <a:lnTo>
                    <a:pt x="2293183" y="3211404"/>
                  </a:lnTo>
                  <a:lnTo>
                    <a:pt x="2370426" y="3233804"/>
                  </a:lnTo>
                  <a:lnTo>
                    <a:pt x="2447670" y="3254361"/>
                  </a:lnTo>
                  <a:lnTo>
                    <a:pt x="2524914" y="3273227"/>
                  </a:lnTo>
                  <a:lnTo>
                    <a:pt x="2602157" y="3290542"/>
                  </a:lnTo>
                  <a:lnTo>
                    <a:pt x="2679401" y="3306432"/>
                  </a:lnTo>
                  <a:lnTo>
                    <a:pt x="2756644" y="3321016"/>
                  </a:lnTo>
                  <a:lnTo>
                    <a:pt x="2833888" y="3334400"/>
                  </a:lnTo>
                  <a:lnTo>
                    <a:pt x="2911131" y="3346684"/>
                  </a:lnTo>
                  <a:lnTo>
                    <a:pt x="2988375" y="3357957"/>
                  </a:lnTo>
                  <a:lnTo>
                    <a:pt x="3065619" y="3368303"/>
                  </a:lnTo>
                  <a:lnTo>
                    <a:pt x="3142862" y="3377798"/>
                  </a:lnTo>
                  <a:lnTo>
                    <a:pt x="3220106" y="3386512"/>
                  </a:lnTo>
                  <a:lnTo>
                    <a:pt x="3297349" y="3394509"/>
                  </a:lnTo>
                  <a:lnTo>
                    <a:pt x="3374593" y="3401848"/>
                  </a:lnTo>
                  <a:lnTo>
                    <a:pt x="3451836" y="3408584"/>
                  </a:lnTo>
                  <a:lnTo>
                    <a:pt x="3529080" y="3414766"/>
                  </a:lnTo>
                  <a:lnTo>
                    <a:pt x="3606324" y="3420440"/>
                  </a:lnTo>
                  <a:lnTo>
                    <a:pt x="3683567" y="3425646"/>
                  </a:lnTo>
                  <a:lnTo>
                    <a:pt x="3760811" y="3430425"/>
                  </a:lnTo>
                  <a:lnTo>
                    <a:pt x="3838054" y="3434811"/>
                  </a:lnTo>
                  <a:lnTo>
                    <a:pt x="3915298" y="3438835"/>
                  </a:lnTo>
                  <a:lnTo>
                    <a:pt x="3992541" y="3442529"/>
                  </a:lnTo>
                  <a:lnTo>
                    <a:pt x="4069785" y="3445919"/>
                  </a:lnTo>
                  <a:lnTo>
                    <a:pt x="4147029" y="3449030"/>
                  </a:lnTo>
                  <a:lnTo>
                    <a:pt x="4224272" y="3451886"/>
                  </a:lnTo>
                  <a:lnTo>
                    <a:pt x="4301516" y="3454506"/>
                  </a:lnTo>
                  <a:lnTo>
                    <a:pt x="4378759" y="3456911"/>
                  </a:lnTo>
                  <a:lnTo>
                    <a:pt x="4456003" y="3459118"/>
                  </a:lnTo>
                  <a:lnTo>
                    <a:pt x="4533246" y="3461144"/>
                  </a:lnTo>
                  <a:lnTo>
                    <a:pt x="4610490" y="3463003"/>
                  </a:lnTo>
                  <a:lnTo>
                    <a:pt x="4687734" y="3464709"/>
                  </a:lnTo>
                  <a:lnTo>
                    <a:pt x="4764977" y="3466275"/>
                  </a:lnTo>
                  <a:lnTo>
                    <a:pt x="4842221" y="3467712"/>
                  </a:lnTo>
                  <a:lnTo>
                    <a:pt x="4919464" y="3469031"/>
                  </a:lnTo>
                  <a:lnTo>
                    <a:pt x="4996708" y="3470241"/>
                  </a:lnTo>
                  <a:lnTo>
                    <a:pt x="5073951" y="3471352"/>
                  </a:lnTo>
                  <a:lnTo>
                    <a:pt x="5151195" y="3472371"/>
                  </a:lnTo>
                  <a:lnTo>
                    <a:pt x="5228439" y="3473307"/>
                  </a:lnTo>
                  <a:lnTo>
                    <a:pt x="5305682" y="3474165"/>
                  </a:lnTo>
                  <a:lnTo>
                    <a:pt x="5382926" y="34749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17896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0.1 ratio decline: 2.68 (1.64-4.38), p = &lt;0.001  |  per IQR decline (Δ = 0.30): 18.33 (4.29-78.40)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2026-06-08T10:33:13Z</dcterms:modified>
  <cp:category/>
</cp:coreProperties>
</file>