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87106" y="3250627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87106" y="2951293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87106" y="265195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87106" y="235262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58867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0659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624504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642418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87106" y="3400294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87106" y="280162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87106" y="250229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87106" y="220295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597634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61554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633461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2122893" y="2143092"/>
              <a:ext cx="6076522" cy="1256874"/>
            </a:xfrm>
            <a:custGeom>
              <a:avLst/>
              <a:pathLst>
                <a:path w="6076522" h="1256874">
                  <a:moveTo>
                    <a:pt x="1566061" y="0"/>
                  </a:moveTo>
                  <a:lnTo>
                    <a:pt x="1574475" y="20321"/>
                  </a:lnTo>
                  <a:lnTo>
                    <a:pt x="1644819" y="169693"/>
                  </a:lnTo>
                  <a:lnTo>
                    <a:pt x="1715164" y="301025"/>
                  </a:lnTo>
                  <a:lnTo>
                    <a:pt x="1785508" y="416498"/>
                  </a:lnTo>
                  <a:lnTo>
                    <a:pt x="1855853" y="518025"/>
                  </a:lnTo>
                  <a:lnTo>
                    <a:pt x="1926197" y="607292"/>
                  </a:lnTo>
                  <a:lnTo>
                    <a:pt x="1996542" y="685778"/>
                  </a:lnTo>
                  <a:lnTo>
                    <a:pt x="2066886" y="754786"/>
                  </a:lnTo>
                  <a:lnTo>
                    <a:pt x="2137231" y="815460"/>
                  </a:lnTo>
                  <a:lnTo>
                    <a:pt x="2207575" y="868807"/>
                  </a:lnTo>
                  <a:lnTo>
                    <a:pt x="2277920" y="915711"/>
                  </a:lnTo>
                  <a:lnTo>
                    <a:pt x="2348264" y="956951"/>
                  </a:lnTo>
                  <a:lnTo>
                    <a:pt x="2418609" y="970160"/>
                  </a:lnTo>
                  <a:lnTo>
                    <a:pt x="2488953" y="982228"/>
                  </a:lnTo>
                  <a:lnTo>
                    <a:pt x="2559298" y="993789"/>
                  </a:lnTo>
                  <a:lnTo>
                    <a:pt x="2629642" y="1004863"/>
                  </a:lnTo>
                  <a:lnTo>
                    <a:pt x="2699987" y="1015472"/>
                  </a:lnTo>
                  <a:lnTo>
                    <a:pt x="2770331" y="1025635"/>
                  </a:lnTo>
                  <a:lnTo>
                    <a:pt x="2840676" y="1035371"/>
                  </a:lnTo>
                  <a:lnTo>
                    <a:pt x="2911020" y="1044698"/>
                  </a:lnTo>
                  <a:lnTo>
                    <a:pt x="2981365" y="1053632"/>
                  </a:lnTo>
                  <a:lnTo>
                    <a:pt x="3051709" y="1062190"/>
                  </a:lnTo>
                  <a:lnTo>
                    <a:pt x="3122054" y="1070389"/>
                  </a:lnTo>
                  <a:lnTo>
                    <a:pt x="3192398" y="1078243"/>
                  </a:lnTo>
                  <a:lnTo>
                    <a:pt x="3262743" y="1085767"/>
                  </a:lnTo>
                  <a:lnTo>
                    <a:pt x="3333087" y="1092975"/>
                  </a:lnTo>
                  <a:lnTo>
                    <a:pt x="3403432" y="1099879"/>
                  </a:lnTo>
                  <a:lnTo>
                    <a:pt x="3473776" y="1106494"/>
                  </a:lnTo>
                  <a:lnTo>
                    <a:pt x="3544121" y="1112830"/>
                  </a:lnTo>
                  <a:lnTo>
                    <a:pt x="3614465" y="1118900"/>
                  </a:lnTo>
                  <a:lnTo>
                    <a:pt x="3684810" y="1124714"/>
                  </a:lnTo>
                  <a:lnTo>
                    <a:pt x="3755154" y="1130284"/>
                  </a:lnTo>
                  <a:lnTo>
                    <a:pt x="3825499" y="1135620"/>
                  </a:lnTo>
                  <a:lnTo>
                    <a:pt x="3895843" y="1140732"/>
                  </a:lnTo>
                  <a:lnTo>
                    <a:pt x="3966188" y="1145629"/>
                  </a:lnTo>
                  <a:lnTo>
                    <a:pt x="4036532" y="1150320"/>
                  </a:lnTo>
                  <a:lnTo>
                    <a:pt x="4106877" y="1154813"/>
                  </a:lnTo>
                  <a:lnTo>
                    <a:pt x="4177221" y="1159118"/>
                  </a:lnTo>
                  <a:lnTo>
                    <a:pt x="4247566" y="1163242"/>
                  </a:lnTo>
                  <a:lnTo>
                    <a:pt x="4317910" y="1167192"/>
                  </a:lnTo>
                  <a:lnTo>
                    <a:pt x="4388255" y="1170976"/>
                  </a:lnTo>
                  <a:lnTo>
                    <a:pt x="4458599" y="1174601"/>
                  </a:lnTo>
                  <a:lnTo>
                    <a:pt x="4528944" y="1178074"/>
                  </a:lnTo>
                  <a:lnTo>
                    <a:pt x="4599288" y="1181401"/>
                  </a:lnTo>
                  <a:lnTo>
                    <a:pt x="4669633" y="1184588"/>
                  </a:lnTo>
                  <a:lnTo>
                    <a:pt x="4739977" y="1187641"/>
                  </a:lnTo>
                  <a:lnTo>
                    <a:pt x="4810322" y="1190565"/>
                  </a:lnTo>
                  <a:lnTo>
                    <a:pt x="4880666" y="1193367"/>
                  </a:lnTo>
                  <a:lnTo>
                    <a:pt x="4951010" y="1196051"/>
                  </a:lnTo>
                  <a:lnTo>
                    <a:pt x="5021355" y="1198622"/>
                  </a:lnTo>
                  <a:lnTo>
                    <a:pt x="5091699" y="1201085"/>
                  </a:lnTo>
                  <a:lnTo>
                    <a:pt x="5162044" y="1203444"/>
                  </a:lnTo>
                  <a:lnTo>
                    <a:pt x="5232388" y="1205704"/>
                  </a:lnTo>
                  <a:lnTo>
                    <a:pt x="5302733" y="1207869"/>
                  </a:lnTo>
                  <a:lnTo>
                    <a:pt x="5373077" y="1209943"/>
                  </a:lnTo>
                  <a:lnTo>
                    <a:pt x="5443422" y="1211930"/>
                  </a:lnTo>
                  <a:lnTo>
                    <a:pt x="5513766" y="1213833"/>
                  </a:lnTo>
                  <a:lnTo>
                    <a:pt x="5584111" y="1215657"/>
                  </a:lnTo>
                  <a:lnTo>
                    <a:pt x="5654455" y="1217403"/>
                  </a:lnTo>
                  <a:lnTo>
                    <a:pt x="5724800" y="1219077"/>
                  </a:lnTo>
                  <a:lnTo>
                    <a:pt x="5795144" y="1220680"/>
                  </a:lnTo>
                  <a:lnTo>
                    <a:pt x="5865489" y="1222215"/>
                  </a:lnTo>
                  <a:lnTo>
                    <a:pt x="5935833" y="1223686"/>
                  </a:lnTo>
                  <a:lnTo>
                    <a:pt x="6006178" y="1225095"/>
                  </a:lnTo>
                  <a:lnTo>
                    <a:pt x="6076522" y="1226445"/>
                  </a:lnTo>
                  <a:lnTo>
                    <a:pt x="6076522" y="1256874"/>
                  </a:lnTo>
                  <a:lnTo>
                    <a:pt x="6006178" y="1256829"/>
                  </a:lnTo>
                  <a:lnTo>
                    <a:pt x="5935833" y="1256778"/>
                  </a:lnTo>
                  <a:lnTo>
                    <a:pt x="5865489" y="1256720"/>
                  </a:lnTo>
                  <a:lnTo>
                    <a:pt x="5795144" y="1256654"/>
                  </a:lnTo>
                  <a:lnTo>
                    <a:pt x="5724800" y="1256579"/>
                  </a:lnTo>
                  <a:lnTo>
                    <a:pt x="5654455" y="1256493"/>
                  </a:lnTo>
                  <a:lnTo>
                    <a:pt x="5584111" y="1256396"/>
                  </a:lnTo>
                  <a:lnTo>
                    <a:pt x="5513766" y="1256285"/>
                  </a:lnTo>
                  <a:lnTo>
                    <a:pt x="5443422" y="1256159"/>
                  </a:lnTo>
                  <a:lnTo>
                    <a:pt x="5373077" y="1256016"/>
                  </a:lnTo>
                  <a:lnTo>
                    <a:pt x="5302733" y="1255853"/>
                  </a:lnTo>
                  <a:lnTo>
                    <a:pt x="5232388" y="1255668"/>
                  </a:lnTo>
                  <a:lnTo>
                    <a:pt x="5162044" y="1255457"/>
                  </a:lnTo>
                  <a:lnTo>
                    <a:pt x="5091699" y="1255218"/>
                  </a:lnTo>
                  <a:lnTo>
                    <a:pt x="5021355" y="1254945"/>
                  </a:lnTo>
                  <a:lnTo>
                    <a:pt x="4951010" y="1254635"/>
                  </a:lnTo>
                  <a:lnTo>
                    <a:pt x="4880666" y="1254283"/>
                  </a:lnTo>
                  <a:lnTo>
                    <a:pt x="4810322" y="1253882"/>
                  </a:lnTo>
                  <a:lnTo>
                    <a:pt x="4739977" y="1253426"/>
                  </a:lnTo>
                  <a:lnTo>
                    <a:pt x="4669633" y="1252907"/>
                  </a:lnTo>
                  <a:lnTo>
                    <a:pt x="4599288" y="1252317"/>
                  </a:lnTo>
                  <a:lnTo>
                    <a:pt x="4528944" y="1251646"/>
                  </a:lnTo>
                  <a:lnTo>
                    <a:pt x="4458599" y="1250883"/>
                  </a:lnTo>
                  <a:lnTo>
                    <a:pt x="4388255" y="1250015"/>
                  </a:lnTo>
                  <a:lnTo>
                    <a:pt x="4317910" y="1249028"/>
                  </a:lnTo>
                  <a:lnTo>
                    <a:pt x="4247566" y="1247905"/>
                  </a:lnTo>
                  <a:lnTo>
                    <a:pt x="4177221" y="1246628"/>
                  </a:lnTo>
                  <a:lnTo>
                    <a:pt x="4106877" y="1245176"/>
                  </a:lnTo>
                  <a:lnTo>
                    <a:pt x="4036532" y="1243524"/>
                  </a:lnTo>
                  <a:lnTo>
                    <a:pt x="3966188" y="1241646"/>
                  </a:lnTo>
                  <a:lnTo>
                    <a:pt x="3895843" y="1239509"/>
                  </a:lnTo>
                  <a:lnTo>
                    <a:pt x="3825499" y="1237079"/>
                  </a:lnTo>
                  <a:lnTo>
                    <a:pt x="3755154" y="1234315"/>
                  </a:lnTo>
                  <a:lnTo>
                    <a:pt x="3684810" y="1231171"/>
                  </a:lnTo>
                  <a:lnTo>
                    <a:pt x="3614465" y="1227596"/>
                  </a:lnTo>
                  <a:lnTo>
                    <a:pt x="3544121" y="1223530"/>
                  </a:lnTo>
                  <a:lnTo>
                    <a:pt x="3473776" y="1218905"/>
                  </a:lnTo>
                  <a:lnTo>
                    <a:pt x="3403432" y="1213645"/>
                  </a:lnTo>
                  <a:lnTo>
                    <a:pt x="3333087" y="1207662"/>
                  </a:lnTo>
                  <a:lnTo>
                    <a:pt x="3262743" y="1200858"/>
                  </a:lnTo>
                  <a:lnTo>
                    <a:pt x="3192398" y="1193119"/>
                  </a:lnTo>
                  <a:lnTo>
                    <a:pt x="3122054" y="1184317"/>
                  </a:lnTo>
                  <a:lnTo>
                    <a:pt x="3051709" y="1174306"/>
                  </a:lnTo>
                  <a:lnTo>
                    <a:pt x="2981365" y="1162920"/>
                  </a:lnTo>
                  <a:lnTo>
                    <a:pt x="2911020" y="1149970"/>
                  </a:lnTo>
                  <a:lnTo>
                    <a:pt x="2840676" y="1135241"/>
                  </a:lnTo>
                  <a:lnTo>
                    <a:pt x="2770331" y="1118490"/>
                  </a:lnTo>
                  <a:lnTo>
                    <a:pt x="2699987" y="1099437"/>
                  </a:lnTo>
                  <a:lnTo>
                    <a:pt x="2629642" y="1077768"/>
                  </a:lnTo>
                  <a:lnTo>
                    <a:pt x="2559298" y="1053123"/>
                  </a:lnTo>
                  <a:lnTo>
                    <a:pt x="2488953" y="1025092"/>
                  </a:lnTo>
                  <a:lnTo>
                    <a:pt x="2418609" y="993211"/>
                  </a:lnTo>
                  <a:lnTo>
                    <a:pt x="2348264" y="957562"/>
                  </a:lnTo>
                  <a:lnTo>
                    <a:pt x="2277920" y="944412"/>
                  </a:lnTo>
                  <a:lnTo>
                    <a:pt x="2207575" y="930684"/>
                  </a:lnTo>
                  <a:lnTo>
                    <a:pt x="2137231" y="916354"/>
                  </a:lnTo>
                  <a:lnTo>
                    <a:pt x="2066886" y="901395"/>
                  </a:lnTo>
                  <a:lnTo>
                    <a:pt x="1996542" y="885779"/>
                  </a:lnTo>
                  <a:lnTo>
                    <a:pt x="1926197" y="869478"/>
                  </a:lnTo>
                  <a:lnTo>
                    <a:pt x="1855853" y="852462"/>
                  </a:lnTo>
                  <a:lnTo>
                    <a:pt x="1785508" y="834698"/>
                  </a:lnTo>
                  <a:lnTo>
                    <a:pt x="1715164" y="816156"/>
                  </a:lnTo>
                  <a:lnTo>
                    <a:pt x="1644819" y="796799"/>
                  </a:lnTo>
                  <a:lnTo>
                    <a:pt x="1574475" y="776593"/>
                  </a:lnTo>
                  <a:lnTo>
                    <a:pt x="1504130" y="755500"/>
                  </a:lnTo>
                  <a:lnTo>
                    <a:pt x="1433786" y="733481"/>
                  </a:lnTo>
                  <a:lnTo>
                    <a:pt x="1363441" y="710496"/>
                  </a:lnTo>
                  <a:lnTo>
                    <a:pt x="1293097" y="686502"/>
                  </a:lnTo>
                  <a:lnTo>
                    <a:pt x="1222752" y="661455"/>
                  </a:lnTo>
                  <a:lnTo>
                    <a:pt x="1152408" y="635309"/>
                  </a:lnTo>
                  <a:lnTo>
                    <a:pt x="1082064" y="608016"/>
                  </a:lnTo>
                  <a:lnTo>
                    <a:pt x="1011719" y="579524"/>
                  </a:lnTo>
                  <a:lnTo>
                    <a:pt x="941375" y="549782"/>
                  </a:lnTo>
                  <a:lnTo>
                    <a:pt x="871030" y="518735"/>
                  </a:lnTo>
                  <a:lnTo>
                    <a:pt x="800686" y="486325"/>
                  </a:lnTo>
                  <a:lnTo>
                    <a:pt x="730341" y="452493"/>
                  </a:lnTo>
                  <a:lnTo>
                    <a:pt x="659997" y="417176"/>
                  </a:lnTo>
                  <a:lnTo>
                    <a:pt x="589652" y="380309"/>
                  </a:lnTo>
                  <a:lnTo>
                    <a:pt x="519308" y="341824"/>
                  </a:lnTo>
                  <a:lnTo>
                    <a:pt x="448963" y="301650"/>
                  </a:lnTo>
                  <a:lnTo>
                    <a:pt x="378619" y="259712"/>
                  </a:lnTo>
                  <a:lnTo>
                    <a:pt x="308274" y="215935"/>
                  </a:lnTo>
                  <a:lnTo>
                    <a:pt x="237930" y="170235"/>
                  </a:lnTo>
                  <a:lnTo>
                    <a:pt x="167585" y="122531"/>
                  </a:lnTo>
                  <a:lnTo>
                    <a:pt x="97241" y="72732"/>
                  </a:lnTo>
                  <a:lnTo>
                    <a:pt x="26896" y="2074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688954" y="2143092"/>
              <a:ext cx="4510461" cy="1226445"/>
            </a:xfrm>
            <a:custGeom>
              <a:avLst/>
              <a:pathLst>
                <a:path w="4510461" h="1226445">
                  <a:moveTo>
                    <a:pt x="0" y="0"/>
                  </a:moveTo>
                  <a:lnTo>
                    <a:pt x="8414" y="20321"/>
                  </a:lnTo>
                  <a:lnTo>
                    <a:pt x="78758" y="169693"/>
                  </a:lnTo>
                  <a:lnTo>
                    <a:pt x="149103" y="301025"/>
                  </a:lnTo>
                  <a:lnTo>
                    <a:pt x="219447" y="416498"/>
                  </a:lnTo>
                  <a:lnTo>
                    <a:pt x="289792" y="518025"/>
                  </a:lnTo>
                  <a:lnTo>
                    <a:pt x="360136" y="607292"/>
                  </a:lnTo>
                  <a:lnTo>
                    <a:pt x="430481" y="685778"/>
                  </a:lnTo>
                  <a:lnTo>
                    <a:pt x="500825" y="754786"/>
                  </a:lnTo>
                  <a:lnTo>
                    <a:pt x="571170" y="815460"/>
                  </a:lnTo>
                  <a:lnTo>
                    <a:pt x="641514" y="868807"/>
                  </a:lnTo>
                  <a:lnTo>
                    <a:pt x="711859" y="915711"/>
                  </a:lnTo>
                  <a:lnTo>
                    <a:pt x="782203" y="956951"/>
                  </a:lnTo>
                  <a:lnTo>
                    <a:pt x="852548" y="970160"/>
                  </a:lnTo>
                  <a:lnTo>
                    <a:pt x="922892" y="982228"/>
                  </a:lnTo>
                  <a:lnTo>
                    <a:pt x="993237" y="993789"/>
                  </a:lnTo>
                  <a:lnTo>
                    <a:pt x="1063581" y="1004863"/>
                  </a:lnTo>
                  <a:lnTo>
                    <a:pt x="1133926" y="1015472"/>
                  </a:lnTo>
                  <a:lnTo>
                    <a:pt x="1204270" y="1025635"/>
                  </a:lnTo>
                  <a:lnTo>
                    <a:pt x="1274615" y="1035371"/>
                  </a:lnTo>
                  <a:lnTo>
                    <a:pt x="1344959" y="1044698"/>
                  </a:lnTo>
                  <a:lnTo>
                    <a:pt x="1415304" y="1053632"/>
                  </a:lnTo>
                  <a:lnTo>
                    <a:pt x="1485648" y="1062190"/>
                  </a:lnTo>
                  <a:lnTo>
                    <a:pt x="1555993" y="1070389"/>
                  </a:lnTo>
                  <a:lnTo>
                    <a:pt x="1626337" y="1078243"/>
                  </a:lnTo>
                  <a:lnTo>
                    <a:pt x="1696682" y="1085767"/>
                  </a:lnTo>
                  <a:lnTo>
                    <a:pt x="1767026" y="1092975"/>
                  </a:lnTo>
                  <a:lnTo>
                    <a:pt x="1837371" y="1099879"/>
                  </a:lnTo>
                  <a:lnTo>
                    <a:pt x="1907715" y="1106494"/>
                  </a:lnTo>
                  <a:lnTo>
                    <a:pt x="1978060" y="1112830"/>
                  </a:lnTo>
                  <a:lnTo>
                    <a:pt x="2048404" y="1118900"/>
                  </a:lnTo>
                  <a:lnTo>
                    <a:pt x="2118749" y="1124714"/>
                  </a:lnTo>
                  <a:lnTo>
                    <a:pt x="2189093" y="1130284"/>
                  </a:lnTo>
                  <a:lnTo>
                    <a:pt x="2259438" y="1135620"/>
                  </a:lnTo>
                  <a:lnTo>
                    <a:pt x="2329782" y="1140732"/>
                  </a:lnTo>
                  <a:lnTo>
                    <a:pt x="2400126" y="1145629"/>
                  </a:lnTo>
                  <a:lnTo>
                    <a:pt x="2470471" y="1150320"/>
                  </a:lnTo>
                  <a:lnTo>
                    <a:pt x="2540815" y="1154813"/>
                  </a:lnTo>
                  <a:lnTo>
                    <a:pt x="2611160" y="1159118"/>
                  </a:lnTo>
                  <a:lnTo>
                    <a:pt x="2681504" y="1163242"/>
                  </a:lnTo>
                  <a:lnTo>
                    <a:pt x="2751849" y="1167192"/>
                  </a:lnTo>
                  <a:lnTo>
                    <a:pt x="2822193" y="1170976"/>
                  </a:lnTo>
                  <a:lnTo>
                    <a:pt x="2892538" y="1174601"/>
                  </a:lnTo>
                  <a:lnTo>
                    <a:pt x="2962882" y="1178074"/>
                  </a:lnTo>
                  <a:lnTo>
                    <a:pt x="3033227" y="1181401"/>
                  </a:lnTo>
                  <a:lnTo>
                    <a:pt x="3103571" y="1184588"/>
                  </a:lnTo>
                  <a:lnTo>
                    <a:pt x="3173916" y="1187641"/>
                  </a:lnTo>
                  <a:lnTo>
                    <a:pt x="3244260" y="1190565"/>
                  </a:lnTo>
                  <a:lnTo>
                    <a:pt x="3314605" y="1193367"/>
                  </a:lnTo>
                  <a:lnTo>
                    <a:pt x="3384949" y="1196051"/>
                  </a:lnTo>
                  <a:lnTo>
                    <a:pt x="3455294" y="1198622"/>
                  </a:lnTo>
                  <a:lnTo>
                    <a:pt x="3525638" y="1201085"/>
                  </a:lnTo>
                  <a:lnTo>
                    <a:pt x="3595983" y="1203444"/>
                  </a:lnTo>
                  <a:lnTo>
                    <a:pt x="3666327" y="1205704"/>
                  </a:lnTo>
                  <a:lnTo>
                    <a:pt x="3736672" y="1207869"/>
                  </a:lnTo>
                  <a:lnTo>
                    <a:pt x="3807016" y="1209943"/>
                  </a:lnTo>
                  <a:lnTo>
                    <a:pt x="3877361" y="1211930"/>
                  </a:lnTo>
                  <a:lnTo>
                    <a:pt x="3947705" y="1213833"/>
                  </a:lnTo>
                  <a:lnTo>
                    <a:pt x="4018050" y="1215657"/>
                  </a:lnTo>
                  <a:lnTo>
                    <a:pt x="4088394" y="1217403"/>
                  </a:lnTo>
                  <a:lnTo>
                    <a:pt x="4158739" y="1219077"/>
                  </a:lnTo>
                  <a:lnTo>
                    <a:pt x="4229083" y="1220680"/>
                  </a:lnTo>
                  <a:lnTo>
                    <a:pt x="4299428" y="1222215"/>
                  </a:lnTo>
                  <a:lnTo>
                    <a:pt x="4369772" y="1223686"/>
                  </a:lnTo>
                  <a:lnTo>
                    <a:pt x="4440117" y="1225095"/>
                  </a:lnTo>
                  <a:lnTo>
                    <a:pt x="4510461" y="12264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122893" y="2143092"/>
              <a:ext cx="6076522" cy="1256874"/>
            </a:xfrm>
            <a:custGeom>
              <a:avLst/>
              <a:pathLst>
                <a:path w="6076522" h="1256874">
                  <a:moveTo>
                    <a:pt x="6076522" y="1256874"/>
                  </a:moveTo>
                  <a:lnTo>
                    <a:pt x="6006178" y="1256829"/>
                  </a:lnTo>
                  <a:lnTo>
                    <a:pt x="5935833" y="1256778"/>
                  </a:lnTo>
                  <a:lnTo>
                    <a:pt x="5865489" y="1256720"/>
                  </a:lnTo>
                  <a:lnTo>
                    <a:pt x="5795144" y="1256654"/>
                  </a:lnTo>
                  <a:lnTo>
                    <a:pt x="5724800" y="1256579"/>
                  </a:lnTo>
                  <a:lnTo>
                    <a:pt x="5654455" y="1256493"/>
                  </a:lnTo>
                  <a:lnTo>
                    <a:pt x="5584111" y="1256396"/>
                  </a:lnTo>
                  <a:lnTo>
                    <a:pt x="5513766" y="1256285"/>
                  </a:lnTo>
                  <a:lnTo>
                    <a:pt x="5443422" y="1256159"/>
                  </a:lnTo>
                  <a:lnTo>
                    <a:pt x="5373077" y="1256016"/>
                  </a:lnTo>
                  <a:lnTo>
                    <a:pt x="5302733" y="1255853"/>
                  </a:lnTo>
                  <a:lnTo>
                    <a:pt x="5232388" y="1255668"/>
                  </a:lnTo>
                  <a:lnTo>
                    <a:pt x="5162044" y="1255457"/>
                  </a:lnTo>
                  <a:lnTo>
                    <a:pt x="5091699" y="1255218"/>
                  </a:lnTo>
                  <a:lnTo>
                    <a:pt x="5021355" y="1254945"/>
                  </a:lnTo>
                  <a:lnTo>
                    <a:pt x="4951010" y="1254635"/>
                  </a:lnTo>
                  <a:lnTo>
                    <a:pt x="4880666" y="1254283"/>
                  </a:lnTo>
                  <a:lnTo>
                    <a:pt x="4810322" y="1253882"/>
                  </a:lnTo>
                  <a:lnTo>
                    <a:pt x="4739977" y="1253426"/>
                  </a:lnTo>
                  <a:lnTo>
                    <a:pt x="4669633" y="1252907"/>
                  </a:lnTo>
                  <a:lnTo>
                    <a:pt x="4599288" y="1252317"/>
                  </a:lnTo>
                  <a:lnTo>
                    <a:pt x="4528944" y="1251646"/>
                  </a:lnTo>
                  <a:lnTo>
                    <a:pt x="4458599" y="1250883"/>
                  </a:lnTo>
                  <a:lnTo>
                    <a:pt x="4388255" y="1250015"/>
                  </a:lnTo>
                  <a:lnTo>
                    <a:pt x="4317910" y="1249028"/>
                  </a:lnTo>
                  <a:lnTo>
                    <a:pt x="4247566" y="1247905"/>
                  </a:lnTo>
                  <a:lnTo>
                    <a:pt x="4177221" y="1246628"/>
                  </a:lnTo>
                  <a:lnTo>
                    <a:pt x="4106877" y="1245176"/>
                  </a:lnTo>
                  <a:lnTo>
                    <a:pt x="4036532" y="1243524"/>
                  </a:lnTo>
                  <a:lnTo>
                    <a:pt x="3966188" y="1241646"/>
                  </a:lnTo>
                  <a:lnTo>
                    <a:pt x="3895843" y="1239509"/>
                  </a:lnTo>
                  <a:lnTo>
                    <a:pt x="3825499" y="1237079"/>
                  </a:lnTo>
                  <a:lnTo>
                    <a:pt x="3755154" y="1234315"/>
                  </a:lnTo>
                  <a:lnTo>
                    <a:pt x="3684810" y="1231171"/>
                  </a:lnTo>
                  <a:lnTo>
                    <a:pt x="3614465" y="1227596"/>
                  </a:lnTo>
                  <a:lnTo>
                    <a:pt x="3544121" y="1223530"/>
                  </a:lnTo>
                  <a:lnTo>
                    <a:pt x="3473776" y="1218905"/>
                  </a:lnTo>
                  <a:lnTo>
                    <a:pt x="3403432" y="1213645"/>
                  </a:lnTo>
                  <a:lnTo>
                    <a:pt x="3333087" y="1207662"/>
                  </a:lnTo>
                  <a:lnTo>
                    <a:pt x="3262743" y="1200858"/>
                  </a:lnTo>
                  <a:lnTo>
                    <a:pt x="3192398" y="1193119"/>
                  </a:lnTo>
                  <a:lnTo>
                    <a:pt x="3122054" y="1184317"/>
                  </a:lnTo>
                  <a:lnTo>
                    <a:pt x="3051709" y="1174306"/>
                  </a:lnTo>
                  <a:lnTo>
                    <a:pt x="2981365" y="1162920"/>
                  </a:lnTo>
                  <a:lnTo>
                    <a:pt x="2911020" y="1149970"/>
                  </a:lnTo>
                  <a:lnTo>
                    <a:pt x="2840676" y="1135241"/>
                  </a:lnTo>
                  <a:lnTo>
                    <a:pt x="2770331" y="1118490"/>
                  </a:lnTo>
                  <a:lnTo>
                    <a:pt x="2699987" y="1099437"/>
                  </a:lnTo>
                  <a:lnTo>
                    <a:pt x="2629642" y="1077768"/>
                  </a:lnTo>
                  <a:lnTo>
                    <a:pt x="2559298" y="1053123"/>
                  </a:lnTo>
                  <a:lnTo>
                    <a:pt x="2488953" y="1025092"/>
                  </a:lnTo>
                  <a:lnTo>
                    <a:pt x="2418609" y="993211"/>
                  </a:lnTo>
                  <a:lnTo>
                    <a:pt x="2348264" y="957562"/>
                  </a:lnTo>
                  <a:lnTo>
                    <a:pt x="2277920" y="944412"/>
                  </a:lnTo>
                  <a:lnTo>
                    <a:pt x="2207575" y="930684"/>
                  </a:lnTo>
                  <a:lnTo>
                    <a:pt x="2137231" y="916354"/>
                  </a:lnTo>
                  <a:lnTo>
                    <a:pt x="2066886" y="901395"/>
                  </a:lnTo>
                  <a:lnTo>
                    <a:pt x="1996542" y="885779"/>
                  </a:lnTo>
                  <a:lnTo>
                    <a:pt x="1926197" y="869478"/>
                  </a:lnTo>
                  <a:lnTo>
                    <a:pt x="1855853" y="852462"/>
                  </a:lnTo>
                  <a:lnTo>
                    <a:pt x="1785508" y="834698"/>
                  </a:lnTo>
                  <a:lnTo>
                    <a:pt x="1715164" y="816156"/>
                  </a:lnTo>
                  <a:lnTo>
                    <a:pt x="1644819" y="796799"/>
                  </a:lnTo>
                  <a:lnTo>
                    <a:pt x="1574475" y="776593"/>
                  </a:lnTo>
                  <a:lnTo>
                    <a:pt x="1504130" y="755500"/>
                  </a:lnTo>
                  <a:lnTo>
                    <a:pt x="1433786" y="733481"/>
                  </a:lnTo>
                  <a:lnTo>
                    <a:pt x="1363441" y="710496"/>
                  </a:lnTo>
                  <a:lnTo>
                    <a:pt x="1293097" y="686502"/>
                  </a:lnTo>
                  <a:lnTo>
                    <a:pt x="1222752" y="661455"/>
                  </a:lnTo>
                  <a:lnTo>
                    <a:pt x="1152408" y="635309"/>
                  </a:lnTo>
                  <a:lnTo>
                    <a:pt x="1082064" y="608016"/>
                  </a:lnTo>
                  <a:lnTo>
                    <a:pt x="1011719" y="579524"/>
                  </a:lnTo>
                  <a:lnTo>
                    <a:pt x="941375" y="549782"/>
                  </a:lnTo>
                  <a:lnTo>
                    <a:pt x="871030" y="518735"/>
                  </a:lnTo>
                  <a:lnTo>
                    <a:pt x="800686" y="486325"/>
                  </a:lnTo>
                  <a:lnTo>
                    <a:pt x="730341" y="452493"/>
                  </a:lnTo>
                  <a:lnTo>
                    <a:pt x="659997" y="417176"/>
                  </a:lnTo>
                  <a:lnTo>
                    <a:pt x="589652" y="380309"/>
                  </a:lnTo>
                  <a:lnTo>
                    <a:pt x="519308" y="341824"/>
                  </a:lnTo>
                  <a:lnTo>
                    <a:pt x="448963" y="301650"/>
                  </a:lnTo>
                  <a:lnTo>
                    <a:pt x="378619" y="259712"/>
                  </a:lnTo>
                  <a:lnTo>
                    <a:pt x="308274" y="215935"/>
                  </a:lnTo>
                  <a:lnTo>
                    <a:pt x="237930" y="170235"/>
                  </a:lnTo>
                  <a:lnTo>
                    <a:pt x="167585" y="122531"/>
                  </a:lnTo>
                  <a:lnTo>
                    <a:pt x="97241" y="72732"/>
                  </a:lnTo>
                  <a:lnTo>
                    <a:pt x="26896" y="2074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7271" y="2143092"/>
              <a:ext cx="4902145" cy="1254029"/>
            </a:xfrm>
            <a:custGeom>
              <a:avLst/>
              <a:pathLst>
                <a:path w="4902145" h="1254029">
                  <a:moveTo>
                    <a:pt x="0" y="0"/>
                  </a:moveTo>
                  <a:lnTo>
                    <a:pt x="48375" y="72983"/>
                  </a:lnTo>
                  <a:lnTo>
                    <a:pt x="118719" y="170382"/>
                  </a:lnTo>
                  <a:lnTo>
                    <a:pt x="189064" y="259770"/>
                  </a:lnTo>
                  <a:lnTo>
                    <a:pt x="259408" y="341806"/>
                  </a:lnTo>
                  <a:lnTo>
                    <a:pt x="329753" y="417095"/>
                  </a:lnTo>
                  <a:lnTo>
                    <a:pt x="400097" y="486192"/>
                  </a:lnTo>
                  <a:lnTo>
                    <a:pt x="470442" y="549606"/>
                  </a:lnTo>
                  <a:lnTo>
                    <a:pt x="540786" y="607804"/>
                  </a:lnTo>
                  <a:lnTo>
                    <a:pt x="611131" y="661215"/>
                  </a:lnTo>
                  <a:lnTo>
                    <a:pt x="681475" y="710233"/>
                  </a:lnTo>
                  <a:lnTo>
                    <a:pt x="751820" y="755220"/>
                  </a:lnTo>
                  <a:lnTo>
                    <a:pt x="822164" y="796507"/>
                  </a:lnTo>
                  <a:lnTo>
                    <a:pt x="892509" y="834398"/>
                  </a:lnTo>
                  <a:lnTo>
                    <a:pt x="962853" y="869173"/>
                  </a:lnTo>
                  <a:lnTo>
                    <a:pt x="1033198" y="901087"/>
                  </a:lnTo>
                  <a:lnTo>
                    <a:pt x="1103542" y="930377"/>
                  </a:lnTo>
                  <a:lnTo>
                    <a:pt x="1173887" y="957257"/>
                  </a:lnTo>
                  <a:lnTo>
                    <a:pt x="1244231" y="981927"/>
                  </a:lnTo>
                  <a:lnTo>
                    <a:pt x="1314576" y="1004567"/>
                  </a:lnTo>
                  <a:lnTo>
                    <a:pt x="1384920" y="1025346"/>
                  </a:lnTo>
                  <a:lnTo>
                    <a:pt x="1455265" y="1044416"/>
                  </a:lnTo>
                  <a:lnTo>
                    <a:pt x="1525609" y="1061917"/>
                  </a:lnTo>
                  <a:lnTo>
                    <a:pt x="1595954" y="1077978"/>
                  </a:lnTo>
                  <a:lnTo>
                    <a:pt x="1666298" y="1092719"/>
                  </a:lnTo>
                  <a:lnTo>
                    <a:pt x="1736643" y="1106247"/>
                  </a:lnTo>
                  <a:lnTo>
                    <a:pt x="1806987" y="1118663"/>
                  </a:lnTo>
                  <a:lnTo>
                    <a:pt x="1877332" y="1130057"/>
                  </a:lnTo>
                  <a:lnTo>
                    <a:pt x="1947676" y="1140515"/>
                  </a:lnTo>
                  <a:lnTo>
                    <a:pt x="2018021" y="1150112"/>
                  </a:lnTo>
                  <a:lnTo>
                    <a:pt x="2088365" y="1158920"/>
                  </a:lnTo>
                  <a:lnTo>
                    <a:pt x="2158710" y="1167003"/>
                  </a:lnTo>
                  <a:lnTo>
                    <a:pt x="2229054" y="1174422"/>
                  </a:lnTo>
                  <a:lnTo>
                    <a:pt x="2299399" y="1181230"/>
                  </a:lnTo>
                  <a:lnTo>
                    <a:pt x="2369743" y="1187479"/>
                  </a:lnTo>
                  <a:lnTo>
                    <a:pt x="2440088" y="1193213"/>
                  </a:lnTo>
                  <a:lnTo>
                    <a:pt x="2510432" y="1198476"/>
                  </a:lnTo>
                  <a:lnTo>
                    <a:pt x="2580777" y="1203306"/>
                  </a:lnTo>
                  <a:lnTo>
                    <a:pt x="2651121" y="1207739"/>
                  </a:lnTo>
                  <a:lnTo>
                    <a:pt x="2721466" y="1211807"/>
                  </a:lnTo>
                  <a:lnTo>
                    <a:pt x="2791810" y="1215541"/>
                  </a:lnTo>
                  <a:lnTo>
                    <a:pt x="2862154" y="1218967"/>
                  </a:lnTo>
                  <a:lnTo>
                    <a:pt x="2932499" y="1222112"/>
                  </a:lnTo>
                  <a:lnTo>
                    <a:pt x="3002843" y="1224998"/>
                  </a:lnTo>
                  <a:lnTo>
                    <a:pt x="3073188" y="1227647"/>
                  </a:lnTo>
                  <a:lnTo>
                    <a:pt x="3143532" y="1230078"/>
                  </a:lnTo>
                  <a:lnTo>
                    <a:pt x="3213877" y="1232308"/>
                  </a:lnTo>
                  <a:lnTo>
                    <a:pt x="3284221" y="1234356"/>
                  </a:lnTo>
                  <a:lnTo>
                    <a:pt x="3354566" y="1236235"/>
                  </a:lnTo>
                  <a:lnTo>
                    <a:pt x="3424910" y="1237959"/>
                  </a:lnTo>
                  <a:lnTo>
                    <a:pt x="3495255" y="1239542"/>
                  </a:lnTo>
                  <a:lnTo>
                    <a:pt x="3565599" y="1240994"/>
                  </a:lnTo>
                  <a:lnTo>
                    <a:pt x="3635944" y="1242328"/>
                  </a:lnTo>
                  <a:lnTo>
                    <a:pt x="3706288" y="1243551"/>
                  </a:lnTo>
                  <a:lnTo>
                    <a:pt x="3776633" y="1244674"/>
                  </a:lnTo>
                  <a:lnTo>
                    <a:pt x="3846977" y="1245704"/>
                  </a:lnTo>
                  <a:lnTo>
                    <a:pt x="3917322" y="1246650"/>
                  </a:lnTo>
                  <a:lnTo>
                    <a:pt x="3987666" y="1247518"/>
                  </a:lnTo>
                  <a:lnTo>
                    <a:pt x="4058011" y="1248314"/>
                  </a:lnTo>
                  <a:lnTo>
                    <a:pt x="4128355" y="1249045"/>
                  </a:lnTo>
                  <a:lnTo>
                    <a:pt x="4198700" y="1249716"/>
                  </a:lnTo>
                  <a:lnTo>
                    <a:pt x="4269044" y="1250332"/>
                  </a:lnTo>
                  <a:lnTo>
                    <a:pt x="4339389" y="1250897"/>
                  </a:lnTo>
                  <a:lnTo>
                    <a:pt x="4409733" y="1251415"/>
                  </a:lnTo>
                  <a:lnTo>
                    <a:pt x="4480078" y="1251891"/>
                  </a:lnTo>
                  <a:lnTo>
                    <a:pt x="4550422" y="1252328"/>
                  </a:lnTo>
                  <a:lnTo>
                    <a:pt x="4620767" y="1252729"/>
                  </a:lnTo>
                  <a:lnTo>
                    <a:pt x="4691111" y="1253097"/>
                  </a:lnTo>
                  <a:lnTo>
                    <a:pt x="4761456" y="1253434"/>
                  </a:lnTo>
                  <a:lnTo>
                    <a:pt x="4831800" y="1253744"/>
                  </a:lnTo>
                  <a:lnTo>
                    <a:pt x="4902145" y="125402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472829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62297" y="336024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62297" y="30609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62297" y="276157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62297" y="246224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62297" y="21629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516846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584458" y="352279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571282" y="352279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28340" y="3662467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250689" y="2751517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87106" y="1966152"/>
              <a:ext cx="699497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2.68 (1.64-4.38), p_Bonf = &lt;0.001 (n = 6)  |  per IQR decline (Δ = 29.5 %): 18.33 (4.29-78.40)  |  IQR: [-15.6, 13.9] 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87106" y="1739378"/>
              <a:ext cx="3462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 AUC ≥ 3)</a:t>
              </a:r>
            </a:p>
          </p:txBody>
        </p:sp>
        <p:sp>
          <p:nvSpPr>
            <p:cNvPr id="39" name="pl39"/>
            <p:cNvSpPr/>
            <p:nvPr/>
          </p:nvSpPr>
          <p:spPr>
            <a:xfrm>
              <a:off x="887106" y="5444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887106" y="5144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887106" y="4845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887106" y="454601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8330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179046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259763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340479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421196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501913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582629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663346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44062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824779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887106" y="5593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887106" y="4995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887106" y="469568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887106" y="4396351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138688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219405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300121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380838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461554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542271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622987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703704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84420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7"/>
            <p:cNvSpPr/>
            <p:nvPr/>
          </p:nvSpPr>
          <p:spPr>
            <a:xfrm>
              <a:off x="2122893" y="4336484"/>
              <a:ext cx="6076522" cy="1256874"/>
            </a:xfrm>
            <a:custGeom>
              <a:avLst/>
              <a:pathLst>
                <a:path w="6076522" h="1256874">
                  <a:moveTo>
                    <a:pt x="1566061" y="0"/>
                  </a:moveTo>
                  <a:lnTo>
                    <a:pt x="1574475" y="20321"/>
                  </a:lnTo>
                  <a:lnTo>
                    <a:pt x="1644819" y="169693"/>
                  </a:lnTo>
                  <a:lnTo>
                    <a:pt x="1715164" y="301025"/>
                  </a:lnTo>
                  <a:lnTo>
                    <a:pt x="1785508" y="416498"/>
                  </a:lnTo>
                  <a:lnTo>
                    <a:pt x="1855853" y="518025"/>
                  </a:lnTo>
                  <a:lnTo>
                    <a:pt x="1926197" y="607292"/>
                  </a:lnTo>
                  <a:lnTo>
                    <a:pt x="1996542" y="685778"/>
                  </a:lnTo>
                  <a:lnTo>
                    <a:pt x="2066886" y="754786"/>
                  </a:lnTo>
                  <a:lnTo>
                    <a:pt x="2137231" y="815460"/>
                  </a:lnTo>
                  <a:lnTo>
                    <a:pt x="2207575" y="868807"/>
                  </a:lnTo>
                  <a:lnTo>
                    <a:pt x="2277920" y="915711"/>
                  </a:lnTo>
                  <a:lnTo>
                    <a:pt x="2348264" y="956951"/>
                  </a:lnTo>
                  <a:lnTo>
                    <a:pt x="2418609" y="970160"/>
                  </a:lnTo>
                  <a:lnTo>
                    <a:pt x="2488953" y="982228"/>
                  </a:lnTo>
                  <a:lnTo>
                    <a:pt x="2559298" y="993789"/>
                  </a:lnTo>
                  <a:lnTo>
                    <a:pt x="2629642" y="1004863"/>
                  </a:lnTo>
                  <a:lnTo>
                    <a:pt x="2699987" y="1015472"/>
                  </a:lnTo>
                  <a:lnTo>
                    <a:pt x="2770331" y="1025635"/>
                  </a:lnTo>
                  <a:lnTo>
                    <a:pt x="2840676" y="1035371"/>
                  </a:lnTo>
                  <a:lnTo>
                    <a:pt x="2911020" y="1044698"/>
                  </a:lnTo>
                  <a:lnTo>
                    <a:pt x="2981365" y="1053632"/>
                  </a:lnTo>
                  <a:lnTo>
                    <a:pt x="3051709" y="1062190"/>
                  </a:lnTo>
                  <a:lnTo>
                    <a:pt x="3122054" y="1070389"/>
                  </a:lnTo>
                  <a:lnTo>
                    <a:pt x="3192398" y="1078243"/>
                  </a:lnTo>
                  <a:lnTo>
                    <a:pt x="3262743" y="1085767"/>
                  </a:lnTo>
                  <a:lnTo>
                    <a:pt x="3333087" y="1092975"/>
                  </a:lnTo>
                  <a:lnTo>
                    <a:pt x="3403432" y="1099879"/>
                  </a:lnTo>
                  <a:lnTo>
                    <a:pt x="3473776" y="1106494"/>
                  </a:lnTo>
                  <a:lnTo>
                    <a:pt x="3544121" y="1112830"/>
                  </a:lnTo>
                  <a:lnTo>
                    <a:pt x="3614465" y="1118900"/>
                  </a:lnTo>
                  <a:lnTo>
                    <a:pt x="3684810" y="1124714"/>
                  </a:lnTo>
                  <a:lnTo>
                    <a:pt x="3755154" y="1130284"/>
                  </a:lnTo>
                  <a:lnTo>
                    <a:pt x="3825499" y="1135620"/>
                  </a:lnTo>
                  <a:lnTo>
                    <a:pt x="3895843" y="1140732"/>
                  </a:lnTo>
                  <a:lnTo>
                    <a:pt x="3966188" y="1145629"/>
                  </a:lnTo>
                  <a:lnTo>
                    <a:pt x="4036532" y="1150320"/>
                  </a:lnTo>
                  <a:lnTo>
                    <a:pt x="4106877" y="1154813"/>
                  </a:lnTo>
                  <a:lnTo>
                    <a:pt x="4177221" y="1159118"/>
                  </a:lnTo>
                  <a:lnTo>
                    <a:pt x="4247566" y="1163242"/>
                  </a:lnTo>
                  <a:lnTo>
                    <a:pt x="4317910" y="1167192"/>
                  </a:lnTo>
                  <a:lnTo>
                    <a:pt x="4388255" y="1170976"/>
                  </a:lnTo>
                  <a:lnTo>
                    <a:pt x="4458599" y="1174601"/>
                  </a:lnTo>
                  <a:lnTo>
                    <a:pt x="4528944" y="1178074"/>
                  </a:lnTo>
                  <a:lnTo>
                    <a:pt x="4599288" y="1181401"/>
                  </a:lnTo>
                  <a:lnTo>
                    <a:pt x="4669633" y="1184588"/>
                  </a:lnTo>
                  <a:lnTo>
                    <a:pt x="4739977" y="1187641"/>
                  </a:lnTo>
                  <a:lnTo>
                    <a:pt x="4810322" y="1190565"/>
                  </a:lnTo>
                  <a:lnTo>
                    <a:pt x="4880666" y="1193367"/>
                  </a:lnTo>
                  <a:lnTo>
                    <a:pt x="4951010" y="1196051"/>
                  </a:lnTo>
                  <a:lnTo>
                    <a:pt x="5021355" y="1198622"/>
                  </a:lnTo>
                  <a:lnTo>
                    <a:pt x="5091699" y="1201085"/>
                  </a:lnTo>
                  <a:lnTo>
                    <a:pt x="5162044" y="1203444"/>
                  </a:lnTo>
                  <a:lnTo>
                    <a:pt x="5232388" y="1205704"/>
                  </a:lnTo>
                  <a:lnTo>
                    <a:pt x="5302733" y="1207869"/>
                  </a:lnTo>
                  <a:lnTo>
                    <a:pt x="5373077" y="1209943"/>
                  </a:lnTo>
                  <a:lnTo>
                    <a:pt x="5443422" y="1211930"/>
                  </a:lnTo>
                  <a:lnTo>
                    <a:pt x="5513766" y="1213833"/>
                  </a:lnTo>
                  <a:lnTo>
                    <a:pt x="5584111" y="1215657"/>
                  </a:lnTo>
                  <a:lnTo>
                    <a:pt x="5654455" y="1217403"/>
                  </a:lnTo>
                  <a:lnTo>
                    <a:pt x="5724800" y="1219077"/>
                  </a:lnTo>
                  <a:lnTo>
                    <a:pt x="5795144" y="1220680"/>
                  </a:lnTo>
                  <a:lnTo>
                    <a:pt x="5865489" y="1222215"/>
                  </a:lnTo>
                  <a:lnTo>
                    <a:pt x="5935833" y="1223686"/>
                  </a:lnTo>
                  <a:lnTo>
                    <a:pt x="6006178" y="1225095"/>
                  </a:lnTo>
                  <a:lnTo>
                    <a:pt x="6076522" y="1226445"/>
                  </a:lnTo>
                  <a:lnTo>
                    <a:pt x="6076522" y="1256874"/>
                  </a:lnTo>
                  <a:lnTo>
                    <a:pt x="6006178" y="1256829"/>
                  </a:lnTo>
                  <a:lnTo>
                    <a:pt x="5935833" y="1256778"/>
                  </a:lnTo>
                  <a:lnTo>
                    <a:pt x="5865489" y="1256720"/>
                  </a:lnTo>
                  <a:lnTo>
                    <a:pt x="5795144" y="1256654"/>
                  </a:lnTo>
                  <a:lnTo>
                    <a:pt x="5724800" y="1256579"/>
                  </a:lnTo>
                  <a:lnTo>
                    <a:pt x="5654455" y="1256493"/>
                  </a:lnTo>
                  <a:lnTo>
                    <a:pt x="5584111" y="1256396"/>
                  </a:lnTo>
                  <a:lnTo>
                    <a:pt x="5513766" y="1256285"/>
                  </a:lnTo>
                  <a:lnTo>
                    <a:pt x="5443422" y="1256159"/>
                  </a:lnTo>
                  <a:lnTo>
                    <a:pt x="5373077" y="1256016"/>
                  </a:lnTo>
                  <a:lnTo>
                    <a:pt x="5302733" y="1255853"/>
                  </a:lnTo>
                  <a:lnTo>
                    <a:pt x="5232388" y="1255668"/>
                  </a:lnTo>
                  <a:lnTo>
                    <a:pt x="5162044" y="1255457"/>
                  </a:lnTo>
                  <a:lnTo>
                    <a:pt x="5091699" y="1255218"/>
                  </a:lnTo>
                  <a:lnTo>
                    <a:pt x="5021355" y="1254945"/>
                  </a:lnTo>
                  <a:lnTo>
                    <a:pt x="4951010" y="1254635"/>
                  </a:lnTo>
                  <a:lnTo>
                    <a:pt x="4880666" y="1254283"/>
                  </a:lnTo>
                  <a:lnTo>
                    <a:pt x="4810322" y="1253882"/>
                  </a:lnTo>
                  <a:lnTo>
                    <a:pt x="4739977" y="1253426"/>
                  </a:lnTo>
                  <a:lnTo>
                    <a:pt x="4669633" y="1252907"/>
                  </a:lnTo>
                  <a:lnTo>
                    <a:pt x="4599288" y="1252317"/>
                  </a:lnTo>
                  <a:lnTo>
                    <a:pt x="4528944" y="1251646"/>
                  </a:lnTo>
                  <a:lnTo>
                    <a:pt x="4458599" y="1250883"/>
                  </a:lnTo>
                  <a:lnTo>
                    <a:pt x="4388255" y="1250015"/>
                  </a:lnTo>
                  <a:lnTo>
                    <a:pt x="4317910" y="1249028"/>
                  </a:lnTo>
                  <a:lnTo>
                    <a:pt x="4247566" y="1247905"/>
                  </a:lnTo>
                  <a:lnTo>
                    <a:pt x="4177221" y="1246628"/>
                  </a:lnTo>
                  <a:lnTo>
                    <a:pt x="4106877" y="1245176"/>
                  </a:lnTo>
                  <a:lnTo>
                    <a:pt x="4036532" y="1243524"/>
                  </a:lnTo>
                  <a:lnTo>
                    <a:pt x="3966188" y="1241646"/>
                  </a:lnTo>
                  <a:lnTo>
                    <a:pt x="3895843" y="1239509"/>
                  </a:lnTo>
                  <a:lnTo>
                    <a:pt x="3825499" y="1237079"/>
                  </a:lnTo>
                  <a:lnTo>
                    <a:pt x="3755154" y="1234315"/>
                  </a:lnTo>
                  <a:lnTo>
                    <a:pt x="3684810" y="1231171"/>
                  </a:lnTo>
                  <a:lnTo>
                    <a:pt x="3614465" y="1227596"/>
                  </a:lnTo>
                  <a:lnTo>
                    <a:pt x="3544121" y="1223530"/>
                  </a:lnTo>
                  <a:lnTo>
                    <a:pt x="3473776" y="1218905"/>
                  </a:lnTo>
                  <a:lnTo>
                    <a:pt x="3403432" y="1213645"/>
                  </a:lnTo>
                  <a:lnTo>
                    <a:pt x="3333087" y="1207662"/>
                  </a:lnTo>
                  <a:lnTo>
                    <a:pt x="3262743" y="1200858"/>
                  </a:lnTo>
                  <a:lnTo>
                    <a:pt x="3192398" y="1193119"/>
                  </a:lnTo>
                  <a:lnTo>
                    <a:pt x="3122054" y="1184317"/>
                  </a:lnTo>
                  <a:lnTo>
                    <a:pt x="3051709" y="1174306"/>
                  </a:lnTo>
                  <a:lnTo>
                    <a:pt x="2981365" y="1162920"/>
                  </a:lnTo>
                  <a:lnTo>
                    <a:pt x="2911020" y="1149970"/>
                  </a:lnTo>
                  <a:lnTo>
                    <a:pt x="2840676" y="1135241"/>
                  </a:lnTo>
                  <a:lnTo>
                    <a:pt x="2770331" y="1118490"/>
                  </a:lnTo>
                  <a:lnTo>
                    <a:pt x="2699987" y="1099437"/>
                  </a:lnTo>
                  <a:lnTo>
                    <a:pt x="2629642" y="1077768"/>
                  </a:lnTo>
                  <a:lnTo>
                    <a:pt x="2559298" y="1053123"/>
                  </a:lnTo>
                  <a:lnTo>
                    <a:pt x="2488953" y="1025092"/>
                  </a:lnTo>
                  <a:lnTo>
                    <a:pt x="2418609" y="993211"/>
                  </a:lnTo>
                  <a:lnTo>
                    <a:pt x="2348264" y="957562"/>
                  </a:lnTo>
                  <a:lnTo>
                    <a:pt x="2277920" y="944412"/>
                  </a:lnTo>
                  <a:lnTo>
                    <a:pt x="2207575" y="930684"/>
                  </a:lnTo>
                  <a:lnTo>
                    <a:pt x="2137231" y="916354"/>
                  </a:lnTo>
                  <a:lnTo>
                    <a:pt x="2066886" y="901395"/>
                  </a:lnTo>
                  <a:lnTo>
                    <a:pt x="1996542" y="885779"/>
                  </a:lnTo>
                  <a:lnTo>
                    <a:pt x="1926197" y="869478"/>
                  </a:lnTo>
                  <a:lnTo>
                    <a:pt x="1855853" y="852462"/>
                  </a:lnTo>
                  <a:lnTo>
                    <a:pt x="1785508" y="834698"/>
                  </a:lnTo>
                  <a:lnTo>
                    <a:pt x="1715164" y="816156"/>
                  </a:lnTo>
                  <a:lnTo>
                    <a:pt x="1644819" y="796799"/>
                  </a:lnTo>
                  <a:lnTo>
                    <a:pt x="1574475" y="776593"/>
                  </a:lnTo>
                  <a:lnTo>
                    <a:pt x="1504130" y="755500"/>
                  </a:lnTo>
                  <a:lnTo>
                    <a:pt x="1433786" y="733481"/>
                  </a:lnTo>
                  <a:lnTo>
                    <a:pt x="1363441" y="710496"/>
                  </a:lnTo>
                  <a:lnTo>
                    <a:pt x="1293097" y="686502"/>
                  </a:lnTo>
                  <a:lnTo>
                    <a:pt x="1222752" y="661455"/>
                  </a:lnTo>
                  <a:lnTo>
                    <a:pt x="1152408" y="635309"/>
                  </a:lnTo>
                  <a:lnTo>
                    <a:pt x="1082064" y="608016"/>
                  </a:lnTo>
                  <a:lnTo>
                    <a:pt x="1011719" y="579524"/>
                  </a:lnTo>
                  <a:lnTo>
                    <a:pt x="941375" y="549782"/>
                  </a:lnTo>
                  <a:lnTo>
                    <a:pt x="871030" y="518735"/>
                  </a:lnTo>
                  <a:lnTo>
                    <a:pt x="800686" y="486325"/>
                  </a:lnTo>
                  <a:lnTo>
                    <a:pt x="730341" y="452493"/>
                  </a:lnTo>
                  <a:lnTo>
                    <a:pt x="659997" y="417176"/>
                  </a:lnTo>
                  <a:lnTo>
                    <a:pt x="589652" y="380309"/>
                  </a:lnTo>
                  <a:lnTo>
                    <a:pt x="519308" y="341824"/>
                  </a:lnTo>
                  <a:lnTo>
                    <a:pt x="448963" y="301650"/>
                  </a:lnTo>
                  <a:lnTo>
                    <a:pt x="378619" y="259712"/>
                  </a:lnTo>
                  <a:lnTo>
                    <a:pt x="308274" y="215935"/>
                  </a:lnTo>
                  <a:lnTo>
                    <a:pt x="237930" y="170235"/>
                  </a:lnTo>
                  <a:lnTo>
                    <a:pt x="167585" y="122531"/>
                  </a:lnTo>
                  <a:lnTo>
                    <a:pt x="97241" y="72732"/>
                  </a:lnTo>
                  <a:lnTo>
                    <a:pt x="26896" y="2074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3688954" y="4336484"/>
              <a:ext cx="4510461" cy="1226445"/>
            </a:xfrm>
            <a:custGeom>
              <a:avLst/>
              <a:pathLst>
                <a:path w="4510461" h="1226445">
                  <a:moveTo>
                    <a:pt x="0" y="0"/>
                  </a:moveTo>
                  <a:lnTo>
                    <a:pt x="8414" y="20321"/>
                  </a:lnTo>
                  <a:lnTo>
                    <a:pt x="78758" y="169693"/>
                  </a:lnTo>
                  <a:lnTo>
                    <a:pt x="149103" y="301025"/>
                  </a:lnTo>
                  <a:lnTo>
                    <a:pt x="219447" y="416498"/>
                  </a:lnTo>
                  <a:lnTo>
                    <a:pt x="289792" y="518025"/>
                  </a:lnTo>
                  <a:lnTo>
                    <a:pt x="360136" y="607292"/>
                  </a:lnTo>
                  <a:lnTo>
                    <a:pt x="430481" y="685778"/>
                  </a:lnTo>
                  <a:lnTo>
                    <a:pt x="500825" y="754786"/>
                  </a:lnTo>
                  <a:lnTo>
                    <a:pt x="571170" y="815460"/>
                  </a:lnTo>
                  <a:lnTo>
                    <a:pt x="641514" y="868807"/>
                  </a:lnTo>
                  <a:lnTo>
                    <a:pt x="711859" y="915711"/>
                  </a:lnTo>
                  <a:lnTo>
                    <a:pt x="782203" y="956951"/>
                  </a:lnTo>
                  <a:lnTo>
                    <a:pt x="852548" y="970160"/>
                  </a:lnTo>
                  <a:lnTo>
                    <a:pt x="922892" y="982228"/>
                  </a:lnTo>
                  <a:lnTo>
                    <a:pt x="993237" y="993789"/>
                  </a:lnTo>
                  <a:lnTo>
                    <a:pt x="1063581" y="1004863"/>
                  </a:lnTo>
                  <a:lnTo>
                    <a:pt x="1133926" y="1015472"/>
                  </a:lnTo>
                  <a:lnTo>
                    <a:pt x="1204270" y="1025635"/>
                  </a:lnTo>
                  <a:lnTo>
                    <a:pt x="1274615" y="1035371"/>
                  </a:lnTo>
                  <a:lnTo>
                    <a:pt x="1344959" y="1044698"/>
                  </a:lnTo>
                  <a:lnTo>
                    <a:pt x="1415304" y="1053632"/>
                  </a:lnTo>
                  <a:lnTo>
                    <a:pt x="1485648" y="1062190"/>
                  </a:lnTo>
                  <a:lnTo>
                    <a:pt x="1555993" y="1070389"/>
                  </a:lnTo>
                  <a:lnTo>
                    <a:pt x="1626337" y="1078243"/>
                  </a:lnTo>
                  <a:lnTo>
                    <a:pt x="1696682" y="1085767"/>
                  </a:lnTo>
                  <a:lnTo>
                    <a:pt x="1767026" y="1092975"/>
                  </a:lnTo>
                  <a:lnTo>
                    <a:pt x="1837371" y="1099879"/>
                  </a:lnTo>
                  <a:lnTo>
                    <a:pt x="1907715" y="1106494"/>
                  </a:lnTo>
                  <a:lnTo>
                    <a:pt x="1978060" y="1112830"/>
                  </a:lnTo>
                  <a:lnTo>
                    <a:pt x="2048404" y="1118900"/>
                  </a:lnTo>
                  <a:lnTo>
                    <a:pt x="2118749" y="1124714"/>
                  </a:lnTo>
                  <a:lnTo>
                    <a:pt x="2189093" y="1130284"/>
                  </a:lnTo>
                  <a:lnTo>
                    <a:pt x="2259438" y="1135620"/>
                  </a:lnTo>
                  <a:lnTo>
                    <a:pt x="2329782" y="1140732"/>
                  </a:lnTo>
                  <a:lnTo>
                    <a:pt x="2400126" y="1145629"/>
                  </a:lnTo>
                  <a:lnTo>
                    <a:pt x="2470471" y="1150320"/>
                  </a:lnTo>
                  <a:lnTo>
                    <a:pt x="2540815" y="1154813"/>
                  </a:lnTo>
                  <a:lnTo>
                    <a:pt x="2611160" y="1159118"/>
                  </a:lnTo>
                  <a:lnTo>
                    <a:pt x="2681504" y="1163242"/>
                  </a:lnTo>
                  <a:lnTo>
                    <a:pt x="2751849" y="1167192"/>
                  </a:lnTo>
                  <a:lnTo>
                    <a:pt x="2822193" y="1170976"/>
                  </a:lnTo>
                  <a:lnTo>
                    <a:pt x="2892538" y="1174601"/>
                  </a:lnTo>
                  <a:lnTo>
                    <a:pt x="2962882" y="1178074"/>
                  </a:lnTo>
                  <a:lnTo>
                    <a:pt x="3033227" y="1181401"/>
                  </a:lnTo>
                  <a:lnTo>
                    <a:pt x="3103571" y="1184588"/>
                  </a:lnTo>
                  <a:lnTo>
                    <a:pt x="3173916" y="1187641"/>
                  </a:lnTo>
                  <a:lnTo>
                    <a:pt x="3244260" y="1190565"/>
                  </a:lnTo>
                  <a:lnTo>
                    <a:pt x="3314605" y="1193367"/>
                  </a:lnTo>
                  <a:lnTo>
                    <a:pt x="3384949" y="1196051"/>
                  </a:lnTo>
                  <a:lnTo>
                    <a:pt x="3455294" y="1198622"/>
                  </a:lnTo>
                  <a:lnTo>
                    <a:pt x="3525638" y="1201085"/>
                  </a:lnTo>
                  <a:lnTo>
                    <a:pt x="3595983" y="1203444"/>
                  </a:lnTo>
                  <a:lnTo>
                    <a:pt x="3666327" y="1205704"/>
                  </a:lnTo>
                  <a:lnTo>
                    <a:pt x="3736672" y="1207869"/>
                  </a:lnTo>
                  <a:lnTo>
                    <a:pt x="3807016" y="1209943"/>
                  </a:lnTo>
                  <a:lnTo>
                    <a:pt x="3877361" y="1211930"/>
                  </a:lnTo>
                  <a:lnTo>
                    <a:pt x="3947705" y="1213833"/>
                  </a:lnTo>
                  <a:lnTo>
                    <a:pt x="4018050" y="1215657"/>
                  </a:lnTo>
                  <a:lnTo>
                    <a:pt x="4088394" y="1217403"/>
                  </a:lnTo>
                  <a:lnTo>
                    <a:pt x="4158739" y="1219077"/>
                  </a:lnTo>
                  <a:lnTo>
                    <a:pt x="4229083" y="1220680"/>
                  </a:lnTo>
                  <a:lnTo>
                    <a:pt x="4299428" y="1222215"/>
                  </a:lnTo>
                  <a:lnTo>
                    <a:pt x="4369772" y="1223686"/>
                  </a:lnTo>
                  <a:lnTo>
                    <a:pt x="4440117" y="1225095"/>
                  </a:lnTo>
                  <a:lnTo>
                    <a:pt x="4510461" y="12264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2122893" y="4336484"/>
              <a:ext cx="6076522" cy="1256874"/>
            </a:xfrm>
            <a:custGeom>
              <a:avLst/>
              <a:pathLst>
                <a:path w="6076522" h="1256874">
                  <a:moveTo>
                    <a:pt x="6076522" y="1256874"/>
                  </a:moveTo>
                  <a:lnTo>
                    <a:pt x="6006178" y="1256829"/>
                  </a:lnTo>
                  <a:lnTo>
                    <a:pt x="5935833" y="1256778"/>
                  </a:lnTo>
                  <a:lnTo>
                    <a:pt x="5865489" y="1256720"/>
                  </a:lnTo>
                  <a:lnTo>
                    <a:pt x="5795144" y="1256654"/>
                  </a:lnTo>
                  <a:lnTo>
                    <a:pt x="5724800" y="1256579"/>
                  </a:lnTo>
                  <a:lnTo>
                    <a:pt x="5654455" y="1256493"/>
                  </a:lnTo>
                  <a:lnTo>
                    <a:pt x="5584111" y="1256396"/>
                  </a:lnTo>
                  <a:lnTo>
                    <a:pt x="5513766" y="1256285"/>
                  </a:lnTo>
                  <a:lnTo>
                    <a:pt x="5443422" y="1256159"/>
                  </a:lnTo>
                  <a:lnTo>
                    <a:pt x="5373077" y="1256016"/>
                  </a:lnTo>
                  <a:lnTo>
                    <a:pt x="5302733" y="1255853"/>
                  </a:lnTo>
                  <a:lnTo>
                    <a:pt x="5232388" y="1255668"/>
                  </a:lnTo>
                  <a:lnTo>
                    <a:pt x="5162044" y="1255457"/>
                  </a:lnTo>
                  <a:lnTo>
                    <a:pt x="5091699" y="1255218"/>
                  </a:lnTo>
                  <a:lnTo>
                    <a:pt x="5021355" y="1254945"/>
                  </a:lnTo>
                  <a:lnTo>
                    <a:pt x="4951010" y="1254635"/>
                  </a:lnTo>
                  <a:lnTo>
                    <a:pt x="4880666" y="1254283"/>
                  </a:lnTo>
                  <a:lnTo>
                    <a:pt x="4810322" y="1253882"/>
                  </a:lnTo>
                  <a:lnTo>
                    <a:pt x="4739977" y="1253426"/>
                  </a:lnTo>
                  <a:lnTo>
                    <a:pt x="4669633" y="1252907"/>
                  </a:lnTo>
                  <a:lnTo>
                    <a:pt x="4599288" y="1252317"/>
                  </a:lnTo>
                  <a:lnTo>
                    <a:pt x="4528944" y="1251646"/>
                  </a:lnTo>
                  <a:lnTo>
                    <a:pt x="4458599" y="1250883"/>
                  </a:lnTo>
                  <a:lnTo>
                    <a:pt x="4388255" y="1250015"/>
                  </a:lnTo>
                  <a:lnTo>
                    <a:pt x="4317910" y="1249028"/>
                  </a:lnTo>
                  <a:lnTo>
                    <a:pt x="4247566" y="1247905"/>
                  </a:lnTo>
                  <a:lnTo>
                    <a:pt x="4177221" y="1246628"/>
                  </a:lnTo>
                  <a:lnTo>
                    <a:pt x="4106877" y="1245176"/>
                  </a:lnTo>
                  <a:lnTo>
                    <a:pt x="4036532" y="1243524"/>
                  </a:lnTo>
                  <a:lnTo>
                    <a:pt x="3966188" y="1241646"/>
                  </a:lnTo>
                  <a:lnTo>
                    <a:pt x="3895843" y="1239509"/>
                  </a:lnTo>
                  <a:lnTo>
                    <a:pt x="3825499" y="1237079"/>
                  </a:lnTo>
                  <a:lnTo>
                    <a:pt x="3755154" y="1234315"/>
                  </a:lnTo>
                  <a:lnTo>
                    <a:pt x="3684810" y="1231171"/>
                  </a:lnTo>
                  <a:lnTo>
                    <a:pt x="3614465" y="1227596"/>
                  </a:lnTo>
                  <a:lnTo>
                    <a:pt x="3544121" y="1223530"/>
                  </a:lnTo>
                  <a:lnTo>
                    <a:pt x="3473776" y="1218905"/>
                  </a:lnTo>
                  <a:lnTo>
                    <a:pt x="3403432" y="1213645"/>
                  </a:lnTo>
                  <a:lnTo>
                    <a:pt x="3333087" y="1207662"/>
                  </a:lnTo>
                  <a:lnTo>
                    <a:pt x="3262743" y="1200858"/>
                  </a:lnTo>
                  <a:lnTo>
                    <a:pt x="3192398" y="1193119"/>
                  </a:lnTo>
                  <a:lnTo>
                    <a:pt x="3122054" y="1184317"/>
                  </a:lnTo>
                  <a:lnTo>
                    <a:pt x="3051709" y="1174306"/>
                  </a:lnTo>
                  <a:lnTo>
                    <a:pt x="2981365" y="1162920"/>
                  </a:lnTo>
                  <a:lnTo>
                    <a:pt x="2911020" y="1149970"/>
                  </a:lnTo>
                  <a:lnTo>
                    <a:pt x="2840676" y="1135241"/>
                  </a:lnTo>
                  <a:lnTo>
                    <a:pt x="2770331" y="1118490"/>
                  </a:lnTo>
                  <a:lnTo>
                    <a:pt x="2699987" y="1099437"/>
                  </a:lnTo>
                  <a:lnTo>
                    <a:pt x="2629642" y="1077768"/>
                  </a:lnTo>
                  <a:lnTo>
                    <a:pt x="2559298" y="1053123"/>
                  </a:lnTo>
                  <a:lnTo>
                    <a:pt x="2488953" y="1025092"/>
                  </a:lnTo>
                  <a:lnTo>
                    <a:pt x="2418609" y="993211"/>
                  </a:lnTo>
                  <a:lnTo>
                    <a:pt x="2348264" y="957562"/>
                  </a:lnTo>
                  <a:lnTo>
                    <a:pt x="2277920" y="944412"/>
                  </a:lnTo>
                  <a:lnTo>
                    <a:pt x="2207575" y="930684"/>
                  </a:lnTo>
                  <a:lnTo>
                    <a:pt x="2137231" y="916354"/>
                  </a:lnTo>
                  <a:lnTo>
                    <a:pt x="2066886" y="901395"/>
                  </a:lnTo>
                  <a:lnTo>
                    <a:pt x="1996542" y="885779"/>
                  </a:lnTo>
                  <a:lnTo>
                    <a:pt x="1926197" y="869478"/>
                  </a:lnTo>
                  <a:lnTo>
                    <a:pt x="1855853" y="852462"/>
                  </a:lnTo>
                  <a:lnTo>
                    <a:pt x="1785508" y="834698"/>
                  </a:lnTo>
                  <a:lnTo>
                    <a:pt x="1715164" y="816156"/>
                  </a:lnTo>
                  <a:lnTo>
                    <a:pt x="1644819" y="796799"/>
                  </a:lnTo>
                  <a:lnTo>
                    <a:pt x="1574475" y="776593"/>
                  </a:lnTo>
                  <a:lnTo>
                    <a:pt x="1504130" y="755500"/>
                  </a:lnTo>
                  <a:lnTo>
                    <a:pt x="1433786" y="733481"/>
                  </a:lnTo>
                  <a:lnTo>
                    <a:pt x="1363441" y="710496"/>
                  </a:lnTo>
                  <a:lnTo>
                    <a:pt x="1293097" y="686502"/>
                  </a:lnTo>
                  <a:lnTo>
                    <a:pt x="1222752" y="661455"/>
                  </a:lnTo>
                  <a:lnTo>
                    <a:pt x="1152408" y="635309"/>
                  </a:lnTo>
                  <a:lnTo>
                    <a:pt x="1082064" y="608016"/>
                  </a:lnTo>
                  <a:lnTo>
                    <a:pt x="1011719" y="579524"/>
                  </a:lnTo>
                  <a:lnTo>
                    <a:pt x="941375" y="549782"/>
                  </a:lnTo>
                  <a:lnTo>
                    <a:pt x="871030" y="518735"/>
                  </a:lnTo>
                  <a:lnTo>
                    <a:pt x="800686" y="486325"/>
                  </a:lnTo>
                  <a:lnTo>
                    <a:pt x="730341" y="452493"/>
                  </a:lnTo>
                  <a:lnTo>
                    <a:pt x="659997" y="417176"/>
                  </a:lnTo>
                  <a:lnTo>
                    <a:pt x="589652" y="380309"/>
                  </a:lnTo>
                  <a:lnTo>
                    <a:pt x="519308" y="341824"/>
                  </a:lnTo>
                  <a:lnTo>
                    <a:pt x="448963" y="301650"/>
                  </a:lnTo>
                  <a:lnTo>
                    <a:pt x="378619" y="259712"/>
                  </a:lnTo>
                  <a:lnTo>
                    <a:pt x="308274" y="215935"/>
                  </a:lnTo>
                  <a:lnTo>
                    <a:pt x="237930" y="170235"/>
                  </a:lnTo>
                  <a:lnTo>
                    <a:pt x="167585" y="122531"/>
                  </a:lnTo>
                  <a:lnTo>
                    <a:pt x="97241" y="72732"/>
                  </a:lnTo>
                  <a:lnTo>
                    <a:pt x="26896" y="2074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3297271" y="4336484"/>
              <a:ext cx="4902145" cy="1254029"/>
            </a:xfrm>
            <a:custGeom>
              <a:avLst/>
              <a:pathLst>
                <a:path w="4902145" h="1254029">
                  <a:moveTo>
                    <a:pt x="0" y="0"/>
                  </a:moveTo>
                  <a:lnTo>
                    <a:pt x="48375" y="72983"/>
                  </a:lnTo>
                  <a:lnTo>
                    <a:pt x="118719" y="170382"/>
                  </a:lnTo>
                  <a:lnTo>
                    <a:pt x="189064" y="259770"/>
                  </a:lnTo>
                  <a:lnTo>
                    <a:pt x="259408" y="341806"/>
                  </a:lnTo>
                  <a:lnTo>
                    <a:pt x="329753" y="417095"/>
                  </a:lnTo>
                  <a:lnTo>
                    <a:pt x="400097" y="486192"/>
                  </a:lnTo>
                  <a:lnTo>
                    <a:pt x="470442" y="549606"/>
                  </a:lnTo>
                  <a:lnTo>
                    <a:pt x="540786" y="607804"/>
                  </a:lnTo>
                  <a:lnTo>
                    <a:pt x="611131" y="661215"/>
                  </a:lnTo>
                  <a:lnTo>
                    <a:pt x="681475" y="710233"/>
                  </a:lnTo>
                  <a:lnTo>
                    <a:pt x="751820" y="755220"/>
                  </a:lnTo>
                  <a:lnTo>
                    <a:pt x="822164" y="796507"/>
                  </a:lnTo>
                  <a:lnTo>
                    <a:pt x="892509" y="834398"/>
                  </a:lnTo>
                  <a:lnTo>
                    <a:pt x="962853" y="869173"/>
                  </a:lnTo>
                  <a:lnTo>
                    <a:pt x="1033198" y="901087"/>
                  </a:lnTo>
                  <a:lnTo>
                    <a:pt x="1103542" y="930377"/>
                  </a:lnTo>
                  <a:lnTo>
                    <a:pt x="1173887" y="957257"/>
                  </a:lnTo>
                  <a:lnTo>
                    <a:pt x="1244231" y="981927"/>
                  </a:lnTo>
                  <a:lnTo>
                    <a:pt x="1314576" y="1004567"/>
                  </a:lnTo>
                  <a:lnTo>
                    <a:pt x="1384920" y="1025346"/>
                  </a:lnTo>
                  <a:lnTo>
                    <a:pt x="1455265" y="1044416"/>
                  </a:lnTo>
                  <a:lnTo>
                    <a:pt x="1525609" y="1061917"/>
                  </a:lnTo>
                  <a:lnTo>
                    <a:pt x="1595954" y="1077978"/>
                  </a:lnTo>
                  <a:lnTo>
                    <a:pt x="1666298" y="1092719"/>
                  </a:lnTo>
                  <a:lnTo>
                    <a:pt x="1736643" y="1106247"/>
                  </a:lnTo>
                  <a:lnTo>
                    <a:pt x="1806987" y="1118663"/>
                  </a:lnTo>
                  <a:lnTo>
                    <a:pt x="1877332" y="1130057"/>
                  </a:lnTo>
                  <a:lnTo>
                    <a:pt x="1947676" y="1140515"/>
                  </a:lnTo>
                  <a:lnTo>
                    <a:pt x="2018021" y="1150112"/>
                  </a:lnTo>
                  <a:lnTo>
                    <a:pt x="2088365" y="1158920"/>
                  </a:lnTo>
                  <a:lnTo>
                    <a:pt x="2158710" y="1167003"/>
                  </a:lnTo>
                  <a:lnTo>
                    <a:pt x="2229054" y="1174422"/>
                  </a:lnTo>
                  <a:lnTo>
                    <a:pt x="2299399" y="1181230"/>
                  </a:lnTo>
                  <a:lnTo>
                    <a:pt x="2369743" y="1187479"/>
                  </a:lnTo>
                  <a:lnTo>
                    <a:pt x="2440088" y="1193213"/>
                  </a:lnTo>
                  <a:lnTo>
                    <a:pt x="2510432" y="1198476"/>
                  </a:lnTo>
                  <a:lnTo>
                    <a:pt x="2580777" y="1203306"/>
                  </a:lnTo>
                  <a:lnTo>
                    <a:pt x="2651121" y="1207739"/>
                  </a:lnTo>
                  <a:lnTo>
                    <a:pt x="2721466" y="1211807"/>
                  </a:lnTo>
                  <a:lnTo>
                    <a:pt x="2791810" y="1215541"/>
                  </a:lnTo>
                  <a:lnTo>
                    <a:pt x="2862154" y="1218967"/>
                  </a:lnTo>
                  <a:lnTo>
                    <a:pt x="2932499" y="1222112"/>
                  </a:lnTo>
                  <a:lnTo>
                    <a:pt x="3002843" y="1224998"/>
                  </a:lnTo>
                  <a:lnTo>
                    <a:pt x="3073188" y="1227647"/>
                  </a:lnTo>
                  <a:lnTo>
                    <a:pt x="3143532" y="1230078"/>
                  </a:lnTo>
                  <a:lnTo>
                    <a:pt x="3213877" y="1232308"/>
                  </a:lnTo>
                  <a:lnTo>
                    <a:pt x="3284221" y="1234356"/>
                  </a:lnTo>
                  <a:lnTo>
                    <a:pt x="3354566" y="1236235"/>
                  </a:lnTo>
                  <a:lnTo>
                    <a:pt x="3424910" y="1237959"/>
                  </a:lnTo>
                  <a:lnTo>
                    <a:pt x="3495255" y="1239542"/>
                  </a:lnTo>
                  <a:lnTo>
                    <a:pt x="3565599" y="1240994"/>
                  </a:lnTo>
                  <a:lnTo>
                    <a:pt x="3635944" y="1242328"/>
                  </a:lnTo>
                  <a:lnTo>
                    <a:pt x="3706288" y="1243551"/>
                  </a:lnTo>
                  <a:lnTo>
                    <a:pt x="3776633" y="1244674"/>
                  </a:lnTo>
                  <a:lnTo>
                    <a:pt x="3846977" y="1245704"/>
                  </a:lnTo>
                  <a:lnTo>
                    <a:pt x="3917322" y="1246650"/>
                  </a:lnTo>
                  <a:lnTo>
                    <a:pt x="3987666" y="1247518"/>
                  </a:lnTo>
                  <a:lnTo>
                    <a:pt x="4058011" y="1248314"/>
                  </a:lnTo>
                  <a:lnTo>
                    <a:pt x="4128355" y="1249045"/>
                  </a:lnTo>
                  <a:lnTo>
                    <a:pt x="4198700" y="1249716"/>
                  </a:lnTo>
                  <a:lnTo>
                    <a:pt x="4269044" y="1250332"/>
                  </a:lnTo>
                  <a:lnTo>
                    <a:pt x="4339389" y="1250897"/>
                  </a:lnTo>
                  <a:lnTo>
                    <a:pt x="4409733" y="1251415"/>
                  </a:lnTo>
                  <a:lnTo>
                    <a:pt x="4480078" y="1251891"/>
                  </a:lnTo>
                  <a:lnTo>
                    <a:pt x="4550422" y="1252328"/>
                  </a:lnTo>
                  <a:lnTo>
                    <a:pt x="4620767" y="1252729"/>
                  </a:lnTo>
                  <a:lnTo>
                    <a:pt x="4691111" y="1253097"/>
                  </a:lnTo>
                  <a:lnTo>
                    <a:pt x="4761456" y="1253434"/>
                  </a:lnTo>
                  <a:lnTo>
                    <a:pt x="4831800" y="1253744"/>
                  </a:lnTo>
                  <a:lnTo>
                    <a:pt x="4902145" y="125402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447282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73" name="tx73"/>
            <p:cNvSpPr/>
            <p:nvPr/>
          </p:nvSpPr>
          <p:spPr>
            <a:xfrm>
              <a:off x="762297" y="555363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762297" y="52543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762297" y="495496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762297" y="46556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762297" y="435630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1306098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2113264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2920429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3727595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4584458" y="57161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5360534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6167699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6974865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7782030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2928340" y="5855859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88" name="tx88"/>
            <p:cNvSpPr/>
            <p:nvPr/>
          </p:nvSpPr>
          <p:spPr>
            <a:xfrm rot="-5400000">
              <a:off x="250689" y="4944909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887106" y="4159544"/>
              <a:ext cx="699497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2.68 (1.64-4.38), p_Bonf = &lt;0.001 (n = 6)  |  per IQR decline (Δ = 29.5 %): 18.33 (4.29-78.40)  |  IQR: [-15.6, 13.9] %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887106" y="3932770"/>
              <a:ext cx="3462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2026-07-22T08:00:11Z</dcterms:modified>
  <cp:category/>
</cp:coreProperties>
</file>