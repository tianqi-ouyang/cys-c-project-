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28388"/>
            </a:xfrm>
            <a:custGeom>
              <a:avLst/>
              <a:pathLst>
                <a:path w="7392041" h="3628388">
                  <a:moveTo>
                    <a:pt x="1659812" y="0"/>
                  </a:moveTo>
                  <a:lnTo>
                    <a:pt x="1676016" y="52788"/>
                  </a:lnTo>
                  <a:lnTo>
                    <a:pt x="1753260" y="287986"/>
                  </a:lnTo>
                  <a:lnTo>
                    <a:pt x="1830504" y="507818"/>
                  </a:lnTo>
                  <a:lnTo>
                    <a:pt x="1907747" y="713287"/>
                  </a:lnTo>
                  <a:lnTo>
                    <a:pt x="1984991" y="905332"/>
                  </a:lnTo>
                  <a:lnTo>
                    <a:pt x="2062234" y="1084829"/>
                  </a:lnTo>
                  <a:lnTo>
                    <a:pt x="2139478" y="1252599"/>
                  </a:lnTo>
                  <a:lnTo>
                    <a:pt x="2216721" y="1409407"/>
                  </a:lnTo>
                  <a:lnTo>
                    <a:pt x="2293965" y="1555970"/>
                  </a:lnTo>
                  <a:lnTo>
                    <a:pt x="2371209" y="1692957"/>
                  </a:lnTo>
                  <a:lnTo>
                    <a:pt x="2448452" y="1820995"/>
                  </a:lnTo>
                  <a:lnTo>
                    <a:pt x="2525696" y="1940666"/>
                  </a:lnTo>
                  <a:lnTo>
                    <a:pt x="2602939" y="2052519"/>
                  </a:lnTo>
                  <a:lnTo>
                    <a:pt x="2680183" y="2157064"/>
                  </a:lnTo>
                  <a:lnTo>
                    <a:pt x="2757426" y="2254779"/>
                  </a:lnTo>
                  <a:lnTo>
                    <a:pt x="2834670" y="2346109"/>
                  </a:lnTo>
                  <a:lnTo>
                    <a:pt x="2911914" y="2431472"/>
                  </a:lnTo>
                  <a:lnTo>
                    <a:pt x="2989157" y="2511258"/>
                  </a:lnTo>
                  <a:lnTo>
                    <a:pt x="3066401" y="2585831"/>
                  </a:lnTo>
                  <a:lnTo>
                    <a:pt x="3143644" y="2655532"/>
                  </a:lnTo>
                  <a:lnTo>
                    <a:pt x="3220888" y="2720679"/>
                  </a:lnTo>
                  <a:lnTo>
                    <a:pt x="3298131" y="2781569"/>
                  </a:lnTo>
                  <a:lnTo>
                    <a:pt x="3375375" y="2770293"/>
                  </a:lnTo>
                  <a:lnTo>
                    <a:pt x="3452619" y="2757119"/>
                  </a:lnTo>
                  <a:lnTo>
                    <a:pt x="3529862" y="2743749"/>
                  </a:lnTo>
                  <a:lnTo>
                    <a:pt x="3607106" y="2730180"/>
                  </a:lnTo>
                  <a:lnTo>
                    <a:pt x="3684349" y="2716408"/>
                  </a:lnTo>
                  <a:lnTo>
                    <a:pt x="3761593" y="2702430"/>
                  </a:lnTo>
                  <a:lnTo>
                    <a:pt x="3838836" y="2688243"/>
                  </a:lnTo>
                  <a:lnTo>
                    <a:pt x="3916080" y="2673845"/>
                  </a:lnTo>
                  <a:lnTo>
                    <a:pt x="3993324" y="2659232"/>
                  </a:lnTo>
                  <a:lnTo>
                    <a:pt x="4070567" y="2644401"/>
                  </a:lnTo>
                  <a:lnTo>
                    <a:pt x="4147811" y="2629348"/>
                  </a:lnTo>
                  <a:lnTo>
                    <a:pt x="4225054" y="2614070"/>
                  </a:lnTo>
                  <a:lnTo>
                    <a:pt x="4302298" y="2598564"/>
                  </a:lnTo>
                  <a:lnTo>
                    <a:pt x="4379541" y="2582827"/>
                  </a:lnTo>
                  <a:lnTo>
                    <a:pt x="4456785" y="2566855"/>
                  </a:lnTo>
                  <a:lnTo>
                    <a:pt x="4534029" y="2550645"/>
                  </a:lnTo>
                  <a:lnTo>
                    <a:pt x="4611272" y="2534192"/>
                  </a:lnTo>
                  <a:lnTo>
                    <a:pt x="4688516" y="2517494"/>
                  </a:lnTo>
                  <a:lnTo>
                    <a:pt x="4765759" y="2500546"/>
                  </a:lnTo>
                  <a:lnTo>
                    <a:pt x="4843003" y="2483346"/>
                  </a:lnTo>
                  <a:lnTo>
                    <a:pt x="4920246" y="2465888"/>
                  </a:lnTo>
                  <a:lnTo>
                    <a:pt x="4997490" y="2448170"/>
                  </a:lnTo>
                  <a:lnTo>
                    <a:pt x="5074734" y="2430188"/>
                  </a:lnTo>
                  <a:lnTo>
                    <a:pt x="5151977" y="2411937"/>
                  </a:lnTo>
                  <a:lnTo>
                    <a:pt x="5229221" y="2393413"/>
                  </a:lnTo>
                  <a:lnTo>
                    <a:pt x="5306464" y="2374613"/>
                  </a:lnTo>
                  <a:lnTo>
                    <a:pt x="5383708" y="2355533"/>
                  </a:lnTo>
                  <a:lnTo>
                    <a:pt x="5460951" y="2336167"/>
                  </a:lnTo>
                  <a:lnTo>
                    <a:pt x="5538195" y="2316512"/>
                  </a:lnTo>
                  <a:lnTo>
                    <a:pt x="5615439" y="2296564"/>
                  </a:lnTo>
                  <a:lnTo>
                    <a:pt x="5692682" y="2276318"/>
                  </a:lnTo>
                  <a:lnTo>
                    <a:pt x="5769926" y="2255770"/>
                  </a:lnTo>
                  <a:lnTo>
                    <a:pt x="5847169" y="2234915"/>
                  </a:lnTo>
                  <a:lnTo>
                    <a:pt x="5924413" y="2213749"/>
                  </a:lnTo>
                  <a:lnTo>
                    <a:pt x="6001656" y="2192266"/>
                  </a:lnTo>
                  <a:lnTo>
                    <a:pt x="6078900" y="2170463"/>
                  </a:lnTo>
                  <a:lnTo>
                    <a:pt x="6156144" y="2148334"/>
                  </a:lnTo>
                  <a:lnTo>
                    <a:pt x="6233387" y="2125875"/>
                  </a:lnTo>
                  <a:lnTo>
                    <a:pt x="6310631" y="2103081"/>
                  </a:lnTo>
                  <a:lnTo>
                    <a:pt x="6387874" y="2079947"/>
                  </a:lnTo>
                  <a:lnTo>
                    <a:pt x="6465118" y="2056466"/>
                  </a:lnTo>
                  <a:lnTo>
                    <a:pt x="6542361" y="2032636"/>
                  </a:lnTo>
                  <a:lnTo>
                    <a:pt x="6619605" y="2008450"/>
                  </a:lnTo>
                  <a:lnTo>
                    <a:pt x="6696849" y="1983902"/>
                  </a:lnTo>
                  <a:lnTo>
                    <a:pt x="6774092" y="1958988"/>
                  </a:lnTo>
                  <a:lnTo>
                    <a:pt x="6851336" y="1933702"/>
                  </a:lnTo>
                  <a:lnTo>
                    <a:pt x="6928579" y="1908039"/>
                  </a:lnTo>
                  <a:lnTo>
                    <a:pt x="7005823" y="1881992"/>
                  </a:lnTo>
                  <a:lnTo>
                    <a:pt x="7083066" y="1855557"/>
                  </a:lnTo>
                  <a:lnTo>
                    <a:pt x="7160310" y="1828727"/>
                  </a:lnTo>
                  <a:lnTo>
                    <a:pt x="7237554" y="1801496"/>
                  </a:lnTo>
                  <a:lnTo>
                    <a:pt x="7314797" y="1773859"/>
                  </a:lnTo>
                  <a:lnTo>
                    <a:pt x="7392041" y="1745809"/>
                  </a:lnTo>
                  <a:lnTo>
                    <a:pt x="7392041" y="3628388"/>
                  </a:lnTo>
                  <a:lnTo>
                    <a:pt x="7314797" y="3626692"/>
                  </a:lnTo>
                  <a:lnTo>
                    <a:pt x="7237554" y="3624878"/>
                  </a:lnTo>
                  <a:lnTo>
                    <a:pt x="7160310" y="3622938"/>
                  </a:lnTo>
                  <a:lnTo>
                    <a:pt x="7083066" y="3620861"/>
                  </a:lnTo>
                  <a:lnTo>
                    <a:pt x="7005823" y="3618639"/>
                  </a:lnTo>
                  <a:lnTo>
                    <a:pt x="6928579" y="3616262"/>
                  </a:lnTo>
                  <a:lnTo>
                    <a:pt x="6851336" y="3613719"/>
                  </a:lnTo>
                  <a:lnTo>
                    <a:pt x="6774092" y="3610998"/>
                  </a:lnTo>
                  <a:lnTo>
                    <a:pt x="6696849" y="3608087"/>
                  </a:lnTo>
                  <a:lnTo>
                    <a:pt x="6619605" y="3604973"/>
                  </a:lnTo>
                  <a:lnTo>
                    <a:pt x="6542361" y="3601640"/>
                  </a:lnTo>
                  <a:lnTo>
                    <a:pt x="6465118" y="3598075"/>
                  </a:lnTo>
                  <a:lnTo>
                    <a:pt x="6387874" y="3594261"/>
                  </a:lnTo>
                  <a:lnTo>
                    <a:pt x="6310631" y="3590180"/>
                  </a:lnTo>
                  <a:lnTo>
                    <a:pt x="6233387" y="3585813"/>
                  </a:lnTo>
                  <a:lnTo>
                    <a:pt x="6156144" y="3581142"/>
                  </a:lnTo>
                  <a:lnTo>
                    <a:pt x="6078900" y="3576143"/>
                  </a:lnTo>
                  <a:lnTo>
                    <a:pt x="6001656" y="3570796"/>
                  </a:lnTo>
                  <a:lnTo>
                    <a:pt x="5924413" y="3565075"/>
                  </a:lnTo>
                  <a:lnTo>
                    <a:pt x="5847169" y="3558953"/>
                  </a:lnTo>
                  <a:lnTo>
                    <a:pt x="5769926" y="3552404"/>
                  </a:lnTo>
                  <a:lnTo>
                    <a:pt x="5692682" y="3545397"/>
                  </a:lnTo>
                  <a:lnTo>
                    <a:pt x="5615439" y="3537900"/>
                  </a:lnTo>
                  <a:lnTo>
                    <a:pt x="5538195" y="3529879"/>
                  </a:lnTo>
                  <a:lnTo>
                    <a:pt x="5460951" y="3521298"/>
                  </a:lnTo>
                  <a:lnTo>
                    <a:pt x="5383708" y="3512116"/>
                  </a:lnTo>
                  <a:lnTo>
                    <a:pt x="5306464" y="3502293"/>
                  </a:lnTo>
                  <a:lnTo>
                    <a:pt x="5229221" y="3491783"/>
                  </a:lnTo>
                  <a:lnTo>
                    <a:pt x="5151977" y="3480539"/>
                  </a:lnTo>
                  <a:lnTo>
                    <a:pt x="5074734" y="3468508"/>
                  </a:lnTo>
                  <a:lnTo>
                    <a:pt x="4997490" y="3455637"/>
                  </a:lnTo>
                  <a:lnTo>
                    <a:pt x="4920246" y="3441865"/>
                  </a:lnTo>
                  <a:lnTo>
                    <a:pt x="4843003" y="3427131"/>
                  </a:lnTo>
                  <a:lnTo>
                    <a:pt x="4765759" y="3411368"/>
                  </a:lnTo>
                  <a:lnTo>
                    <a:pt x="4688516" y="3394502"/>
                  </a:lnTo>
                  <a:lnTo>
                    <a:pt x="4611272" y="3376457"/>
                  </a:lnTo>
                  <a:lnTo>
                    <a:pt x="4534029" y="3357151"/>
                  </a:lnTo>
                  <a:lnTo>
                    <a:pt x="4456785" y="3336495"/>
                  </a:lnTo>
                  <a:lnTo>
                    <a:pt x="4379541" y="3314395"/>
                  </a:lnTo>
                  <a:lnTo>
                    <a:pt x="4302298" y="3290751"/>
                  </a:lnTo>
                  <a:lnTo>
                    <a:pt x="4225054" y="3265454"/>
                  </a:lnTo>
                  <a:lnTo>
                    <a:pt x="4147811" y="3238388"/>
                  </a:lnTo>
                  <a:lnTo>
                    <a:pt x="4070567" y="3209431"/>
                  </a:lnTo>
                  <a:lnTo>
                    <a:pt x="3993324" y="3178449"/>
                  </a:lnTo>
                  <a:lnTo>
                    <a:pt x="3916080" y="3145301"/>
                  </a:lnTo>
                  <a:lnTo>
                    <a:pt x="3838836" y="3109837"/>
                  </a:lnTo>
                  <a:lnTo>
                    <a:pt x="3761593" y="3071893"/>
                  </a:lnTo>
                  <a:lnTo>
                    <a:pt x="3684349" y="3031297"/>
                  </a:lnTo>
                  <a:lnTo>
                    <a:pt x="3607106" y="2987863"/>
                  </a:lnTo>
                  <a:lnTo>
                    <a:pt x="3529862" y="2941393"/>
                  </a:lnTo>
                  <a:lnTo>
                    <a:pt x="3452619" y="2891675"/>
                  </a:lnTo>
                  <a:lnTo>
                    <a:pt x="3375375" y="2838481"/>
                  </a:lnTo>
                  <a:lnTo>
                    <a:pt x="3298131" y="2783272"/>
                  </a:lnTo>
                  <a:lnTo>
                    <a:pt x="3220888" y="2796061"/>
                  </a:lnTo>
                  <a:lnTo>
                    <a:pt x="3143644" y="2808661"/>
                  </a:lnTo>
                  <a:lnTo>
                    <a:pt x="3066401" y="2821076"/>
                  </a:lnTo>
                  <a:lnTo>
                    <a:pt x="2989157" y="2833309"/>
                  </a:lnTo>
                  <a:lnTo>
                    <a:pt x="2911914" y="2845361"/>
                  </a:lnTo>
                  <a:lnTo>
                    <a:pt x="2834670" y="2857237"/>
                  </a:lnTo>
                  <a:lnTo>
                    <a:pt x="2757426" y="2868937"/>
                  </a:lnTo>
                  <a:lnTo>
                    <a:pt x="2680183" y="2880466"/>
                  </a:lnTo>
                  <a:lnTo>
                    <a:pt x="2602939" y="2891825"/>
                  </a:lnTo>
                  <a:lnTo>
                    <a:pt x="2525696" y="2903016"/>
                  </a:lnTo>
                  <a:lnTo>
                    <a:pt x="2448452" y="2914043"/>
                  </a:lnTo>
                  <a:lnTo>
                    <a:pt x="2371209" y="2924908"/>
                  </a:lnTo>
                  <a:lnTo>
                    <a:pt x="2293965" y="2935613"/>
                  </a:lnTo>
                  <a:lnTo>
                    <a:pt x="2216721" y="2946161"/>
                  </a:lnTo>
                  <a:lnTo>
                    <a:pt x="2139478" y="2956554"/>
                  </a:lnTo>
                  <a:lnTo>
                    <a:pt x="2062234" y="2966793"/>
                  </a:lnTo>
                  <a:lnTo>
                    <a:pt x="1984991" y="2976882"/>
                  </a:lnTo>
                  <a:lnTo>
                    <a:pt x="1907747" y="2986823"/>
                  </a:lnTo>
                  <a:lnTo>
                    <a:pt x="1830504" y="2996617"/>
                  </a:lnTo>
                  <a:lnTo>
                    <a:pt x="1753260" y="3006267"/>
                  </a:lnTo>
                  <a:lnTo>
                    <a:pt x="1676016" y="3015776"/>
                  </a:lnTo>
                  <a:lnTo>
                    <a:pt x="1598773" y="3025144"/>
                  </a:lnTo>
                  <a:lnTo>
                    <a:pt x="1521529" y="3034375"/>
                  </a:lnTo>
                  <a:lnTo>
                    <a:pt x="1444286" y="3043469"/>
                  </a:lnTo>
                  <a:lnTo>
                    <a:pt x="1367042" y="3052430"/>
                  </a:lnTo>
                  <a:lnTo>
                    <a:pt x="1289799" y="3061260"/>
                  </a:lnTo>
                  <a:lnTo>
                    <a:pt x="1212555" y="3069959"/>
                  </a:lnTo>
                  <a:lnTo>
                    <a:pt x="1135311" y="3078530"/>
                  </a:lnTo>
                  <a:lnTo>
                    <a:pt x="1058068" y="3086976"/>
                  </a:lnTo>
                  <a:lnTo>
                    <a:pt x="980824" y="3095297"/>
                  </a:lnTo>
                  <a:lnTo>
                    <a:pt x="903581" y="3103495"/>
                  </a:lnTo>
                  <a:lnTo>
                    <a:pt x="826337" y="3111574"/>
                  </a:lnTo>
                  <a:lnTo>
                    <a:pt x="749094" y="3119533"/>
                  </a:lnTo>
                  <a:lnTo>
                    <a:pt x="671850" y="3127375"/>
                  </a:lnTo>
                  <a:lnTo>
                    <a:pt x="594606" y="3135102"/>
                  </a:lnTo>
                  <a:lnTo>
                    <a:pt x="517363" y="3142715"/>
                  </a:lnTo>
                  <a:lnTo>
                    <a:pt x="440119" y="3150216"/>
                  </a:lnTo>
                  <a:lnTo>
                    <a:pt x="362876" y="3157607"/>
                  </a:lnTo>
                  <a:lnTo>
                    <a:pt x="285632" y="3164889"/>
                  </a:lnTo>
                  <a:lnTo>
                    <a:pt x="208389" y="3172064"/>
                  </a:lnTo>
                  <a:lnTo>
                    <a:pt x="131145" y="3179133"/>
                  </a:lnTo>
                  <a:lnTo>
                    <a:pt x="53901" y="3186099"/>
                  </a:lnTo>
                  <a:lnTo>
                    <a:pt x="0" y="31908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7330" y="1896563"/>
              <a:ext cx="5732228" cy="2781569"/>
            </a:xfrm>
            <a:custGeom>
              <a:avLst/>
              <a:pathLst>
                <a:path w="5732228" h="2781569">
                  <a:moveTo>
                    <a:pt x="0" y="0"/>
                  </a:moveTo>
                  <a:lnTo>
                    <a:pt x="16203" y="52788"/>
                  </a:lnTo>
                  <a:lnTo>
                    <a:pt x="93447" y="287986"/>
                  </a:lnTo>
                  <a:lnTo>
                    <a:pt x="170691" y="507818"/>
                  </a:lnTo>
                  <a:lnTo>
                    <a:pt x="247934" y="713287"/>
                  </a:lnTo>
                  <a:lnTo>
                    <a:pt x="325178" y="905332"/>
                  </a:lnTo>
                  <a:lnTo>
                    <a:pt x="402421" y="1084829"/>
                  </a:lnTo>
                  <a:lnTo>
                    <a:pt x="479665" y="1252599"/>
                  </a:lnTo>
                  <a:lnTo>
                    <a:pt x="556908" y="1409407"/>
                  </a:lnTo>
                  <a:lnTo>
                    <a:pt x="634152" y="1555970"/>
                  </a:lnTo>
                  <a:lnTo>
                    <a:pt x="711396" y="1692957"/>
                  </a:lnTo>
                  <a:lnTo>
                    <a:pt x="788639" y="1820995"/>
                  </a:lnTo>
                  <a:lnTo>
                    <a:pt x="865883" y="1940666"/>
                  </a:lnTo>
                  <a:lnTo>
                    <a:pt x="943126" y="2052519"/>
                  </a:lnTo>
                  <a:lnTo>
                    <a:pt x="1020370" y="2157064"/>
                  </a:lnTo>
                  <a:lnTo>
                    <a:pt x="1097613" y="2254779"/>
                  </a:lnTo>
                  <a:lnTo>
                    <a:pt x="1174857" y="2346109"/>
                  </a:lnTo>
                  <a:lnTo>
                    <a:pt x="1252101" y="2431472"/>
                  </a:lnTo>
                  <a:lnTo>
                    <a:pt x="1329344" y="2511258"/>
                  </a:lnTo>
                  <a:lnTo>
                    <a:pt x="1406588" y="2585831"/>
                  </a:lnTo>
                  <a:lnTo>
                    <a:pt x="1483831" y="2655532"/>
                  </a:lnTo>
                  <a:lnTo>
                    <a:pt x="1561075" y="2720679"/>
                  </a:lnTo>
                  <a:lnTo>
                    <a:pt x="1638318" y="2781569"/>
                  </a:lnTo>
                  <a:lnTo>
                    <a:pt x="1715562" y="2770293"/>
                  </a:lnTo>
                  <a:lnTo>
                    <a:pt x="1792806" y="2757119"/>
                  </a:lnTo>
                  <a:lnTo>
                    <a:pt x="1870049" y="2743749"/>
                  </a:lnTo>
                  <a:lnTo>
                    <a:pt x="1947293" y="2730180"/>
                  </a:lnTo>
                  <a:lnTo>
                    <a:pt x="2024536" y="2716408"/>
                  </a:lnTo>
                  <a:lnTo>
                    <a:pt x="2101780" y="2702430"/>
                  </a:lnTo>
                  <a:lnTo>
                    <a:pt x="2179023" y="2688243"/>
                  </a:lnTo>
                  <a:lnTo>
                    <a:pt x="2256267" y="2673845"/>
                  </a:lnTo>
                  <a:lnTo>
                    <a:pt x="2333511" y="2659232"/>
                  </a:lnTo>
                  <a:lnTo>
                    <a:pt x="2410754" y="2644401"/>
                  </a:lnTo>
                  <a:lnTo>
                    <a:pt x="2487998" y="2629348"/>
                  </a:lnTo>
                  <a:lnTo>
                    <a:pt x="2565241" y="2614070"/>
                  </a:lnTo>
                  <a:lnTo>
                    <a:pt x="2642485" y="2598564"/>
                  </a:lnTo>
                  <a:lnTo>
                    <a:pt x="2719728" y="2582827"/>
                  </a:lnTo>
                  <a:lnTo>
                    <a:pt x="2796972" y="2566855"/>
                  </a:lnTo>
                  <a:lnTo>
                    <a:pt x="2874216" y="2550645"/>
                  </a:lnTo>
                  <a:lnTo>
                    <a:pt x="2951459" y="2534192"/>
                  </a:lnTo>
                  <a:lnTo>
                    <a:pt x="3028703" y="2517494"/>
                  </a:lnTo>
                  <a:lnTo>
                    <a:pt x="3105946" y="2500546"/>
                  </a:lnTo>
                  <a:lnTo>
                    <a:pt x="3183190" y="2483346"/>
                  </a:lnTo>
                  <a:lnTo>
                    <a:pt x="3260433" y="2465888"/>
                  </a:lnTo>
                  <a:lnTo>
                    <a:pt x="3337677" y="2448170"/>
                  </a:lnTo>
                  <a:lnTo>
                    <a:pt x="3414921" y="2430188"/>
                  </a:lnTo>
                  <a:lnTo>
                    <a:pt x="3492164" y="2411937"/>
                  </a:lnTo>
                  <a:lnTo>
                    <a:pt x="3569408" y="2393413"/>
                  </a:lnTo>
                  <a:lnTo>
                    <a:pt x="3646651" y="2374613"/>
                  </a:lnTo>
                  <a:lnTo>
                    <a:pt x="3723895" y="2355533"/>
                  </a:lnTo>
                  <a:lnTo>
                    <a:pt x="3801138" y="2336167"/>
                  </a:lnTo>
                  <a:lnTo>
                    <a:pt x="3878382" y="2316512"/>
                  </a:lnTo>
                  <a:lnTo>
                    <a:pt x="3955626" y="2296564"/>
                  </a:lnTo>
                  <a:lnTo>
                    <a:pt x="4032869" y="2276318"/>
                  </a:lnTo>
                  <a:lnTo>
                    <a:pt x="4110113" y="2255770"/>
                  </a:lnTo>
                  <a:lnTo>
                    <a:pt x="4187356" y="2234915"/>
                  </a:lnTo>
                  <a:lnTo>
                    <a:pt x="4264600" y="2213749"/>
                  </a:lnTo>
                  <a:lnTo>
                    <a:pt x="4341844" y="2192266"/>
                  </a:lnTo>
                  <a:lnTo>
                    <a:pt x="4419087" y="2170463"/>
                  </a:lnTo>
                  <a:lnTo>
                    <a:pt x="4496331" y="2148334"/>
                  </a:lnTo>
                  <a:lnTo>
                    <a:pt x="4573574" y="2125875"/>
                  </a:lnTo>
                  <a:lnTo>
                    <a:pt x="4650818" y="2103081"/>
                  </a:lnTo>
                  <a:lnTo>
                    <a:pt x="4728061" y="2079947"/>
                  </a:lnTo>
                  <a:lnTo>
                    <a:pt x="4805305" y="2056466"/>
                  </a:lnTo>
                  <a:lnTo>
                    <a:pt x="4882549" y="2032636"/>
                  </a:lnTo>
                  <a:lnTo>
                    <a:pt x="4959792" y="2008450"/>
                  </a:lnTo>
                  <a:lnTo>
                    <a:pt x="5037036" y="1983902"/>
                  </a:lnTo>
                  <a:lnTo>
                    <a:pt x="5114279" y="1958988"/>
                  </a:lnTo>
                  <a:lnTo>
                    <a:pt x="5191523" y="1933702"/>
                  </a:lnTo>
                  <a:lnTo>
                    <a:pt x="5268766" y="1908039"/>
                  </a:lnTo>
                  <a:lnTo>
                    <a:pt x="5346010" y="1881992"/>
                  </a:lnTo>
                  <a:lnTo>
                    <a:pt x="5423254" y="1855557"/>
                  </a:lnTo>
                  <a:lnTo>
                    <a:pt x="5500497" y="1828727"/>
                  </a:lnTo>
                  <a:lnTo>
                    <a:pt x="5577741" y="1801496"/>
                  </a:lnTo>
                  <a:lnTo>
                    <a:pt x="5654984" y="1773859"/>
                  </a:lnTo>
                  <a:lnTo>
                    <a:pt x="5732228" y="1745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836"/>
              <a:ext cx="7392041" cy="845115"/>
            </a:xfrm>
            <a:custGeom>
              <a:avLst/>
              <a:pathLst>
                <a:path w="7392041" h="845115">
                  <a:moveTo>
                    <a:pt x="7392041" y="845115"/>
                  </a:moveTo>
                  <a:lnTo>
                    <a:pt x="7314797" y="843420"/>
                  </a:lnTo>
                  <a:lnTo>
                    <a:pt x="7237554" y="841606"/>
                  </a:lnTo>
                  <a:lnTo>
                    <a:pt x="7160310" y="839665"/>
                  </a:lnTo>
                  <a:lnTo>
                    <a:pt x="7083066" y="837588"/>
                  </a:lnTo>
                  <a:lnTo>
                    <a:pt x="7005823" y="835367"/>
                  </a:lnTo>
                  <a:lnTo>
                    <a:pt x="6928579" y="832990"/>
                  </a:lnTo>
                  <a:lnTo>
                    <a:pt x="6851336" y="830446"/>
                  </a:lnTo>
                  <a:lnTo>
                    <a:pt x="6774092" y="827726"/>
                  </a:lnTo>
                  <a:lnTo>
                    <a:pt x="6696849" y="824815"/>
                  </a:lnTo>
                  <a:lnTo>
                    <a:pt x="6619605" y="821700"/>
                  </a:lnTo>
                  <a:lnTo>
                    <a:pt x="6542361" y="818368"/>
                  </a:lnTo>
                  <a:lnTo>
                    <a:pt x="6465118" y="814802"/>
                  </a:lnTo>
                  <a:lnTo>
                    <a:pt x="6387874" y="810988"/>
                  </a:lnTo>
                  <a:lnTo>
                    <a:pt x="6310631" y="806907"/>
                  </a:lnTo>
                  <a:lnTo>
                    <a:pt x="6233387" y="802540"/>
                  </a:lnTo>
                  <a:lnTo>
                    <a:pt x="6156144" y="797869"/>
                  </a:lnTo>
                  <a:lnTo>
                    <a:pt x="6078900" y="792871"/>
                  </a:lnTo>
                  <a:lnTo>
                    <a:pt x="6001656" y="787523"/>
                  </a:lnTo>
                  <a:lnTo>
                    <a:pt x="5924413" y="781802"/>
                  </a:lnTo>
                  <a:lnTo>
                    <a:pt x="5847169" y="775680"/>
                  </a:lnTo>
                  <a:lnTo>
                    <a:pt x="5769926" y="769131"/>
                  </a:lnTo>
                  <a:lnTo>
                    <a:pt x="5692682" y="762124"/>
                  </a:lnTo>
                  <a:lnTo>
                    <a:pt x="5615439" y="754627"/>
                  </a:lnTo>
                  <a:lnTo>
                    <a:pt x="5538195" y="746607"/>
                  </a:lnTo>
                  <a:lnTo>
                    <a:pt x="5460951" y="738025"/>
                  </a:lnTo>
                  <a:lnTo>
                    <a:pt x="5383708" y="728844"/>
                  </a:lnTo>
                  <a:lnTo>
                    <a:pt x="5306464" y="719020"/>
                  </a:lnTo>
                  <a:lnTo>
                    <a:pt x="5229221" y="708511"/>
                  </a:lnTo>
                  <a:lnTo>
                    <a:pt x="5151977" y="697266"/>
                  </a:lnTo>
                  <a:lnTo>
                    <a:pt x="5074734" y="685236"/>
                  </a:lnTo>
                  <a:lnTo>
                    <a:pt x="4997490" y="672364"/>
                  </a:lnTo>
                  <a:lnTo>
                    <a:pt x="4920246" y="658593"/>
                  </a:lnTo>
                  <a:lnTo>
                    <a:pt x="4843003" y="643859"/>
                  </a:lnTo>
                  <a:lnTo>
                    <a:pt x="4765759" y="628095"/>
                  </a:lnTo>
                  <a:lnTo>
                    <a:pt x="4688516" y="611229"/>
                  </a:lnTo>
                  <a:lnTo>
                    <a:pt x="4611272" y="593184"/>
                  </a:lnTo>
                  <a:lnTo>
                    <a:pt x="4534029" y="573878"/>
                  </a:lnTo>
                  <a:lnTo>
                    <a:pt x="4456785" y="553222"/>
                  </a:lnTo>
                  <a:lnTo>
                    <a:pt x="4379541" y="531123"/>
                  </a:lnTo>
                  <a:lnTo>
                    <a:pt x="4302298" y="507478"/>
                  </a:lnTo>
                  <a:lnTo>
                    <a:pt x="4225054" y="482181"/>
                  </a:lnTo>
                  <a:lnTo>
                    <a:pt x="4147811" y="455115"/>
                  </a:lnTo>
                  <a:lnTo>
                    <a:pt x="4070567" y="426158"/>
                  </a:lnTo>
                  <a:lnTo>
                    <a:pt x="3993324" y="395176"/>
                  </a:lnTo>
                  <a:lnTo>
                    <a:pt x="3916080" y="362029"/>
                  </a:lnTo>
                  <a:lnTo>
                    <a:pt x="3838836" y="326564"/>
                  </a:lnTo>
                  <a:lnTo>
                    <a:pt x="3761593" y="288620"/>
                  </a:lnTo>
                  <a:lnTo>
                    <a:pt x="3684349" y="248024"/>
                  </a:lnTo>
                  <a:lnTo>
                    <a:pt x="3607106" y="204591"/>
                  </a:lnTo>
                  <a:lnTo>
                    <a:pt x="3529862" y="158121"/>
                  </a:lnTo>
                  <a:lnTo>
                    <a:pt x="3452619" y="108402"/>
                  </a:lnTo>
                  <a:lnTo>
                    <a:pt x="3375375" y="55209"/>
                  </a:lnTo>
                  <a:lnTo>
                    <a:pt x="3298131" y="0"/>
                  </a:lnTo>
                  <a:lnTo>
                    <a:pt x="3220888" y="12788"/>
                  </a:lnTo>
                  <a:lnTo>
                    <a:pt x="3143644" y="25389"/>
                  </a:lnTo>
                  <a:lnTo>
                    <a:pt x="3066401" y="37804"/>
                  </a:lnTo>
                  <a:lnTo>
                    <a:pt x="2989157" y="50036"/>
                  </a:lnTo>
                  <a:lnTo>
                    <a:pt x="2911914" y="62089"/>
                  </a:lnTo>
                  <a:lnTo>
                    <a:pt x="2834670" y="73964"/>
                  </a:lnTo>
                  <a:lnTo>
                    <a:pt x="2757426" y="85664"/>
                  </a:lnTo>
                  <a:lnTo>
                    <a:pt x="2680183" y="97193"/>
                  </a:lnTo>
                  <a:lnTo>
                    <a:pt x="2602939" y="108552"/>
                  </a:lnTo>
                  <a:lnTo>
                    <a:pt x="2525696" y="119744"/>
                  </a:lnTo>
                  <a:lnTo>
                    <a:pt x="2448452" y="130771"/>
                  </a:lnTo>
                  <a:lnTo>
                    <a:pt x="2371209" y="141636"/>
                  </a:lnTo>
                  <a:lnTo>
                    <a:pt x="2293965" y="152341"/>
                  </a:lnTo>
                  <a:lnTo>
                    <a:pt x="2216721" y="162888"/>
                  </a:lnTo>
                  <a:lnTo>
                    <a:pt x="2139478" y="173281"/>
                  </a:lnTo>
                  <a:lnTo>
                    <a:pt x="2062234" y="183520"/>
                  </a:lnTo>
                  <a:lnTo>
                    <a:pt x="1984991" y="193609"/>
                  </a:lnTo>
                  <a:lnTo>
                    <a:pt x="1907747" y="203550"/>
                  </a:lnTo>
                  <a:lnTo>
                    <a:pt x="1830504" y="213344"/>
                  </a:lnTo>
                  <a:lnTo>
                    <a:pt x="1753260" y="222994"/>
                  </a:lnTo>
                  <a:lnTo>
                    <a:pt x="1676016" y="232503"/>
                  </a:lnTo>
                  <a:lnTo>
                    <a:pt x="1598773" y="241871"/>
                  </a:lnTo>
                  <a:lnTo>
                    <a:pt x="1521529" y="251102"/>
                  </a:lnTo>
                  <a:lnTo>
                    <a:pt x="1444286" y="260197"/>
                  </a:lnTo>
                  <a:lnTo>
                    <a:pt x="1367042" y="269158"/>
                  </a:lnTo>
                  <a:lnTo>
                    <a:pt x="1289799" y="277987"/>
                  </a:lnTo>
                  <a:lnTo>
                    <a:pt x="1212555" y="286686"/>
                  </a:lnTo>
                  <a:lnTo>
                    <a:pt x="1135311" y="295258"/>
                  </a:lnTo>
                  <a:lnTo>
                    <a:pt x="1058068" y="303703"/>
                  </a:lnTo>
                  <a:lnTo>
                    <a:pt x="980824" y="312024"/>
                  </a:lnTo>
                  <a:lnTo>
                    <a:pt x="903581" y="320223"/>
                  </a:lnTo>
                  <a:lnTo>
                    <a:pt x="826337" y="328301"/>
                  </a:lnTo>
                  <a:lnTo>
                    <a:pt x="749094" y="336260"/>
                  </a:lnTo>
                  <a:lnTo>
                    <a:pt x="671850" y="344102"/>
                  </a:lnTo>
                  <a:lnTo>
                    <a:pt x="594606" y="351829"/>
                  </a:lnTo>
                  <a:lnTo>
                    <a:pt x="517363" y="359442"/>
                  </a:lnTo>
                  <a:lnTo>
                    <a:pt x="440119" y="366943"/>
                  </a:lnTo>
                  <a:lnTo>
                    <a:pt x="362876" y="374334"/>
                  </a:lnTo>
                  <a:lnTo>
                    <a:pt x="285632" y="381616"/>
                  </a:lnTo>
                  <a:lnTo>
                    <a:pt x="208389" y="388791"/>
                  </a:lnTo>
                  <a:lnTo>
                    <a:pt x="131145" y="395860"/>
                  </a:lnTo>
                  <a:lnTo>
                    <a:pt x="53901" y="402826"/>
                  </a:lnTo>
                  <a:lnTo>
                    <a:pt x="0" y="407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65538"/>
              <a:ext cx="7392041" cy="2468608"/>
            </a:xfrm>
            <a:custGeom>
              <a:avLst/>
              <a:pathLst>
                <a:path w="7392041" h="2468608">
                  <a:moveTo>
                    <a:pt x="0" y="0"/>
                  </a:moveTo>
                  <a:lnTo>
                    <a:pt x="53901" y="49131"/>
                  </a:lnTo>
                  <a:lnTo>
                    <a:pt x="131145" y="117707"/>
                  </a:lnTo>
                  <a:lnTo>
                    <a:pt x="208389" y="184497"/>
                  </a:lnTo>
                  <a:lnTo>
                    <a:pt x="285632" y="249549"/>
                  </a:lnTo>
                  <a:lnTo>
                    <a:pt x="362876" y="312908"/>
                  </a:lnTo>
                  <a:lnTo>
                    <a:pt x="440119" y="374617"/>
                  </a:lnTo>
                  <a:lnTo>
                    <a:pt x="517363" y="434720"/>
                  </a:lnTo>
                  <a:lnTo>
                    <a:pt x="594606" y="493259"/>
                  </a:lnTo>
                  <a:lnTo>
                    <a:pt x="671850" y="550274"/>
                  </a:lnTo>
                  <a:lnTo>
                    <a:pt x="749094" y="605805"/>
                  </a:lnTo>
                  <a:lnTo>
                    <a:pt x="826337" y="659890"/>
                  </a:lnTo>
                  <a:lnTo>
                    <a:pt x="903581" y="712568"/>
                  </a:lnTo>
                  <a:lnTo>
                    <a:pt x="980824" y="763875"/>
                  </a:lnTo>
                  <a:lnTo>
                    <a:pt x="1058068" y="813846"/>
                  </a:lnTo>
                  <a:lnTo>
                    <a:pt x="1135311" y="862516"/>
                  </a:lnTo>
                  <a:lnTo>
                    <a:pt x="1212555" y="909920"/>
                  </a:lnTo>
                  <a:lnTo>
                    <a:pt x="1289799" y="956089"/>
                  </a:lnTo>
                  <a:lnTo>
                    <a:pt x="1367042" y="1001057"/>
                  </a:lnTo>
                  <a:lnTo>
                    <a:pt x="1444286" y="1044854"/>
                  </a:lnTo>
                  <a:lnTo>
                    <a:pt x="1521529" y="1087512"/>
                  </a:lnTo>
                  <a:lnTo>
                    <a:pt x="1598773" y="1129059"/>
                  </a:lnTo>
                  <a:lnTo>
                    <a:pt x="1676016" y="1169524"/>
                  </a:lnTo>
                  <a:lnTo>
                    <a:pt x="1753260" y="1208936"/>
                  </a:lnTo>
                  <a:lnTo>
                    <a:pt x="1830504" y="1247323"/>
                  </a:lnTo>
                  <a:lnTo>
                    <a:pt x="1907747" y="1284710"/>
                  </a:lnTo>
                  <a:lnTo>
                    <a:pt x="1984991" y="1321124"/>
                  </a:lnTo>
                  <a:lnTo>
                    <a:pt x="2062234" y="1356590"/>
                  </a:lnTo>
                  <a:lnTo>
                    <a:pt x="2139478" y="1391133"/>
                  </a:lnTo>
                  <a:lnTo>
                    <a:pt x="2216721" y="1424777"/>
                  </a:lnTo>
                  <a:lnTo>
                    <a:pt x="2293965" y="1457545"/>
                  </a:lnTo>
                  <a:lnTo>
                    <a:pt x="2371209" y="1489460"/>
                  </a:lnTo>
                  <a:lnTo>
                    <a:pt x="2448452" y="1520545"/>
                  </a:lnTo>
                  <a:lnTo>
                    <a:pt x="2525696" y="1550820"/>
                  </a:lnTo>
                  <a:lnTo>
                    <a:pt x="2602939" y="1580308"/>
                  </a:lnTo>
                  <a:lnTo>
                    <a:pt x="2680183" y="1609027"/>
                  </a:lnTo>
                  <a:lnTo>
                    <a:pt x="2757426" y="1637000"/>
                  </a:lnTo>
                  <a:lnTo>
                    <a:pt x="2834670" y="1664244"/>
                  </a:lnTo>
                  <a:lnTo>
                    <a:pt x="2911914" y="1690779"/>
                  </a:lnTo>
                  <a:lnTo>
                    <a:pt x="2989157" y="1716623"/>
                  </a:lnTo>
                  <a:lnTo>
                    <a:pt x="3066401" y="1741795"/>
                  </a:lnTo>
                  <a:lnTo>
                    <a:pt x="3143644" y="1766311"/>
                  </a:lnTo>
                  <a:lnTo>
                    <a:pt x="3220888" y="1790189"/>
                  </a:lnTo>
                  <a:lnTo>
                    <a:pt x="3298131" y="1813446"/>
                  </a:lnTo>
                  <a:lnTo>
                    <a:pt x="3375375" y="1836097"/>
                  </a:lnTo>
                  <a:lnTo>
                    <a:pt x="3452619" y="1858159"/>
                  </a:lnTo>
                  <a:lnTo>
                    <a:pt x="3529862" y="1879646"/>
                  </a:lnTo>
                  <a:lnTo>
                    <a:pt x="3607106" y="1900575"/>
                  </a:lnTo>
                  <a:lnTo>
                    <a:pt x="3684349" y="1920958"/>
                  </a:lnTo>
                  <a:lnTo>
                    <a:pt x="3761593" y="1940811"/>
                  </a:lnTo>
                  <a:lnTo>
                    <a:pt x="3838836" y="1960147"/>
                  </a:lnTo>
                  <a:lnTo>
                    <a:pt x="3916080" y="1978980"/>
                  </a:lnTo>
                  <a:lnTo>
                    <a:pt x="3993324" y="1997322"/>
                  </a:lnTo>
                  <a:lnTo>
                    <a:pt x="4070567" y="2015188"/>
                  </a:lnTo>
                  <a:lnTo>
                    <a:pt x="4147811" y="2032588"/>
                  </a:lnTo>
                  <a:lnTo>
                    <a:pt x="4225054" y="2049535"/>
                  </a:lnTo>
                  <a:lnTo>
                    <a:pt x="4302298" y="2066041"/>
                  </a:lnTo>
                  <a:lnTo>
                    <a:pt x="4379541" y="2082118"/>
                  </a:lnTo>
                  <a:lnTo>
                    <a:pt x="4456785" y="2097776"/>
                  </a:lnTo>
                  <a:lnTo>
                    <a:pt x="4534029" y="2113026"/>
                  </a:lnTo>
                  <a:lnTo>
                    <a:pt x="4611272" y="2127879"/>
                  </a:lnTo>
                  <a:lnTo>
                    <a:pt x="4688516" y="2142346"/>
                  </a:lnTo>
                  <a:lnTo>
                    <a:pt x="4765759" y="2156436"/>
                  </a:lnTo>
                  <a:lnTo>
                    <a:pt x="4843003" y="2170160"/>
                  </a:lnTo>
                  <a:lnTo>
                    <a:pt x="4920246" y="2183526"/>
                  </a:lnTo>
                  <a:lnTo>
                    <a:pt x="4997490" y="2196545"/>
                  </a:lnTo>
                  <a:lnTo>
                    <a:pt x="5074734" y="2209224"/>
                  </a:lnTo>
                  <a:lnTo>
                    <a:pt x="5151977" y="2221574"/>
                  </a:lnTo>
                  <a:lnTo>
                    <a:pt x="5229221" y="2233602"/>
                  </a:lnTo>
                  <a:lnTo>
                    <a:pt x="5306464" y="2245317"/>
                  </a:lnTo>
                  <a:lnTo>
                    <a:pt x="5383708" y="2256727"/>
                  </a:lnTo>
                  <a:lnTo>
                    <a:pt x="5460951" y="2267840"/>
                  </a:lnTo>
                  <a:lnTo>
                    <a:pt x="5538195" y="2278663"/>
                  </a:lnTo>
                  <a:lnTo>
                    <a:pt x="5615439" y="2289205"/>
                  </a:lnTo>
                  <a:lnTo>
                    <a:pt x="5692682" y="2299473"/>
                  </a:lnTo>
                  <a:lnTo>
                    <a:pt x="5769926" y="2309473"/>
                  </a:lnTo>
                  <a:lnTo>
                    <a:pt x="5847169" y="2319213"/>
                  </a:lnTo>
                  <a:lnTo>
                    <a:pt x="5924413" y="2328700"/>
                  </a:lnTo>
                  <a:lnTo>
                    <a:pt x="6001656" y="2337940"/>
                  </a:lnTo>
                  <a:lnTo>
                    <a:pt x="6078900" y="2346939"/>
                  </a:lnTo>
                  <a:lnTo>
                    <a:pt x="6156144" y="2355704"/>
                  </a:lnTo>
                  <a:lnTo>
                    <a:pt x="6233387" y="2364240"/>
                  </a:lnTo>
                  <a:lnTo>
                    <a:pt x="6310631" y="2372555"/>
                  </a:lnTo>
                  <a:lnTo>
                    <a:pt x="6387874" y="2380653"/>
                  </a:lnTo>
                  <a:lnTo>
                    <a:pt x="6465118" y="2388540"/>
                  </a:lnTo>
                  <a:lnTo>
                    <a:pt x="6542361" y="2396222"/>
                  </a:lnTo>
                  <a:lnTo>
                    <a:pt x="6619605" y="2403704"/>
                  </a:lnTo>
                  <a:lnTo>
                    <a:pt x="6696849" y="2410991"/>
                  </a:lnTo>
                  <a:lnTo>
                    <a:pt x="6774092" y="2418089"/>
                  </a:lnTo>
                  <a:lnTo>
                    <a:pt x="6851336" y="2425002"/>
                  </a:lnTo>
                  <a:lnTo>
                    <a:pt x="6928579" y="2431735"/>
                  </a:lnTo>
                  <a:lnTo>
                    <a:pt x="7005823" y="2438293"/>
                  </a:lnTo>
                  <a:lnTo>
                    <a:pt x="7083066" y="2444679"/>
                  </a:lnTo>
                  <a:lnTo>
                    <a:pt x="7160310" y="2450900"/>
                  </a:lnTo>
                  <a:lnTo>
                    <a:pt x="7237554" y="2456959"/>
                  </a:lnTo>
                  <a:lnTo>
                    <a:pt x="7314797" y="2462860"/>
                  </a:lnTo>
                  <a:lnTo>
                    <a:pt x="7392041" y="24686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16464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2026-05-21T09:06:54Z</dcterms:modified>
  <cp:category/>
</cp:coreProperties>
</file>