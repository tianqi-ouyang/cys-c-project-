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0613"/>
            </a:xfrm>
            <a:custGeom>
              <a:avLst/>
              <a:pathLst>
                <a:path w="7392041" h="3460613">
                  <a:moveTo>
                    <a:pt x="1659812" y="0"/>
                  </a:moveTo>
                  <a:lnTo>
                    <a:pt x="1676016" y="50347"/>
                  </a:lnTo>
                  <a:lnTo>
                    <a:pt x="1753260" y="274670"/>
                  </a:lnTo>
                  <a:lnTo>
                    <a:pt x="1830504" y="484337"/>
                  </a:lnTo>
                  <a:lnTo>
                    <a:pt x="1907747" y="680305"/>
                  </a:lnTo>
                  <a:lnTo>
                    <a:pt x="1984991" y="863470"/>
                  </a:lnTo>
                  <a:lnTo>
                    <a:pt x="2062234" y="1034667"/>
                  </a:lnTo>
                  <a:lnTo>
                    <a:pt x="2139478" y="1194679"/>
                  </a:lnTo>
                  <a:lnTo>
                    <a:pt x="2216721" y="1344236"/>
                  </a:lnTo>
                  <a:lnTo>
                    <a:pt x="2293965" y="1484023"/>
                  </a:lnTo>
                  <a:lnTo>
                    <a:pt x="2371209" y="1614676"/>
                  </a:lnTo>
                  <a:lnTo>
                    <a:pt x="2448452" y="1736792"/>
                  </a:lnTo>
                  <a:lnTo>
                    <a:pt x="2525696" y="1850931"/>
                  </a:lnTo>
                  <a:lnTo>
                    <a:pt x="2602939" y="1957612"/>
                  </a:lnTo>
                  <a:lnTo>
                    <a:pt x="2680183" y="2057323"/>
                  </a:lnTo>
                  <a:lnTo>
                    <a:pt x="2757426" y="2150519"/>
                  </a:lnTo>
                  <a:lnTo>
                    <a:pt x="2834670" y="2237626"/>
                  </a:lnTo>
                  <a:lnTo>
                    <a:pt x="2911914" y="2319042"/>
                  </a:lnTo>
                  <a:lnTo>
                    <a:pt x="2989157" y="2395139"/>
                  </a:lnTo>
                  <a:lnTo>
                    <a:pt x="3066401" y="2466263"/>
                  </a:lnTo>
                  <a:lnTo>
                    <a:pt x="3143644" y="2532741"/>
                  </a:lnTo>
                  <a:lnTo>
                    <a:pt x="3220888" y="2594876"/>
                  </a:lnTo>
                  <a:lnTo>
                    <a:pt x="3298131" y="2652951"/>
                  </a:lnTo>
                  <a:lnTo>
                    <a:pt x="3375375" y="2642195"/>
                  </a:lnTo>
                  <a:lnTo>
                    <a:pt x="3452619" y="2629631"/>
                  </a:lnTo>
                  <a:lnTo>
                    <a:pt x="3529862" y="2616879"/>
                  </a:lnTo>
                  <a:lnTo>
                    <a:pt x="3607106" y="2603937"/>
                  </a:lnTo>
                  <a:lnTo>
                    <a:pt x="3684349" y="2590802"/>
                  </a:lnTo>
                  <a:lnTo>
                    <a:pt x="3761593" y="2577471"/>
                  </a:lnTo>
                  <a:lnTo>
                    <a:pt x="3838836" y="2563940"/>
                  </a:lnTo>
                  <a:lnTo>
                    <a:pt x="3916080" y="2550208"/>
                  </a:lnTo>
                  <a:lnTo>
                    <a:pt x="3993324" y="2536270"/>
                  </a:lnTo>
                  <a:lnTo>
                    <a:pt x="4070567" y="2522124"/>
                  </a:lnTo>
                  <a:lnTo>
                    <a:pt x="4147811" y="2507768"/>
                  </a:lnTo>
                  <a:lnTo>
                    <a:pt x="4225054" y="2493196"/>
                  </a:lnTo>
                  <a:lnTo>
                    <a:pt x="4302298" y="2478408"/>
                  </a:lnTo>
                  <a:lnTo>
                    <a:pt x="4379541" y="2463398"/>
                  </a:lnTo>
                  <a:lnTo>
                    <a:pt x="4456785" y="2448165"/>
                  </a:lnTo>
                  <a:lnTo>
                    <a:pt x="4534029" y="2432704"/>
                  </a:lnTo>
                  <a:lnTo>
                    <a:pt x="4611272" y="2417012"/>
                  </a:lnTo>
                  <a:lnTo>
                    <a:pt x="4688516" y="2401086"/>
                  </a:lnTo>
                  <a:lnTo>
                    <a:pt x="4765759" y="2384922"/>
                  </a:lnTo>
                  <a:lnTo>
                    <a:pt x="4843003" y="2368517"/>
                  </a:lnTo>
                  <a:lnTo>
                    <a:pt x="4920246" y="2351866"/>
                  </a:lnTo>
                  <a:lnTo>
                    <a:pt x="4997490" y="2334968"/>
                  </a:lnTo>
                  <a:lnTo>
                    <a:pt x="5074734" y="2317817"/>
                  </a:lnTo>
                  <a:lnTo>
                    <a:pt x="5151977" y="2300410"/>
                  </a:lnTo>
                  <a:lnTo>
                    <a:pt x="5229221" y="2282743"/>
                  </a:lnTo>
                  <a:lnTo>
                    <a:pt x="5306464" y="2264812"/>
                  </a:lnTo>
                  <a:lnTo>
                    <a:pt x="5383708" y="2246614"/>
                  </a:lnTo>
                  <a:lnTo>
                    <a:pt x="5460951" y="2228143"/>
                  </a:lnTo>
                  <a:lnTo>
                    <a:pt x="5538195" y="2209398"/>
                  </a:lnTo>
                  <a:lnTo>
                    <a:pt x="5615439" y="2190372"/>
                  </a:lnTo>
                  <a:lnTo>
                    <a:pt x="5692682" y="2171062"/>
                  </a:lnTo>
                  <a:lnTo>
                    <a:pt x="5769926" y="2151464"/>
                  </a:lnTo>
                  <a:lnTo>
                    <a:pt x="5847169" y="2131573"/>
                  </a:lnTo>
                  <a:lnTo>
                    <a:pt x="5924413" y="2111386"/>
                  </a:lnTo>
                  <a:lnTo>
                    <a:pt x="6001656" y="2090897"/>
                  </a:lnTo>
                  <a:lnTo>
                    <a:pt x="6078900" y="2070102"/>
                  </a:lnTo>
                  <a:lnTo>
                    <a:pt x="6156144" y="2048996"/>
                  </a:lnTo>
                  <a:lnTo>
                    <a:pt x="6233387" y="2027576"/>
                  </a:lnTo>
                  <a:lnTo>
                    <a:pt x="6310631" y="2005835"/>
                  </a:lnTo>
                  <a:lnTo>
                    <a:pt x="6387874" y="1983771"/>
                  </a:lnTo>
                  <a:lnTo>
                    <a:pt x="6465118" y="1961376"/>
                  </a:lnTo>
                  <a:lnTo>
                    <a:pt x="6542361" y="1938648"/>
                  </a:lnTo>
                  <a:lnTo>
                    <a:pt x="6619605" y="1915580"/>
                  </a:lnTo>
                  <a:lnTo>
                    <a:pt x="6696849" y="1892167"/>
                  </a:lnTo>
                  <a:lnTo>
                    <a:pt x="6774092" y="1868405"/>
                  </a:lnTo>
                  <a:lnTo>
                    <a:pt x="6851336" y="1844289"/>
                  </a:lnTo>
                  <a:lnTo>
                    <a:pt x="6928579" y="1819812"/>
                  </a:lnTo>
                  <a:lnTo>
                    <a:pt x="7005823" y="1794970"/>
                  </a:lnTo>
                  <a:lnTo>
                    <a:pt x="7083066" y="1769757"/>
                  </a:lnTo>
                  <a:lnTo>
                    <a:pt x="7160310" y="1744167"/>
                  </a:lnTo>
                  <a:lnTo>
                    <a:pt x="7237554" y="1718196"/>
                  </a:lnTo>
                  <a:lnTo>
                    <a:pt x="7314797" y="1691836"/>
                  </a:lnTo>
                  <a:lnTo>
                    <a:pt x="7392041" y="1665083"/>
                  </a:lnTo>
                  <a:lnTo>
                    <a:pt x="7392041" y="3460613"/>
                  </a:lnTo>
                  <a:lnTo>
                    <a:pt x="7314797" y="3458995"/>
                  </a:lnTo>
                  <a:lnTo>
                    <a:pt x="7237554" y="3457265"/>
                  </a:lnTo>
                  <a:lnTo>
                    <a:pt x="7160310" y="3455414"/>
                  </a:lnTo>
                  <a:lnTo>
                    <a:pt x="7083066" y="3453434"/>
                  </a:lnTo>
                  <a:lnTo>
                    <a:pt x="7005823" y="3451315"/>
                  </a:lnTo>
                  <a:lnTo>
                    <a:pt x="6928579" y="3449048"/>
                  </a:lnTo>
                  <a:lnTo>
                    <a:pt x="6851336" y="3446622"/>
                  </a:lnTo>
                  <a:lnTo>
                    <a:pt x="6774092" y="3444027"/>
                  </a:lnTo>
                  <a:lnTo>
                    <a:pt x="6696849" y="3441251"/>
                  </a:lnTo>
                  <a:lnTo>
                    <a:pt x="6619605" y="3438280"/>
                  </a:lnTo>
                  <a:lnTo>
                    <a:pt x="6542361" y="3435102"/>
                  </a:lnTo>
                  <a:lnTo>
                    <a:pt x="6465118" y="3431701"/>
                  </a:lnTo>
                  <a:lnTo>
                    <a:pt x="6387874" y="3428063"/>
                  </a:lnTo>
                  <a:lnTo>
                    <a:pt x="6310631" y="3424171"/>
                  </a:lnTo>
                  <a:lnTo>
                    <a:pt x="6233387" y="3420007"/>
                  </a:lnTo>
                  <a:lnTo>
                    <a:pt x="6156144" y="3415551"/>
                  </a:lnTo>
                  <a:lnTo>
                    <a:pt x="6078900" y="3410784"/>
                  </a:lnTo>
                  <a:lnTo>
                    <a:pt x="6001656" y="3405684"/>
                  </a:lnTo>
                  <a:lnTo>
                    <a:pt x="5924413" y="3400227"/>
                  </a:lnTo>
                  <a:lnTo>
                    <a:pt x="5847169" y="3394389"/>
                  </a:lnTo>
                  <a:lnTo>
                    <a:pt x="5769926" y="3388142"/>
                  </a:lnTo>
                  <a:lnTo>
                    <a:pt x="5692682" y="3381459"/>
                  </a:lnTo>
                  <a:lnTo>
                    <a:pt x="5615439" y="3374309"/>
                  </a:lnTo>
                  <a:lnTo>
                    <a:pt x="5538195" y="3366659"/>
                  </a:lnTo>
                  <a:lnTo>
                    <a:pt x="5460951" y="3358474"/>
                  </a:lnTo>
                  <a:lnTo>
                    <a:pt x="5383708" y="3349717"/>
                  </a:lnTo>
                  <a:lnTo>
                    <a:pt x="5306464" y="3340348"/>
                  </a:lnTo>
                  <a:lnTo>
                    <a:pt x="5229221" y="3330325"/>
                  </a:lnTo>
                  <a:lnTo>
                    <a:pt x="5151977" y="3319600"/>
                  </a:lnTo>
                  <a:lnTo>
                    <a:pt x="5074734" y="3308126"/>
                  </a:lnTo>
                  <a:lnTo>
                    <a:pt x="4997490" y="3295849"/>
                  </a:lnTo>
                  <a:lnTo>
                    <a:pt x="4920246" y="3282715"/>
                  </a:lnTo>
                  <a:lnTo>
                    <a:pt x="4843003" y="3268662"/>
                  </a:lnTo>
                  <a:lnTo>
                    <a:pt x="4765759" y="3253627"/>
                  </a:lnTo>
                  <a:lnTo>
                    <a:pt x="4688516" y="3237541"/>
                  </a:lnTo>
                  <a:lnTo>
                    <a:pt x="4611272" y="3220331"/>
                  </a:lnTo>
                  <a:lnTo>
                    <a:pt x="4534029" y="3201917"/>
                  </a:lnTo>
                  <a:lnTo>
                    <a:pt x="4456785" y="3182217"/>
                  </a:lnTo>
                  <a:lnTo>
                    <a:pt x="4379541" y="3161139"/>
                  </a:lnTo>
                  <a:lnTo>
                    <a:pt x="4302298" y="3138588"/>
                  </a:lnTo>
                  <a:lnTo>
                    <a:pt x="4225054" y="3114460"/>
                  </a:lnTo>
                  <a:lnTo>
                    <a:pt x="4147811" y="3088646"/>
                  </a:lnTo>
                  <a:lnTo>
                    <a:pt x="4070567" y="3061028"/>
                  </a:lnTo>
                  <a:lnTo>
                    <a:pt x="3993324" y="3031479"/>
                  </a:lnTo>
                  <a:lnTo>
                    <a:pt x="3916080" y="2999864"/>
                  </a:lnTo>
                  <a:lnTo>
                    <a:pt x="3838836" y="2966039"/>
                  </a:lnTo>
                  <a:lnTo>
                    <a:pt x="3761593" y="2929850"/>
                  </a:lnTo>
                  <a:lnTo>
                    <a:pt x="3684349" y="2891131"/>
                  </a:lnTo>
                  <a:lnTo>
                    <a:pt x="3607106" y="2849706"/>
                  </a:lnTo>
                  <a:lnTo>
                    <a:pt x="3529862" y="2805385"/>
                  </a:lnTo>
                  <a:lnTo>
                    <a:pt x="3452619" y="2757965"/>
                  </a:lnTo>
                  <a:lnTo>
                    <a:pt x="3375375" y="2707231"/>
                  </a:lnTo>
                  <a:lnTo>
                    <a:pt x="3298131" y="2654575"/>
                  </a:lnTo>
                  <a:lnTo>
                    <a:pt x="3220888" y="2666772"/>
                  </a:lnTo>
                  <a:lnTo>
                    <a:pt x="3143644" y="2678790"/>
                  </a:lnTo>
                  <a:lnTo>
                    <a:pt x="3066401" y="2690631"/>
                  </a:lnTo>
                  <a:lnTo>
                    <a:pt x="2989157" y="2702298"/>
                  </a:lnTo>
                  <a:lnTo>
                    <a:pt x="2911914" y="2713793"/>
                  </a:lnTo>
                  <a:lnTo>
                    <a:pt x="2834670" y="2725119"/>
                  </a:lnTo>
                  <a:lnTo>
                    <a:pt x="2757426" y="2736279"/>
                  </a:lnTo>
                  <a:lnTo>
                    <a:pt x="2680183" y="2747274"/>
                  </a:lnTo>
                  <a:lnTo>
                    <a:pt x="2602939" y="2758108"/>
                  </a:lnTo>
                  <a:lnTo>
                    <a:pt x="2525696" y="2768782"/>
                  </a:lnTo>
                  <a:lnTo>
                    <a:pt x="2448452" y="2779299"/>
                  </a:lnTo>
                  <a:lnTo>
                    <a:pt x="2371209" y="2789662"/>
                  </a:lnTo>
                  <a:lnTo>
                    <a:pt x="2293965" y="2799872"/>
                  </a:lnTo>
                  <a:lnTo>
                    <a:pt x="2216721" y="2809932"/>
                  </a:lnTo>
                  <a:lnTo>
                    <a:pt x="2139478" y="2819844"/>
                  </a:lnTo>
                  <a:lnTo>
                    <a:pt x="2062234" y="2829610"/>
                  </a:lnTo>
                  <a:lnTo>
                    <a:pt x="1984991" y="2839232"/>
                  </a:lnTo>
                  <a:lnTo>
                    <a:pt x="1907747" y="2848713"/>
                  </a:lnTo>
                  <a:lnTo>
                    <a:pt x="1830504" y="2858055"/>
                  </a:lnTo>
                  <a:lnTo>
                    <a:pt x="1753260" y="2867259"/>
                  </a:lnTo>
                  <a:lnTo>
                    <a:pt x="1676016" y="2876327"/>
                  </a:lnTo>
                  <a:lnTo>
                    <a:pt x="1598773" y="2885262"/>
                  </a:lnTo>
                  <a:lnTo>
                    <a:pt x="1521529" y="2894066"/>
                  </a:lnTo>
                  <a:lnTo>
                    <a:pt x="1444286" y="2902741"/>
                  </a:lnTo>
                  <a:lnTo>
                    <a:pt x="1367042" y="2911287"/>
                  </a:lnTo>
                  <a:lnTo>
                    <a:pt x="1289799" y="2919708"/>
                  </a:lnTo>
                  <a:lnTo>
                    <a:pt x="1212555" y="2928005"/>
                  </a:lnTo>
                  <a:lnTo>
                    <a:pt x="1135311" y="2936180"/>
                  </a:lnTo>
                  <a:lnTo>
                    <a:pt x="1058068" y="2944235"/>
                  </a:lnTo>
                  <a:lnTo>
                    <a:pt x="980824" y="2952171"/>
                  </a:lnTo>
                  <a:lnTo>
                    <a:pt x="903581" y="2959991"/>
                  </a:lnTo>
                  <a:lnTo>
                    <a:pt x="826337" y="2967695"/>
                  </a:lnTo>
                  <a:lnTo>
                    <a:pt x="749094" y="2975287"/>
                  </a:lnTo>
                  <a:lnTo>
                    <a:pt x="671850" y="2982766"/>
                  </a:lnTo>
                  <a:lnTo>
                    <a:pt x="594606" y="2990136"/>
                  </a:lnTo>
                  <a:lnTo>
                    <a:pt x="517363" y="2997397"/>
                  </a:lnTo>
                  <a:lnTo>
                    <a:pt x="440119" y="3004551"/>
                  </a:lnTo>
                  <a:lnTo>
                    <a:pt x="362876" y="3011600"/>
                  </a:lnTo>
                  <a:lnTo>
                    <a:pt x="285632" y="3018545"/>
                  </a:lnTo>
                  <a:lnTo>
                    <a:pt x="208389" y="3025389"/>
                  </a:lnTo>
                  <a:lnTo>
                    <a:pt x="131145" y="3032131"/>
                  </a:lnTo>
                  <a:lnTo>
                    <a:pt x="53901" y="3038774"/>
                  </a:lnTo>
                  <a:lnTo>
                    <a:pt x="0" y="30433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2073503"/>
              <a:ext cx="5732228" cy="2652951"/>
            </a:xfrm>
            <a:custGeom>
              <a:avLst/>
              <a:pathLst>
                <a:path w="5732228" h="2652951">
                  <a:moveTo>
                    <a:pt x="0" y="0"/>
                  </a:moveTo>
                  <a:lnTo>
                    <a:pt x="16203" y="50347"/>
                  </a:lnTo>
                  <a:lnTo>
                    <a:pt x="93447" y="274670"/>
                  </a:lnTo>
                  <a:lnTo>
                    <a:pt x="170691" y="484337"/>
                  </a:lnTo>
                  <a:lnTo>
                    <a:pt x="247934" y="680305"/>
                  </a:lnTo>
                  <a:lnTo>
                    <a:pt x="325178" y="863470"/>
                  </a:lnTo>
                  <a:lnTo>
                    <a:pt x="402421" y="1034667"/>
                  </a:lnTo>
                  <a:lnTo>
                    <a:pt x="479665" y="1194679"/>
                  </a:lnTo>
                  <a:lnTo>
                    <a:pt x="556908" y="1344236"/>
                  </a:lnTo>
                  <a:lnTo>
                    <a:pt x="634152" y="1484023"/>
                  </a:lnTo>
                  <a:lnTo>
                    <a:pt x="711396" y="1614676"/>
                  </a:lnTo>
                  <a:lnTo>
                    <a:pt x="788639" y="1736792"/>
                  </a:lnTo>
                  <a:lnTo>
                    <a:pt x="865883" y="1850931"/>
                  </a:lnTo>
                  <a:lnTo>
                    <a:pt x="943126" y="1957612"/>
                  </a:lnTo>
                  <a:lnTo>
                    <a:pt x="1020370" y="2057323"/>
                  </a:lnTo>
                  <a:lnTo>
                    <a:pt x="1097613" y="2150519"/>
                  </a:lnTo>
                  <a:lnTo>
                    <a:pt x="1174857" y="2237626"/>
                  </a:lnTo>
                  <a:lnTo>
                    <a:pt x="1252101" y="2319042"/>
                  </a:lnTo>
                  <a:lnTo>
                    <a:pt x="1329344" y="2395139"/>
                  </a:lnTo>
                  <a:lnTo>
                    <a:pt x="1406588" y="2466263"/>
                  </a:lnTo>
                  <a:lnTo>
                    <a:pt x="1483831" y="2532741"/>
                  </a:lnTo>
                  <a:lnTo>
                    <a:pt x="1561075" y="2594876"/>
                  </a:lnTo>
                  <a:lnTo>
                    <a:pt x="1638318" y="2652951"/>
                  </a:lnTo>
                  <a:lnTo>
                    <a:pt x="1715562" y="2642195"/>
                  </a:lnTo>
                  <a:lnTo>
                    <a:pt x="1792806" y="2629631"/>
                  </a:lnTo>
                  <a:lnTo>
                    <a:pt x="1870049" y="2616879"/>
                  </a:lnTo>
                  <a:lnTo>
                    <a:pt x="1947293" y="2603937"/>
                  </a:lnTo>
                  <a:lnTo>
                    <a:pt x="2024536" y="2590802"/>
                  </a:lnTo>
                  <a:lnTo>
                    <a:pt x="2101780" y="2577471"/>
                  </a:lnTo>
                  <a:lnTo>
                    <a:pt x="2179023" y="2563940"/>
                  </a:lnTo>
                  <a:lnTo>
                    <a:pt x="2256267" y="2550208"/>
                  </a:lnTo>
                  <a:lnTo>
                    <a:pt x="2333511" y="2536270"/>
                  </a:lnTo>
                  <a:lnTo>
                    <a:pt x="2410754" y="2522124"/>
                  </a:lnTo>
                  <a:lnTo>
                    <a:pt x="2487998" y="2507768"/>
                  </a:lnTo>
                  <a:lnTo>
                    <a:pt x="2565241" y="2493196"/>
                  </a:lnTo>
                  <a:lnTo>
                    <a:pt x="2642485" y="2478408"/>
                  </a:lnTo>
                  <a:lnTo>
                    <a:pt x="2719728" y="2463398"/>
                  </a:lnTo>
                  <a:lnTo>
                    <a:pt x="2796972" y="2448165"/>
                  </a:lnTo>
                  <a:lnTo>
                    <a:pt x="2874216" y="2432704"/>
                  </a:lnTo>
                  <a:lnTo>
                    <a:pt x="2951459" y="2417012"/>
                  </a:lnTo>
                  <a:lnTo>
                    <a:pt x="3028703" y="2401086"/>
                  </a:lnTo>
                  <a:lnTo>
                    <a:pt x="3105946" y="2384922"/>
                  </a:lnTo>
                  <a:lnTo>
                    <a:pt x="3183190" y="2368517"/>
                  </a:lnTo>
                  <a:lnTo>
                    <a:pt x="3260433" y="2351866"/>
                  </a:lnTo>
                  <a:lnTo>
                    <a:pt x="3337677" y="2334968"/>
                  </a:lnTo>
                  <a:lnTo>
                    <a:pt x="3414921" y="2317817"/>
                  </a:lnTo>
                  <a:lnTo>
                    <a:pt x="3492164" y="2300410"/>
                  </a:lnTo>
                  <a:lnTo>
                    <a:pt x="3569408" y="2282743"/>
                  </a:lnTo>
                  <a:lnTo>
                    <a:pt x="3646651" y="2264812"/>
                  </a:lnTo>
                  <a:lnTo>
                    <a:pt x="3723895" y="2246614"/>
                  </a:lnTo>
                  <a:lnTo>
                    <a:pt x="3801138" y="2228143"/>
                  </a:lnTo>
                  <a:lnTo>
                    <a:pt x="3878382" y="2209398"/>
                  </a:lnTo>
                  <a:lnTo>
                    <a:pt x="3955626" y="2190372"/>
                  </a:lnTo>
                  <a:lnTo>
                    <a:pt x="4032869" y="2171062"/>
                  </a:lnTo>
                  <a:lnTo>
                    <a:pt x="4110113" y="2151464"/>
                  </a:lnTo>
                  <a:lnTo>
                    <a:pt x="4187356" y="2131573"/>
                  </a:lnTo>
                  <a:lnTo>
                    <a:pt x="4264600" y="2111386"/>
                  </a:lnTo>
                  <a:lnTo>
                    <a:pt x="4341844" y="2090897"/>
                  </a:lnTo>
                  <a:lnTo>
                    <a:pt x="4419087" y="2070102"/>
                  </a:lnTo>
                  <a:lnTo>
                    <a:pt x="4496331" y="2048996"/>
                  </a:lnTo>
                  <a:lnTo>
                    <a:pt x="4573574" y="2027576"/>
                  </a:lnTo>
                  <a:lnTo>
                    <a:pt x="4650818" y="2005835"/>
                  </a:lnTo>
                  <a:lnTo>
                    <a:pt x="4728061" y="1983771"/>
                  </a:lnTo>
                  <a:lnTo>
                    <a:pt x="4805305" y="1961376"/>
                  </a:lnTo>
                  <a:lnTo>
                    <a:pt x="4882549" y="1938648"/>
                  </a:lnTo>
                  <a:lnTo>
                    <a:pt x="4959792" y="1915580"/>
                  </a:lnTo>
                  <a:lnTo>
                    <a:pt x="5037036" y="1892167"/>
                  </a:lnTo>
                  <a:lnTo>
                    <a:pt x="5114279" y="1868405"/>
                  </a:lnTo>
                  <a:lnTo>
                    <a:pt x="5191523" y="1844289"/>
                  </a:lnTo>
                  <a:lnTo>
                    <a:pt x="5268766" y="1819812"/>
                  </a:lnTo>
                  <a:lnTo>
                    <a:pt x="5346010" y="1794970"/>
                  </a:lnTo>
                  <a:lnTo>
                    <a:pt x="5423254" y="1769757"/>
                  </a:lnTo>
                  <a:lnTo>
                    <a:pt x="5500497" y="1744167"/>
                  </a:lnTo>
                  <a:lnTo>
                    <a:pt x="5577741" y="1718196"/>
                  </a:lnTo>
                  <a:lnTo>
                    <a:pt x="5654984" y="1691836"/>
                  </a:lnTo>
                  <a:lnTo>
                    <a:pt x="5732228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78"/>
              <a:ext cx="7392041" cy="806037"/>
            </a:xfrm>
            <a:custGeom>
              <a:avLst/>
              <a:pathLst>
                <a:path w="7392041" h="806037">
                  <a:moveTo>
                    <a:pt x="7392041" y="806037"/>
                  </a:moveTo>
                  <a:lnTo>
                    <a:pt x="7314797" y="804420"/>
                  </a:lnTo>
                  <a:lnTo>
                    <a:pt x="7237554" y="802690"/>
                  </a:lnTo>
                  <a:lnTo>
                    <a:pt x="7160310" y="800839"/>
                  </a:lnTo>
                  <a:lnTo>
                    <a:pt x="7083066" y="798858"/>
                  </a:lnTo>
                  <a:lnTo>
                    <a:pt x="7005823" y="796740"/>
                  </a:lnTo>
                  <a:lnTo>
                    <a:pt x="6928579" y="794472"/>
                  </a:lnTo>
                  <a:lnTo>
                    <a:pt x="6851336" y="792047"/>
                  </a:lnTo>
                  <a:lnTo>
                    <a:pt x="6774092" y="789452"/>
                  </a:lnTo>
                  <a:lnTo>
                    <a:pt x="6696849" y="786675"/>
                  </a:lnTo>
                  <a:lnTo>
                    <a:pt x="6619605" y="783705"/>
                  </a:lnTo>
                  <a:lnTo>
                    <a:pt x="6542361" y="780527"/>
                  </a:lnTo>
                  <a:lnTo>
                    <a:pt x="6465118" y="777126"/>
                  </a:lnTo>
                  <a:lnTo>
                    <a:pt x="6387874" y="773488"/>
                  </a:lnTo>
                  <a:lnTo>
                    <a:pt x="6310631" y="769596"/>
                  </a:lnTo>
                  <a:lnTo>
                    <a:pt x="6233387" y="765431"/>
                  </a:lnTo>
                  <a:lnTo>
                    <a:pt x="6156144" y="760976"/>
                  </a:lnTo>
                  <a:lnTo>
                    <a:pt x="6078900" y="756209"/>
                  </a:lnTo>
                  <a:lnTo>
                    <a:pt x="6001656" y="751108"/>
                  </a:lnTo>
                  <a:lnTo>
                    <a:pt x="5924413" y="745652"/>
                  </a:lnTo>
                  <a:lnTo>
                    <a:pt x="5847169" y="739813"/>
                  </a:lnTo>
                  <a:lnTo>
                    <a:pt x="5769926" y="733567"/>
                  </a:lnTo>
                  <a:lnTo>
                    <a:pt x="5692682" y="726884"/>
                  </a:lnTo>
                  <a:lnTo>
                    <a:pt x="5615439" y="719734"/>
                  </a:lnTo>
                  <a:lnTo>
                    <a:pt x="5538195" y="712084"/>
                  </a:lnTo>
                  <a:lnTo>
                    <a:pt x="5460951" y="703899"/>
                  </a:lnTo>
                  <a:lnTo>
                    <a:pt x="5383708" y="695142"/>
                  </a:lnTo>
                  <a:lnTo>
                    <a:pt x="5306464" y="685773"/>
                  </a:lnTo>
                  <a:lnTo>
                    <a:pt x="5229221" y="675749"/>
                  </a:lnTo>
                  <a:lnTo>
                    <a:pt x="5151977" y="665025"/>
                  </a:lnTo>
                  <a:lnTo>
                    <a:pt x="5074734" y="653550"/>
                  </a:lnTo>
                  <a:lnTo>
                    <a:pt x="4997490" y="641274"/>
                  </a:lnTo>
                  <a:lnTo>
                    <a:pt x="4920246" y="628140"/>
                  </a:lnTo>
                  <a:lnTo>
                    <a:pt x="4843003" y="614087"/>
                  </a:lnTo>
                  <a:lnTo>
                    <a:pt x="4765759" y="599052"/>
                  </a:lnTo>
                  <a:lnTo>
                    <a:pt x="4688516" y="582966"/>
                  </a:lnTo>
                  <a:lnTo>
                    <a:pt x="4611272" y="565756"/>
                  </a:lnTo>
                  <a:lnTo>
                    <a:pt x="4534029" y="547342"/>
                  </a:lnTo>
                  <a:lnTo>
                    <a:pt x="4456785" y="527642"/>
                  </a:lnTo>
                  <a:lnTo>
                    <a:pt x="4379541" y="506564"/>
                  </a:lnTo>
                  <a:lnTo>
                    <a:pt x="4302298" y="484013"/>
                  </a:lnTo>
                  <a:lnTo>
                    <a:pt x="4225054" y="459885"/>
                  </a:lnTo>
                  <a:lnTo>
                    <a:pt x="4147811" y="434071"/>
                  </a:lnTo>
                  <a:lnTo>
                    <a:pt x="4070567" y="406452"/>
                  </a:lnTo>
                  <a:lnTo>
                    <a:pt x="3993324" y="376903"/>
                  </a:lnTo>
                  <a:lnTo>
                    <a:pt x="3916080" y="345289"/>
                  </a:lnTo>
                  <a:lnTo>
                    <a:pt x="3838836" y="311464"/>
                  </a:lnTo>
                  <a:lnTo>
                    <a:pt x="3761593" y="275275"/>
                  </a:lnTo>
                  <a:lnTo>
                    <a:pt x="3684349" y="236556"/>
                  </a:lnTo>
                  <a:lnTo>
                    <a:pt x="3607106" y="195130"/>
                  </a:lnTo>
                  <a:lnTo>
                    <a:pt x="3529862" y="150809"/>
                  </a:lnTo>
                  <a:lnTo>
                    <a:pt x="3452619" y="103390"/>
                  </a:lnTo>
                  <a:lnTo>
                    <a:pt x="3375375" y="52656"/>
                  </a:lnTo>
                  <a:lnTo>
                    <a:pt x="3298131" y="0"/>
                  </a:lnTo>
                  <a:lnTo>
                    <a:pt x="3220888" y="12197"/>
                  </a:lnTo>
                  <a:lnTo>
                    <a:pt x="3143644" y="24215"/>
                  </a:lnTo>
                  <a:lnTo>
                    <a:pt x="3066401" y="36056"/>
                  </a:lnTo>
                  <a:lnTo>
                    <a:pt x="2989157" y="47722"/>
                  </a:lnTo>
                  <a:lnTo>
                    <a:pt x="2911914" y="59218"/>
                  </a:lnTo>
                  <a:lnTo>
                    <a:pt x="2834670" y="70544"/>
                  </a:lnTo>
                  <a:lnTo>
                    <a:pt x="2757426" y="81703"/>
                  </a:lnTo>
                  <a:lnTo>
                    <a:pt x="2680183" y="92699"/>
                  </a:lnTo>
                  <a:lnTo>
                    <a:pt x="2602939" y="103532"/>
                  </a:lnTo>
                  <a:lnTo>
                    <a:pt x="2525696" y="114207"/>
                  </a:lnTo>
                  <a:lnTo>
                    <a:pt x="2448452" y="124724"/>
                  </a:lnTo>
                  <a:lnTo>
                    <a:pt x="2371209" y="135086"/>
                  </a:lnTo>
                  <a:lnTo>
                    <a:pt x="2293965" y="145297"/>
                  </a:lnTo>
                  <a:lnTo>
                    <a:pt x="2216721" y="155356"/>
                  </a:lnTo>
                  <a:lnTo>
                    <a:pt x="2139478" y="165268"/>
                  </a:lnTo>
                  <a:lnTo>
                    <a:pt x="2062234" y="175034"/>
                  </a:lnTo>
                  <a:lnTo>
                    <a:pt x="1984991" y="184657"/>
                  </a:lnTo>
                  <a:lnTo>
                    <a:pt x="1907747" y="194138"/>
                  </a:lnTo>
                  <a:lnTo>
                    <a:pt x="1830504" y="203479"/>
                  </a:lnTo>
                  <a:lnTo>
                    <a:pt x="1753260" y="212683"/>
                  </a:lnTo>
                  <a:lnTo>
                    <a:pt x="1676016" y="221752"/>
                  </a:lnTo>
                  <a:lnTo>
                    <a:pt x="1598773" y="230687"/>
                  </a:lnTo>
                  <a:lnTo>
                    <a:pt x="1521529" y="239491"/>
                  </a:lnTo>
                  <a:lnTo>
                    <a:pt x="1444286" y="248165"/>
                  </a:lnTo>
                  <a:lnTo>
                    <a:pt x="1367042" y="256712"/>
                  </a:lnTo>
                  <a:lnTo>
                    <a:pt x="1289799" y="265133"/>
                  </a:lnTo>
                  <a:lnTo>
                    <a:pt x="1212555" y="273430"/>
                  </a:lnTo>
                  <a:lnTo>
                    <a:pt x="1135311" y="281605"/>
                  </a:lnTo>
                  <a:lnTo>
                    <a:pt x="1058068" y="289660"/>
                  </a:lnTo>
                  <a:lnTo>
                    <a:pt x="980824" y="297596"/>
                  </a:lnTo>
                  <a:lnTo>
                    <a:pt x="903581" y="305416"/>
                  </a:lnTo>
                  <a:lnTo>
                    <a:pt x="826337" y="313120"/>
                  </a:lnTo>
                  <a:lnTo>
                    <a:pt x="749094" y="320711"/>
                  </a:lnTo>
                  <a:lnTo>
                    <a:pt x="671850" y="328191"/>
                  </a:lnTo>
                  <a:lnTo>
                    <a:pt x="594606" y="335560"/>
                  </a:lnTo>
                  <a:lnTo>
                    <a:pt x="517363" y="342822"/>
                  </a:lnTo>
                  <a:lnTo>
                    <a:pt x="440119" y="349976"/>
                  </a:lnTo>
                  <a:lnTo>
                    <a:pt x="362876" y="357025"/>
                  </a:lnTo>
                  <a:lnTo>
                    <a:pt x="285632" y="363970"/>
                  </a:lnTo>
                  <a:lnTo>
                    <a:pt x="208389" y="370813"/>
                  </a:lnTo>
                  <a:lnTo>
                    <a:pt x="131145" y="377556"/>
                  </a:lnTo>
                  <a:lnTo>
                    <a:pt x="53901" y="384199"/>
                  </a:lnTo>
                  <a:lnTo>
                    <a:pt x="0" y="388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7673"/>
              <a:ext cx="7392041" cy="2354460"/>
            </a:xfrm>
            <a:custGeom>
              <a:avLst/>
              <a:pathLst>
                <a:path w="7392041" h="2354460">
                  <a:moveTo>
                    <a:pt x="0" y="0"/>
                  </a:moveTo>
                  <a:lnTo>
                    <a:pt x="53901" y="46860"/>
                  </a:lnTo>
                  <a:lnTo>
                    <a:pt x="131145" y="112264"/>
                  </a:lnTo>
                  <a:lnTo>
                    <a:pt x="208389" y="175966"/>
                  </a:lnTo>
                  <a:lnTo>
                    <a:pt x="285632" y="238010"/>
                  </a:lnTo>
                  <a:lnTo>
                    <a:pt x="362876" y="298439"/>
                  </a:lnTo>
                  <a:lnTo>
                    <a:pt x="440119" y="357295"/>
                  </a:lnTo>
                  <a:lnTo>
                    <a:pt x="517363" y="414619"/>
                  </a:lnTo>
                  <a:lnTo>
                    <a:pt x="594606" y="470451"/>
                  </a:lnTo>
                  <a:lnTo>
                    <a:pt x="671850" y="524830"/>
                  </a:lnTo>
                  <a:lnTo>
                    <a:pt x="749094" y="577793"/>
                  </a:lnTo>
                  <a:lnTo>
                    <a:pt x="826337" y="629377"/>
                  </a:lnTo>
                  <a:lnTo>
                    <a:pt x="903581" y="679619"/>
                  </a:lnTo>
                  <a:lnTo>
                    <a:pt x="980824" y="728553"/>
                  </a:lnTo>
                  <a:lnTo>
                    <a:pt x="1058068" y="776214"/>
                  </a:lnTo>
                  <a:lnTo>
                    <a:pt x="1135311" y="822634"/>
                  </a:lnTo>
                  <a:lnTo>
                    <a:pt x="1212555" y="867845"/>
                  </a:lnTo>
                  <a:lnTo>
                    <a:pt x="1289799" y="911880"/>
                  </a:lnTo>
                  <a:lnTo>
                    <a:pt x="1367042" y="954768"/>
                  </a:lnTo>
                  <a:lnTo>
                    <a:pt x="1444286" y="996541"/>
                  </a:lnTo>
                  <a:lnTo>
                    <a:pt x="1521529" y="1037225"/>
                  </a:lnTo>
                  <a:lnTo>
                    <a:pt x="1598773" y="1076851"/>
                  </a:lnTo>
                  <a:lnTo>
                    <a:pt x="1676016" y="1115446"/>
                  </a:lnTo>
                  <a:lnTo>
                    <a:pt x="1753260" y="1153035"/>
                  </a:lnTo>
                  <a:lnTo>
                    <a:pt x="1830504" y="1189647"/>
                  </a:lnTo>
                  <a:lnTo>
                    <a:pt x="1907747" y="1225305"/>
                  </a:lnTo>
                  <a:lnTo>
                    <a:pt x="1984991" y="1260036"/>
                  </a:lnTo>
                  <a:lnTo>
                    <a:pt x="2062234" y="1293862"/>
                  </a:lnTo>
                  <a:lnTo>
                    <a:pt x="2139478" y="1326808"/>
                  </a:lnTo>
                  <a:lnTo>
                    <a:pt x="2216721" y="1358896"/>
                  </a:lnTo>
                  <a:lnTo>
                    <a:pt x="2293965" y="1390149"/>
                  </a:lnTo>
                  <a:lnTo>
                    <a:pt x="2371209" y="1420588"/>
                  </a:lnTo>
                  <a:lnTo>
                    <a:pt x="2448452" y="1450235"/>
                  </a:lnTo>
                  <a:lnTo>
                    <a:pt x="2525696" y="1479111"/>
                  </a:lnTo>
                  <a:lnTo>
                    <a:pt x="2602939" y="1507235"/>
                  </a:lnTo>
                  <a:lnTo>
                    <a:pt x="2680183" y="1534626"/>
                  </a:lnTo>
                  <a:lnTo>
                    <a:pt x="2757426" y="1561305"/>
                  </a:lnTo>
                  <a:lnTo>
                    <a:pt x="2834670" y="1587290"/>
                  </a:lnTo>
                  <a:lnTo>
                    <a:pt x="2911914" y="1612598"/>
                  </a:lnTo>
                  <a:lnTo>
                    <a:pt x="2989157" y="1637247"/>
                  </a:lnTo>
                  <a:lnTo>
                    <a:pt x="3066401" y="1661255"/>
                  </a:lnTo>
                  <a:lnTo>
                    <a:pt x="3143644" y="1684637"/>
                  </a:lnTo>
                  <a:lnTo>
                    <a:pt x="3220888" y="1707411"/>
                  </a:lnTo>
                  <a:lnTo>
                    <a:pt x="3298131" y="1729593"/>
                  </a:lnTo>
                  <a:lnTo>
                    <a:pt x="3375375" y="1751197"/>
                  </a:lnTo>
                  <a:lnTo>
                    <a:pt x="3452619" y="1772238"/>
                  </a:lnTo>
                  <a:lnTo>
                    <a:pt x="3529862" y="1792732"/>
                  </a:lnTo>
                  <a:lnTo>
                    <a:pt x="3607106" y="1812693"/>
                  </a:lnTo>
                  <a:lnTo>
                    <a:pt x="3684349" y="1832134"/>
                  </a:lnTo>
                  <a:lnTo>
                    <a:pt x="3761593" y="1851069"/>
                  </a:lnTo>
                  <a:lnTo>
                    <a:pt x="3838836" y="1869511"/>
                  </a:lnTo>
                  <a:lnTo>
                    <a:pt x="3916080" y="1887473"/>
                  </a:lnTo>
                  <a:lnTo>
                    <a:pt x="3993324" y="1904967"/>
                  </a:lnTo>
                  <a:lnTo>
                    <a:pt x="4070567" y="1922006"/>
                  </a:lnTo>
                  <a:lnTo>
                    <a:pt x="4147811" y="1938602"/>
                  </a:lnTo>
                  <a:lnTo>
                    <a:pt x="4225054" y="1954765"/>
                  </a:lnTo>
                  <a:lnTo>
                    <a:pt x="4302298" y="1970508"/>
                  </a:lnTo>
                  <a:lnTo>
                    <a:pt x="4379541" y="1985841"/>
                  </a:lnTo>
                  <a:lnTo>
                    <a:pt x="4456785" y="2000775"/>
                  </a:lnTo>
                  <a:lnTo>
                    <a:pt x="4534029" y="2015320"/>
                  </a:lnTo>
                  <a:lnTo>
                    <a:pt x="4611272" y="2029487"/>
                  </a:lnTo>
                  <a:lnTo>
                    <a:pt x="4688516" y="2043285"/>
                  </a:lnTo>
                  <a:lnTo>
                    <a:pt x="4765759" y="2056724"/>
                  </a:lnTo>
                  <a:lnTo>
                    <a:pt x="4843003" y="2069813"/>
                  </a:lnTo>
                  <a:lnTo>
                    <a:pt x="4920246" y="2082561"/>
                  </a:lnTo>
                  <a:lnTo>
                    <a:pt x="4997490" y="2094977"/>
                  </a:lnTo>
                  <a:lnTo>
                    <a:pt x="5074734" y="2107070"/>
                  </a:lnTo>
                  <a:lnTo>
                    <a:pt x="5151977" y="2118849"/>
                  </a:lnTo>
                  <a:lnTo>
                    <a:pt x="5229221" y="2130321"/>
                  </a:lnTo>
                  <a:lnTo>
                    <a:pt x="5306464" y="2141494"/>
                  </a:lnTo>
                  <a:lnTo>
                    <a:pt x="5383708" y="2152376"/>
                  </a:lnTo>
                  <a:lnTo>
                    <a:pt x="5460951" y="2162976"/>
                  </a:lnTo>
                  <a:lnTo>
                    <a:pt x="5538195" y="2173299"/>
                  </a:lnTo>
                  <a:lnTo>
                    <a:pt x="5615439" y="2183353"/>
                  </a:lnTo>
                  <a:lnTo>
                    <a:pt x="5692682" y="2193146"/>
                  </a:lnTo>
                  <a:lnTo>
                    <a:pt x="5769926" y="2202684"/>
                  </a:lnTo>
                  <a:lnTo>
                    <a:pt x="5847169" y="2211974"/>
                  </a:lnTo>
                  <a:lnTo>
                    <a:pt x="5924413" y="2221022"/>
                  </a:lnTo>
                  <a:lnTo>
                    <a:pt x="6001656" y="2229834"/>
                  </a:lnTo>
                  <a:lnTo>
                    <a:pt x="6078900" y="2238417"/>
                  </a:lnTo>
                  <a:lnTo>
                    <a:pt x="6156144" y="2246777"/>
                  </a:lnTo>
                  <a:lnTo>
                    <a:pt x="6233387" y="2254919"/>
                  </a:lnTo>
                  <a:lnTo>
                    <a:pt x="6310631" y="2262849"/>
                  </a:lnTo>
                  <a:lnTo>
                    <a:pt x="6387874" y="2270572"/>
                  </a:lnTo>
                  <a:lnTo>
                    <a:pt x="6465118" y="2278095"/>
                  </a:lnTo>
                  <a:lnTo>
                    <a:pt x="6542361" y="2285422"/>
                  </a:lnTo>
                  <a:lnTo>
                    <a:pt x="6619605" y="2292558"/>
                  </a:lnTo>
                  <a:lnTo>
                    <a:pt x="6696849" y="2299508"/>
                  </a:lnTo>
                  <a:lnTo>
                    <a:pt x="6774092" y="2306278"/>
                  </a:lnTo>
                  <a:lnTo>
                    <a:pt x="6851336" y="2312871"/>
                  </a:lnTo>
                  <a:lnTo>
                    <a:pt x="6928579" y="2319292"/>
                  </a:lnTo>
                  <a:lnTo>
                    <a:pt x="7005823" y="2325547"/>
                  </a:lnTo>
                  <a:lnTo>
                    <a:pt x="7083066" y="2331638"/>
                  </a:lnTo>
                  <a:lnTo>
                    <a:pt x="7160310" y="2337571"/>
                  </a:lnTo>
                  <a:lnTo>
                    <a:pt x="7237554" y="2343350"/>
                  </a:lnTo>
                  <a:lnTo>
                    <a:pt x="7314797" y="2348978"/>
                  </a:lnTo>
                  <a:lnTo>
                    <a:pt x="7392041" y="2354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(0.84-2.17), p = 0.210  |  per IQR decline (Δ = 0.30): 2.44 (0.61-9.87)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2026-07-01T09:36:59Z</dcterms:modified>
  <cp:category/>
</cp:coreProperties>
</file>