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8867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065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2450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4241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9763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6155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3346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48853"/>
            </a:xfrm>
            <a:custGeom>
              <a:avLst/>
              <a:pathLst>
                <a:path w="6964104" h="1248853">
                  <a:moveTo>
                    <a:pt x="1743855" y="0"/>
                  </a:moveTo>
                  <a:lnTo>
                    <a:pt x="1758612" y="18169"/>
                  </a:lnTo>
                  <a:lnTo>
                    <a:pt x="1828956" y="99122"/>
                  </a:lnTo>
                  <a:lnTo>
                    <a:pt x="1899301" y="174785"/>
                  </a:lnTo>
                  <a:lnTo>
                    <a:pt x="1969645" y="245506"/>
                  </a:lnTo>
                  <a:lnTo>
                    <a:pt x="2039990" y="311606"/>
                  </a:lnTo>
                  <a:lnTo>
                    <a:pt x="2110334" y="373387"/>
                  </a:lnTo>
                  <a:lnTo>
                    <a:pt x="2180679" y="431131"/>
                  </a:lnTo>
                  <a:lnTo>
                    <a:pt x="2251023" y="485103"/>
                  </a:lnTo>
                  <a:lnTo>
                    <a:pt x="2321368" y="535548"/>
                  </a:lnTo>
                  <a:lnTo>
                    <a:pt x="2391712" y="582698"/>
                  </a:lnTo>
                  <a:lnTo>
                    <a:pt x="2462057" y="626767"/>
                  </a:lnTo>
                  <a:lnTo>
                    <a:pt x="2532401" y="667957"/>
                  </a:lnTo>
                  <a:lnTo>
                    <a:pt x="2602746" y="706456"/>
                  </a:lnTo>
                  <a:lnTo>
                    <a:pt x="2673090" y="742439"/>
                  </a:lnTo>
                  <a:lnTo>
                    <a:pt x="2743435" y="776071"/>
                  </a:lnTo>
                  <a:lnTo>
                    <a:pt x="2813779" y="807506"/>
                  </a:lnTo>
                  <a:lnTo>
                    <a:pt x="2884124" y="836887"/>
                  </a:lnTo>
                  <a:lnTo>
                    <a:pt x="2954468" y="864349"/>
                  </a:lnTo>
                  <a:lnTo>
                    <a:pt x="3024813" y="890016"/>
                  </a:lnTo>
                  <a:lnTo>
                    <a:pt x="3095157" y="914006"/>
                  </a:lnTo>
                  <a:lnTo>
                    <a:pt x="3165502" y="936429"/>
                  </a:lnTo>
                  <a:lnTo>
                    <a:pt x="3235846" y="957387"/>
                  </a:lnTo>
                  <a:lnTo>
                    <a:pt x="3306191" y="953506"/>
                  </a:lnTo>
                  <a:lnTo>
                    <a:pt x="3376535" y="948972"/>
                  </a:lnTo>
                  <a:lnTo>
                    <a:pt x="3446880" y="944370"/>
                  </a:lnTo>
                  <a:lnTo>
                    <a:pt x="3517224" y="939699"/>
                  </a:lnTo>
                  <a:lnTo>
                    <a:pt x="3587569" y="934959"/>
                  </a:lnTo>
                  <a:lnTo>
                    <a:pt x="3657913" y="930148"/>
                  </a:lnTo>
                  <a:lnTo>
                    <a:pt x="3728257" y="925265"/>
                  </a:lnTo>
                  <a:lnTo>
                    <a:pt x="3798602" y="920310"/>
                  </a:lnTo>
                  <a:lnTo>
                    <a:pt x="3868946" y="915280"/>
                  </a:lnTo>
                  <a:lnTo>
                    <a:pt x="3939291" y="910175"/>
                  </a:lnTo>
                  <a:lnTo>
                    <a:pt x="4009635" y="904994"/>
                  </a:lnTo>
                  <a:lnTo>
                    <a:pt x="4079980" y="899736"/>
                  </a:lnTo>
                  <a:lnTo>
                    <a:pt x="4150324" y="894399"/>
                  </a:lnTo>
                  <a:lnTo>
                    <a:pt x="4220669" y="888982"/>
                  </a:lnTo>
                  <a:lnTo>
                    <a:pt x="4291013" y="883485"/>
                  </a:lnTo>
                  <a:lnTo>
                    <a:pt x="4361358" y="877905"/>
                  </a:lnTo>
                  <a:lnTo>
                    <a:pt x="4431702" y="872242"/>
                  </a:lnTo>
                  <a:lnTo>
                    <a:pt x="4502047" y="866495"/>
                  </a:lnTo>
                  <a:lnTo>
                    <a:pt x="4572391" y="860662"/>
                  </a:lnTo>
                  <a:lnTo>
                    <a:pt x="4642736" y="854742"/>
                  </a:lnTo>
                  <a:lnTo>
                    <a:pt x="4713080" y="848733"/>
                  </a:lnTo>
                  <a:lnTo>
                    <a:pt x="4783425" y="842635"/>
                  </a:lnTo>
                  <a:lnTo>
                    <a:pt x="4853769" y="836445"/>
                  </a:lnTo>
                  <a:lnTo>
                    <a:pt x="4924114" y="830163"/>
                  </a:lnTo>
                  <a:lnTo>
                    <a:pt x="4994458" y="823788"/>
                  </a:lnTo>
                  <a:lnTo>
                    <a:pt x="5064803" y="817317"/>
                  </a:lnTo>
                  <a:lnTo>
                    <a:pt x="5135147" y="810750"/>
                  </a:lnTo>
                  <a:lnTo>
                    <a:pt x="5205492" y="804084"/>
                  </a:lnTo>
                  <a:lnTo>
                    <a:pt x="5275836" y="797319"/>
                  </a:lnTo>
                  <a:lnTo>
                    <a:pt x="5346181" y="790453"/>
                  </a:lnTo>
                  <a:lnTo>
                    <a:pt x="5416525" y="783485"/>
                  </a:lnTo>
                  <a:lnTo>
                    <a:pt x="5486870" y="776412"/>
                  </a:lnTo>
                  <a:lnTo>
                    <a:pt x="5557214" y="769234"/>
                  </a:lnTo>
                  <a:lnTo>
                    <a:pt x="5627559" y="761949"/>
                  </a:lnTo>
                  <a:lnTo>
                    <a:pt x="5697903" y="754555"/>
                  </a:lnTo>
                  <a:lnTo>
                    <a:pt x="5768248" y="747051"/>
                  </a:lnTo>
                  <a:lnTo>
                    <a:pt x="5838592" y="739434"/>
                  </a:lnTo>
                  <a:lnTo>
                    <a:pt x="5908937" y="731704"/>
                  </a:lnTo>
                  <a:lnTo>
                    <a:pt x="5979281" y="723858"/>
                  </a:lnTo>
                  <a:lnTo>
                    <a:pt x="6049626" y="715896"/>
                  </a:lnTo>
                  <a:lnTo>
                    <a:pt x="6119970" y="707814"/>
                  </a:lnTo>
                  <a:lnTo>
                    <a:pt x="6190315" y="699612"/>
                  </a:lnTo>
                  <a:lnTo>
                    <a:pt x="6260659" y="691287"/>
                  </a:lnTo>
                  <a:lnTo>
                    <a:pt x="6331004" y="682838"/>
                  </a:lnTo>
                  <a:lnTo>
                    <a:pt x="6401348" y="674263"/>
                  </a:lnTo>
                  <a:lnTo>
                    <a:pt x="6471693" y="665560"/>
                  </a:lnTo>
                  <a:lnTo>
                    <a:pt x="6542037" y="656727"/>
                  </a:lnTo>
                  <a:lnTo>
                    <a:pt x="6612382" y="647762"/>
                  </a:lnTo>
                  <a:lnTo>
                    <a:pt x="6682726" y="638663"/>
                  </a:lnTo>
                  <a:lnTo>
                    <a:pt x="6753071" y="629429"/>
                  </a:lnTo>
                  <a:lnTo>
                    <a:pt x="6823415" y="620056"/>
                  </a:lnTo>
                  <a:lnTo>
                    <a:pt x="6893760" y="610544"/>
                  </a:lnTo>
                  <a:lnTo>
                    <a:pt x="6964104" y="600889"/>
                  </a:lnTo>
                  <a:lnTo>
                    <a:pt x="6964104" y="1248853"/>
                  </a:lnTo>
                  <a:lnTo>
                    <a:pt x="6893760" y="1248270"/>
                  </a:lnTo>
                  <a:lnTo>
                    <a:pt x="6823415" y="1247645"/>
                  </a:lnTo>
                  <a:lnTo>
                    <a:pt x="6753071" y="1246977"/>
                  </a:lnTo>
                  <a:lnTo>
                    <a:pt x="6682726" y="1246263"/>
                  </a:lnTo>
                  <a:lnTo>
                    <a:pt x="6612382" y="1245498"/>
                  </a:lnTo>
                  <a:lnTo>
                    <a:pt x="6542037" y="1244680"/>
                  </a:lnTo>
                  <a:lnTo>
                    <a:pt x="6471693" y="1243805"/>
                  </a:lnTo>
                  <a:lnTo>
                    <a:pt x="6401348" y="1242868"/>
                  </a:lnTo>
                  <a:lnTo>
                    <a:pt x="6331004" y="1241866"/>
                  </a:lnTo>
                  <a:lnTo>
                    <a:pt x="6260659" y="1240794"/>
                  </a:lnTo>
                  <a:lnTo>
                    <a:pt x="6190315" y="1239647"/>
                  </a:lnTo>
                  <a:lnTo>
                    <a:pt x="6119970" y="1238420"/>
                  </a:lnTo>
                  <a:lnTo>
                    <a:pt x="6049626" y="1237107"/>
                  </a:lnTo>
                  <a:lnTo>
                    <a:pt x="5979281" y="1235702"/>
                  </a:lnTo>
                  <a:lnTo>
                    <a:pt x="5908937" y="1234200"/>
                  </a:lnTo>
                  <a:lnTo>
                    <a:pt x="5838592" y="1232592"/>
                  </a:lnTo>
                  <a:lnTo>
                    <a:pt x="5768248" y="1230871"/>
                  </a:lnTo>
                  <a:lnTo>
                    <a:pt x="5697903" y="1229031"/>
                  </a:lnTo>
                  <a:lnTo>
                    <a:pt x="5627559" y="1227062"/>
                  </a:lnTo>
                  <a:lnTo>
                    <a:pt x="5557214" y="1224955"/>
                  </a:lnTo>
                  <a:lnTo>
                    <a:pt x="5486870" y="1222700"/>
                  </a:lnTo>
                  <a:lnTo>
                    <a:pt x="5416525" y="1220289"/>
                  </a:lnTo>
                  <a:lnTo>
                    <a:pt x="5346181" y="1217708"/>
                  </a:lnTo>
                  <a:lnTo>
                    <a:pt x="5275836" y="1214948"/>
                  </a:lnTo>
                  <a:lnTo>
                    <a:pt x="5205492" y="1211994"/>
                  </a:lnTo>
                  <a:lnTo>
                    <a:pt x="5135147" y="1208834"/>
                  </a:lnTo>
                  <a:lnTo>
                    <a:pt x="5064803" y="1205453"/>
                  </a:lnTo>
                  <a:lnTo>
                    <a:pt x="4994458" y="1201835"/>
                  </a:lnTo>
                  <a:lnTo>
                    <a:pt x="4924114" y="1197965"/>
                  </a:lnTo>
                  <a:lnTo>
                    <a:pt x="4853769" y="1193824"/>
                  </a:lnTo>
                  <a:lnTo>
                    <a:pt x="4783425" y="1189394"/>
                  </a:lnTo>
                  <a:lnTo>
                    <a:pt x="4713080" y="1184654"/>
                  </a:lnTo>
                  <a:lnTo>
                    <a:pt x="4642736" y="1179583"/>
                  </a:lnTo>
                  <a:lnTo>
                    <a:pt x="4572391" y="1174157"/>
                  </a:lnTo>
                  <a:lnTo>
                    <a:pt x="4502047" y="1168352"/>
                  </a:lnTo>
                  <a:lnTo>
                    <a:pt x="4431702" y="1162141"/>
                  </a:lnTo>
                  <a:lnTo>
                    <a:pt x="4361358" y="1155496"/>
                  </a:lnTo>
                  <a:lnTo>
                    <a:pt x="4291013" y="1148387"/>
                  </a:lnTo>
                  <a:lnTo>
                    <a:pt x="4220669" y="1140780"/>
                  </a:lnTo>
                  <a:lnTo>
                    <a:pt x="4150324" y="1132642"/>
                  </a:lnTo>
                  <a:lnTo>
                    <a:pt x="4079980" y="1123935"/>
                  </a:lnTo>
                  <a:lnTo>
                    <a:pt x="4009635" y="1114619"/>
                  </a:lnTo>
                  <a:lnTo>
                    <a:pt x="3939291" y="1104653"/>
                  </a:lnTo>
                  <a:lnTo>
                    <a:pt x="3868946" y="1093989"/>
                  </a:lnTo>
                  <a:lnTo>
                    <a:pt x="3798602" y="1082580"/>
                  </a:lnTo>
                  <a:lnTo>
                    <a:pt x="3728257" y="1070373"/>
                  </a:lnTo>
                  <a:lnTo>
                    <a:pt x="3657913" y="1057314"/>
                  </a:lnTo>
                  <a:lnTo>
                    <a:pt x="3587569" y="1043341"/>
                  </a:lnTo>
                  <a:lnTo>
                    <a:pt x="3517224" y="1028391"/>
                  </a:lnTo>
                  <a:lnTo>
                    <a:pt x="3446880" y="1012397"/>
                  </a:lnTo>
                  <a:lnTo>
                    <a:pt x="3376535" y="995284"/>
                  </a:lnTo>
                  <a:lnTo>
                    <a:pt x="3306191" y="976976"/>
                  </a:lnTo>
                  <a:lnTo>
                    <a:pt x="3235846" y="957973"/>
                  </a:lnTo>
                  <a:lnTo>
                    <a:pt x="3165502" y="962375"/>
                  </a:lnTo>
                  <a:lnTo>
                    <a:pt x="3095157" y="966712"/>
                  </a:lnTo>
                  <a:lnTo>
                    <a:pt x="3024813" y="970985"/>
                  </a:lnTo>
                  <a:lnTo>
                    <a:pt x="2954468" y="975195"/>
                  </a:lnTo>
                  <a:lnTo>
                    <a:pt x="2884124" y="979344"/>
                  </a:lnTo>
                  <a:lnTo>
                    <a:pt x="2813779" y="983431"/>
                  </a:lnTo>
                  <a:lnTo>
                    <a:pt x="2743435" y="987458"/>
                  </a:lnTo>
                  <a:lnTo>
                    <a:pt x="2673090" y="991426"/>
                  </a:lnTo>
                  <a:lnTo>
                    <a:pt x="2602746" y="995336"/>
                  </a:lnTo>
                  <a:lnTo>
                    <a:pt x="2532401" y="999188"/>
                  </a:lnTo>
                  <a:lnTo>
                    <a:pt x="2462057" y="1002983"/>
                  </a:lnTo>
                  <a:lnTo>
                    <a:pt x="2391712" y="1006723"/>
                  </a:lnTo>
                  <a:lnTo>
                    <a:pt x="2321368" y="1010408"/>
                  </a:lnTo>
                  <a:lnTo>
                    <a:pt x="2251023" y="1014038"/>
                  </a:lnTo>
                  <a:lnTo>
                    <a:pt x="2180679" y="1017615"/>
                  </a:lnTo>
                  <a:lnTo>
                    <a:pt x="2110334" y="1021139"/>
                  </a:lnTo>
                  <a:lnTo>
                    <a:pt x="2039990" y="1024612"/>
                  </a:lnTo>
                  <a:lnTo>
                    <a:pt x="1969645" y="1028033"/>
                  </a:lnTo>
                  <a:lnTo>
                    <a:pt x="1899301" y="1031404"/>
                  </a:lnTo>
                  <a:lnTo>
                    <a:pt x="1828956" y="1034726"/>
                  </a:lnTo>
                  <a:lnTo>
                    <a:pt x="1758612" y="1037998"/>
                  </a:lnTo>
                  <a:lnTo>
                    <a:pt x="1688267" y="1041223"/>
                  </a:lnTo>
                  <a:lnTo>
                    <a:pt x="1617923" y="1044400"/>
                  </a:lnTo>
                  <a:lnTo>
                    <a:pt x="1547578" y="1047530"/>
                  </a:lnTo>
                  <a:lnTo>
                    <a:pt x="1477234" y="1050615"/>
                  </a:lnTo>
                  <a:lnTo>
                    <a:pt x="1406889" y="1053654"/>
                  </a:lnTo>
                  <a:lnTo>
                    <a:pt x="1336545" y="1056648"/>
                  </a:lnTo>
                  <a:lnTo>
                    <a:pt x="1266200" y="1059598"/>
                  </a:lnTo>
                  <a:lnTo>
                    <a:pt x="1195856" y="1062505"/>
                  </a:lnTo>
                  <a:lnTo>
                    <a:pt x="1125511" y="1065369"/>
                  </a:lnTo>
                  <a:lnTo>
                    <a:pt x="1055167" y="1068191"/>
                  </a:lnTo>
                  <a:lnTo>
                    <a:pt x="984822" y="1070971"/>
                  </a:lnTo>
                  <a:lnTo>
                    <a:pt x="914478" y="1073711"/>
                  </a:lnTo>
                  <a:lnTo>
                    <a:pt x="844133" y="1076410"/>
                  </a:lnTo>
                  <a:lnTo>
                    <a:pt x="773789" y="1079069"/>
                  </a:lnTo>
                  <a:lnTo>
                    <a:pt x="703444" y="1081690"/>
                  </a:lnTo>
                  <a:lnTo>
                    <a:pt x="633100" y="1084271"/>
                  </a:lnTo>
                  <a:lnTo>
                    <a:pt x="562755" y="1086815"/>
                  </a:lnTo>
                  <a:lnTo>
                    <a:pt x="492411" y="1089322"/>
                  </a:lnTo>
                  <a:lnTo>
                    <a:pt x="422066" y="1091791"/>
                  </a:lnTo>
                  <a:lnTo>
                    <a:pt x="351722" y="1094224"/>
                  </a:lnTo>
                  <a:lnTo>
                    <a:pt x="281377" y="1096622"/>
                  </a:lnTo>
                  <a:lnTo>
                    <a:pt x="211033" y="1098984"/>
                  </a:lnTo>
                  <a:lnTo>
                    <a:pt x="140688" y="1101311"/>
                  </a:lnTo>
                  <a:lnTo>
                    <a:pt x="70344" y="1103605"/>
                  </a:lnTo>
                  <a:lnTo>
                    <a:pt x="0" y="11058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79167" y="2143092"/>
              <a:ext cx="5220248" cy="957387"/>
            </a:xfrm>
            <a:custGeom>
              <a:avLst/>
              <a:pathLst>
                <a:path w="5220248" h="957387">
                  <a:moveTo>
                    <a:pt x="0" y="0"/>
                  </a:moveTo>
                  <a:lnTo>
                    <a:pt x="14756" y="18169"/>
                  </a:lnTo>
                  <a:lnTo>
                    <a:pt x="85101" y="99122"/>
                  </a:lnTo>
                  <a:lnTo>
                    <a:pt x="155445" y="174785"/>
                  </a:lnTo>
                  <a:lnTo>
                    <a:pt x="225790" y="245506"/>
                  </a:lnTo>
                  <a:lnTo>
                    <a:pt x="296134" y="311606"/>
                  </a:lnTo>
                  <a:lnTo>
                    <a:pt x="366479" y="373387"/>
                  </a:lnTo>
                  <a:lnTo>
                    <a:pt x="436823" y="431131"/>
                  </a:lnTo>
                  <a:lnTo>
                    <a:pt x="507168" y="485103"/>
                  </a:lnTo>
                  <a:lnTo>
                    <a:pt x="577512" y="535548"/>
                  </a:lnTo>
                  <a:lnTo>
                    <a:pt x="647857" y="582698"/>
                  </a:lnTo>
                  <a:lnTo>
                    <a:pt x="718201" y="626767"/>
                  </a:lnTo>
                  <a:lnTo>
                    <a:pt x="788546" y="667957"/>
                  </a:lnTo>
                  <a:lnTo>
                    <a:pt x="858890" y="706456"/>
                  </a:lnTo>
                  <a:lnTo>
                    <a:pt x="929235" y="742439"/>
                  </a:lnTo>
                  <a:lnTo>
                    <a:pt x="999579" y="776071"/>
                  </a:lnTo>
                  <a:lnTo>
                    <a:pt x="1069924" y="807506"/>
                  </a:lnTo>
                  <a:lnTo>
                    <a:pt x="1140268" y="836887"/>
                  </a:lnTo>
                  <a:lnTo>
                    <a:pt x="1210613" y="864349"/>
                  </a:lnTo>
                  <a:lnTo>
                    <a:pt x="1280957" y="890016"/>
                  </a:lnTo>
                  <a:lnTo>
                    <a:pt x="1351302" y="914006"/>
                  </a:lnTo>
                  <a:lnTo>
                    <a:pt x="1421646" y="936429"/>
                  </a:lnTo>
                  <a:lnTo>
                    <a:pt x="1491991" y="957387"/>
                  </a:lnTo>
                  <a:lnTo>
                    <a:pt x="1562335" y="953506"/>
                  </a:lnTo>
                  <a:lnTo>
                    <a:pt x="1632679" y="948972"/>
                  </a:lnTo>
                  <a:lnTo>
                    <a:pt x="1703024" y="944370"/>
                  </a:lnTo>
                  <a:lnTo>
                    <a:pt x="1773368" y="939699"/>
                  </a:lnTo>
                  <a:lnTo>
                    <a:pt x="1843713" y="934959"/>
                  </a:lnTo>
                  <a:lnTo>
                    <a:pt x="1914057" y="930148"/>
                  </a:lnTo>
                  <a:lnTo>
                    <a:pt x="1984402" y="925265"/>
                  </a:lnTo>
                  <a:lnTo>
                    <a:pt x="2054746" y="920310"/>
                  </a:lnTo>
                  <a:lnTo>
                    <a:pt x="2125091" y="915280"/>
                  </a:lnTo>
                  <a:lnTo>
                    <a:pt x="2195435" y="910175"/>
                  </a:lnTo>
                  <a:lnTo>
                    <a:pt x="2265780" y="904994"/>
                  </a:lnTo>
                  <a:lnTo>
                    <a:pt x="2336124" y="899736"/>
                  </a:lnTo>
                  <a:lnTo>
                    <a:pt x="2406469" y="894399"/>
                  </a:lnTo>
                  <a:lnTo>
                    <a:pt x="2476813" y="888982"/>
                  </a:lnTo>
                  <a:lnTo>
                    <a:pt x="2547158" y="883485"/>
                  </a:lnTo>
                  <a:lnTo>
                    <a:pt x="2617502" y="877905"/>
                  </a:lnTo>
                  <a:lnTo>
                    <a:pt x="2687847" y="872242"/>
                  </a:lnTo>
                  <a:lnTo>
                    <a:pt x="2758191" y="866495"/>
                  </a:lnTo>
                  <a:lnTo>
                    <a:pt x="2828536" y="860662"/>
                  </a:lnTo>
                  <a:lnTo>
                    <a:pt x="2898880" y="854742"/>
                  </a:lnTo>
                  <a:lnTo>
                    <a:pt x="2969225" y="848733"/>
                  </a:lnTo>
                  <a:lnTo>
                    <a:pt x="3039569" y="842635"/>
                  </a:lnTo>
                  <a:lnTo>
                    <a:pt x="3109914" y="836445"/>
                  </a:lnTo>
                  <a:lnTo>
                    <a:pt x="3180258" y="830163"/>
                  </a:lnTo>
                  <a:lnTo>
                    <a:pt x="3250603" y="823788"/>
                  </a:lnTo>
                  <a:lnTo>
                    <a:pt x="3320947" y="817317"/>
                  </a:lnTo>
                  <a:lnTo>
                    <a:pt x="3391292" y="810750"/>
                  </a:lnTo>
                  <a:lnTo>
                    <a:pt x="3461636" y="804084"/>
                  </a:lnTo>
                  <a:lnTo>
                    <a:pt x="3531981" y="797319"/>
                  </a:lnTo>
                  <a:lnTo>
                    <a:pt x="3602325" y="790453"/>
                  </a:lnTo>
                  <a:lnTo>
                    <a:pt x="3672670" y="783485"/>
                  </a:lnTo>
                  <a:lnTo>
                    <a:pt x="3743014" y="776412"/>
                  </a:lnTo>
                  <a:lnTo>
                    <a:pt x="3813359" y="769234"/>
                  </a:lnTo>
                  <a:lnTo>
                    <a:pt x="3883703" y="761949"/>
                  </a:lnTo>
                  <a:lnTo>
                    <a:pt x="3954048" y="754555"/>
                  </a:lnTo>
                  <a:lnTo>
                    <a:pt x="4024392" y="747051"/>
                  </a:lnTo>
                  <a:lnTo>
                    <a:pt x="4094737" y="739434"/>
                  </a:lnTo>
                  <a:lnTo>
                    <a:pt x="4165081" y="731704"/>
                  </a:lnTo>
                  <a:lnTo>
                    <a:pt x="4235426" y="723858"/>
                  </a:lnTo>
                  <a:lnTo>
                    <a:pt x="4305770" y="715896"/>
                  </a:lnTo>
                  <a:lnTo>
                    <a:pt x="4376115" y="707814"/>
                  </a:lnTo>
                  <a:lnTo>
                    <a:pt x="4446459" y="699612"/>
                  </a:lnTo>
                  <a:lnTo>
                    <a:pt x="4516804" y="691287"/>
                  </a:lnTo>
                  <a:lnTo>
                    <a:pt x="4587148" y="682838"/>
                  </a:lnTo>
                  <a:lnTo>
                    <a:pt x="4657493" y="674263"/>
                  </a:lnTo>
                  <a:lnTo>
                    <a:pt x="4727837" y="665560"/>
                  </a:lnTo>
                  <a:lnTo>
                    <a:pt x="4798182" y="656727"/>
                  </a:lnTo>
                  <a:lnTo>
                    <a:pt x="4868526" y="647762"/>
                  </a:lnTo>
                  <a:lnTo>
                    <a:pt x="4938871" y="638663"/>
                  </a:lnTo>
                  <a:lnTo>
                    <a:pt x="5009215" y="629429"/>
                  </a:lnTo>
                  <a:lnTo>
                    <a:pt x="5079560" y="620056"/>
                  </a:lnTo>
                  <a:lnTo>
                    <a:pt x="5149904" y="610544"/>
                  </a:lnTo>
                  <a:lnTo>
                    <a:pt x="5220248" y="6008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3101065"/>
              <a:ext cx="6964104" cy="290880"/>
            </a:xfrm>
            <a:custGeom>
              <a:avLst/>
              <a:pathLst>
                <a:path w="6964104" h="290880">
                  <a:moveTo>
                    <a:pt x="6964104" y="290880"/>
                  </a:moveTo>
                  <a:lnTo>
                    <a:pt x="6893760" y="290296"/>
                  </a:lnTo>
                  <a:lnTo>
                    <a:pt x="6823415" y="289672"/>
                  </a:lnTo>
                  <a:lnTo>
                    <a:pt x="6753071" y="289004"/>
                  </a:lnTo>
                  <a:lnTo>
                    <a:pt x="6682726" y="288289"/>
                  </a:lnTo>
                  <a:lnTo>
                    <a:pt x="6612382" y="287524"/>
                  </a:lnTo>
                  <a:lnTo>
                    <a:pt x="6542037" y="286706"/>
                  </a:lnTo>
                  <a:lnTo>
                    <a:pt x="6471693" y="285831"/>
                  </a:lnTo>
                  <a:lnTo>
                    <a:pt x="6401348" y="284894"/>
                  </a:lnTo>
                  <a:lnTo>
                    <a:pt x="6331004" y="283892"/>
                  </a:lnTo>
                  <a:lnTo>
                    <a:pt x="6260659" y="282820"/>
                  </a:lnTo>
                  <a:lnTo>
                    <a:pt x="6190315" y="281673"/>
                  </a:lnTo>
                  <a:lnTo>
                    <a:pt x="6119970" y="280446"/>
                  </a:lnTo>
                  <a:lnTo>
                    <a:pt x="6049626" y="279133"/>
                  </a:lnTo>
                  <a:lnTo>
                    <a:pt x="5979281" y="277729"/>
                  </a:lnTo>
                  <a:lnTo>
                    <a:pt x="5908937" y="276226"/>
                  </a:lnTo>
                  <a:lnTo>
                    <a:pt x="5838592" y="274618"/>
                  </a:lnTo>
                  <a:lnTo>
                    <a:pt x="5768248" y="272898"/>
                  </a:lnTo>
                  <a:lnTo>
                    <a:pt x="5697903" y="271057"/>
                  </a:lnTo>
                  <a:lnTo>
                    <a:pt x="5627559" y="269088"/>
                  </a:lnTo>
                  <a:lnTo>
                    <a:pt x="5557214" y="266981"/>
                  </a:lnTo>
                  <a:lnTo>
                    <a:pt x="5486870" y="264727"/>
                  </a:lnTo>
                  <a:lnTo>
                    <a:pt x="5416525" y="262315"/>
                  </a:lnTo>
                  <a:lnTo>
                    <a:pt x="5346181" y="259735"/>
                  </a:lnTo>
                  <a:lnTo>
                    <a:pt x="5275836" y="256974"/>
                  </a:lnTo>
                  <a:lnTo>
                    <a:pt x="5205492" y="254020"/>
                  </a:lnTo>
                  <a:lnTo>
                    <a:pt x="5135147" y="250860"/>
                  </a:lnTo>
                  <a:lnTo>
                    <a:pt x="5064803" y="247479"/>
                  </a:lnTo>
                  <a:lnTo>
                    <a:pt x="4994458" y="243862"/>
                  </a:lnTo>
                  <a:lnTo>
                    <a:pt x="4924114" y="239991"/>
                  </a:lnTo>
                  <a:lnTo>
                    <a:pt x="4853769" y="235851"/>
                  </a:lnTo>
                  <a:lnTo>
                    <a:pt x="4783425" y="231420"/>
                  </a:lnTo>
                  <a:lnTo>
                    <a:pt x="4713080" y="226680"/>
                  </a:lnTo>
                  <a:lnTo>
                    <a:pt x="4642736" y="221609"/>
                  </a:lnTo>
                  <a:lnTo>
                    <a:pt x="4572391" y="216183"/>
                  </a:lnTo>
                  <a:lnTo>
                    <a:pt x="4502047" y="210378"/>
                  </a:lnTo>
                  <a:lnTo>
                    <a:pt x="4431702" y="204168"/>
                  </a:lnTo>
                  <a:lnTo>
                    <a:pt x="4361358" y="197523"/>
                  </a:lnTo>
                  <a:lnTo>
                    <a:pt x="4291013" y="190413"/>
                  </a:lnTo>
                  <a:lnTo>
                    <a:pt x="4220669" y="182807"/>
                  </a:lnTo>
                  <a:lnTo>
                    <a:pt x="4150324" y="174668"/>
                  </a:lnTo>
                  <a:lnTo>
                    <a:pt x="4079980" y="165961"/>
                  </a:lnTo>
                  <a:lnTo>
                    <a:pt x="4009635" y="156646"/>
                  </a:lnTo>
                  <a:lnTo>
                    <a:pt x="3939291" y="146679"/>
                  </a:lnTo>
                  <a:lnTo>
                    <a:pt x="3868946" y="136015"/>
                  </a:lnTo>
                  <a:lnTo>
                    <a:pt x="3798602" y="124606"/>
                  </a:lnTo>
                  <a:lnTo>
                    <a:pt x="3728257" y="112400"/>
                  </a:lnTo>
                  <a:lnTo>
                    <a:pt x="3657913" y="99340"/>
                  </a:lnTo>
                  <a:lnTo>
                    <a:pt x="3587569" y="85367"/>
                  </a:lnTo>
                  <a:lnTo>
                    <a:pt x="3517224" y="70418"/>
                  </a:lnTo>
                  <a:lnTo>
                    <a:pt x="3446880" y="54423"/>
                  </a:lnTo>
                  <a:lnTo>
                    <a:pt x="3376535" y="37311"/>
                  </a:lnTo>
                  <a:lnTo>
                    <a:pt x="3306191" y="19002"/>
                  </a:lnTo>
                  <a:lnTo>
                    <a:pt x="3235846" y="0"/>
                  </a:lnTo>
                  <a:lnTo>
                    <a:pt x="3165502" y="4401"/>
                  </a:lnTo>
                  <a:lnTo>
                    <a:pt x="3095157" y="8738"/>
                  </a:lnTo>
                  <a:lnTo>
                    <a:pt x="3024813" y="13011"/>
                  </a:lnTo>
                  <a:lnTo>
                    <a:pt x="2954468" y="17222"/>
                  </a:lnTo>
                  <a:lnTo>
                    <a:pt x="2884124" y="21370"/>
                  </a:lnTo>
                  <a:lnTo>
                    <a:pt x="2813779" y="25457"/>
                  </a:lnTo>
                  <a:lnTo>
                    <a:pt x="2743435" y="29485"/>
                  </a:lnTo>
                  <a:lnTo>
                    <a:pt x="2673090" y="33452"/>
                  </a:lnTo>
                  <a:lnTo>
                    <a:pt x="2602746" y="37362"/>
                  </a:lnTo>
                  <a:lnTo>
                    <a:pt x="2532401" y="41214"/>
                  </a:lnTo>
                  <a:lnTo>
                    <a:pt x="2462057" y="45010"/>
                  </a:lnTo>
                  <a:lnTo>
                    <a:pt x="2391712" y="48749"/>
                  </a:lnTo>
                  <a:lnTo>
                    <a:pt x="2321368" y="52434"/>
                  </a:lnTo>
                  <a:lnTo>
                    <a:pt x="2251023" y="56064"/>
                  </a:lnTo>
                  <a:lnTo>
                    <a:pt x="2180679" y="59641"/>
                  </a:lnTo>
                  <a:lnTo>
                    <a:pt x="2110334" y="63165"/>
                  </a:lnTo>
                  <a:lnTo>
                    <a:pt x="2039990" y="66638"/>
                  </a:lnTo>
                  <a:lnTo>
                    <a:pt x="1969645" y="70059"/>
                  </a:lnTo>
                  <a:lnTo>
                    <a:pt x="1899301" y="73431"/>
                  </a:lnTo>
                  <a:lnTo>
                    <a:pt x="1828956" y="76752"/>
                  </a:lnTo>
                  <a:lnTo>
                    <a:pt x="1758612" y="80025"/>
                  </a:lnTo>
                  <a:lnTo>
                    <a:pt x="1688267" y="83249"/>
                  </a:lnTo>
                  <a:lnTo>
                    <a:pt x="1617923" y="86426"/>
                  </a:lnTo>
                  <a:lnTo>
                    <a:pt x="1547578" y="89557"/>
                  </a:lnTo>
                  <a:lnTo>
                    <a:pt x="1477234" y="92641"/>
                  </a:lnTo>
                  <a:lnTo>
                    <a:pt x="1406889" y="95680"/>
                  </a:lnTo>
                  <a:lnTo>
                    <a:pt x="1336545" y="98674"/>
                  </a:lnTo>
                  <a:lnTo>
                    <a:pt x="1266200" y="101624"/>
                  </a:lnTo>
                  <a:lnTo>
                    <a:pt x="1195856" y="104531"/>
                  </a:lnTo>
                  <a:lnTo>
                    <a:pt x="1125511" y="107395"/>
                  </a:lnTo>
                  <a:lnTo>
                    <a:pt x="1055167" y="110217"/>
                  </a:lnTo>
                  <a:lnTo>
                    <a:pt x="984822" y="112997"/>
                  </a:lnTo>
                  <a:lnTo>
                    <a:pt x="914478" y="115737"/>
                  </a:lnTo>
                  <a:lnTo>
                    <a:pt x="844133" y="118436"/>
                  </a:lnTo>
                  <a:lnTo>
                    <a:pt x="773789" y="121096"/>
                  </a:lnTo>
                  <a:lnTo>
                    <a:pt x="703444" y="123716"/>
                  </a:lnTo>
                  <a:lnTo>
                    <a:pt x="633100" y="126298"/>
                  </a:lnTo>
                  <a:lnTo>
                    <a:pt x="562755" y="128842"/>
                  </a:lnTo>
                  <a:lnTo>
                    <a:pt x="492411" y="131348"/>
                  </a:lnTo>
                  <a:lnTo>
                    <a:pt x="422066" y="133817"/>
                  </a:lnTo>
                  <a:lnTo>
                    <a:pt x="351722" y="136251"/>
                  </a:lnTo>
                  <a:lnTo>
                    <a:pt x="281377" y="138648"/>
                  </a:lnTo>
                  <a:lnTo>
                    <a:pt x="211033" y="141010"/>
                  </a:lnTo>
                  <a:lnTo>
                    <a:pt x="140688" y="143338"/>
                  </a:lnTo>
                  <a:lnTo>
                    <a:pt x="70344" y="145631"/>
                  </a:lnTo>
                  <a:lnTo>
                    <a:pt x="0" y="1478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392623"/>
              <a:ext cx="6964104" cy="933649"/>
            </a:xfrm>
            <a:custGeom>
              <a:avLst/>
              <a:pathLst>
                <a:path w="6964104" h="933649">
                  <a:moveTo>
                    <a:pt x="0" y="0"/>
                  </a:moveTo>
                  <a:lnTo>
                    <a:pt x="70344" y="26229"/>
                  </a:lnTo>
                  <a:lnTo>
                    <a:pt x="140688" y="51775"/>
                  </a:lnTo>
                  <a:lnTo>
                    <a:pt x="211033" y="76656"/>
                  </a:lnTo>
                  <a:lnTo>
                    <a:pt x="281377" y="100890"/>
                  </a:lnTo>
                  <a:lnTo>
                    <a:pt x="351722" y="124493"/>
                  </a:lnTo>
                  <a:lnTo>
                    <a:pt x="422066" y="147481"/>
                  </a:lnTo>
                  <a:lnTo>
                    <a:pt x="492411" y="169872"/>
                  </a:lnTo>
                  <a:lnTo>
                    <a:pt x="562755" y="191679"/>
                  </a:lnTo>
                  <a:lnTo>
                    <a:pt x="633100" y="212919"/>
                  </a:lnTo>
                  <a:lnTo>
                    <a:pt x="703444" y="233606"/>
                  </a:lnTo>
                  <a:lnTo>
                    <a:pt x="773789" y="253754"/>
                  </a:lnTo>
                  <a:lnTo>
                    <a:pt x="844133" y="273378"/>
                  </a:lnTo>
                  <a:lnTo>
                    <a:pt x="914478" y="292491"/>
                  </a:lnTo>
                  <a:lnTo>
                    <a:pt x="984822" y="311107"/>
                  </a:lnTo>
                  <a:lnTo>
                    <a:pt x="1055167" y="329238"/>
                  </a:lnTo>
                  <a:lnTo>
                    <a:pt x="1125511" y="346897"/>
                  </a:lnTo>
                  <a:lnTo>
                    <a:pt x="1195856" y="364097"/>
                  </a:lnTo>
                  <a:lnTo>
                    <a:pt x="1266200" y="380849"/>
                  </a:lnTo>
                  <a:lnTo>
                    <a:pt x="1336545" y="397164"/>
                  </a:lnTo>
                  <a:lnTo>
                    <a:pt x="1406889" y="413055"/>
                  </a:lnTo>
                  <a:lnTo>
                    <a:pt x="1477234" y="428533"/>
                  </a:lnTo>
                  <a:lnTo>
                    <a:pt x="1547578" y="443607"/>
                  </a:lnTo>
                  <a:lnTo>
                    <a:pt x="1617923" y="458290"/>
                  </a:lnTo>
                  <a:lnTo>
                    <a:pt x="1688267" y="472590"/>
                  </a:lnTo>
                  <a:lnTo>
                    <a:pt x="1758612" y="486518"/>
                  </a:lnTo>
                  <a:lnTo>
                    <a:pt x="1828956" y="500083"/>
                  </a:lnTo>
                  <a:lnTo>
                    <a:pt x="1899301" y="513295"/>
                  </a:lnTo>
                  <a:lnTo>
                    <a:pt x="1969645" y="526163"/>
                  </a:lnTo>
                  <a:lnTo>
                    <a:pt x="2039990" y="538697"/>
                  </a:lnTo>
                  <a:lnTo>
                    <a:pt x="2110334" y="550904"/>
                  </a:lnTo>
                  <a:lnTo>
                    <a:pt x="2180679" y="562793"/>
                  </a:lnTo>
                  <a:lnTo>
                    <a:pt x="2251023" y="574373"/>
                  </a:lnTo>
                  <a:lnTo>
                    <a:pt x="2321368" y="585651"/>
                  </a:lnTo>
                  <a:lnTo>
                    <a:pt x="2391712" y="596636"/>
                  </a:lnTo>
                  <a:lnTo>
                    <a:pt x="2462057" y="607335"/>
                  </a:lnTo>
                  <a:lnTo>
                    <a:pt x="2532401" y="617756"/>
                  </a:lnTo>
                  <a:lnTo>
                    <a:pt x="2602746" y="627905"/>
                  </a:lnTo>
                  <a:lnTo>
                    <a:pt x="2673090" y="637790"/>
                  </a:lnTo>
                  <a:lnTo>
                    <a:pt x="2743435" y="647418"/>
                  </a:lnTo>
                  <a:lnTo>
                    <a:pt x="2813779" y="656795"/>
                  </a:lnTo>
                  <a:lnTo>
                    <a:pt x="2884124" y="665928"/>
                  </a:lnTo>
                  <a:lnTo>
                    <a:pt x="2954468" y="674823"/>
                  </a:lnTo>
                  <a:lnTo>
                    <a:pt x="3024813" y="683487"/>
                  </a:lnTo>
                  <a:lnTo>
                    <a:pt x="3095157" y="691925"/>
                  </a:lnTo>
                  <a:lnTo>
                    <a:pt x="3165502" y="700144"/>
                  </a:lnTo>
                  <a:lnTo>
                    <a:pt x="3235846" y="708149"/>
                  </a:lnTo>
                  <a:lnTo>
                    <a:pt x="3306191" y="715945"/>
                  </a:lnTo>
                  <a:lnTo>
                    <a:pt x="3376535" y="723539"/>
                  </a:lnTo>
                  <a:lnTo>
                    <a:pt x="3446880" y="730934"/>
                  </a:lnTo>
                  <a:lnTo>
                    <a:pt x="3517224" y="738138"/>
                  </a:lnTo>
                  <a:lnTo>
                    <a:pt x="3587569" y="745153"/>
                  </a:lnTo>
                  <a:lnTo>
                    <a:pt x="3657913" y="751987"/>
                  </a:lnTo>
                  <a:lnTo>
                    <a:pt x="3728257" y="758642"/>
                  </a:lnTo>
                  <a:lnTo>
                    <a:pt x="3798602" y="765124"/>
                  </a:lnTo>
                  <a:lnTo>
                    <a:pt x="3868946" y="771437"/>
                  </a:lnTo>
                  <a:lnTo>
                    <a:pt x="3939291" y="777586"/>
                  </a:lnTo>
                  <a:lnTo>
                    <a:pt x="4009635" y="783575"/>
                  </a:lnTo>
                  <a:lnTo>
                    <a:pt x="4079980" y="789408"/>
                  </a:lnTo>
                  <a:lnTo>
                    <a:pt x="4150324" y="795089"/>
                  </a:lnTo>
                  <a:lnTo>
                    <a:pt x="4220669" y="800623"/>
                  </a:lnTo>
                  <a:lnTo>
                    <a:pt x="4291013" y="806012"/>
                  </a:lnTo>
                  <a:lnTo>
                    <a:pt x="4361358" y="811261"/>
                  </a:lnTo>
                  <a:lnTo>
                    <a:pt x="4431702" y="816374"/>
                  </a:lnTo>
                  <a:lnTo>
                    <a:pt x="4502047" y="821353"/>
                  </a:lnTo>
                  <a:lnTo>
                    <a:pt x="4572391" y="826203"/>
                  </a:lnTo>
                  <a:lnTo>
                    <a:pt x="4642736" y="830926"/>
                  </a:lnTo>
                  <a:lnTo>
                    <a:pt x="4713080" y="835527"/>
                  </a:lnTo>
                  <a:lnTo>
                    <a:pt x="4783425" y="840007"/>
                  </a:lnTo>
                  <a:lnTo>
                    <a:pt x="4853769" y="844372"/>
                  </a:lnTo>
                  <a:lnTo>
                    <a:pt x="4924114" y="848622"/>
                  </a:lnTo>
                  <a:lnTo>
                    <a:pt x="4994458" y="852762"/>
                  </a:lnTo>
                  <a:lnTo>
                    <a:pt x="5064803" y="856794"/>
                  </a:lnTo>
                  <a:lnTo>
                    <a:pt x="5135147" y="860721"/>
                  </a:lnTo>
                  <a:lnTo>
                    <a:pt x="5205492" y="864546"/>
                  </a:lnTo>
                  <a:lnTo>
                    <a:pt x="5275836" y="868272"/>
                  </a:lnTo>
                  <a:lnTo>
                    <a:pt x="5346181" y="871900"/>
                  </a:lnTo>
                  <a:lnTo>
                    <a:pt x="5416525" y="875434"/>
                  </a:lnTo>
                  <a:lnTo>
                    <a:pt x="5486870" y="878876"/>
                  </a:lnTo>
                  <a:lnTo>
                    <a:pt x="5557214" y="882229"/>
                  </a:lnTo>
                  <a:lnTo>
                    <a:pt x="5627559" y="885494"/>
                  </a:lnTo>
                  <a:lnTo>
                    <a:pt x="5697903" y="888674"/>
                  </a:lnTo>
                  <a:lnTo>
                    <a:pt x="5768248" y="891771"/>
                  </a:lnTo>
                  <a:lnTo>
                    <a:pt x="5838592" y="894788"/>
                  </a:lnTo>
                  <a:lnTo>
                    <a:pt x="5908937" y="897727"/>
                  </a:lnTo>
                  <a:lnTo>
                    <a:pt x="5979281" y="900588"/>
                  </a:lnTo>
                  <a:lnTo>
                    <a:pt x="6049626" y="903376"/>
                  </a:lnTo>
                  <a:lnTo>
                    <a:pt x="6119970" y="906090"/>
                  </a:lnTo>
                  <a:lnTo>
                    <a:pt x="6190315" y="908734"/>
                  </a:lnTo>
                  <a:lnTo>
                    <a:pt x="6260659" y="911310"/>
                  </a:lnTo>
                  <a:lnTo>
                    <a:pt x="6331004" y="913818"/>
                  </a:lnTo>
                  <a:lnTo>
                    <a:pt x="6401348" y="916261"/>
                  </a:lnTo>
                  <a:lnTo>
                    <a:pt x="6471693" y="918640"/>
                  </a:lnTo>
                  <a:lnTo>
                    <a:pt x="6542037" y="920957"/>
                  </a:lnTo>
                  <a:lnTo>
                    <a:pt x="6612382" y="923215"/>
                  </a:lnTo>
                  <a:lnTo>
                    <a:pt x="6682726" y="925413"/>
                  </a:lnTo>
                  <a:lnTo>
                    <a:pt x="6753071" y="927554"/>
                  </a:lnTo>
                  <a:lnTo>
                    <a:pt x="6823415" y="929639"/>
                  </a:lnTo>
                  <a:lnTo>
                    <a:pt x="6893760" y="931670"/>
                  </a:lnTo>
                  <a:lnTo>
                    <a:pt x="6964104" y="93364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7282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516846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84458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7128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1.35 (0.84-2.17), p = 0.210  |  per IQR decline (Δ = 29.5 %): 2.44 (0.61-9.87)  |  IQR: [-15.6, 13.9]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316464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 AUC ≥ 3)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8330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904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9763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4047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21196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0191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8262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3346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4062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477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8688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9405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00121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8083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6155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42271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2987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3704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442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235312" y="4336484"/>
              <a:ext cx="6964104" cy="1248853"/>
            </a:xfrm>
            <a:custGeom>
              <a:avLst/>
              <a:pathLst>
                <a:path w="6964104" h="1248853">
                  <a:moveTo>
                    <a:pt x="1743855" y="0"/>
                  </a:moveTo>
                  <a:lnTo>
                    <a:pt x="1758612" y="18169"/>
                  </a:lnTo>
                  <a:lnTo>
                    <a:pt x="1828956" y="99122"/>
                  </a:lnTo>
                  <a:lnTo>
                    <a:pt x="1899301" y="174785"/>
                  </a:lnTo>
                  <a:lnTo>
                    <a:pt x="1969645" y="245506"/>
                  </a:lnTo>
                  <a:lnTo>
                    <a:pt x="2039990" y="311606"/>
                  </a:lnTo>
                  <a:lnTo>
                    <a:pt x="2110334" y="373387"/>
                  </a:lnTo>
                  <a:lnTo>
                    <a:pt x="2180679" y="431131"/>
                  </a:lnTo>
                  <a:lnTo>
                    <a:pt x="2251023" y="485103"/>
                  </a:lnTo>
                  <a:lnTo>
                    <a:pt x="2321368" y="535548"/>
                  </a:lnTo>
                  <a:lnTo>
                    <a:pt x="2391712" y="582698"/>
                  </a:lnTo>
                  <a:lnTo>
                    <a:pt x="2462057" y="626767"/>
                  </a:lnTo>
                  <a:lnTo>
                    <a:pt x="2532401" y="667957"/>
                  </a:lnTo>
                  <a:lnTo>
                    <a:pt x="2602746" y="706456"/>
                  </a:lnTo>
                  <a:lnTo>
                    <a:pt x="2673090" y="742439"/>
                  </a:lnTo>
                  <a:lnTo>
                    <a:pt x="2743435" y="776071"/>
                  </a:lnTo>
                  <a:lnTo>
                    <a:pt x="2813779" y="807506"/>
                  </a:lnTo>
                  <a:lnTo>
                    <a:pt x="2884124" y="836887"/>
                  </a:lnTo>
                  <a:lnTo>
                    <a:pt x="2954468" y="864349"/>
                  </a:lnTo>
                  <a:lnTo>
                    <a:pt x="3024813" y="890016"/>
                  </a:lnTo>
                  <a:lnTo>
                    <a:pt x="3095157" y="914006"/>
                  </a:lnTo>
                  <a:lnTo>
                    <a:pt x="3165502" y="936429"/>
                  </a:lnTo>
                  <a:lnTo>
                    <a:pt x="3235846" y="957387"/>
                  </a:lnTo>
                  <a:lnTo>
                    <a:pt x="3306191" y="953506"/>
                  </a:lnTo>
                  <a:lnTo>
                    <a:pt x="3376535" y="948972"/>
                  </a:lnTo>
                  <a:lnTo>
                    <a:pt x="3446880" y="944370"/>
                  </a:lnTo>
                  <a:lnTo>
                    <a:pt x="3517224" y="939699"/>
                  </a:lnTo>
                  <a:lnTo>
                    <a:pt x="3587569" y="934959"/>
                  </a:lnTo>
                  <a:lnTo>
                    <a:pt x="3657913" y="930148"/>
                  </a:lnTo>
                  <a:lnTo>
                    <a:pt x="3728257" y="925265"/>
                  </a:lnTo>
                  <a:lnTo>
                    <a:pt x="3798602" y="920310"/>
                  </a:lnTo>
                  <a:lnTo>
                    <a:pt x="3868946" y="915280"/>
                  </a:lnTo>
                  <a:lnTo>
                    <a:pt x="3939291" y="910175"/>
                  </a:lnTo>
                  <a:lnTo>
                    <a:pt x="4009635" y="904994"/>
                  </a:lnTo>
                  <a:lnTo>
                    <a:pt x="4079980" y="899736"/>
                  </a:lnTo>
                  <a:lnTo>
                    <a:pt x="4150324" y="894399"/>
                  </a:lnTo>
                  <a:lnTo>
                    <a:pt x="4220669" y="888982"/>
                  </a:lnTo>
                  <a:lnTo>
                    <a:pt x="4291013" y="883485"/>
                  </a:lnTo>
                  <a:lnTo>
                    <a:pt x="4361358" y="877905"/>
                  </a:lnTo>
                  <a:lnTo>
                    <a:pt x="4431702" y="872242"/>
                  </a:lnTo>
                  <a:lnTo>
                    <a:pt x="4502047" y="866495"/>
                  </a:lnTo>
                  <a:lnTo>
                    <a:pt x="4572391" y="860662"/>
                  </a:lnTo>
                  <a:lnTo>
                    <a:pt x="4642736" y="854742"/>
                  </a:lnTo>
                  <a:lnTo>
                    <a:pt x="4713080" y="848733"/>
                  </a:lnTo>
                  <a:lnTo>
                    <a:pt x="4783425" y="842635"/>
                  </a:lnTo>
                  <a:lnTo>
                    <a:pt x="4853769" y="836445"/>
                  </a:lnTo>
                  <a:lnTo>
                    <a:pt x="4924114" y="830163"/>
                  </a:lnTo>
                  <a:lnTo>
                    <a:pt x="4994458" y="823788"/>
                  </a:lnTo>
                  <a:lnTo>
                    <a:pt x="5064803" y="817317"/>
                  </a:lnTo>
                  <a:lnTo>
                    <a:pt x="5135147" y="810750"/>
                  </a:lnTo>
                  <a:lnTo>
                    <a:pt x="5205492" y="804084"/>
                  </a:lnTo>
                  <a:lnTo>
                    <a:pt x="5275836" y="797319"/>
                  </a:lnTo>
                  <a:lnTo>
                    <a:pt x="5346181" y="790453"/>
                  </a:lnTo>
                  <a:lnTo>
                    <a:pt x="5416525" y="783485"/>
                  </a:lnTo>
                  <a:lnTo>
                    <a:pt x="5486870" y="776412"/>
                  </a:lnTo>
                  <a:lnTo>
                    <a:pt x="5557214" y="769234"/>
                  </a:lnTo>
                  <a:lnTo>
                    <a:pt x="5627559" y="761949"/>
                  </a:lnTo>
                  <a:lnTo>
                    <a:pt x="5697903" y="754555"/>
                  </a:lnTo>
                  <a:lnTo>
                    <a:pt x="5768248" y="747051"/>
                  </a:lnTo>
                  <a:lnTo>
                    <a:pt x="5838592" y="739434"/>
                  </a:lnTo>
                  <a:lnTo>
                    <a:pt x="5908937" y="731704"/>
                  </a:lnTo>
                  <a:lnTo>
                    <a:pt x="5979281" y="723858"/>
                  </a:lnTo>
                  <a:lnTo>
                    <a:pt x="6049626" y="715896"/>
                  </a:lnTo>
                  <a:lnTo>
                    <a:pt x="6119970" y="707814"/>
                  </a:lnTo>
                  <a:lnTo>
                    <a:pt x="6190315" y="699612"/>
                  </a:lnTo>
                  <a:lnTo>
                    <a:pt x="6260659" y="691287"/>
                  </a:lnTo>
                  <a:lnTo>
                    <a:pt x="6331004" y="682838"/>
                  </a:lnTo>
                  <a:lnTo>
                    <a:pt x="6401348" y="674263"/>
                  </a:lnTo>
                  <a:lnTo>
                    <a:pt x="6471693" y="665560"/>
                  </a:lnTo>
                  <a:lnTo>
                    <a:pt x="6542037" y="656727"/>
                  </a:lnTo>
                  <a:lnTo>
                    <a:pt x="6612382" y="647762"/>
                  </a:lnTo>
                  <a:lnTo>
                    <a:pt x="6682726" y="638663"/>
                  </a:lnTo>
                  <a:lnTo>
                    <a:pt x="6753071" y="629429"/>
                  </a:lnTo>
                  <a:lnTo>
                    <a:pt x="6823415" y="620056"/>
                  </a:lnTo>
                  <a:lnTo>
                    <a:pt x="6893760" y="610544"/>
                  </a:lnTo>
                  <a:lnTo>
                    <a:pt x="6964104" y="600889"/>
                  </a:lnTo>
                  <a:lnTo>
                    <a:pt x="6964104" y="1248853"/>
                  </a:lnTo>
                  <a:lnTo>
                    <a:pt x="6893760" y="1248270"/>
                  </a:lnTo>
                  <a:lnTo>
                    <a:pt x="6823415" y="1247645"/>
                  </a:lnTo>
                  <a:lnTo>
                    <a:pt x="6753071" y="1246977"/>
                  </a:lnTo>
                  <a:lnTo>
                    <a:pt x="6682726" y="1246263"/>
                  </a:lnTo>
                  <a:lnTo>
                    <a:pt x="6612382" y="1245498"/>
                  </a:lnTo>
                  <a:lnTo>
                    <a:pt x="6542037" y="1244680"/>
                  </a:lnTo>
                  <a:lnTo>
                    <a:pt x="6471693" y="1243805"/>
                  </a:lnTo>
                  <a:lnTo>
                    <a:pt x="6401348" y="1242868"/>
                  </a:lnTo>
                  <a:lnTo>
                    <a:pt x="6331004" y="1241866"/>
                  </a:lnTo>
                  <a:lnTo>
                    <a:pt x="6260659" y="1240794"/>
                  </a:lnTo>
                  <a:lnTo>
                    <a:pt x="6190315" y="1239647"/>
                  </a:lnTo>
                  <a:lnTo>
                    <a:pt x="6119970" y="1238420"/>
                  </a:lnTo>
                  <a:lnTo>
                    <a:pt x="6049626" y="1237107"/>
                  </a:lnTo>
                  <a:lnTo>
                    <a:pt x="5979281" y="1235702"/>
                  </a:lnTo>
                  <a:lnTo>
                    <a:pt x="5908937" y="1234200"/>
                  </a:lnTo>
                  <a:lnTo>
                    <a:pt x="5838592" y="1232592"/>
                  </a:lnTo>
                  <a:lnTo>
                    <a:pt x="5768248" y="1230871"/>
                  </a:lnTo>
                  <a:lnTo>
                    <a:pt x="5697903" y="1229031"/>
                  </a:lnTo>
                  <a:lnTo>
                    <a:pt x="5627559" y="1227062"/>
                  </a:lnTo>
                  <a:lnTo>
                    <a:pt x="5557214" y="1224955"/>
                  </a:lnTo>
                  <a:lnTo>
                    <a:pt x="5486870" y="1222700"/>
                  </a:lnTo>
                  <a:lnTo>
                    <a:pt x="5416525" y="1220289"/>
                  </a:lnTo>
                  <a:lnTo>
                    <a:pt x="5346181" y="1217708"/>
                  </a:lnTo>
                  <a:lnTo>
                    <a:pt x="5275836" y="1214948"/>
                  </a:lnTo>
                  <a:lnTo>
                    <a:pt x="5205492" y="1211994"/>
                  </a:lnTo>
                  <a:lnTo>
                    <a:pt x="5135147" y="1208834"/>
                  </a:lnTo>
                  <a:lnTo>
                    <a:pt x="5064803" y="1205453"/>
                  </a:lnTo>
                  <a:lnTo>
                    <a:pt x="4994458" y="1201835"/>
                  </a:lnTo>
                  <a:lnTo>
                    <a:pt x="4924114" y="1197965"/>
                  </a:lnTo>
                  <a:lnTo>
                    <a:pt x="4853769" y="1193824"/>
                  </a:lnTo>
                  <a:lnTo>
                    <a:pt x="4783425" y="1189394"/>
                  </a:lnTo>
                  <a:lnTo>
                    <a:pt x="4713080" y="1184654"/>
                  </a:lnTo>
                  <a:lnTo>
                    <a:pt x="4642736" y="1179583"/>
                  </a:lnTo>
                  <a:lnTo>
                    <a:pt x="4572391" y="1174157"/>
                  </a:lnTo>
                  <a:lnTo>
                    <a:pt x="4502047" y="1168352"/>
                  </a:lnTo>
                  <a:lnTo>
                    <a:pt x="4431702" y="1162141"/>
                  </a:lnTo>
                  <a:lnTo>
                    <a:pt x="4361358" y="1155496"/>
                  </a:lnTo>
                  <a:lnTo>
                    <a:pt x="4291013" y="1148387"/>
                  </a:lnTo>
                  <a:lnTo>
                    <a:pt x="4220669" y="1140780"/>
                  </a:lnTo>
                  <a:lnTo>
                    <a:pt x="4150324" y="1132642"/>
                  </a:lnTo>
                  <a:lnTo>
                    <a:pt x="4079980" y="1123935"/>
                  </a:lnTo>
                  <a:lnTo>
                    <a:pt x="4009635" y="1114619"/>
                  </a:lnTo>
                  <a:lnTo>
                    <a:pt x="3939291" y="1104653"/>
                  </a:lnTo>
                  <a:lnTo>
                    <a:pt x="3868946" y="1093989"/>
                  </a:lnTo>
                  <a:lnTo>
                    <a:pt x="3798602" y="1082580"/>
                  </a:lnTo>
                  <a:lnTo>
                    <a:pt x="3728257" y="1070373"/>
                  </a:lnTo>
                  <a:lnTo>
                    <a:pt x="3657913" y="1057314"/>
                  </a:lnTo>
                  <a:lnTo>
                    <a:pt x="3587569" y="1043341"/>
                  </a:lnTo>
                  <a:lnTo>
                    <a:pt x="3517224" y="1028391"/>
                  </a:lnTo>
                  <a:lnTo>
                    <a:pt x="3446880" y="1012397"/>
                  </a:lnTo>
                  <a:lnTo>
                    <a:pt x="3376535" y="995284"/>
                  </a:lnTo>
                  <a:lnTo>
                    <a:pt x="3306191" y="976976"/>
                  </a:lnTo>
                  <a:lnTo>
                    <a:pt x="3235846" y="957973"/>
                  </a:lnTo>
                  <a:lnTo>
                    <a:pt x="3165502" y="962375"/>
                  </a:lnTo>
                  <a:lnTo>
                    <a:pt x="3095157" y="966712"/>
                  </a:lnTo>
                  <a:lnTo>
                    <a:pt x="3024813" y="970985"/>
                  </a:lnTo>
                  <a:lnTo>
                    <a:pt x="2954468" y="975195"/>
                  </a:lnTo>
                  <a:lnTo>
                    <a:pt x="2884124" y="979344"/>
                  </a:lnTo>
                  <a:lnTo>
                    <a:pt x="2813779" y="983431"/>
                  </a:lnTo>
                  <a:lnTo>
                    <a:pt x="2743435" y="987458"/>
                  </a:lnTo>
                  <a:lnTo>
                    <a:pt x="2673090" y="991426"/>
                  </a:lnTo>
                  <a:lnTo>
                    <a:pt x="2602746" y="995336"/>
                  </a:lnTo>
                  <a:lnTo>
                    <a:pt x="2532401" y="999188"/>
                  </a:lnTo>
                  <a:lnTo>
                    <a:pt x="2462057" y="1002983"/>
                  </a:lnTo>
                  <a:lnTo>
                    <a:pt x="2391712" y="1006723"/>
                  </a:lnTo>
                  <a:lnTo>
                    <a:pt x="2321368" y="1010408"/>
                  </a:lnTo>
                  <a:lnTo>
                    <a:pt x="2251023" y="1014038"/>
                  </a:lnTo>
                  <a:lnTo>
                    <a:pt x="2180679" y="1017615"/>
                  </a:lnTo>
                  <a:lnTo>
                    <a:pt x="2110334" y="1021139"/>
                  </a:lnTo>
                  <a:lnTo>
                    <a:pt x="2039990" y="1024612"/>
                  </a:lnTo>
                  <a:lnTo>
                    <a:pt x="1969645" y="1028033"/>
                  </a:lnTo>
                  <a:lnTo>
                    <a:pt x="1899301" y="1031404"/>
                  </a:lnTo>
                  <a:lnTo>
                    <a:pt x="1828956" y="1034726"/>
                  </a:lnTo>
                  <a:lnTo>
                    <a:pt x="1758612" y="1037998"/>
                  </a:lnTo>
                  <a:lnTo>
                    <a:pt x="1688267" y="1041223"/>
                  </a:lnTo>
                  <a:lnTo>
                    <a:pt x="1617923" y="1044400"/>
                  </a:lnTo>
                  <a:lnTo>
                    <a:pt x="1547578" y="1047530"/>
                  </a:lnTo>
                  <a:lnTo>
                    <a:pt x="1477234" y="1050615"/>
                  </a:lnTo>
                  <a:lnTo>
                    <a:pt x="1406889" y="1053654"/>
                  </a:lnTo>
                  <a:lnTo>
                    <a:pt x="1336545" y="1056648"/>
                  </a:lnTo>
                  <a:lnTo>
                    <a:pt x="1266200" y="1059598"/>
                  </a:lnTo>
                  <a:lnTo>
                    <a:pt x="1195856" y="1062505"/>
                  </a:lnTo>
                  <a:lnTo>
                    <a:pt x="1125511" y="1065369"/>
                  </a:lnTo>
                  <a:lnTo>
                    <a:pt x="1055167" y="1068191"/>
                  </a:lnTo>
                  <a:lnTo>
                    <a:pt x="984822" y="1070971"/>
                  </a:lnTo>
                  <a:lnTo>
                    <a:pt x="914478" y="1073711"/>
                  </a:lnTo>
                  <a:lnTo>
                    <a:pt x="844133" y="1076410"/>
                  </a:lnTo>
                  <a:lnTo>
                    <a:pt x="773789" y="1079069"/>
                  </a:lnTo>
                  <a:lnTo>
                    <a:pt x="703444" y="1081690"/>
                  </a:lnTo>
                  <a:lnTo>
                    <a:pt x="633100" y="1084271"/>
                  </a:lnTo>
                  <a:lnTo>
                    <a:pt x="562755" y="1086815"/>
                  </a:lnTo>
                  <a:lnTo>
                    <a:pt x="492411" y="1089322"/>
                  </a:lnTo>
                  <a:lnTo>
                    <a:pt x="422066" y="1091791"/>
                  </a:lnTo>
                  <a:lnTo>
                    <a:pt x="351722" y="1094224"/>
                  </a:lnTo>
                  <a:lnTo>
                    <a:pt x="281377" y="1096622"/>
                  </a:lnTo>
                  <a:lnTo>
                    <a:pt x="211033" y="1098984"/>
                  </a:lnTo>
                  <a:lnTo>
                    <a:pt x="140688" y="1101311"/>
                  </a:lnTo>
                  <a:lnTo>
                    <a:pt x="70344" y="1103605"/>
                  </a:lnTo>
                  <a:lnTo>
                    <a:pt x="0" y="11058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2979167" y="4336484"/>
              <a:ext cx="5220248" cy="957387"/>
            </a:xfrm>
            <a:custGeom>
              <a:avLst/>
              <a:pathLst>
                <a:path w="5220248" h="957387">
                  <a:moveTo>
                    <a:pt x="0" y="0"/>
                  </a:moveTo>
                  <a:lnTo>
                    <a:pt x="14756" y="18169"/>
                  </a:lnTo>
                  <a:lnTo>
                    <a:pt x="85101" y="99122"/>
                  </a:lnTo>
                  <a:lnTo>
                    <a:pt x="155445" y="174785"/>
                  </a:lnTo>
                  <a:lnTo>
                    <a:pt x="225790" y="245506"/>
                  </a:lnTo>
                  <a:lnTo>
                    <a:pt x="296134" y="311606"/>
                  </a:lnTo>
                  <a:lnTo>
                    <a:pt x="366479" y="373387"/>
                  </a:lnTo>
                  <a:lnTo>
                    <a:pt x="436823" y="431131"/>
                  </a:lnTo>
                  <a:lnTo>
                    <a:pt x="507168" y="485103"/>
                  </a:lnTo>
                  <a:lnTo>
                    <a:pt x="577512" y="535548"/>
                  </a:lnTo>
                  <a:lnTo>
                    <a:pt x="647857" y="582698"/>
                  </a:lnTo>
                  <a:lnTo>
                    <a:pt x="718201" y="626767"/>
                  </a:lnTo>
                  <a:lnTo>
                    <a:pt x="788546" y="667957"/>
                  </a:lnTo>
                  <a:lnTo>
                    <a:pt x="858890" y="706456"/>
                  </a:lnTo>
                  <a:lnTo>
                    <a:pt x="929235" y="742439"/>
                  </a:lnTo>
                  <a:lnTo>
                    <a:pt x="999579" y="776071"/>
                  </a:lnTo>
                  <a:lnTo>
                    <a:pt x="1069924" y="807506"/>
                  </a:lnTo>
                  <a:lnTo>
                    <a:pt x="1140268" y="836887"/>
                  </a:lnTo>
                  <a:lnTo>
                    <a:pt x="1210613" y="864349"/>
                  </a:lnTo>
                  <a:lnTo>
                    <a:pt x="1280957" y="890016"/>
                  </a:lnTo>
                  <a:lnTo>
                    <a:pt x="1351302" y="914006"/>
                  </a:lnTo>
                  <a:lnTo>
                    <a:pt x="1421646" y="936429"/>
                  </a:lnTo>
                  <a:lnTo>
                    <a:pt x="1491991" y="957387"/>
                  </a:lnTo>
                  <a:lnTo>
                    <a:pt x="1562335" y="953506"/>
                  </a:lnTo>
                  <a:lnTo>
                    <a:pt x="1632679" y="948972"/>
                  </a:lnTo>
                  <a:lnTo>
                    <a:pt x="1703024" y="944370"/>
                  </a:lnTo>
                  <a:lnTo>
                    <a:pt x="1773368" y="939699"/>
                  </a:lnTo>
                  <a:lnTo>
                    <a:pt x="1843713" y="934959"/>
                  </a:lnTo>
                  <a:lnTo>
                    <a:pt x="1914057" y="930148"/>
                  </a:lnTo>
                  <a:lnTo>
                    <a:pt x="1984402" y="925265"/>
                  </a:lnTo>
                  <a:lnTo>
                    <a:pt x="2054746" y="920310"/>
                  </a:lnTo>
                  <a:lnTo>
                    <a:pt x="2125091" y="915280"/>
                  </a:lnTo>
                  <a:lnTo>
                    <a:pt x="2195435" y="910175"/>
                  </a:lnTo>
                  <a:lnTo>
                    <a:pt x="2265780" y="904994"/>
                  </a:lnTo>
                  <a:lnTo>
                    <a:pt x="2336124" y="899736"/>
                  </a:lnTo>
                  <a:lnTo>
                    <a:pt x="2406469" y="894399"/>
                  </a:lnTo>
                  <a:lnTo>
                    <a:pt x="2476813" y="888982"/>
                  </a:lnTo>
                  <a:lnTo>
                    <a:pt x="2547158" y="883485"/>
                  </a:lnTo>
                  <a:lnTo>
                    <a:pt x="2617502" y="877905"/>
                  </a:lnTo>
                  <a:lnTo>
                    <a:pt x="2687847" y="872242"/>
                  </a:lnTo>
                  <a:lnTo>
                    <a:pt x="2758191" y="866495"/>
                  </a:lnTo>
                  <a:lnTo>
                    <a:pt x="2828536" y="860662"/>
                  </a:lnTo>
                  <a:lnTo>
                    <a:pt x="2898880" y="854742"/>
                  </a:lnTo>
                  <a:lnTo>
                    <a:pt x="2969225" y="848733"/>
                  </a:lnTo>
                  <a:lnTo>
                    <a:pt x="3039569" y="842635"/>
                  </a:lnTo>
                  <a:lnTo>
                    <a:pt x="3109914" y="836445"/>
                  </a:lnTo>
                  <a:lnTo>
                    <a:pt x="3180258" y="830163"/>
                  </a:lnTo>
                  <a:lnTo>
                    <a:pt x="3250603" y="823788"/>
                  </a:lnTo>
                  <a:lnTo>
                    <a:pt x="3320947" y="817317"/>
                  </a:lnTo>
                  <a:lnTo>
                    <a:pt x="3391292" y="810750"/>
                  </a:lnTo>
                  <a:lnTo>
                    <a:pt x="3461636" y="804084"/>
                  </a:lnTo>
                  <a:lnTo>
                    <a:pt x="3531981" y="797319"/>
                  </a:lnTo>
                  <a:lnTo>
                    <a:pt x="3602325" y="790453"/>
                  </a:lnTo>
                  <a:lnTo>
                    <a:pt x="3672670" y="783485"/>
                  </a:lnTo>
                  <a:lnTo>
                    <a:pt x="3743014" y="776412"/>
                  </a:lnTo>
                  <a:lnTo>
                    <a:pt x="3813359" y="769234"/>
                  </a:lnTo>
                  <a:lnTo>
                    <a:pt x="3883703" y="761949"/>
                  </a:lnTo>
                  <a:lnTo>
                    <a:pt x="3954048" y="754555"/>
                  </a:lnTo>
                  <a:lnTo>
                    <a:pt x="4024392" y="747051"/>
                  </a:lnTo>
                  <a:lnTo>
                    <a:pt x="4094737" y="739434"/>
                  </a:lnTo>
                  <a:lnTo>
                    <a:pt x="4165081" y="731704"/>
                  </a:lnTo>
                  <a:lnTo>
                    <a:pt x="4235426" y="723858"/>
                  </a:lnTo>
                  <a:lnTo>
                    <a:pt x="4305770" y="715896"/>
                  </a:lnTo>
                  <a:lnTo>
                    <a:pt x="4376115" y="707814"/>
                  </a:lnTo>
                  <a:lnTo>
                    <a:pt x="4446459" y="699612"/>
                  </a:lnTo>
                  <a:lnTo>
                    <a:pt x="4516804" y="691287"/>
                  </a:lnTo>
                  <a:lnTo>
                    <a:pt x="4587148" y="682838"/>
                  </a:lnTo>
                  <a:lnTo>
                    <a:pt x="4657493" y="674263"/>
                  </a:lnTo>
                  <a:lnTo>
                    <a:pt x="4727837" y="665560"/>
                  </a:lnTo>
                  <a:lnTo>
                    <a:pt x="4798182" y="656727"/>
                  </a:lnTo>
                  <a:lnTo>
                    <a:pt x="4868526" y="647762"/>
                  </a:lnTo>
                  <a:lnTo>
                    <a:pt x="4938871" y="638663"/>
                  </a:lnTo>
                  <a:lnTo>
                    <a:pt x="5009215" y="629429"/>
                  </a:lnTo>
                  <a:lnTo>
                    <a:pt x="5079560" y="620056"/>
                  </a:lnTo>
                  <a:lnTo>
                    <a:pt x="5149904" y="610544"/>
                  </a:lnTo>
                  <a:lnTo>
                    <a:pt x="5220248" y="6008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5294458"/>
              <a:ext cx="6964104" cy="290880"/>
            </a:xfrm>
            <a:custGeom>
              <a:avLst/>
              <a:pathLst>
                <a:path w="6964104" h="290880">
                  <a:moveTo>
                    <a:pt x="6964104" y="290880"/>
                  </a:moveTo>
                  <a:lnTo>
                    <a:pt x="6893760" y="290296"/>
                  </a:lnTo>
                  <a:lnTo>
                    <a:pt x="6823415" y="289672"/>
                  </a:lnTo>
                  <a:lnTo>
                    <a:pt x="6753071" y="289004"/>
                  </a:lnTo>
                  <a:lnTo>
                    <a:pt x="6682726" y="288289"/>
                  </a:lnTo>
                  <a:lnTo>
                    <a:pt x="6612382" y="287524"/>
                  </a:lnTo>
                  <a:lnTo>
                    <a:pt x="6542037" y="286706"/>
                  </a:lnTo>
                  <a:lnTo>
                    <a:pt x="6471693" y="285831"/>
                  </a:lnTo>
                  <a:lnTo>
                    <a:pt x="6401348" y="284894"/>
                  </a:lnTo>
                  <a:lnTo>
                    <a:pt x="6331004" y="283892"/>
                  </a:lnTo>
                  <a:lnTo>
                    <a:pt x="6260659" y="282820"/>
                  </a:lnTo>
                  <a:lnTo>
                    <a:pt x="6190315" y="281673"/>
                  </a:lnTo>
                  <a:lnTo>
                    <a:pt x="6119970" y="280446"/>
                  </a:lnTo>
                  <a:lnTo>
                    <a:pt x="6049626" y="279133"/>
                  </a:lnTo>
                  <a:lnTo>
                    <a:pt x="5979281" y="277729"/>
                  </a:lnTo>
                  <a:lnTo>
                    <a:pt x="5908937" y="276226"/>
                  </a:lnTo>
                  <a:lnTo>
                    <a:pt x="5838592" y="274618"/>
                  </a:lnTo>
                  <a:lnTo>
                    <a:pt x="5768248" y="272898"/>
                  </a:lnTo>
                  <a:lnTo>
                    <a:pt x="5697903" y="271057"/>
                  </a:lnTo>
                  <a:lnTo>
                    <a:pt x="5627559" y="269088"/>
                  </a:lnTo>
                  <a:lnTo>
                    <a:pt x="5557214" y="266981"/>
                  </a:lnTo>
                  <a:lnTo>
                    <a:pt x="5486870" y="264727"/>
                  </a:lnTo>
                  <a:lnTo>
                    <a:pt x="5416525" y="262315"/>
                  </a:lnTo>
                  <a:lnTo>
                    <a:pt x="5346181" y="259735"/>
                  </a:lnTo>
                  <a:lnTo>
                    <a:pt x="5275836" y="256974"/>
                  </a:lnTo>
                  <a:lnTo>
                    <a:pt x="5205492" y="254020"/>
                  </a:lnTo>
                  <a:lnTo>
                    <a:pt x="5135147" y="250860"/>
                  </a:lnTo>
                  <a:lnTo>
                    <a:pt x="5064803" y="247479"/>
                  </a:lnTo>
                  <a:lnTo>
                    <a:pt x="4994458" y="243862"/>
                  </a:lnTo>
                  <a:lnTo>
                    <a:pt x="4924114" y="239991"/>
                  </a:lnTo>
                  <a:lnTo>
                    <a:pt x="4853769" y="235851"/>
                  </a:lnTo>
                  <a:lnTo>
                    <a:pt x="4783425" y="231420"/>
                  </a:lnTo>
                  <a:lnTo>
                    <a:pt x="4713080" y="226680"/>
                  </a:lnTo>
                  <a:lnTo>
                    <a:pt x="4642736" y="221609"/>
                  </a:lnTo>
                  <a:lnTo>
                    <a:pt x="4572391" y="216183"/>
                  </a:lnTo>
                  <a:lnTo>
                    <a:pt x="4502047" y="210378"/>
                  </a:lnTo>
                  <a:lnTo>
                    <a:pt x="4431702" y="204168"/>
                  </a:lnTo>
                  <a:lnTo>
                    <a:pt x="4361358" y="197523"/>
                  </a:lnTo>
                  <a:lnTo>
                    <a:pt x="4291013" y="190413"/>
                  </a:lnTo>
                  <a:lnTo>
                    <a:pt x="4220669" y="182807"/>
                  </a:lnTo>
                  <a:lnTo>
                    <a:pt x="4150324" y="174668"/>
                  </a:lnTo>
                  <a:lnTo>
                    <a:pt x="4079980" y="165961"/>
                  </a:lnTo>
                  <a:lnTo>
                    <a:pt x="4009635" y="156646"/>
                  </a:lnTo>
                  <a:lnTo>
                    <a:pt x="3939291" y="146679"/>
                  </a:lnTo>
                  <a:lnTo>
                    <a:pt x="3868946" y="136015"/>
                  </a:lnTo>
                  <a:lnTo>
                    <a:pt x="3798602" y="124606"/>
                  </a:lnTo>
                  <a:lnTo>
                    <a:pt x="3728257" y="112400"/>
                  </a:lnTo>
                  <a:lnTo>
                    <a:pt x="3657913" y="99340"/>
                  </a:lnTo>
                  <a:lnTo>
                    <a:pt x="3587569" y="85367"/>
                  </a:lnTo>
                  <a:lnTo>
                    <a:pt x="3517224" y="70418"/>
                  </a:lnTo>
                  <a:lnTo>
                    <a:pt x="3446880" y="54423"/>
                  </a:lnTo>
                  <a:lnTo>
                    <a:pt x="3376535" y="37311"/>
                  </a:lnTo>
                  <a:lnTo>
                    <a:pt x="3306191" y="19002"/>
                  </a:lnTo>
                  <a:lnTo>
                    <a:pt x="3235846" y="0"/>
                  </a:lnTo>
                  <a:lnTo>
                    <a:pt x="3165502" y="4401"/>
                  </a:lnTo>
                  <a:lnTo>
                    <a:pt x="3095157" y="8738"/>
                  </a:lnTo>
                  <a:lnTo>
                    <a:pt x="3024813" y="13011"/>
                  </a:lnTo>
                  <a:lnTo>
                    <a:pt x="2954468" y="17222"/>
                  </a:lnTo>
                  <a:lnTo>
                    <a:pt x="2884124" y="21370"/>
                  </a:lnTo>
                  <a:lnTo>
                    <a:pt x="2813779" y="25457"/>
                  </a:lnTo>
                  <a:lnTo>
                    <a:pt x="2743435" y="29485"/>
                  </a:lnTo>
                  <a:lnTo>
                    <a:pt x="2673090" y="33452"/>
                  </a:lnTo>
                  <a:lnTo>
                    <a:pt x="2602746" y="37362"/>
                  </a:lnTo>
                  <a:lnTo>
                    <a:pt x="2532401" y="41214"/>
                  </a:lnTo>
                  <a:lnTo>
                    <a:pt x="2462057" y="45010"/>
                  </a:lnTo>
                  <a:lnTo>
                    <a:pt x="2391712" y="48749"/>
                  </a:lnTo>
                  <a:lnTo>
                    <a:pt x="2321368" y="52434"/>
                  </a:lnTo>
                  <a:lnTo>
                    <a:pt x="2251023" y="56064"/>
                  </a:lnTo>
                  <a:lnTo>
                    <a:pt x="2180679" y="59641"/>
                  </a:lnTo>
                  <a:lnTo>
                    <a:pt x="2110334" y="63165"/>
                  </a:lnTo>
                  <a:lnTo>
                    <a:pt x="2039990" y="66638"/>
                  </a:lnTo>
                  <a:lnTo>
                    <a:pt x="1969645" y="70059"/>
                  </a:lnTo>
                  <a:lnTo>
                    <a:pt x="1899301" y="73431"/>
                  </a:lnTo>
                  <a:lnTo>
                    <a:pt x="1828956" y="76752"/>
                  </a:lnTo>
                  <a:lnTo>
                    <a:pt x="1758612" y="80025"/>
                  </a:lnTo>
                  <a:lnTo>
                    <a:pt x="1688267" y="83249"/>
                  </a:lnTo>
                  <a:lnTo>
                    <a:pt x="1617923" y="86426"/>
                  </a:lnTo>
                  <a:lnTo>
                    <a:pt x="1547578" y="89557"/>
                  </a:lnTo>
                  <a:lnTo>
                    <a:pt x="1477234" y="92641"/>
                  </a:lnTo>
                  <a:lnTo>
                    <a:pt x="1406889" y="95680"/>
                  </a:lnTo>
                  <a:lnTo>
                    <a:pt x="1336545" y="98674"/>
                  </a:lnTo>
                  <a:lnTo>
                    <a:pt x="1266200" y="101624"/>
                  </a:lnTo>
                  <a:lnTo>
                    <a:pt x="1195856" y="104531"/>
                  </a:lnTo>
                  <a:lnTo>
                    <a:pt x="1125511" y="107395"/>
                  </a:lnTo>
                  <a:lnTo>
                    <a:pt x="1055167" y="110217"/>
                  </a:lnTo>
                  <a:lnTo>
                    <a:pt x="984822" y="112997"/>
                  </a:lnTo>
                  <a:lnTo>
                    <a:pt x="914478" y="115737"/>
                  </a:lnTo>
                  <a:lnTo>
                    <a:pt x="844133" y="118436"/>
                  </a:lnTo>
                  <a:lnTo>
                    <a:pt x="773789" y="121096"/>
                  </a:lnTo>
                  <a:lnTo>
                    <a:pt x="703444" y="123716"/>
                  </a:lnTo>
                  <a:lnTo>
                    <a:pt x="633100" y="126298"/>
                  </a:lnTo>
                  <a:lnTo>
                    <a:pt x="562755" y="128842"/>
                  </a:lnTo>
                  <a:lnTo>
                    <a:pt x="492411" y="131348"/>
                  </a:lnTo>
                  <a:lnTo>
                    <a:pt x="422066" y="133817"/>
                  </a:lnTo>
                  <a:lnTo>
                    <a:pt x="351722" y="136251"/>
                  </a:lnTo>
                  <a:lnTo>
                    <a:pt x="281377" y="138648"/>
                  </a:lnTo>
                  <a:lnTo>
                    <a:pt x="211033" y="141010"/>
                  </a:lnTo>
                  <a:lnTo>
                    <a:pt x="140688" y="143338"/>
                  </a:lnTo>
                  <a:lnTo>
                    <a:pt x="70344" y="145631"/>
                  </a:lnTo>
                  <a:lnTo>
                    <a:pt x="0" y="1478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235312" y="4586016"/>
              <a:ext cx="6964104" cy="933649"/>
            </a:xfrm>
            <a:custGeom>
              <a:avLst/>
              <a:pathLst>
                <a:path w="6964104" h="933649">
                  <a:moveTo>
                    <a:pt x="0" y="0"/>
                  </a:moveTo>
                  <a:lnTo>
                    <a:pt x="70344" y="26229"/>
                  </a:lnTo>
                  <a:lnTo>
                    <a:pt x="140688" y="51775"/>
                  </a:lnTo>
                  <a:lnTo>
                    <a:pt x="211033" y="76656"/>
                  </a:lnTo>
                  <a:lnTo>
                    <a:pt x="281377" y="100890"/>
                  </a:lnTo>
                  <a:lnTo>
                    <a:pt x="351722" y="124493"/>
                  </a:lnTo>
                  <a:lnTo>
                    <a:pt x="422066" y="147481"/>
                  </a:lnTo>
                  <a:lnTo>
                    <a:pt x="492411" y="169872"/>
                  </a:lnTo>
                  <a:lnTo>
                    <a:pt x="562755" y="191679"/>
                  </a:lnTo>
                  <a:lnTo>
                    <a:pt x="633100" y="212919"/>
                  </a:lnTo>
                  <a:lnTo>
                    <a:pt x="703444" y="233606"/>
                  </a:lnTo>
                  <a:lnTo>
                    <a:pt x="773789" y="253754"/>
                  </a:lnTo>
                  <a:lnTo>
                    <a:pt x="844133" y="273378"/>
                  </a:lnTo>
                  <a:lnTo>
                    <a:pt x="914478" y="292491"/>
                  </a:lnTo>
                  <a:lnTo>
                    <a:pt x="984822" y="311107"/>
                  </a:lnTo>
                  <a:lnTo>
                    <a:pt x="1055167" y="329238"/>
                  </a:lnTo>
                  <a:lnTo>
                    <a:pt x="1125511" y="346897"/>
                  </a:lnTo>
                  <a:lnTo>
                    <a:pt x="1195856" y="364097"/>
                  </a:lnTo>
                  <a:lnTo>
                    <a:pt x="1266200" y="380849"/>
                  </a:lnTo>
                  <a:lnTo>
                    <a:pt x="1336545" y="397164"/>
                  </a:lnTo>
                  <a:lnTo>
                    <a:pt x="1406889" y="413055"/>
                  </a:lnTo>
                  <a:lnTo>
                    <a:pt x="1477234" y="428533"/>
                  </a:lnTo>
                  <a:lnTo>
                    <a:pt x="1547578" y="443607"/>
                  </a:lnTo>
                  <a:lnTo>
                    <a:pt x="1617923" y="458290"/>
                  </a:lnTo>
                  <a:lnTo>
                    <a:pt x="1688267" y="472590"/>
                  </a:lnTo>
                  <a:lnTo>
                    <a:pt x="1758612" y="486518"/>
                  </a:lnTo>
                  <a:lnTo>
                    <a:pt x="1828956" y="500083"/>
                  </a:lnTo>
                  <a:lnTo>
                    <a:pt x="1899301" y="513295"/>
                  </a:lnTo>
                  <a:lnTo>
                    <a:pt x="1969645" y="526163"/>
                  </a:lnTo>
                  <a:lnTo>
                    <a:pt x="2039990" y="538697"/>
                  </a:lnTo>
                  <a:lnTo>
                    <a:pt x="2110334" y="550904"/>
                  </a:lnTo>
                  <a:lnTo>
                    <a:pt x="2180679" y="562793"/>
                  </a:lnTo>
                  <a:lnTo>
                    <a:pt x="2251023" y="574373"/>
                  </a:lnTo>
                  <a:lnTo>
                    <a:pt x="2321368" y="585651"/>
                  </a:lnTo>
                  <a:lnTo>
                    <a:pt x="2391712" y="596636"/>
                  </a:lnTo>
                  <a:lnTo>
                    <a:pt x="2462057" y="607335"/>
                  </a:lnTo>
                  <a:lnTo>
                    <a:pt x="2532401" y="617756"/>
                  </a:lnTo>
                  <a:lnTo>
                    <a:pt x="2602746" y="627905"/>
                  </a:lnTo>
                  <a:lnTo>
                    <a:pt x="2673090" y="637790"/>
                  </a:lnTo>
                  <a:lnTo>
                    <a:pt x="2743435" y="647418"/>
                  </a:lnTo>
                  <a:lnTo>
                    <a:pt x="2813779" y="656795"/>
                  </a:lnTo>
                  <a:lnTo>
                    <a:pt x="2884124" y="665928"/>
                  </a:lnTo>
                  <a:lnTo>
                    <a:pt x="2954468" y="674823"/>
                  </a:lnTo>
                  <a:lnTo>
                    <a:pt x="3024813" y="683487"/>
                  </a:lnTo>
                  <a:lnTo>
                    <a:pt x="3095157" y="691925"/>
                  </a:lnTo>
                  <a:lnTo>
                    <a:pt x="3165502" y="700144"/>
                  </a:lnTo>
                  <a:lnTo>
                    <a:pt x="3235846" y="708149"/>
                  </a:lnTo>
                  <a:lnTo>
                    <a:pt x="3306191" y="715945"/>
                  </a:lnTo>
                  <a:lnTo>
                    <a:pt x="3376535" y="723539"/>
                  </a:lnTo>
                  <a:lnTo>
                    <a:pt x="3446880" y="730934"/>
                  </a:lnTo>
                  <a:lnTo>
                    <a:pt x="3517224" y="738138"/>
                  </a:lnTo>
                  <a:lnTo>
                    <a:pt x="3587569" y="745153"/>
                  </a:lnTo>
                  <a:lnTo>
                    <a:pt x="3657913" y="751987"/>
                  </a:lnTo>
                  <a:lnTo>
                    <a:pt x="3728257" y="758642"/>
                  </a:lnTo>
                  <a:lnTo>
                    <a:pt x="3798602" y="765124"/>
                  </a:lnTo>
                  <a:lnTo>
                    <a:pt x="3868946" y="771437"/>
                  </a:lnTo>
                  <a:lnTo>
                    <a:pt x="3939291" y="777586"/>
                  </a:lnTo>
                  <a:lnTo>
                    <a:pt x="4009635" y="783575"/>
                  </a:lnTo>
                  <a:lnTo>
                    <a:pt x="4079980" y="789408"/>
                  </a:lnTo>
                  <a:lnTo>
                    <a:pt x="4150324" y="795089"/>
                  </a:lnTo>
                  <a:lnTo>
                    <a:pt x="4220669" y="800623"/>
                  </a:lnTo>
                  <a:lnTo>
                    <a:pt x="4291013" y="806012"/>
                  </a:lnTo>
                  <a:lnTo>
                    <a:pt x="4361358" y="811261"/>
                  </a:lnTo>
                  <a:lnTo>
                    <a:pt x="4431702" y="816374"/>
                  </a:lnTo>
                  <a:lnTo>
                    <a:pt x="4502047" y="821353"/>
                  </a:lnTo>
                  <a:lnTo>
                    <a:pt x="4572391" y="826203"/>
                  </a:lnTo>
                  <a:lnTo>
                    <a:pt x="4642736" y="830926"/>
                  </a:lnTo>
                  <a:lnTo>
                    <a:pt x="4713080" y="835527"/>
                  </a:lnTo>
                  <a:lnTo>
                    <a:pt x="4783425" y="840007"/>
                  </a:lnTo>
                  <a:lnTo>
                    <a:pt x="4853769" y="844372"/>
                  </a:lnTo>
                  <a:lnTo>
                    <a:pt x="4924114" y="848622"/>
                  </a:lnTo>
                  <a:lnTo>
                    <a:pt x="4994458" y="852762"/>
                  </a:lnTo>
                  <a:lnTo>
                    <a:pt x="5064803" y="856794"/>
                  </a:lnTo>
                  <a:lnTo>
                    <a:pt x="5135147" y="860721"/>
                  </a:lnTo>
                  <a:lnTo>
                    <a:pt x="5205492" y="864546"/>
                  </a:lnTo>
                  <a:lnTo>
                    <a:pt x="5275836" y="868272"/>
                  </a:lnTo>
                  <a:lnTo>
                    <a:pt x="5346181" y="871900"/>
                  </a:lnTo>
                  <a:lnTo>
                    <a:pt x="5416525" y="875434"/>
                  </a:lnTo>
                  <a:lnTo>
                    <a:pt x="5486870" y="878876"/>
                  </a:lnTo>
                  <a:lnTo>
                    <a:pt x="5557214" y="882229"/>
                  </a:lnTo>
                  <a:lnTo>
                    <a:pt x="5627559" y="885494"/>
                  </a:lnTo>
                  <a:lnTo>
                    <a:pt x="5697903" y="888674"/>
                  </a:lnTo>
                  <a:lnTo>
                    <a:pt x="5768248" y="891771"/>
                  </a:lnTo>
                  <a:lnTo>
                    <a:pt x="5838592" y="894788"/>
                  </a:lnTo>
                  <a:lnTo>
                    <a:pt x="5908937" y="897727"/>
                  </a:lnTo>
                  <a:lnTo>
                    <a:pt x="5979281" y="900588"/>
                  </a:lnTo>
                  <a:lnTo>
                    <a:pt x="6049626" y="903376"/>
                  </a:lnTo>
                  <a:lnTo>
                    <a:pt x="6119970" y="906090"/>
                  </a:lnTo>
                  <a:lnTo>
                    <a:pt x="6190315" y="908734"/>
                  </a:lnTo>
                  <a:lnTo>
                    <a:pt x="6260659" y="911310"/>
                  </a:lnTo>
                  <a:lnTo>
                    <a:pt x="6331004" y="913818"/>
                  </a:lnTo>
                  <a:lnTo>
                    <a:pt x="6401348" y="916261"/>
                  </a:lnTo>
                  <a:lnTo>
                    <a:pt x="6471693" y="918640"/>
                  </a:lnTo>
                  <a:lnTo>
                    <a:pt x="6542037" y="920957"/>
                  </a:lnTo>
                  <a:lnTo>
                    <a:pt x="6612382" y="923215"/>
                  </a:lnTo>
                  <a:lnTo>
                    <a:pt x="6682726" y="925413"/>
                  </a:lnTo>
                  <a:lnTo>
                    <a:pt x="6753071" y="927554"/>
                  </a:lnTo>
                  <a:lnTo>
                    <a:pt x="6823415" y="929639"/>
                  </a:lnTo>
                  <a:lnTo>
                    <a:pt x="6893760" y="931670"/>
                  </a:lnTo>
                  <a:lnTo>
                    <a:pt x="6964104" y="93364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47282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306098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113264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92042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72759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84458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60534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6769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7486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82030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1.35 (0.84-2.17), p = 0.210  |  per IQR decline (Δ = 29.5 %): 2.44 (0.61-9.87)  |  IQR: [-15.6, 13.9]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316464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2026-07-22T08:00:17Z</dcterms:modified>
  <cp:category/>
</cp:coreProperties>
</file>