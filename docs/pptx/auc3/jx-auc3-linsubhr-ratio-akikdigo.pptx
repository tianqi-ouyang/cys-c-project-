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46608"/>
            </a:xfrm>
            <a:custGeom>
              <a:avLst/>
              <a:pathLst>
                <a:path w="7392041" h="3546608">
                  <a:moveTo>
                    <a:pt x="509469" y="0"/>
                  </a:moveTo>
                  <a:lnTo>
                    <a:pt x="517363" y="15063"/>
                  </a:lnTo>
                  <a:lnTo>
                    <a:pt x="594606" y="156724"/>
                  </a:lnTo>
                  <a:lnTo>
                    <a:pt x="671850" y="292869"/>
                  </a:lnTo>
                  <a:lnTo>
                    <a:pt x="749094" y="423711"/>
                  </a:lnTo>
                  <a:lnTo>
                    <a:pt x="826337" y="549458"/>
                  </a:lnTo>
                  <a:lnTo>
                    <a:pt x="903581" y="670308"/>
                  </a:lnTo>
                  <a:lnTo>
                    <a:pt x="980824" y="786452"/>
                  </a:lnTo>
                  <a:lnTo>
                    <a:pt x="1058068" y="898073"/>
                  </a:lnTo>
                  <a:lnTo>
                    <a:pt x="1135311" y="1005346"/>
                  </a:lnTo>
                  <a:lnTo>
                    <a:pt x="1212555" y="1108442"/>
                  </a:lnTo>
                  <a:lnTo>
                    <a:pt x="1289799" y="1207523"/>
                  </a:lnTo>
                  <a:lnTo>
                    <a:pt x="1367042" y="1302746"/>
                  </a:lnTo>
                  <a:lnTo>
                    <a:pt x="1444286" y="1394260"/>
                  </a:lnTo>
                  <a:lnTo>
                    <a:pt x="1521529" y="1482210"/>
                  </a:lnTo>
                  <a:lnTo>
                    <a:pt x="1598773" y="1566735"/>
                  </a:lnTo>
                  <a:lnTo>
                    <a:pt x="1676016" y="1647968"/>
                  </a:lnTo>
                  <a:lnTo>
                    <a:pt x="1753260" y="1726038"/>
                  </a:lnTo>
                  <a:lnTo>
                    <a:pt x="1830504" y="1801068"/>
                  </a:lnTo>
                  <a:lnTo>
                    <a:pt x="1907747" y="1873175"/>
                  </a:lnTo>
                  <a:lnTo>
                    <a:pt x="1984991" y="1942475"/>
                  </a:lnTo>
                  <a:lnTo>
                    <a:pt x="2062234" y="2009075"/>
                  </a:lnTo>
                  <a:lnTo>
                    <a:pt x="2139478" y="2073082"/>
                  </a:lnTo>
                  <a:lnTo>
                    <a:pt x="2216721" y="2134596"/>
                  </a:lnTo>
                  <a:lnTo>
                    <a:pt x="2293965" y="2193715"/>
                  </a:lnTo>
                  <a:lnTo>
                    <a:pt x="2371209" y="2250531"/>
                  </a:lnTo>
                  <a:lnTo>
                    <a:pt x="2448452" y="2305135"/>
                  </a:lnTo>
                  <a:lnTo>
                    <a:pt x="2525696" y="2357612"/>
                  </a:lnTo>
                  <a:lnTo>
                    <a:pt x="2602939" y="2408046"/>
                  </a:lnTo>
                  <a:lnTo>
                    <a:pt x="2680183" y="2456515"/>
                  </a:lnTo>
                  <a:lnTo>
                    <a:pt x="2757426" y="2503097"/>
                  </a:lnTo>
                  <a:lnTo>
                    <a:pt x="2834670" y="2547865"/>
                  </a:lnTo>
                  <a:lnTo>
                    <a:pt x="2911914" y="2590889"/>
                  </a:lnTo>
                  <a:lnTo>
                    <a:pt x="2989157" y="2632238"/>
                  </a:lnTo>
                  <a:lnTo>
                    <a:pt x="3066401" y="2671976"/>
                  </a:lnTo>
                  <a:lnTo>
                    <a:pt x="3143644" y="2710167"/>
                  </a:lnTo>
                  <a:lnTo>
                    <a:pt x="3220888" y="2746871"/>
                  </a:lnTo>
                  <a:lnTo>
                    <a:pt x="3298131" y="2782145"/>
                  </a:lnTo>
                  <a:lnTo>
                    <a:pt x="3375375" y="2781688"/>
                  </a:lnTo>
                  <a:lnTo>
                    <a:pt x="3452619" y="2780377"/>
                  </a:lnTo>
                  <a:lnTo>
                    <a:pt x="3529862" y="2779064"/>
                  </a:lnTo>
                  <a:lnTo>
                    <a:pt x="3607106" y="2777749"/>
                  </a:lnTo>
                  <a:lnTo>
                    <a:pt x="3684349" y="2776432"/>
                  </a:lnTo>
                  <a:lnTo>
                    <a:pt x="3761593" y="2775113"/>
                  </a:lnTo>
                  <a:lnTo>
                    <a:pt x="3838836" y="2773792"/>
                  </a:lnTo>
                  <a:lnTo>
                    <a:pt x="3916080" y="2772469"/>
                  </a:lnTo>
                  <a:lnTo>
                    <a:pt x="3993324" y="2771144"/>
                  </a:lnTo>
                  <a:lnTo>
                    <a:pt x="4070567" y="2769817"/>
                  </a:lnTo>
                  <a:lnTo>
                    <a:pt x="4147811" y="2768488"/>
                  </a:lnTo>
                  <a:lnTo>
                    <a:pt x="4225054" y="2767157"/>
                  </a:lnTo>
                  <a:lnTo>
                    <a:pt x="4302298" y="2765824"/>
                  </a:lnTo>
                  <a:lnTo>
                    <a:pt x="4379541" y="2764489"/>
                  </a:lnTo>
                  <a:lnTo>
                    <a:pt x="4456785" y="2763152"/>
                  </a:lnTo>
                  <a:lnTo>
                    <a:pt x="4534029" y="2761813"/>
                  </a:lnTo>
                  <a:lnTo>
                    <a:pt x="4611272" y="2760472"/>
                  </a:lnTo>
                  <a:lnTo>
                    <a:pt x="4688516" y="2759129"/>
                  </a:lnTo>
                  <a:lnTo>
                    <a:pt x="4765759" y="2757784"/>
                  </a:lnTo>
                  <a:lnTo>
                    <a:pt x="4843003" y="2756437"/>
                  </a:lnTo>
                  <a:lnTo>
                    <a:pt x="4920246" y="2755088"/>
                  </a:lnTo>
                  <a:lnTo>
                    <a:pt x="4997490" y="2753736"/>
                  </a:lnTo>
                  <a:lnTo>
                    <a:pt x="5074734" y="2752383"/>
                  </a:lnTo>
                  <a:lnTo>
                    <a:pt x="5151977" y="2751028"/>
                  </a:lnTo>
                  <a:lnTo>
                    <a:pt x="5229221" y="2749671"/>
                  </a:lnTo>
                  <a:lnTo>
                    <a:pt x="5306464" y="2748311"/>
                  </a:lnTo>
                  <a:lnTo>
                    <a:pt x="5383708" y="2746950"/>
                  </a:lnTo>
                  <a:lnTo>
                    <a:pt x="5460951" y="2745587"/>
                  </a:lnTo>
                  <a:lnTo>
                    <a:pt x="5538195" y="2744221"/>
                  </a:lnTo>
                  <a:lnTo>
                    <a:pt x="5615439" y="2742854"/>
                  </a:lnTo>
                  <a:lnTo>
                    <a:pt x="5692682" y="2741484"/>
                  </a:lnTo>
                  <a:lnTo>
                    <a:pt x="5769926" y="2740112"/>
                  </a:lnTo>
                  <a:lnTo>
                    <a:pt x="5847169" y="2738739"/>
                  </a:lnTo>
                  <a:lnTo>
                    <a:pt x="5924413" y="2737363"/>
                  </a:lnTo>
                  <a:lnTo>
                    <a:pt x="6001656" y="2735985"/>
                  </a:lnTo>
                  <a:lnTo>
                    <a:pt x="6078900" y="2734605"/>
                  </a:lnTo>
                  <a:lnTo>
                    <a:pt x="6156144" y="2733223"/>
                  </a:lnTo>
                  <a:lnTo>
                    <a:pt x="6233387" y="2731839"/>
                  </a:lnTo>
                  <a:lnTo>
                    <a:pt x="6310631" y="2730453"/>
                  </a:lnTo>
                  <a:lnTo>
                    <a:pt x="6387874" y="2729065"/>
                  </a:lnTo>
                  <a:lnTo>
                    <a:pt x="6465118" y="2727674"/>
                  </a:lnTo>
                  <a:lnTo>
                    <a:pt x="6542361" y="2726282"/>
                  </a:lnTo>
                  <a:lnTo>
                    <a:pt x="6619605" y="2724888"/>
                  </a:lnTo>
                  <a:lnTo>
                    <a:pt x="6696849" y="2723491"/>
                  </a:lnTo>
                  <a:lnTo>
                    <a:pt x="6774092" y="2722092"/>
                  </a:lnTo>
                  <a:lnTo>
                    <a:pt x="6851336" y="2720691"/>
                  </a:lnTo>
                  <a:lnTo>
                    <a:pt x="6928579" y="2719288"/>
                  </a:lnTo>
                  <a:lnTo>
                    <a:pt x="7005823" y="2717883"/>
                  </a:lnTo>
                  <a:lnTo>
                    <a:pt x="7083066" y="2716476"/>
                  </a:lnTo>
                  <a:lnTo>
                    <a:pt x="7160310" y="2715067"/>
                  </a:lnTo>
                  <a:lnTo>
                    <a:pt x="7237554" y="2713656"/>
                  </a:lnTo>
                  <a:lnTo>
                    <a:pt x="7314797" y="2712242"/>
                  </a:lnTo>
                  <a:lnTo>
                    <a:pt x="7392041" y="2710826"/>
                  </a:lnTo>
                  <a:lnTo>
                    <a:pt x="7392041" y="3546608"/>
                  </a:lnTo>
                  <a:lnTo>
                    <a:pt x="7314797" y="3542311"/>
                  </a:lnTo>
                  <a:lnTo>
                    <a:pt x="7237554" y="3537840"/>
                  </a:lnTo>
                  <a:lnTo>
                    <a:pt x="7160310" y="3533188"/>
                  </a:lnTo>
                  <a:lnTo>
                    <a:pt x="7083066" y="3528347"/>
                  </a:lnTo>
                  <a:lnTo>
                    <a:pt x="7005823" y="3523311"/>
                  </a:lnTo>
                  <a:lnTo>
                    <a:pt x="6928579" y="3518070"/>
                  </a:lnTo>
                  <a:lnTo>
                    <a:pt x="6851336" y="3512617"/>
                  </a:lnTo>
                  <a:lnTo>
                    <a:pt x="6774092" y="3506943"/>
                  </a:lnTo>
                  <a:lnTo>
                    <a:pt x="6696849" y="3501038"/>
                  </a:lnTo>
                  <a:lnTo>
                    <a:pt x="6619605" y="3494895"/>
                  </a:lnTo>
                  <a:lnTo>
                    <a:pt x="6542361" y="3488503"/>
                  </a:lnTo>
                  <a:lnTo>
                    <a:pt x="6465118" y="3481852"/>
                  </a:lnTo>
                  <a:lnTo>
                    <a:pt x="6387874" y="3474931"/>
                  </a:lnTo>
                  <a:lnTo>
                    <a:pt x="6310631" y="3467730"/>
                  </a:lnTo>
                  <a:lnTo>
                    <a:pt x="6233387" y="3460236"/>
                  </a:lnTo>
                  <a:lnTo>
                    <a:pt x="6156144" y="3452440"/>
                  </a:lnTo>
                  <a:lnTo>
                    <a:pt x="6078900" y="3444327"/>
                  </a:lnTo>
                  <a:lnTo>
                    <a:pt x="6001656" y="3435886"/>
                  </a:lnTo>
                  <a:lnTo>
                    <a:pt x="5924413" y="3427102"/>
                  </a:lnTo>
                  <a:lnTo>
                    <a:pt x="5847169" y="3417963"/>
                  </a:lnTo>
                  <a:lnTo>
                    <a:pt x="5769926" y="3408453"/>
                  </a:lnTo>
                  <a:lnTo>
                    <a:pt x="5692682" y="3398558"/>
                  </a:lnTo>
                  <a:lnTo>
                    <a:pt x="5615439" y="3388262"/>
                  </a:lnTo>
                  <a:lnTo>
                    <a:pt x="5538195" y="3377549"/>
                  </a:lnTo>
                  <a:lnTo>
                    <a:pt x="5460951" y="3366402"/>
                  </a:lnTo>
                  <a:lnTo>
                    <a:pt x="5383708" y="3354803"/>
                  </a:lnTo>
                  <a:lnTo>
                    <a:pt x="5306464" y="3342733"/>
                  </a:lnTo>
                  <a:lnTo>
                    <a:pt x="5229221" y="3330175"/>
                  </a:lnTo>
                  <a:lnTo>
                    <a:pt x="5151977" y="3317108"/>
                  </a:lnTo>
                  <a:lnTo>
                    <a:pt x="5074734" y="3303512"/>
                  </a:lnTo>
                  <a:lnTo>
                    <a:pt x="4997490" y="3289364"/>
                  </a:lnTo>
                  <a:lnTo>
                    <a:pt x="4920246" y="3274643"/>
                  </a:lnTo>
                  <a:lnTo>
                    <a:pt x="4843003" y="3259326"/>
                  </a:lnTo>
                  <a:lnTo>
                    <a:pt x="4765759" y="3243388"/>
                  </a:lnTo>
                  <a:lnTo>
                    <a:pt x="4688516" y="3226804"/>
                  </a:lnTo>
                  <a:lnTo>
                    <a:pt x="4611272" y="3209549"/>
                  </a:lnTo>
                  <a:lnTo>
                    <a:pt x="4534029" y="3191593"/>
                  </a:lnTo>
                  <a:lnTo>
                    <a:pt x="4456785" y="3172911"/>
                  </a:lnTo>
                  <a:lnTo>
                    <a:pt x="4379541" y="3153471"/>
                  </a:lnTo>
                  <a:lnTo>
                    <a:pt x="4302298" y="3133244"/>
                  </a:lnTo>
                  <a:lnTo>
                    <a:pt x="4225054" y="3112197"/>
                  </a:lnTo>
                  <a:lnTo>
                    <a:pt x="4147811" y="3090297"/>
                  </a:lnTo>
                  <a:lnTo>
                    <a:pt x="4070567" y="3067509"/>
                  </a:lnTo>
                  <a:lnTo>
                    <a:pt x="3993324" y="3043799"/>
                  </a:lnTo>
                  <a:lnTo>
                    <a:pt x="3916080" y="3019127"/>
                  </a:lnTo>
                  <a:lnTo>
                    <a:pt x="3838836" y="2993456"/>
                  </a:lnTo>
                  <a:lnTo>
                    <a:pt x="3761593" y="2966744"/>
                  </a:lnTo>
                  <a:lnTo>
                    <a:pt x="3684349" y="2938950"/>
                  </a:lnTo>
                  <a:lnTo>
                    <a:pt x="3607106" y="2910030"/>
                  </a:lnTo>
                  <a:lnTo>
                    <a:pt x="3529862" y="2879938"/>
                  </a:lnTo>
                  <a:lnTo>
                    <a:pt x="3452619" y="2848626"/>
                  </a:lnTo>
                  <a:lnTo>
                    <a:pt x="3375375" y="2816046"/>
                  </a:lnTo>
                  <a:lnTo>
                    <a:pt x="3298131" y="2782997"/>
                  </a:lnTo>
                  <a:lnTo>
                    <a:pt x="3220888" y="2784304"/>
                  </a:lnTo>
                  <a:lnTo>
                    <a:pt x="3143644" y="2785610"/>
                  </a:lnTo>
                  <a:lnTo>
                    <a:pt x="3066401" y="2786913"/>
                  </a:lnTo>
                  <a:lnTo>
                    <a:pt x="2989157" y="2788214"/>
                  </a:lnTo>
                  <a:lnTo>
                    <a:pt x="2911914" y="2789514"/>
                  </a:lnTo>
                  <a:lnTo>
                    <a:pt x="2834670" y="2790811"/>
                  </a:lnTo>
                  <a:lnTo>
                    <a:pt x="2757426" y="2792106"/>
                  </a:lnTo>
                  <a:lnTo>
                    <a:pt x="2680183" y="2793400"/>
                  </a:lnTo>
                  <a:lnTo>
                    <a:pt x="2602939" y="2794691"/>
                  </a:lnTo>
                  <a:lnTo>
                    <a:pt x="2525696" y="2795981"/>
                  </a:lnTo>
                  <a:lnTo>
                    <a:pt x="2448452" y="2797269"/>
                  </a:lnTo>
                  <a:lnTo>
                    <a:pt x="2371209" y="2798554"/>
                  </a:lnTo>
                  <a:lnTo>
                    <a:pt x="2293965" y="2799838"/>
                  </a:lnTo>
                  <a:lnTo>
                    <a:pt x="2216721" y="2801120"/>
                  </a:lnTo>
                  <a:lnTo>
                    <a:pt x="2139478" y="2802400"/>
                  </a:lnTo>
                  <a:lnTo>
                    <a:pt x="2062234" y="2803678"/>
                  </a:lnTo>
                  <a:lnTo>
                    <a:pt x="1984991" y="2804954"/>
                  </a:lnTo>
                  <a:lnTo>
                    <a:pt x="1907747" y="2806228"/>
                  </a:lnTo>
                  <a:lnTo>
                    <a:pt x="1830504" y="2807500"/>
                  </a:lnTo>
                  <a:lnTo>
                    <a:pt x="1753260" y="2808771"/>
                  </a:lnTo>
                  <a:lnTo>
                    <a:pt x="1676016" y="2810039"/>
                  </a:lnTo>
                  <a:lnTo>
                    <a:pt x="1598773" y="2811306"/>
                  </a:lnTo>
                  <a:lnTo>
                    <a:pt x="1521529" y="2812570"/>
                  </a:lnTo>
                  <a:lnTo>
                    <a:pt x="1444286" y="2813833"/>
                  </a:lnTo>
                  <a:lnTo>
                    <a:pt x="1367042" y="2815094"/>
                  </a:lnTo>
                  <a:lnTo>
                    <a:pt x="1289799" y="2816353"/>
                  </a:lnTo>
                  <a:lnTo>
                    <a:pt x="1212555" y="2817610"/>
                  </a:lnTo>
                  <a:lnTo>
                    <a:pt x="1135311" y="2818865"/>
                  </a:lnTo>
                  <a:lnTo>
                    <a:pt x="1058068" y="2820118"/>
                  </a:lnTo>
                  <a:lnTo>
                    <a:pt x="980824" y="2821370"/>
                  </a:lnTo>
                  <a:lnTo>
                    <a:pt x="903581" y="2822619"/>
                  </a:lnTo>
                  <a:lnTo>
                    <a:pt x="826337" y="2823867"/>
                  </a:lnTo>
                  <a:lnTo>
                    <a:pt x="749094" y="2825112"/>
                  </a:lnTo>
                  <a:lnTo>
                    <a:pt x="671850" y="2826356"/>
                  </a:lnTo>
                  <a:lnTo>
                    <a:pt x="594606" y="2827598"/>
                  </a:lnTo>
                  <a:lnTo>
                    <a:pt x="517363" y="2828838"/>
                  </a:lnTo>
                  <a:lnTo>
                    <a:pt x="440119" y="2830077"/>
                  </a:lnTo>
                  <a:lnTo>
                    <a:pt x="362876" y="2831313"/>
                  </a:lnTo>
                  <a:lnTo>
                    <a:pt x="285632" y="2832548"/>
                  </a:lnTo>
                  <a:lnTo>
                    <a:pt x="208389" y="2833780"/>
                  </a:lnTo>
                  <a:lnTo>
                    <a:pt x="131145" y="2835011"/>
                  </a:lnTo>
                  <a:lnTo>
                    <a:pt x="53901" y="2836240"/>
                  </a:lnTo>
                  <a:lnTo>
                    <a:pt x="0" y="28370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1896563"/>
              <a:ext cx="6882571" cy="2782145"/>
            </a:xfrm>
            <a:custGeom>
              <a:avLst/>
              <a:pathLst>
                <a:path w="6882571" h="2782145">
                  <a:moveTo>
                    <a:pt x="0" y="0"/>
                  </a:moveTo>
                  <a:lnTo>
                    <a:pt x="7893" y="15063"/>
                  </a:lnTo>
                  <a:lnTo>
                    <a:pt x="85137" y="156724"/>
                  </a:lnTo>
                  <a:lnTo>
                    <a:pt x="162380" y="292869"/>
                  </a:lnTo>
                  <a:lnTo>
                    <a:pt x="239624" y="423711"/>
                  </a:lnTo>
                  <a:lnTo>
                    <a:pt x="316867" y="549458"/>
                  </a:lnTo>
                  <a:lnTo>
                    <a:pt x="394111" y="670308"/>
                  </a:lnTo>
                  <a:lnTo>
                    <a:pt x="471355" y="786452"/>
                  </a:lnTo>
                  <a:lnTo>
                    <a:pt x="548598" y="898073"/>
                  </a:lnTo>
                  <a:lnTo>
                    <a:pt x="625842" y="1005346"/>
                  </a:lnTo>
                  <a:lnTo>
                    <a:pt x="703085" y="1108442"/>
                  </a:lnTo>
                  <a:lnTo>
                    <a:pt x="780329" y="1207523"/>
                  </a:lnTo>
                  <a:lnTo>
                    <a:pt x="857572" y="1302746"/>
                  </a:lnTo>
                  <a:lnTo>
                    <a:pt x="934816" y="1394260"/>
                  </a:lnTo>
                  <a:lnTo>
                    <a:pt x="1012060" y="1482210"/>
                  </a:lnTo>
                  <a:lnTo>
                    <a:pt x="1089303" y="1566735"/>
                  </a:lnTo>
                  <a:lnTo>
                    <a:pt x="1166547" y="1647968"/>
                  </a:lnTo>
                  <a:lnTo>
                    <a:pt x="1243790" y="1726038"/>
                  </a:lnTo>
                  <a:lnTo>
                    <a:pt x="1321034" y="1801068"/>
                  </a:lnTo>
                  <a:lnTo>
                    <a:pt x="1398277" y="1873175"/>
                  </a:lnTo>
                  <a:lnTo>
                    <a:pt x="1475521" y="1942475"/>
                  </a:lnTo>
                  <a:lnTo>
                    <a:pt x="1552765" y="2009075"/>
                  </a:lnTo>
                  <a:lnTo>
                    <a:pt x="1630008" y="2073082"/>
                  </a:lnTo>
                  <a:lnTo>
                    <a:pt x="1707252" y="2134596"/>
                  </a:lnTo>
                  <a:lnTo>
                    <a:pt x="1784495" y="2193715"/>
                  </a:lnTo>
                  <a:lnTo>
                    <a:pt x="1861739" y="2250531"/>
                  </a:lnTo>
                  <a:lnTo>
                    <a:pt x="1938982" y="2305135"/>
                  </a:lnTo>
                  <a:lnTo>
                    <a:pt x="2016226" y="2357612"/>
                  </a:lnTo>
                  <a:lnTo>
                    <a:pt x="2093470" y="2408046"/>
                  </a:lnTo>
                  <a:lnTo>
                    <a:pt x="2170713" y="2456515"/>
                  </a:lnTo>
                  <a:lnTo>
                    <a:pt x="2247957" y="2503097"/>
                  </a:lnTo>
                  <a:lnTo>
                    <a:pt x="2325200" y="2547865"/>
                  </a:lnTo>
                  <a:lnTo>
                    <a:pt x="2402444" y="2590889"/>
                  </a:lnTo>
                  <a:lnTo>
                    <a:pt x="2479687" y="2632238"/>
                  </a:lnTo>
                  <a:lnTo>
                    <a:pt x="2556931" y="2671976"/>
                  </a:lnTo>
                  <a:lnTo>
                    <a:pt x="2634175" y="2710167"/>
                  </a:lnTo>
                  <a:lnTo>
                    <a:pt x="2711418" y="2746871"/>
                  </a:lnTo>
                  <a:lnTo>
                    <a:pt x="2788662" y="2782145"/>
                  </a:lnTo>
                  <a:lnTo>
                    <a:pt x="2865905" y="2781688"/>
                  </a:lnTo>
                  <a:lnTo>
                    <a:pt x="2943149" y="2780377"/>
                  </a:lnTo>
                  <a:lnTo>
                    <a:pt x="3020392" y="2779064"/>
                  </a:lnTo>
                  <a:lnTo>
                    <a:pt x="3097636" y="2777749"/>
                  </a:lnTo>
                  <a:lnTo>
                    <a:pt x="3174880" y="2776432"/>
                  </a:lnTo>
                  <a:lnTo>
                    <a:pt x="3252123" y="2775113"/>
                  </a:lnTo>
                  <a:lnTo>
                    <a:pt x="3329367" y="2773792"/>
                  </a:lnTo>
                  <a:lnTo>
                    <a:pt x="3406610" y="2772469"/>
                  </a:lnTo>
                  <a:lnTo>
                    <a:pt x="3483854" y="2771144"/>
                  </a:lnTo>
                  <a:lnTo>
                    <a:pt x="3561097" y="2769817"/>
                  </a:lnTo>
                  <a:lnTo>
                    <a:pt x="3638341" y="2768488"/>
                  </a:lnTo>
                  <a:lnTo>
                    <a:pt x="3715585" y="2767157"/>
                  </a:lnTo>
                  <a:lnTo>
                    <a:pt x="3792828" y="2765824"/>
                  </a:lnTo>
                  <a:lnTo>
                    <a:pt x="3870072" y="2764489"/>
                  </a:lnTo>
                  <a:lnTo>
                    <a:pt x="3947315" y="2763152"/>
                  </a:lnTo>
                  <a:lnTo>
                    <a:pt x="4024559" y="2761813"/>
                  </a:lnTo>
                  <a:lnTo>
                    <a:pt x="4101802" y="2760472"/>
                  </a:lnTo>
                  <a:lnTo>
                    <a:pt x="4179046" y="2759129"/>
                  </a:lnTo>
                  <a:lnTo>
                    <a:pt x="4256290" y="2757784"/>
                  </a:lnTo>
                  <a:lnTo>
                    <a:pt x="4333533" y="2756437"/>
                  </a:lnTo>
                  <a:lnTo>
                    <a:pt x="4410777" y="2755088"/>
                  </a:lnTo>
                  <a:lnTo>
                    <a:pt x="4488020" y="2753736"/>
                  </a:lnTo>
                  <a:lnTo>
                    <a:pt x="4565264" y="2752383"/>
                  </a:lnTo>
                  <a:lnTo>
                    <a:pt x="4642507" y="2751028"/>
                  </a:lnTo>
                  <a:lnTo>
                    <a:pt x="4719751" y="2749671"/>
                  </a:lnTo>
                  <a:lnTo>
                    <a:pt x="4796995" y="2748311"/>
                  </a:lnTo>
                  <a:lnTo>
                    <a:pt x="4874238" y="2746950"/>
                  </a:lnTo>
                  <a:lnTo>
                    <a:pt x="4951482" y="2745587"/>
                  </a:lnTo>
                  <a:lnTo>
                    <a:pt x="5028725" y="2744221"/>
                  </a:lnTo>
                  <a:lnTo>
                    <a:pt x="5105969" y="2742854"/>
                  </a:lnTo>
                  <a:lnTo>
                    <a:pt x="5183212" y="2741484"/>
                  </a:lnTo>
                  <a:lnTo>
                    <a:pt x="5260456" y="2740112"/>
                  </a:lnTo>
                  <a:lnTo>
                    <a:pt x="5337700" y="2738739"/>
                  </a:lnTo>
                  <a:lnTo>
                    <a:pt x="5414943" y="2737363"/>
                  </a:lnTo>
                  <a:lnTo>
                    <a:pt x="5492187" y="2735985"/>
                  </a:lnTo>
                  <a:lnTo>
                    <a:pt x="5569430" y="2734605"/>
                  </a:lnTo>
                  <a:lnTo>
                    <a:pt x="5646674" y="2733223"/>
                  </a:lnTo>
                  <a:lnTo>
                    <a:pt x="5723917" y="2731839"/>
                  </a:lnTo>
                  <a:lnTo>
                    <a:pt x="5801161" y="2730453"/>
                  </a:lnTo>
                  <a:lnTo>
                    <a:pt x="5878405" y="2729065"/>
                  </a:lnTo>
                  <a:lnTo>
                    <a:pt x="5955648" y="2727674"/>
                  </a:lnTo>
                  <a:lnTo>
                    <a:pt x="6032892" y="2726282"/>
                  </a:lnTo>
                  <a:lnTo>
                    <a:pt x="6110135" y="2724888"/>
                  </a:lnTo>
                  <a:lnTo>
                    <a:pt x="6187379" y="2723491"/>
                  </a:lnTo>
                  <a:lnTo>
                    <a:pt x="6264622" y="2722092"/>
                  </a:lnTo>
                  <a:lnTo>
                    <a:pt x="6341866" y="2720691"/>
                  </a:lnTo>
                  <a:lnTo>
                    <a:pt x="6419110" y="2719288"/>
                  </a:lnTo>
                  <a:lnTo>
                    <a:pt x="6496353" y="2717883"/>
                  </a:lnTo>
                  <a:lnTo>
                    <a:pt x="6573597" y="2716476"/>
                  </a:lnTo>
                  <a:lnTo>
                    <a:pt x="6650840" y="2715067"/>
                  </a:lnTo>
                  <a:lnTo>
                    <a:pt x="6728084" y="2713656"/>
                  </a:lnTo>
                  <a:lnTo>
                    <a:pt x="6805327" y="2712242"/>
                  </a:lnTo>
                  <a:lnTo>
                    <a:pt x="6882571" y="2710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561"/>
              <a:ext cx="7392041" cy="763610"/>
            </a:xfrm>
            <a:custGeom>
              <a:avLst/>
              <a:pathLst>
                <a:path w="7392041" h="763610">
                  <a:moveTo>
                    <a:pt x="7392041" y="763610"/>
                  </a:moveTo>
                  <a:lnTo>
                    <a:pt x="7314797" y="759313"/>
                  </a:lnTo>
                  <a:lnTo>
                    <a:pt x="7237554" y="754842"/>
                  </a:lnTo>
                  <a:lnTo>
                    <a:pt x="7160310" y="750190"/>
                  </a:lnTo>
                  <a:lnTo>
                    <a:pt x="7083066" y="745350"/>
                  </a:lnTo>
                  <a:lnTo>
                    <a:pt x="7005823" y="740313"/>
                  </a:lnTo>
                  <a:lnTo>
                    <a:pt x="6928579" y="735072"/>
                  </a:lnTo>
                  <a:lnTo>
                    <a:pt x="6851336" y="729619"/>
                  </a:lnTo>
                  <a:lnTo>
                    <a:pt x="6774092" y="723945"/>
                  </a:lnTo>
                  <a:lnTo>
                    <a:pt x="6696849" y="718041"/>
                  </a:lnTo>
                  <a:lnTo>
                    <a:pt x="6619605" y="711897"/>
                  </a:lnTo>
                  <a:lnTo>
                    <a:pt x="6542361" y="705505"/>
                  </a:lnTo>
                  <a:lnTo>
                    <a:pt x="6465118" y="698854"/>
                  </a:lnTo>
                  <a:lnTo>
                    <a:pt x="6387874" y="691933"/>
                  </a:lnTo>
                  <a:lnTo>
                    <a:pt x="6310631" y="684732"/>
                  </a:lnTo>
                  <a:lnTo>
                    <a:pt x="6233387" y="677239"/>
                  </a:lnTo>
                  <a:lnTo>
                    <a:pt x="6156144" y="669442"/>
                  </a:lnTo>
                  <a:lnTo>
                    <a:pt x="6078900" y="661329"/>
                  </a:lnTo>
                  <a:lnTo>
                    <a:pt x="6001656" y="652888"/>
                  </a:lnTo>
                  <a:lnTo>
                    <a:pt x="5924413" y="644105"/>
                  </a:lnTo>
                  <a:lnTo>
                    <a:pt x="5847169" y="634965"/>
                  </a:lnTo>
                  <a:lnTo>
                    <a:pt x="5769926" y="625455"/>
                  </a:lnTo>
                  <a:lnTo>
                    <a:pt x="5692682" y="615560"/>
                  </a:lnTo>
                  <a:lnTo>
                    <a:pt x="5615439" y="605264"/>
                  </a:lnTo>
                  <a:lnTo>
                    <a:pt x="5538195" y="594551"/>
                  </a:lnTo>
                  <a:lnTo>
                    <a:pt x="5460951" y="583404"/>
                  </a:lnTo>
                  <a:lnTo>
                    <a:pt x="5383708" y="571805"/>
                  </a:lnTo>
                  <a:lnTo>
                    <a:pt x="5306464" y="559736"/>
                  </a:lnTo>
                  <a:lnTo>
                    <a:pt x="5229221" y="547178"/>
                  </a:lnTo>
                  <a:lnTo>
                    <a:pt x="5151977" y="534110"/>
                  </a:lnTo>
                  <a:lnTo>
                    <a:pt x="5074734" y="520514"/>
                  </a:lnTo>
                  <a:lnTo>
                    <a:pt x="4997490" y="506366"/>
                  </a:lnTo>
                  <a:lnTo>
                    <a:pt x="4920246" y="491646"/>
                  </a:lnTo>
                  <a:lnTo>
                    <a:pt x="4843003" y="476328"/>
                  </a:lnTo>
                  <a:lnTo>
                    <a:pt x="4765759" y="460390"/>
                  </a:lnTo>
                  <a:lnTo>
                    <a:pt x="4688516" y="443807"/>
                  </a:lnTo>
                  <a:lnTo>
                    <a:pt x="4611272" y="426551"/>
                  </a:lnTo>
                  <a:lnTo>
                    <a:pt x="4534029" y="408596"/>
                  </a:lnTo>
                  <a:lnTo>
                    <a:pt x="4456785" y="389913"/>
                  </a:lnTo>
                  <a:lnTo>
                    <a:pt x="4379541" y="370473"/>
                  </a:lnTo>
                  <a:lnTo>
                    <a:pt x="4302298" y="350246"/>
                  </a:lnTo>
                  <a:lnTo>
                    <a:pt x="4225054" y="329199"/>
                  </a:lnTo>
                  <a:lnTo>
                    <a:pt x="4147811" y="307299"/>
                  </a:lnTo>
                  <a:lnTo>
                    <a:pt x="4070567" y="284512"/>
                  </a:lnTo>
                  <a:lnTo>
                    <a:pt x="3993324" y="260801"/>
                  </a:lnTo>
                  <a:lnTo>
                    <a:pt x="3916080" y="236129"/>
                  </a:lnTo>
                  <a:lnTo>
                    <a:pt x="3838836" y="210458"/>
                  </a:lnTo>
                  <a:lnTo>
                    <a:pt x="3761593" y="183746"/>
                  </a:lnTo>
                  <a:lnTo>
                    <a:pt x="3684349" y="155952"/>
                  </a:lnTo>
                  <a:lnTo>
                    <a:pt x="3607106" y="127032"/>
                  </a:lnTo>
                  <a:lnTo>
                    <a:pt x="3529862" y="96940"/>
                  </a:lnTo>
                  <a:lnTo>
                    <a:pt x="3452619" y="65628"/>
                  </a:lnTo>
                  <a:lnTo>
                    <a:pt x="3375375" y="33048"/>
                  </a:lnTo>
                  <a:lnTo>
                    <a:pt x="3298131" y="0"/>
                  </a:lnTo>
                  <a:lnTo>
                    <a:pt x="3220888" y="1307"/>
                  </a:lnTo>
                  <a:lnTo>
                    <a:pt x="3143644" y="2612"/>
                  </a:lnTo>
                  <a:lnTo>
                    <a:pt x="3066401" y="3915"/>
                  </a:lnTo>
                  <a:lnTo>
                    <a:pt x="2989157" y="5216"/>
                  </a:lnTo>
                  <a:lnTo>
                    <a:pt x="2911914" y="6516"/>
                  </a:lnTo>
                  <a:lnTo>
                    <a:pt x="2834670" y="7813"/>
                  </a:lnTo>
                  <a:lnTo>
                    <a:pt x="2757426" y="9109"/>
                  </a:lnTo>
                  <a:lnTo>
                    <a:pt x="2680183" y="10402"/>
                  </a:lnTo>
                  <a:lnTo>
                    <a:pt x="2602939" y="11694"/>
                  </a:lnTo>
                  <a:lnTo>
                    <a:pt x="2525696" y="12983"/>
                  </a:lnTo>
                  <a:lnTo>
                    <a:pt x="2448452" y="14271"/>
                  </a:lnTo>
                  <a:lnTo>
                    <a:pt x="2371209" y="15557"/>
                  </a:lnTo>
                  <a:lnTo>
                    <a:pt x="2293965" y="16840"/>
                  </a:lnTo>
                  <a:lnTo>
                    <a:pt x="2216721" y="18122"/>
                  </a:lnTo>
                  <a:lnTo>
                    <a:pt x="2139478" y="19402"/>
                  </a:lnTo>
                  <a:lnTo>
                    <a:pt x="2062234" y="20680"/>
                  </a:lnTo>
                  <a:lnTo>
                    <a:pt x="1984991" y="21956"/>
                  </a:lnTo>
                  <a:lnTo>
                    <a:pt x="1907747" y="23230"/>
                  </a:lnTo>
                  <a:lnTo>
                    <a:pt x="1830504" y="24503"/>
                  </a:lnTo>
                  <a:lnTo>
                    <a:pt x="1753260" y="25773"/>
                  </a:lnTo>
                  <a:lnTo>
                    <a:pt x="1676016" y="27041"/>
                  </a:lnTo>
                  <a:lnTo>
                    <a:pt x="1598773" y="28308"/>
                  </a:lnTo>
                  <a:lnTo>
                    <a:pt x="1521529" y="29573"/>
                  </a:lnTo>
                  <a:lnTo>
                    <a:pt x="1444286" y="30835"/>
                  </a:lnTo>
                  <a:lnTo>
                    <a:pt x="1367042" y="32096"/>
                  </a:lnTo>
                  <a:lnTo>
                    <a:pt x="1289799" y="33355"/>
                  </a:lnTo>
                  <a:lnTo>
                    <a:pt x="1212555" y="34612"/>
                  </a:lnTo>
                  <a:lnTo>
                    <a:pt x="1135311" y="35867"/>
                  </a:lnTo>
                  <a:lnTo>
                    <a:pt x="1058068" y="37120"/>
                  </a:lnTo>
                  <a:lnTo>
                    <a:pt x="980824" y="38372"/>
                  </a:lnTo>
                  <a:lnTo>
                    <a:pt x="903581" y="39621"/>
                  </a:lnTo>
                  <a:lnTo>
                    <a:pt x="826337" y="40869"/>
                  </a:lnTo>
                  <a:lnTo>
                    <a:pt x="749094" y="42115"/>
                  </a:lnTo>
                  <a:lnTo>
                    <a:pt x="671850" y="43359"/>
                  </a:lnTo>
                  <a:lnTo>
                    <a:pt x="594606" y="44601"/>
                  </a:lnTo>
                  <a:lnTo>
                    <a:pt x="517363" y="45841"/>
                  </a:lnTo>
                  <a:lnTo>
                    <a:pt x="440119" y="47079"/>
                  </a:lnTo>
                  <a:lnTo>
                    <a:pt x="362876" y="48315"/>
                  </a:lnTo>
                  <a:lnTo>
                    <a:pt x="285632" y="49550"/>
                  </a:lnTo>
                  <a:lnTo>
                    <a:pt x="208389" y="50783"/>
                  </a:lnTo>
                  <a:lnTo>
                    <a:pt x="131145" y="52013"/>
                  </a:lnTo>
                  <a:lnTo>
                    <a:pt x="53901" y="53242"/>
                  </a:lnTo>
                  <a:lnTo>
                    <a:pt x="0" y="54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81682"/>
              <a:ext cx="7392041" cy="1651508"/>
            </a:xfrm>
            <a:custGeom>
              <a:avLst/>
              <a:pathLst>
                <a:path w="7392041" h="1651508">
                  <a:moveTo>
                    <a:pt x="0" y="0"/>
                  </a:moveTo>
                  <a:lnTo>
                    <a:pt x="53901" y="26136"/>
                  </a:lnTo>
                  <a:lnTo>
                    <a:pt x="131145" y="62882"/>
                  </a:lnTo>
                  <a:lnTo>
                    <a:pt x="208389" y="98933"/>
                  </a:lnTo>
                  <a:lnTo>
                    <a:pt x="285632" y="134301"/>
                  </a:lnTo>
                  <a:lnTo>
                    <a:pt x="362876" y="169000"/>
                  </a:lnTo>
                  <a:lnTo>
                    <a:pt x="440119" y="203041"/>
                  </a:lnTo>
                  <a:lnTo>
                    <a:pt x="517363" y="236439"/>
                  </a:lnTo>
                  <a:lnTo>
                    <a:pt x="594606" y="269204"/>
                  </a:lnTo>
                  <a:lnTo>
                    <a:pt x="671850" y="301350"/>
                  </a:lnTo>
                  <a:lnTo>
                    <a:pt x="749094" y="332887"/>
                  </a:lnTo>
                  <a:lnTo>
                    <a:pt x="826337" y="363826"/>
                  </a:lnTo>
                  <a:lnTo>
                    <a:pt x="903581" y="394181"/>
                  </a:lnTo>
                  <a:lnTo>
                    <a:pt x="980824" y="423961"/>
                  </a:lnTo>
                  <a:lnTo>
                    <a:pt x="1058068" y="453177"/>
                  </a:lnTo>
                  <a:lnTo>
                    <a:pt x="1135311" y="481840"/>
                  </a:lnTo>
                  <a:lnTo>
                    <a:pt x="1212555" y="509960"/>
                  </a:lnTo>
                  <a:lnTo>
                    <a:pt x="1289799" y="537549"/>
                  </a:lnTo>
                  <a:lnTo>
                    <a:pt x="1367042" y="564615"/>
                  </a:lnTo>
                  <a:lnTo>
                    <a:pt x="1444286" y="591169"/>
                  </a:lnTo>
                  <a:lnTo>
                    <a:pt x="1521529" y="617220"/>
                  </a:lnTo>
                  <a:lnTo>
                    <a:pt x="1598773" y="642778"/>
                  </a:lnTo>
                  <a:lnTo>
                    <a:pt x="1676016" y="667852"/>
                  </a:lnTo>
                  <a:lnTo>
                    <a:pt x="1753260" y="692452"/>
                  </a:lnTo>
                  <a:lnTo>
                    <a:pt x="1830504" y="716586"/>
                  </a:lnTo>
                  <a:lnTo>
                    <a:pt x="1907747" y="740264"/>
                  </a:lnTo>
                  <a:lnTo>
                    <a:pt x="1984991" y="763493"/>
                  </a:lnTo>
                  <a:lnTo>
                    <a:pt x="2062234" y="786282"/>
                  </a:lnTo>
                  <a:lnTo>
                    <a:pt x="2139478" y="808641"/>
                  </a:lnTo>
                  <a:lnTo>
                    <a:pt x="2216721" y="830576"/>
                  </a:lnTo>
                  <a:lnTo>
                    <a:pt x="2293965" y="852095"/>
                  </a:lnTo>
                  <a:lnTo>
                    <a:pt x="2371209" y="873208"/>
                  </a:lnTo>
                  <a:lnTo>
                    <a:pt x="2448452" y="893921"/>
                  </a:lnTo>
                  <a:lnTo>
                    <a:pt x="2525696" y="914242"/>
                  </a:lnTo>
                  <a:lnTo>
                    <a:pt x="2602939" y="934178"/>
                  </a:lnTo>
                  <a:lnTo>
                    <a:pt x="2680183" y="953737"/>
                  </a:lnTo>
                  <a:lnTo>
                    <a:pt x="2757426" y="972925"/>
                  </a:lnTo>
                  <a:lnTo>
                    <a:pt x="2834670" y="991751"/>
                  </a:lnTo>
                  <a:lnTo>
                    <a:pt x="2911914" y="1010220"/>
                  </a:lnTo>
                  <a:lnTo>
                    <a:pt x="2989157" y="1028340"/>
                  </a:lnTo>
                  <a:lnTo>
                    <a:pt x="3066401" y="1046116"/>
                  </a:lnTo>
                  <a:lnTo>
                    <a:pt x="3143644" y="1063556"/>
                  </a:lnTo>
                  <a:lnTo>
                    <a:pt x="3220888" y="1080666"/>
                  </a:lnTo>
                  <a:lnTo>
                    <a:pt x="3298131" y="1097453"/>
                  </a:lnTo>
                  <a:lnTo>
                    <a:pt x="3375375" y="1113921"/>
                  </a:lnTo>
                  <a:lnTo>
                    <a:pt x="3452619" y="1130078"/>
                  </a:lnTo>
                  <a:lnTo>
                    <a:pt x="3529862" y="1145929"/>
                  </a:lnTo>
                  <a:lnTo>
                    <a:pt x="3607106" y="1161480"/>
                  </a:lnTo>
                  <a:lnTo>
                    <a:pt x="3684349" y="1176736"/>
                  </a:lnTo>
                  <a:lnTo>
                    <a:pt x="3761593" y="1191704"/>
                  </a:lnTo>
                  <a:lnTo>
                    <a:pt x="3838836" y="1206388"/>
                  </a:lnTo>
                  <a:lnTo>
                    <a:pt x="3916080" y="1220795"/>
                  </a:lnTo>
                  <a:lnTo>
                    <a:pt x="3993324" y="1234929"/>
                  </a:lnTo>
                  <a:lnTo>
                    <a:pt x="4070567" y="1248795"/>
                  </a:lnTo>
                  <a:lnTo>
                    <a:pt x="4147811" y="1262399"/>
                  </a:lnTo>
                  <a:lnTo>
                    <a:pt x="4225054" y="1275745"/>
                  </a:lnTo>
                  <a:lnTo>
                    <a:pt x="4302298" y="1288839"/>
                  </a:lnTo>
                  <a:lnTo>
                    <a:pt x="4379541" y="1301685"/>
                  </a:lnTo>
                  <a:lnTo>
                    <a:pt x="4456785" y="1314288"/>
                  </a:lnTo>
                  <a:lnTo>
                    <a:pt x="4534029" y="1326652"/>
                  </a:lnTo>
                  <a:lnTo>
                    <a:pt x="4611272" y="1338782"/>
                  </a:lnTo>
                  <a:lnTo>
                    <a:pt x="4688516" y="1350683"/>
                  </a:lnTo>
                  <a:lnTo>
                    <a:pt x="4765759" y="1362358"/>
                  </a:lnTo>
                  <a:lnTo>
                    <a:pt x="4843003" y="1373813"/>
                  </a:lnTo>
                  <a:lnTo>
                    <a:pt x="4920246" y="1385050"/>
                  </a:lnTo>
                  <a:lnTo>
                    <a:pt x="4997490" y="1396075"/>
                  </a:lnTo>
                  <a:lnTo>
                    <a:pt x="5074734" y="1406892"/>
                  </a:lnTo>
                  <a:lnTo>
                    <a:pt x="5151977" y="1417503"/>
                  </a:lnTo>
                  <a:lnTo>
                    <a:pt x="5229221" y="1427914"/>
                  </a:lnTo>
                  <a:lnTo>
                    <a:pt x="5306464" y="1438127"/>
                  </a:lnTo>
                  <a:lnTo>
                    <a:pt x="5383708" y="1448148"/>
                  </a:lnTo>
                  <a:lnTo>
                    <a:pt x="5460951" y="1457978"/>
                  </a:lnTo>
                  <a:lnTo>
                    <a:pt x="5538195" y="1467623"/>
                  </a:lnTo>
                  <a:lnTo>
                    <a:pt x="5615439" y="1477085"/>
                  </a:lnTo>
                  <a:lnTo>
                    <a:pt x="5692682" y="1486368"/>
                  </a:lnTo>
                  <a:lnTo>
                    <a:pt x="5769926" y="1495475"/>
                  </a:lnTo>
                  <a:lnTo>
                    <a:pt x="5847169" y="1504410"/>
                  </a:lnTo>
                  <a:lnTo>
                    <a:pt x="5924413" y="1513175"/>
                  </a:lnTo>
                  <a:lnTo>
                    <a:pt x="6001656" y="1521775"/>
                  </a:lnTo>
                  <a:lnTo>
                    <a:pt x="6078900" y="1530212"/>
                  </a:lnTo>
                  <a:lnTo>
                    <a:pt x="6156144" y="1538489"/>
                  </a:lnTo>
                  <a:lnTo>
                    <a:pt x="6233387" y="1546610"/>
                  </a:lnTo>
                  <a:lnTo>
                    <a:pt x="6310631" y="1554577"/>
                  </a:lnTo>
                  <a:lnTo>
                    <a:pt x="6387874" y="1562393"/>
                  </a:lnTo>
                  <a:lnTo>
                    <a:pt x="6465118" y="1570061"/>
                  </a:lnTo>
                  <a:lnTo>
                    <a:pt x="6542361" y="1577584"/>
                  </a:lnTo>
                  <a:lnTo>
                    <a:pt x="6619605" y="1584965"/>
                  </a:lnTo>
                  <a:lnTo>
                    <a:pt x="6696849" y="1592206"/>
                  </a:lnTo>
                  <a:lnTo>
                    <a:pt x="6774092" y="1599310"/>
                  </a:lnTo>
                  <a:lnTo>
                    <a:pt x="6851336" y="1606279"/>
                  </a:lnTo>
                  <a:lnTo>
                    <a:pt x="6928579" y="1613117"/>
                  </a:lnTo>
                  <a:lnTo>
                    <a:pt x="7005823" y="1619825"/>
                  </a:lnTo>
                  <a:lnTo>
                    <a:pt x="7083066" y="1626406"/>
                  </a:lnTo>
                  <a:lnTo>
                    <a:pt x="7160310" y="1632863"/>
                  </a:lnTo>
                  <a:lnTo>
                    <a:pt x="7237554" y="1639197"/>
                  </a:lnTo>
                  <a:lnTo>
                    <a:pt x="7314797" y="1645412"/>
                  </a:lnTo>
                  <a:lnTo>
                    <a:pt x="7392041" y="16515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2026-05-26T09:08:35Z</dcterms:modified>
  <cp:category/>
</cp:coreProperties>
</file>