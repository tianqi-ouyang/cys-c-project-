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0705"/>
            </a:xfrm>
            <a:custGeom>
              <a:avLst/>
              <a:pathLst>
                <a:path w="6964104" h="1220705">
                  <a:moveTo>
                    <a:pt x="696256" y="0"/>
                  </a:moveTo>
                  <a:lnTo>
                    <a:pt x="703444" y="5184"/>
                  </a:lnTo>
                  <a:lnTo>
                    <a:pt x="773789" y="53942"/>
                  </a:lnTo>
                  <a:lnTo>
                    <a:pt x="844133" y="100802"/>
                  </a:lnTo>
                  <a:lnTo>
                    <a:pt x="914478" y="145837"/>
                  </a:lnTo>
                  <a:lnTo>
                    <a:pt x="984822" y="189118"/>
                  </a:lnTo>
                  <a:lnTo>
                    <a:pt x="1055167" y="230713"/>
                  </a:lnTo>
                  <a:lnTo>
                    <a:pt x="1125511" y="270688"/>
                  </a:lnTo>
                  <a:lnTo>
                    <a:pt x="1195856" y="309107"/>
                  </a:lnTo>
                  <a:lnTo>
                    <a:pt x="1266200" y="346029"/>
                  </a:lnTo>
                  <a:lnTo>
                    <a:pt x="1336545" y="381514"/>
                  </a:lnTo>
                  <a:lnTo>
                    <a:pt x="1406889" y="415617"/>
                  </a:lnTo>
                  <a:lnTo>
                    <a:pt x="1477234" y="448391"/>
                  </a:lnTo>
                  <a:lnTo>
                    <a:pt x="1547578" y="479890"/>
                  </a:lnTo>
                  <a:lnTo>
                    <a:pt x="1617923" y="510161"/>
                  </a:lnTo>
                  <a:lnTo>
                    <a:pt x="1688267" y="539254"/>
                  </a:lnTo>
                  <a:lnTo>
                    <a:pt x="1758612" y="567213"/>
                  </a:lnTo>
                  <a:lnTo>
                    <a:pt x="1828956" y="594084"/>
                  </a:lnTo>
                  <a:lnTo>
                    <a:pt x="1899301" y="619909"/>
                  </a:lnTo>
                  <a:lnTo>
                    <a:pt x="1969645" y="644727"/>
                  </a:lnTo>
                  <a:lnTo>
                    <a:pt x="2039990" y="668579"/>
                  </a:lnTo>
                  <a:lnTo>
                    <a:pt x="2110334" y="691503"/>
                  </a:lnTo>
                  <a:lnTo>
                    <a:pt x="2180679" y="713533"/>
                  </a:lnTo>
                  <a:lnTo>
                    <a:pt x="2251023" y="734706"/>
                  </a:lnTo>
                  <a:lnTo>
                    <a:pt x="2321368" y="755054"/>
                  </a:lnTo>
                  <a:lnTo>
                    <a:pt x="2391712" y="774609"/>
                  </a:lnTo>
                  <a:lnTo>
                    <a:pt x="2462057" y="793403"/>
                  </a:lnTo>
                  <a:lnTo>
                    <a:pt x="2532401" y="811465"/>
                  </a:lnTo>
                  <a:lnTo>
                    <a:pt x="2602746" y="828824"/>
                  </a:lnTo>
                  <a:lnTo>
                    <a:pt x="2673090" y="845507"/>
                  </a:lnTo>
                  <a:lnTo>
                    <a:pt x="2743435" y="861540"/>
                  </a:lnTo>
                  <a:lnTo>
                    <a:pt x="2813779" y="876948"/>
                  </a:lnTo>
                  <a:lnTo>
                    <a:pt x="2884124" y="891757"/>
                  </a:lnTo>
                  <a:lnTo>
                    <a:pt x="2954468" y="905989"/>
                  </a:lnTo>
                  <a:lnTo>
                    <a:pt x="3024813" y="919666"/>
                  </a:lnTo>
                  <a:lnTo>
                    <a:pt x="3095157" y="932811"/>
                  </a:lnTo>
                  <a:lnTo>
                    <a:pt x="3165502" y="945444"/>
                  </a:lnTo>
                  <a:lnTo>
                    <a:pt x="3235846" y="957585"/>
                  </a:lnTo>
                  <a:lnTo>
                    <a:pt x="3306191" y="957428"/>
                  </a:lnTo>
                  <a:lnTo>
                    <a:pt x="3376535" y="956977"/>
                  </a:lnTo>
                  <a:lnTo>
                    <a:pt x="3446880" y="956525"/>
                  </a:lnTo>
                  <a:lnTo>
                    <a:pt x="3517224" y="956072"/>
                  </a:lnTo>
                  <a:lnTo>
                    <a:pt x="3587569" y="955619"/>
                  </a:lnTo>
                  <a:lnTo>
                    <a:pt x="3657913" y="955165"/>
                  </a:lnTo>
                  <a:lnTo>
                    <a:pt x="3728257" y="954710"/>
                  </a:lnTo>
                  <a:lnTo>
                    <a:pt x="3798602" y="954255"/>
                  </a:lnTo>
                  <a:lnTo>
                    <a:pt x="3868946" y="953799"/>
                  </a:lnTo>
                  <a:lnTo>
                    <a:pt x="3939291" y="953342"/>
                  </a:lnTo>
                  <a:lnTo>
                    <a:pt x="4009635" y="952885"/>
                  </a:lnTo>
                  <a:lnTo>
                    <a:pt x="4079980" y="952427"/>
                  </a:lnTo>
                  <a:lnTo>
                    <a:pt x="4150324" y="951968"/>
                  </a:lnTo>
                  <a:lnTo>
                    <a:pt x="4220669" y="951508"/>
                  </a:lnTo>
                  <a:lnTo>
                    <a:pt x="4291013" y="951048"/>
                  </a:lnTo>
                  <a:lnTo>
                    <a:pt x="4361358" y="950587"/>
                  </a:lnTo>
                  <a:lnTo>
                    <a:pt x="4431702" y="950126"/>
                  </a:lnTo>
                  <a:lnTo>
                    <a:pt x="4502047" y="949663"/>
                  </a:lnTo>
                  <a:lnTo>
                    <a:pt x="4572391" y="949200"/>
                  </a:lnTo>
                  <a:lnTo>
                    <a:pt x="4642736" y="948737"/>
                  </a:lnTo>
                  <a:lnTo>
                    <a:pt x="4713080" y="948272"/>
                  </a:lnTo>
                  <a:lnTo>
                    <a:pt x="4783425" y="947807"/>
                  </a:lnTo>
                  <a:lnTo>
                    <a:pt x="4853769" y="947342"/>
                  </a:lnTo>
                  <a:lnTo>
                    <a:pt x="4924114" y="946875"/>
                  </a:lnTo>
                  <a:lnTo>
                    <a:pt x="4994458" y="946408"/>
                  </a:lnTo>
                  <a:lnTo>
                    <a:pt x="5064803" y="945940"/>
                  </a:lnTo>
                  <a:lnTo>
                    <a:pt x="5135147" y="945472"/>
                  </a:lnTo>
                  <a:lnTo>
                    <a:pt x="5205492" y="945002"/>
                  </a:lnTo>
                  <a:lnTo>
                    <a:pt x="5275836" y="944532"/>
                  </a:lnTo>
                  <a:lnTo>
                    <a:pt x="5346181" y="944062"/>
                  </a:lnTo>
                  <a:lnTo>
                    <a:pt x="5416525" y="943590"/>
                  </a:lnTo>
                  <a:lnTo>
                    <a:pt x="5486870" y="943118"/>
                  </a:lnTo>
                  <a:lnTo>
                    <a:pt x="5557214" y="942645"/>
                  </a:lnTo>
                  <a:lnTo>
                    <a:pt x="5627559" y="942172"/>
                  </a:lnTo>
                  <a:lnTo>
                    <a:pt x="5697903" y="941698"/>
                  </a:lnTo>
                  <a:lnTo>
                    <a:pt x="5768248" y="941223"/>
                  </a:lnTo>
                  <a:lnTo>
                    <a:pt x="5838592" y="940747"/>
                  </a:lnTo>
                  <a:lnTo>
                    <a:pt x="5908937" y="940271"/>
                  </a:lnTo>
                  <a:lnTo>
                    <a:pt x="5979281" y="939793"/>
                  </a:lnTo>
                  <a:lnTo>
                    <a:pt x="6049626" y="939316"/>
                  </a:lnTo>
                  <a:lnTo>
                    <a:pt x="6119970" y="938837"/>
                  </a:lnTo>
                  <a:lnTo>
                    <a:pt x="6190315" y="938358"/>
                  </a:lnTo>
                  <a:lnTo>
                    <a:pt x="6260659" y="937878"/>
                  </a:lnTo>
                  <a:lnTo>
                    <a:pt x="6331004" y="937397"/>
                  </a:lnTo>
                  <a:lnTo>
                    <a:pt x="6401348" y="936916"/>
                  </a:lnTo>
                  <a:lnTo>
                    <a:pt x="6471693" y="936434"/>
                  </a:lnTo>
                  <a:lnTo>
                    <a:pt x="6542037" y="935951"/>
                  </a:lnTo>
                  <a:lnTo>
                    <a:pt x="6612382" y="935467"/>
                  </a:lnTo>
                  <a:lnTo>
                    <a:pt x="6682726" y="934983"/>
                  </a:lnTo>
                  <a:lnTo>
                    <a:pt x="6753071" y="934498"/>
                  </a:lnTo>
                  <a:lnTo>
                    <a:pt x="6823415" y="934012"/>
                  </a:lnTo>
                  <a:lnTo>
                    <a:pt x="6893760" y="933525"/>
                  </a:lnTo>
                  <a:lnTo>
                    <a:pt x="6964104" y="933038"/>
                  </a:lnTo>
                  <a:lnTo>
                    <a:pt x="6964104" y="1220705"/>
                  </a:lnTo>
                  <a:lnTo>
                    <a:pt x="6893760" y="1219227"/>
                  </a:lnTo>
                  <a:lnTo>
                    <a:pt x="6823415" y="1217688"/>
                  </a:lnTo>
                  <a:lnTo>
                    <a:pt x="6753071" y="1216087"/>
                  </a:lnTo>
                  <a:lnTo>
                    <a:pt x="6682726" y="1214420"/>
                  </a:lnTo>
                  <a:lnTo>
                    <a:pt x="6612382" y="1212687"/>
                  </a:lnTo>
                  <a:lnTo>
                    <a:pt x="6542037" y="1210883"/>
                  </a:lnTo>
                  <a:lnTo>
                    <a:pt x="6471693" y="1209006"/>
                  </a:lnTo>
                  <a:lnTo>
                    <a:pt x="6401348" y="1207053"/>
                  </a:lnTo>
                  <a:lnTo>
                    <a:pt x="6331004" y="1205021"/>
                  </a:lnTo>
                  <a:lnTo>
                    <a:pt x="6260659" y="1202907"/>
                  </a:lnTo>
                  <a:lnTo>
                    <a:pt x="6190315" y="1200706"/>
                  </a:lnTo>
                  <a:lnTo>
                    <a:pt x="6119970" y="1198417"/>
                  </a:lnTo>
                  <a:lnTo>
                    <a:pt x="6049626" y="1196035"/>
                  </a:lnTo>
                  <a:lnTo>
                    <a:pt x="5979281" y="1193556"/>
                  </a:lnTo>
                  <a:lnTo>
                    <a:pt x="5908937" y="1190977"/>
                  </a:lnTo>
                  <a:lnTo>
                    <a:pt x="5838592" y="1188294"/>
                  </a:lnTo>
                  <a:lnTo>
                    <a:pt x="5768248" y="1185502"/>
                  </a:lnTo>
                  <a:lnTo>
                    <a:pt x="5697903" y="1182596"/>
                  </a:lnTo>
                  <a:lnTo>
                    <a:pt x="5627559" y="1179573"/>
                  </a:lnTo>
                  <a:lnTo>
                    <a:pt x="5557214" y="1176427"/>
                  </a:lnTo>
                  <a:lnTo>
                    <a:pt x="5486870" y="1173154"/>
                  </a:lnTo>
                  <a:lnTo>
                    <a:pt x="5416525" y="1169748"/>
                  </a:lnTo>
                  <a:lnTo>
                    <a:pt x="5346181" y="1166205"/>
                  </a:lnTo>
                  <a:lnTo>
                    <a:pt x="5275836" y="1162517"/>
                  </a:lnTo>
                  <a:lnTo>
                    <a:pt x="5205492" y="1158680"/>
                  </a:lnTo>
                  <a:lnTo>
                    <a:pt x="5135147" y="1154688"/>
                  </a:lnTo>
                  <a:lnTo>
                    <a:pt x="5064803" y="1150534"/>
                  </a:lnTo>
                  <a:lnTo>
                    <a:pt x="4994458" y="1146212"/>
                  </a:lnTo>
                  <a:lnTo>
                    <a:pt x="4924114" y="1141714"/>
                  </a:lnTo>
                  <a:lnTo>
                    <a:pt x="4853769" y="1137034"/>
                  </a:lnTo>
                  <a:lnTo>
                    <a:pt x="4783425" y="1132165"/>
                  </a:lnTo>
                  <a:lnTo>
                    <a:pt x="4713080" y="1127098"/>
                  </a:lnTo>
                  <a:lnTo>
                    <a:pt x="4642736" y="1121826"/>
                  </a:lnTo>
                  <a:lnTo>
                    <a:pt x="4572391" y="1116340"/>
                  </a:lnTo>
                  <a:lnTo>
                    <a:pt x="4502047" y="1110632"/>
                  </a:lnTo>
                  <a:lnTo>
                    <a:pt x="4431702" y="1104693"/>
                  </a:lnTo>
                  <a:lnTo>
                    <a:pt x="4361358" y="1098513"/>
                  </a:lnTo>
                  <a:lnTo>
                    <a:pt x="4291013" y="1092083"/>
                  </a:lnTo>
                  <a:lnTo>
                    <a:pt x="4220669" y="1085392"/>
                  </a:lnTo>
                  <a:lnTo>
                    <a:pt x="4150324" y="1078430"/>
                  </a:lnTo>
                  <a:lnTo>
                    <a:pt x="4079980" y="1071186"/>
                  </a:lnTo>
                  <a:lnTo>
                    <a:pt x="4009635" y="1063648"/>
                  </a:lnTo>
                  <a:lnTo>
                    <a:pt x="3939291" y="1055805"/>
                  </a:lnTo>
                  <a:lnTo>
                    <a:pt x="3868946" y="1047644"/>
                  </a:lnTo>
                  <a:lnTo>
                    <a:pt x="3798602" y="1039152"/>
                  </a:lnTo>
                  <a:lnTo>
                    <a:pt x="3728257" y="1030316"/>
                  </a:lnTo>
                  <a:lnTo>
                    <a:pt x="3657913" y="1021122"/>
                  </a:lnTo>
                  <a:lnTo>
                    <a:pt x="3587569" y="1011556"/>
                  </a:lnTo>
                  <a:lnTo>
                    <a:pt x="3517224" y="1001602"/>
                  </a:lnTo>
                  <a:lnTo>
                    <a:pt x="3446880" y="991245"/>
                  </a:lnTo>
                  <a:lnTo>
                    <a:pt x="3376535" y="980467"/>
                  </a:lnTo>
                  <a:lnTo>
                    <a:pt x="3306191" y="969254"/>
                  </a:lnTo>
                  <a:lnTo>
                    <a:pt x="3235846" y="957879"/>
                  </a:lnTo>
                  <a:lnTo>
                    <a:pt x="3165502" y="958329"/>
                  </a:lnTo>
                  <a:lnTo>
                    <a:pt x="3095157" y="958778"/>
                  </a:lnTo>
                  <a:lnTo>
                    <a:pt x="3024813" y="959226"/>
                  </a:lnTo>
                  <a:lnTo>
                    <a:pt x="2954468" y="959674"/>
                  </a:lnTo>
                  <a:lnTo>
                    <a:pt x="2884124" y="960121"/>
                  </a:lnTo>
                  <a:lnTo>
                    <a:pt x="2813779" y="960568"/>
                  </a:lnTo>
                  <a:lnTo>
                    <a:pt x="2743435" y="961014"/>
                  </a:lnTo>
                  <a:lnTo>
                    <a:pt x="2673090" y="961459"/>
                  </a:lnTo>
                  <a:lnTo>
                    <a:pt x="2602746" y="961904"/>
                  </a:lnTo>
                  <a:lnTo>
                    <a:pt x="2532401" y="962347"/>
                  </a:lnTo>
                  <a:lnTo>
                    <a:pt x="2462057" y="962791"/>
                  </a:lnTo>
                  <a:lnTo>
                    <a:pt x="2391712" y="963233"/>
                  </a:lnTo>
                  <a:lnTo>
                    <a:pt x="2321368" y="963675"/>
                  </a:lnTo>
                  <a:lnTo>
                    <a:pt x="2251023" y="964116"/>
                  </a:lnTo>
                  <a:lnTo>
                    <a:pt x="2180679" y="964557"/>
                  </a:lnTo>
                  <a:lnTo>
                    <a:pt x="2110334" y="964997"/>
                  </a:lnTo>
                  <a:lnTo>
                    <a:pt x="2039990" y="965436"/>
                  </a:lnTo>
                  <a:lnTo>
                    <a:pt x="1969645" y="965874"/>
                  </a:lnTo>
                  <a:lnTo>
                    <a:pt x="1899301" y="966312"/>
                  </a:lnTo>
                  <a:lnTo>
                    <a:pt x="1828956" y="966750"/>
                  </a:lnTo>
                  <a:lnTo>
                    <a:pt x="1758612" y="967186"/>
                  </a:lnTo>
                  <a:lnTo>
                    <a:pt x="1688267" y="967622"/>
                  </a:lnTo>
                  <a:lnTo>
                    <a:pt x="1617923" y="968057"/>
                  </a:lnTo>
                  <a:lnTo>
                    <a:pt x="1547578" y="968492"/>
                  </a:lnTo>
                  <a:lnTo>
                    <a:pt x="1477234" y="968926"/>
                  </a:lnTo>
                  <a:lnTo>
                    <a:pt x="1406889" y="969359"/>
                  </a:lnTo>
                  <a:lnTo>
                    <a:pt x="1336545" y="969792"/>
                  </a:lnTo>
                  <a:lnTo>
                    <a:pt x="1266200" y="970224"/>
                  </a:lnTo>
                  <a:lnTo>
                    <a:pt x="1195856" y="970655"/>
                  </a:lnTo>
                  <a:lnTo>
                    <a:pt x="1125511" y="971086"/>
                  </a:lnTo>
                  <a:lnTo>
                    <a:pt x="1055167" y="971516"/>
                  </a:lnTo>
                  <a:lnTo>
                    <a:pt x="984822" y="971945"/>
                  </a:lnTo>
                  <a:lnTo>
                    <a:pt x="914478" y="972374"/>
                  </a:lnTo>
                  <a:lnTo>
                    <a:pt x="844133" y="972802"/>
                  </a:lnTo>
                  <a:lnTo>
                    <a:pt x="773789" y="973230"/>
                  </a:lnTo>
                  <a:lnTo>
                    <a:pt x="703444" y="973657"/>
                  </a:lnTo>
                  <a:lnTo>
                    <a:pt x="633100" y="974083"/>
                  </a:lnTo>
                  <a:lnTo>
                    <a:pt x="562755" y="974508"/>
                  </a:lnTo>
                  <a:lnTo>
                    <a:pt x="492411" y="974933"/>
                  </a:lnTo>
                  <a:lnTo>
                    <a:pt x="422066" y="975358"/>
                  </a:lnTo>
                  <a:lnTo>
                    <a:pt x="351722" y="975781"/>
                  </a:lnTo>
                  <a:lnTo>
                    <a:pt x="281377" y="976204"/>
                  </a:lnTo>
                  <a:lnTo>
                    <a:pt x="211033" y="976627"/>
                  </a:lnTo>
                  <a:lnTo>
                    <a:pt x="140688" y="977048"/>
                  </a:lnTo>
                  <a:lnTo>
                    <a:pt x="70344" y="977469"/>
                  </a:lnTo>
                  <a:lnTo>
                    <a:pt x="0" y="9778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31568" y="2143092"/>
              <a:ext cx="6267848" cy="957585"/>
            </a:xfrm>
            <a:custGeom>
              <a:avLst/>
              <a:pathLst>
                <a:path w="6267848" h="957585">
                  <a:moveTo>
                    <a:pt x="0" y="0"/>
                  </a:moveTo>
                  <a:lnTo>
                    <a:pt x="7188" y="5184"/>
                  </a:lnTo>
                  <a:lnTo>
                    <a:pt x="77533" y="53942"/>
                  </a:lnTo>
                  <a:lnTo>
                    <a:pt x="147877" y="100802"/>
                  </a:lnTo>
                  <a:lnTo>
                    <a:pt x="218222" y="145837"/>
                  </a:lnTo>
                  <a:lnTo>
                    <a:pt x="288566" y="189118"/>
                  </a:lnTo>
                  <a:lnTo>
                    <a:pt x="358911" y="230713"/>
                  </a:lnTo>
                  <a:lnTo>
                    <a:pt x="429255" y="270688"/>
                  </a:lnTo>
                  <a:lnTo>
                    <a:pt x="499599" y="309107"/>
                  </a:lnTo>
                  <a:lnTo>
                    <a:pt x="569944" y="346029"/>
                  </a:lnTo>
                  <a:lnTo>
                    <a:pt x="640288" y="381514"/>
                  </a:lnTo>
                  <a:lnTo>
                    <a:pt x="710633" y="415617"/>
                  </a:lnTo>
                  <a:lnTo>
                    <a:pt x="780977" y="448391"/>
                  </a:lnTo>
                  <a:lnTo>
                    <a:pt x="851322" y="479890"/>
                  </a:lnTo>
                  <a:lnTo>
                    <a:pt x="921666" y="510161"/>
                  </a:lnTo>
                  <a:lnTo>
                    <a:pt x="992011" y="539254"/>
                  </a:lnTo>
                  <a:lnTo>
                    <a:pt x="1062355" y="567213"/>
                  </a:lnTo>
                  <a:lnTo>
                    <a:pt x="1132700" y="594084"/>
                  </a:lnTo>
                  <a:lnTo>
                    <a:pt x="1203044" y="619909"/>
                  </a:lnTo>
                  <a:lnTo>
                    <a:pt x="1273389" y="644727"/>
                  </a:lnTo>
                  <a:lnTo>
                    <a:pt x="1343733" y="668579"/>
                  </a:lnTo>
                  <a:lnTo>
                    <a:pt x="1414078" y="691503"/>
                  </a:lnTo>
                  <a:lnTo>
                    <a:pt x="1484422" y="713533"/>
                  </a:lnTo>
                  <a:lnTo>
                    <a:pt x="1554767" y="734706"/>
                  </a:lnTo>
                  <a:lnTo>
                    <a:pt x="1625111" y="755054"/>
                  </a:lnTo>
                  <a:lnTo>
                    <a:pt x="1695456" y="774609"/>
                  </a:lnTo>
                  <a:lnTo>
                    <a:pt x="1765800" y="793403"/>
                  </a:lnTo>
                  <a:lnTo>
                    <a:pt x="1836145" y="811465"/>
                  </a:lnTo>
                  <a:lnTo>
                    <a:pt x="1906489" y="828824"/>
                  </a:lnTo>
                  <a:lnTo>
                    <a:pt x="1976834" y="845507"/>
                  </a:lnTo>
                  <a:lnTo>
                    <a:pt x="2047178" y="861540"/>
                  </a:lnTo>
                  <a:lnTo>
                    <a:pt x="2117523" y="876948"/>
                  </a:lnTo>
                  <a:lnTo>
                    <a:pt x="2187867" y="891757"/>
                  </a:lnTo>
                  <a:lnTo>
                    <a:pt x="2258212" y="905989"/>
                  </a:lnTo>
                  <a:lnTo>
                    <a:pt x="2328556" y="919666"/>
                  </a:lnTo>
                  <a:lnTo>
                    <a:pt x="2398901" y="932811"/>
                  </a:lnTo>
                  <a:lnTo>
                    <a:pt x="2469245" y="945444"/>
                  </a:lnTo>
                  <a:lnTo>
                    <a:pt x="2539590" y="957585"/>
                  </a:lnTo>
                  <a:lnTo>
                    <a:pt x="2609934" y="957428"/>
                  </a:lnTo>
                  <a:lnTo>
                    <a:pt x="2680279" y="956977"/>
                  </a:lnTo>
                  <a:lnTo>
                    <a:pt x="2750623" y="956525"/>
                  </a:lnTo>
                  <a:lnTo>
                    <a:pt x="2820968" y="956072"/>
                  </a:lnTo>
                  <a:lnTo>
                    <a:pt x="2891312" y="955619"/>
                  </a:lnTo>
                  <a:lnTo>
                    <a:pt x="2961657" y="955165"/>
                  </a:lnTo>
                  <a:lnTo>
                    <a:pt x="3032001" y="954710"/>
                  </a:lnTo>
                  <a:lnTo>
                    <a:pt x="3102346" y="954255"/>
                  </a:lnTo>
                  <a:lnTo>
                    <a:pt x="3172690" y="953799"/>
                  </a:lnTo>
                  <a:lnTo>
                    <a:pt x="3243035" y="953342"/>
                  </a:lnTo>
                  <a:lnTo>
                    <a:pt x="3313379" y="952885"/>
                  </a:lnTo>
                  <a:lnTo>
                    <a:pt x="3383724" y="952427"/>
                  </a:lnTo>
                  <a:lnTo>
                    <a:pt x="3454068" y="951968"/>
                  </a:lnTo>
                  <a:lnTo>
                    <a:pt x="3524413" y="951508"/>
                  </a:lnTo>
                  <a:lnTo>
                    <a:pt x="3594757" y="951048"/>
                  </a:lnTo>
                  <a:lnTo>
                    <a:pt x="3665102" y="950587"/>
                  </a:lnTo>
                  <a:lnTo>
                    <a:pt x="3735446" y="950126"/>
                  </a:lnTo>
                  <a:lnTo>
                    <a:pt x="3805791" y="949663"/>
                  </a:lnTo>
                  <a:lnTo>
                    <a:pt x="3876135" y="949200"/>
                  </a:lnTo>
                  <a:lnTo>
                    <a:pt x="3946480" y="948737"/>
                  </a:lnTo>
                  <a:lnTo>
                    <a:pt x="4016824" y="948272"/>
                  </a:lnTo>
                  <a:lnTo>
                    <a:pt x="4087169" y="947807"/>
                  </a:lnTo>
                  <a:lnTo>
                    <a:pt x="4157513" y="947342"/>
                  </a:lnTo>
                  <a:lnTo>
                    <a:pt x="4227857" y="946875"/>
                  </a:lnTo>
                  <a:lnTo>
                    <a:pt x="4298202" y="946408"/>
                  </a:lnTo>
                  <a:lnTo>
                    <a:pt x="4368546" y="945940"/>
                  </a:lnTo>
                  <a:lnTo>
                    <a:pt x="4438891" y="945472"/>
                  </a:lnTo>
                  <a:lnTo>
                    <a:pt x="4509235" y="945002"/>
                  </a:lnTo>
                  <a:lnTo>
                    <a:pt x="4579580" y="944532"/>
                  </a:lnTo>
                  <a:lnTo>
                    <a:pt x="4649924" y="944062"/>
                  </a:lnTo>
                  <a:lnTo>
                    <a:pt x="4720269" y="943590"/>
                  </a:lnTo>
                  <a:lnTo>
                    <a:pt x="4790613" y="943118"/>
                  </a:lnTo>
                  <a:lnTo>
                    <a:pt x="4860958" y="942645"/>
                  </a:lnTo>
                  <a:lnTo>
                    <a:pt x="4931302" y="942172"/>
                  </a:lnTo>
                  <a:lnTo>
                    <a:pt x="5001647" y="941698"/>
                  </a:lnTo>
                  <a:lnTo>
                    <a:pt x="5071991" y="941223"/>
                  </a:lnTo>
                  <a:lnTo>
                    <a:pt x="5142336" y="940747"/>
                  </a:lnTo>
                  <a:lnTo>
                    <a:pt x="5212680" y="940271"/>
                  </a:lnTo>
                  <a:lnTo>
                    <a:pt x="5283025" y="939793"/>
                  </a:lnTo>
                  <a:lnTo>
                    <a:pt x="5353369" y="939316"/>
                  </a:lnTo>
                  <a:lnTo>
                    <a:pt x="5423714" y="938837"/>
                  </a:lnTo>
                  <a:lnTo>
                    <a:pt x="5494058" y="938358"/>
                  </a:lnTo>
                  <a:lnTo>
                    <a:pt x="5564403" y="937878"/>
                  </a:lnTo>
                  <a:lnTo>
                    <a:pt x="5634747" y="937397"/>
                  </a:lnTo>
                  <a:lnTo>
                    <a:pt x="5705092" y="936916"/>
                  </a:lnTo>
                  <a:lnTo>
                    <a:pt x="5775436" y="936434"/>
                  </a:lnTo>
                  <a:lnTo>
                    <a:pt x="5845781" y="935951"/>
                  </a:lnTo>
                  <a:lnTo>
                    <a:pt x="5916125" y="935467"/>
                  </a:lnTo>
                  <a:lnTo>
                    <a:pt x="5986470" y="934983"/>
                  </a:lnTo>
                  <a:lnTo>
                    <a:pt x="6056814" y="934498"/>
                  </a:lnTo>
                  <a:lnTo>
                    <a:pt x="6127159" y="934012"/>
                  </a:lnTo>
                  <a:lnTo>
                    <a:pt x="6197503" y="933525"/>
                  </a:lnTo>
                  <a:lnTo>
                    <a:pt x="6267848" y="933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0971"/>
              <a:ext cx="6964104" cy="262826"/>
            </a:xfrm>
            <a:custGeom>
              <a:avLst/>
              <a:pathLst>
                <a:path w="6964104" h="262826">
                  <a:moveTo>
                    <a:pt x="6964104" y="262826"/>
                  </a:moveTo>
                  <a:lnTo>
                    <a:pt x="6893760" y="261347"/>
                  </a:lnTo>
                  <a:lnTo>
                    <a:pt x="6823415" y="259809"/>
                  </a:lnTo>
                  <a:lnTo>
                    <a:pt x="6753071" y="258207"/>
                  </a:lnTo>
                  <a:lnTo>
                    <a:pt x="6682726" y="256541"/>
                  </a:lnTo>
                  <a:lnTo>
                    <a:pt x="6612382" y="254808"/>
                  </a:lnTo>
                  <a:lnTo>
                    <a:pt x="6542037" y="253004"/>
                  </a:lnTo>
                  <a:lnTo>
                    <a:pt x="6471693" y="251127"/>
                  </a:lnTo>
                  <a:lnTo>
                    <a:pt x="6401348" y="249174"/>
                  </a:lnTo>
                  <a:lnTo>
                    <a:pt x="6331004" y="247142"/>
                  </a:lnTo>
                  <a:lnTo>
                    <a:pt x="6260659" y="245027"/>
                  </a:lnTo>
                  <a:lnTo>
                    <a:pt x="6190315" y="242827"/>
                  </a:lnTo>
                  <a:lnTo>
                    <a:pt x="6119970" y="240538"/>
                  </a:lnTo>
                  <a:lnTo>
                    <a:pt x="6049626" y="238156"/>
                  </a:lnTo>
                  <a:lnTo>
                    <a:pt x="5979281" y="235677"/>
                  </a:lnTo>
                  <a:lnTo>
                    <a:pt x="5908937" y="233098"/>
                  </a:lnTo>
                  <a:lnTo>
                    <a:pt x="5838592" y="230415"/>
                  </a:lnTo>
                  <a:lnTo>
                    <a:pt x="5768248" y="227622"/>
                  </a:lnTo>
                  <a:lnTo>
                    <a:pt x="5697903" y="224717"/>
                  </a:lnTo>
                  <a:lnTo>
                    <a:pt x="5627559" y="221694"/>
                  </a:lnTo>
                  <a:lnTo>
                    <a:pt x="5557214" y="218548"/>
                  </a:lnTo>
                  <a:lnTo>
                    <a:pt x="5486870" y="215275"/>
                  </a:lnTo>
                  <a:lnTo>
                    <a:pt x="5416525" y="211869"/>
                  </a:lnTo>
                  <a:lnTo>
                    <a:pt x="5346181" y="208325"/>
                  </a:lnTo>
                  <a:lnTo>
                    <a:pt x="5275836" y="204638"/>
                  </a:lnTo>
                  <a:lnTo>
                    <a:pt x="5205492" y="200801"/>
                  </a:lnTo>
                  <a:lnTo>
                    <a:pt x="5135147" y="196809"/>
                  </a:lnTo>
                  <a:lnTo>
                    <a:pt x="5064803" y="192655"/>
                  </a:lnTo>
                  <a:lnTo>
                    <a:pt x="4994458" y="188333"/>
                  </a:lnTo>
                  <a:lnTo>
                    <a:pt x="4924114" y="183835"/>
                  </a:lnTo>
                  <a:lnTo>
                    <a:pt x="4853769" y="179155"/>
                  </a:lnTo>
                  <a:lnTo>
                    <a:pt x="4783425" y="174286"/>
                  </a:lnTo>
                  <a:lnTo>
                    <a:pt x="4713080" y="169219"/>
                  </a:lnTo>
                  <a:lnTo>
                    <a:pt x="4642736" y="163947"/>
                  </a:lnTo>
                  <a:lnTo>
                    <a:pt x="4572391" y="158461"/>
                  </a:lnTo>
                  <a:lnTo>
                    <a:pt x="4502047" y="152753"/>
                  </a:lnTo>
                  <a:lnTo>
                    <a:pt x="4431702" y="146814"/>
                  </a:lnTo>
                  <a:lnTo>
                    <a:pt x="4361358" y="140634"/>
                  </a:lnTo>
                  <a:lnTo>
                    <a:pt x="4291013" y="134204"/>
                  </a:lnTo>
                  <a:lnTo>
                    <a:pt x="4220669" y="127513"/>
                  </a:lnTo>
                  <a:lnTo>
                    <a:pt x="4150324" y="120551"/>
                  </a:lnTo>
                  <a:lnTo>
                    <a:pt x="4079980" y="113307"/>
                  </a:lnTo>
                  <a:lnTo>
                    <a:pt x="4009635" y="105769"/>
                  </a:lnTo>
                  <a:lnTo>
                    <a:pt x="3939291" y="97926"/>
                  </a:lnTo>
                  <a:lnTo>
                    <a:pt x="3868946" y="89765"/>
                  </a:lnTo>
                  <a:lnTo>
                    <a:pt x="3798602" y="81273"/>
                  </a:lnTo>
                  <a:lnTo>
                    <a:pt x="3728257" y="72437"/>
                  </a:lnTo>
                  <a:lnTo>
                    <a:pt x="3657913" y="63243"/>
                  </a:lnTo>
                  <a:lnTo>
                    <a:pt x="3587569" y="53677"/>
                  </a:lnTo>
                  <a:lnTo>
                    <a:pt x="3517224" y="43723"/>
                  </a:lnTo>
                  <a:lnTo>
                    <a:pt x="3446880" y="33365"/>
                  </a:lnTo>
                  <a:lnTo>
                    <a:pt x="3376535" y="22588"/>
                  </a:lnTo>
                  <a:lnTo>
                    <a:pt x="3306191" y="11374"/>
                  </a:lnTo>
                  <a:lnTo>
                    <a:pt x="3235846" y="0"/>
                  </a:lnTo>
                  <a:lnTo>
                    <a:pt x="3165502" y="449"/>
                  </a:lnTo>
                  <a:lnTo>
                    <a:pt x="3095157" y="899"/>
                  </a:lnTo>
                  <a:lnTo>
                    <a:pt x="3024813" y="1347"/>
                  </a:lnTo>
                  <a:lnTo>
                    <a:pt x="2954468" y="1795"/>
                  </a:lnTo>
                  <a:lnTo>
                    <a:pt x="2884124" y="2242"/>
                  </a:lnTo>
                  <a:lnTo>
                    <a:pt x="2813779" y="2689"/>
                  </a:lnTo>
                  <a:lnTo>
                    <a:pt x="2743435" y="3135"/>
                  </a:lnTo>
                  <a:lnTo>
                    <a:pt x="2673090" y="3580"/>
                  </a:lnTo>
                  <a:lnTo>
                    <a:pt x="2602746" y="4024"/>
                  </a:lnTo>
                  <a:lnTo>
                    <a:pt x="2532401" y="4468"/>
                  </a:lnTo>
                  <a:lnTo>
                    <a:pt x="2462057" y="4912"/>
                  </a:lnTo>
                  <a:lnTo>
                    <a:pt x="2391712" y="5354"/>
                  </a:lnTo>
                  <a:lnTo>
                    <a:pt x="2321368" y="5796"/>
                  </a:lnTo>
                  <a:lnTo>
                    <a:pt x="2251023" y="6237"/>
                  </a:lnTo>
                  <a:lnTo>
                    <a:pt x="2180679" y="6678"/>
                  </a:lnTo>
                  <a:lnTo>
                    <a:pt x="2110334" y="7118"/>
                  </a:lnTo>
                  <a:lnTo>
                    <a:pt x="2039990" y="7557"/>
                  </a:lnTo>
                  <a:lnTo>
                    <a:pt x="1969645" y="7995"/>
                  </a:lnTo>
                  <a:lnTo>
                    <a:pt x="1899301" y="8433"/>
                  </a:lnTo>
                  <a:lnTo>
                    <a:pt x="1828956" y="8870"/>
                  </a:lnTo>
                  <a:lnTo>
                    <a:pt x="1758612" y="9307"/>
                  </a:lnTo>
                  <a:lnTo>
                    <a:pt x="1688267" y="9743"/>
                  </a:lnTo>
                  <a:lnTo>
                    <a:pt x="1617923" y="10178"/>
                  </a:lnTo>
                  <a:lnTo>
                    <a:pt x="1547578" y="10613"/>
                  </a:lnTo>
                  <a:lnTo>
                    <a:pt x="1477234" y="11047"/>
                  </a:lnTo>
                  <a:lnTo>
                    <a:pt x="1406889" y="11480"/>
                  </a:lnTo>
                  <a:lnTo>
                    <a:pt x="1336545" y="11913"/>
                  </a:lnTo>
                  <a:lnTo>
                    <a:pt x="1266200" y="12345"/>
                  </a:lnTo>
                  <a:lnTo>
                    <a:pt x="1195856" y="12776"/>
                  </a:lnTo>
                  <a:lnTo>
                    <a:pt x="1125511" y="13207"/>
                  </a:lnTo>
                  <a:lnTo>
                    <a:pt x="1055167" y="13637"/>
                  </a:lnTo>
                  <a:lnTo>
                    <a:pt x="984822" y="14066"/>
                  </a:lnTo>
                  <a:lnTo>
                    <a:pt x="914478" y="14495"/>
                  </a:lnTo>
                  <a:lnTo>
                    <a:pt x="844133" y="14923"/>
                  </a:lnTo>
                  <a:lnTo>
                    <a:pt x="773789" y="15351"/>
                  </a:lnTo>
                  <a:lnTo>
                    <a:pt x="703444" y="15778"/>
                  </a:lnTo>
                  <a:lnTo>
                    <a:pt x="633100" y="16204"/>
                  </a:lnTo>
                  <a:lnTo>
                    <a:pt x="562755" y="16629"/>
                  </a:lnTo>
                  <a:lnTo>
                    <a:pt x="492411" y="17054"/>
                  </a:lnTo>
                  <a:lnTo>
                    <a:pt x="422066" y="17479"/>
                  </a:lnTo>
                  <a:lnTo>
                    <a:pt x="351722" y="17902"/>
                  </a:lnTo>
                  <a:lnTo>
                    <a:pt x="281377" y="18325"/>
                  </a:lnTo>
                  <a:lnTo>
                    <a:pt x="211033" y="18748"/>
                  </a:lnTo>
                  <a:lnTo>
                    <a:pt x="140688" y="19169"/>
                  </a:lnTo>
                  <a:lnTo>
                    <a:pt x="70344" y="19590"/>
                  </a:lnTo>
                  <a:lnTo>
                    <a:pt x="0" y="20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679010"/>
              <a:ext cx="6964104" cy="612514"/>
            </a:xfrm>
            <a:custGeom>
              <a:avLst/>
              <a:pathLst>
                <a:path w="6964104" h="612514">
                  <a:moveTo>
                    <a:pt x="0" y="0"/>
                  </a:moveTo>
                  <a:lnTo>
                    <a:pt x="70344" y="13652"/>
                  </a:lnTo>
                  <a:lnTo>
                    <a:pt x="140688" y="27046"/>
                  </a:lnTo>
                  <a:lnTo>
                    <a:pt x="211033" y="40186"/>
                  </a:lnTo>
                  <a:lnTo>
                    <a:pt x="281377" y="53077"/>
                  </a:lnTo>
                  <a:lnTo>
                    <a:pt x="351722" y="65725"/>
                  </a:lnTo>
                  <a:lnTo>
                    <a:pt x="422066" y="78133"/>
                  </a:lnTo>
                  <a:lnTo>
                    <a:pt x="492411" y="90307"/>
                  </a:lnTo>
                  <a:lnTo>
                    <a:pt x="562755" y="102250"/>
                  </a:lnTo>
                  <a:lnTo>
                    <a:pt x="633100" y="113966"/>
                  </a:lnTo>
                  <a:lnTo>
                    <a:pt x="703444" y="125462"/>
                  </a:lnTo>
                  <a:lnTo>
                    <a:pt x="773789" y="136739"/>
                  </a:lnTo>
                  <a:lnTo>
                    <a:pt x="844133" y="147803"/>
                  </a:lnTo>
                  <a:lnTo>
                    <a:pt x="914478" y="158658"/>
                  </a:lnTo>
                  <a:lnTo>
                    <a:pt x="984822" y="169307"/>
                  </a:lnTo>
                  <a:lnTo>
                    <a:pt x="1055167" y="179755"/>
                  </a:lnTo>
                  <a:lnTo>
                    <a:pt x="1125511" y="190005"/>
                  </a:lnTo>
                  <a:lnTo>
                    <a:pt x="1195856" y="200060"/>
                  </a:lnTo>
                  <a:lnTo>
                    <a:pt x="1266200" y="209926"/>
                  </a:lnTo>
                  <a:lnTo>
                    <a:pt x="1336545" y="219605"/>
                  </a:lnTo>
                  <a:lnTo>
                    <a:pt x="1406889" y="229100"/>
                  </a:lnTo>
                  <a:lnTo>
                    <a:pt x="1477234" y="238416"/>
                  </a:lnTo>
                  <a:lnTo>
                    <a:pt x="1547578" y="247556"/>
                  </a:lnTo>
                  <a:lnTo>
                    <a:pt x="1617923" y="256522"/>
                  </a:lnTo>
                  <a:lnTo>
                    <a:pt x="1688267" y="265319"/>
                  </a:lnTo>
                  <a:lnTo>
                    <a:pt x="1758612" y="273950"/>
                  </a:lnTo>
                  <a:lnTo>
                    <a:pt x="1828956" y="282417"/>
                  </a:lnTo>
                  <a:lnTo>
                    <a:pt x="1899301" y="290723"/>
                  </a:lnTo>
                  <a:lnTo>
                    <a:pt x="1969645" y="298873"/>
                  </a:lnTo>
                  <a:lnTo>
                    <a:pt x="2039990" y="306868"/>
                  </a:lnTo>
                  <a:lnTo>
                    <a:pt x="2110334" y="314712"/>
                  </a:lnTo>
                  <a:lnTo>
                    <a:pt x="2180679" y="322407"/>
                  </a:lnTo>
                  <a:lnTo>
                    <a:pt x="2251023" y="329957"/>
                  </a:lnTo>
                  <a:lnTo>
                    <a:pt x="2321368" y="337364"/>
                  </a:lnTo>
                  <a:lnTo>
                    <a:pt x="2391712" y="344631"/>
                  </a:lnTo>
                  <a:lnTo>
                    <a:pt x="2462057" y="351760"/>
                  </a:lnTo>
                  <a:lnTo>
                    <a:pt x="2532401" y="358754"/>
                  </a:lnTo>
                  <a:lnTo>
                    <a:pt x="2602746" y="365616"/>
                  </a:lnTo>
                  <a:lnTo>
                    <a:pt x="2673090" y="372348"/>
                  </a:lnTo>
                  <a:lnTo>
                    <a:pt x="2743435" y="378953"/>
                  </a:lnTo>
                  <a:lnTo>
                    <a:pt x="2813779" y="385432"/>
                  </a:lnTo>
                  <a:lnTo>
                    <a:pt x="2884124" y="391789"/>
                  </a:lnTo>
                  <a:lnTo>
                    <a:pt x="2954468" y="398026"/>
                  </a:lnTo>
                  <a:lnTo>
                    <a:pt x="3024813" y="404144"/>
                  </a:lnTo>
                  <a:lnTo>
                    <a:pt x="3095157" y="410147"/>
                  </a:lnTo>
                  <a:lnTo>
                    <a:pt x="3165502" y="416036"/>
                  </a:lnTo>
                  <a:lnTo>
                    <a:pt x="3235846" y="421813"/>
                  </a:lnTo>
                  <a:lnTo>
                    <a:pt x="3306191" y="427482"/>
                  </a:lnTo>
                  <a:lnTo>
                    <a:pt x="3376535" y="433043"/>
                  </a:lnTo>
                  <a:lnTo>
                    <a:pt x="3446880" y="438498"/>
                  </a:lnTo>
                  <a:lnTo>
                    <a:pt x="3517224" y="443851"/>
                  </a:lnTo>
                  <a:lnTo>
                    <a:pt x="3587569" y="449102"/>
                  </a:lnTo>
                  <a:lnTo>
                    <a:pt x="3657913" y="454254"/>
                  </a:lnTo>
                  <a:lnTo>
                    <a:pt x="3728257" y="459308"/>
                  </a:lnTo>
                  <a:lnTo>
                    <a:pt x="3798602" y="464267"/>
                  </a:lnTo>
                  <a:lnTo>
                    <a:pt x="3868946" y="469131"/>
                  </a:lnTo>
                  <a:lnTo>
                    <a:pt x="3939291" y="473904"/>
                  </a:lnTo>
                  <a:lnTo>
                    <a:pt x="4009635" y="478586"/>
                  </a:lnTo>
                  <a:lnTo>
                    <a:pt x="4079980" y="483180"/>
                  </a:lnTo>
                  <a:lnTo>
                    <a:pt x="4150324" y="487687"/>
                  </a:lnTo>
                  <a:lnTo>
                    <a:pt x="4220669" y="492108"/>
                  </a:lnTo>
                  <a:lnTo>
                    <a:pt x="4291013" y="496446"/>
                  </a:lnTo>
                  <a:lnTo>
                    <a:pt x="4361358" y="500702"/>
                  </a:lnTo>
                  <a:lnTo>
                    <a:pt x="4431702" y="504877"/>
                  </a:lnTo>
                  <a:lnTo>
                    <a:pt x="4502047" y="508973"/>
                  </a:lnTo>
                  <a:lnTo>
                    <a:pt x="4572391" y="512991"/>
                  </a:lnTo>
                  <a:lnTo>
                    <a:pt x="4642736" y="516934"/>
                  </a:lnTo>
                  <a:lnTo>
                    <a:pt x="4713080" y="520802"/>
                  </a:lnTo>
                  <a:lnTo>
                    <a:pt x="4783425" y="524596"/>
                  </a:lnTo>
                  <a:lnTo>
                    <a:pt x="4853769" y="528319"/>
                  </a:lnTo>
                  <a:lnTo>
                    <a:pt x="4924114" y="531972"/>
                  </a:lnTo>
                  <a:lnTo>
                    <a:pt x="4994458" y="535555"/>
                  </a:lnTo>
                  <a:lnTo>
                    <a:pt x="5064803" y="539070"/>
                  </a:lnTo>
                  <a:lnTo>
                    <a:pt x="5135147" y="542519"/>
                  </a:lnTo>
                  <a:lnTo>
                    <a:pt x="5205492" y="545903"/>
                  </a:lnTo>
                  <a:lnTo>
                    <a:pt x="5275836" y="549222"/>
                  </a:lnTo>
                  <a:lnTo>
                    <a:pt x="5346181" y="552479"/>
                  </a:lnTo>
                  <a:lnTo>
                    <a:pt x="5416525" y="555674"/>
                  </a:lnTo>
                  <a:lnTo>
                    <a:pt x="5486870" y="558809"/>
                  </a:lnTo>
                  <a:lnTo>
                    <a:pt x="5557214" y="561884"/>
                  </a:lnTo>
                  <a:lnTo>
                    <a:pt x="5627559" y="564901"/>
                  </a:lnTo>
                  <a:lnTo>
                    <a:pt x="5697903" y="567861"/>
                  </a:lnTo>
                  <a:lnTo>
                    <a:pt x="5768248" y="570765"/>
                  </a:lnTo>
                  <a:lnTo>
                    <a:pt x="5838592" y="573614"/>
                  </a:lnTo>
                  <a:lnTo>
                    <a:pt x="5908937" y="576409"/>
                  </a:lnTo>
                  <a:lnTo>
                    <a:pt x="5979281" y="579151"/>
                  </a:lnTo>
                  <a:lnTo>
                    <a:pt x="6049626" y="581841"/>
                  </a:lnTo>
                  <a:lnTo>
                    <a:pt x="6119970" y="584481"/>
                  </a:lnTo>
                  <a:lnTo>
                    <a:pt x="6190315" y="587070"/>
                  </a:lnTo>
                  <a:lnTo>
                    <a:pt x="6260659" y="589610"/>
                  </a:lnTo>
                  <a:lnTo>
                    <a:pt x="6331004" y="592103"/>
                  </a:lnTo>
                  <a:lnTo>
                    <a:pt x="6401348" y="594548"/>
                  </a:lnTo>
                  <a:lnTo>
                    <a:pt x="6471693" y="596946"/>
                  </a:lnTo>
                  <a:lnTo>
                    <a:pt x="6542037" y="599300"/>
                  </a:lnTo>
                  <a:lnTo>
                    <a:pt x="6612382" y="601609"/>
                  </a:lnTo>
                  <a:lnTo>
                    <a:pt x="6682726" y="603874"/>
                  </a:lnTo>
                  <a:lnTo>
                    <a:pt x="6753071" y="606096"/>
                  </a:lnTo>
                  <a:lnTo>
                    <a:pt x="6823415" y="608276"/>
                  </a:lnTo>
                  <a:lnTo>
                    <a:pt x="6893760" y="610415"/>
                  </a:lnTo>
                  <a:lnTo>
                    <a:pt x="6964104" y="6125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1.25 (0.98-1.58), p_Bonf = 0.415 (n = 6)  |  per IQR decline (Δ = 29.5 %): 1.91 (0.95-3.84)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20705"/>
            </a:xfrm>
            <a:custGeom>
              <a:avLst/>
              <a:pathLst>
                <a:path w="6964104" h="1220705">
                  <a:moveTo>
                    <a:pt x="696256" y="0"/>
                  </a:moveTo>
                  <a:lnTo>
                    <a:pt x="703444" y="5184"/>
                  </a:lnTo>
                  <a:lnTo>
                    <a:pt x="773789" y="53942"/>
                  </a:lnTo>
                  <a:lnTo>
                    <a:pt x="844133" y="100802"/>
                  </a:lnTo>
                  <a:lnTo>
                    <a:pt x="914478" y="145837"/>
                  </a:lnTo>
                  <a:lnTo>
                    <a:pt x="984822" y="189118"/>
                  </a:lnTo>
                  <a:lnTo>
                    <a:pt x="1055167" y="230713"/>
                  </a:lnTo>
                  <a:lnTo>
                    <a:pt x="1125511" y="270688"/>
                  </a:lnTo>
                  <a:lnTo>
                    <a:pt x="1195856" y="309107"/>
                  </a:lnTo>
                  <a:lnTo>
                    <a:pt x="1266200" y="346029"/>
                  </a:lnTo>
                  <a:lnTo>
                    <a:pt x="1336545" y="381514"/>
                  </a:lnTo>
                  <a:lnTo>
                    <a:pt x="1406889" y="415617"/>
                  </a:lnTo>
                  <a:lnTo>
                    <a:pt x="1477234" y="448391"/>
                  </a:lnTo>
                  <a:lnTo>
                    <a:pt x="1547578" y="479890"/>
                  </a:lnTo>
                  <a:lnTo>
                    <a:pt x="1617923" y="510161"/>
                  </a:lnTo>
                  <a:lnTo>
                    <a:pt x="1688267" y="539254"/>
                  </a:lnTo>
                  <a:lnTo>
                    <a:pt x="1758612" y="567213"/>
                  </a:lnTo>
                  <a:lnTo>
                    <a:pt x="1828956" y="594084"/>
                  </a:lnTo>
                  <a:lnTo>
                    <a:pt x="1899301" y="619909"/>
                  </a:lnTo>
                  <a:lnTo>
                    <a:pt x="1969645" y="644727"/>
                  </a:lnTo>
                  <a:lnTo>
                    <a:pt x="2039990" y="668579"/>
                  </a:lnTo>
                  <a:lnTo>
                    <a:pt x="2110334" y="691503"/>
                  </a:lnTo>
                  <a:lnTo>
                    <a:pt x="2180679" y="713533"/>
                  </a:lnTo>
                  <a:lnTo>
                    <a:pt x="2251023" y="734706"/>
                  </a:lnTo>
                  <a:lnTo>
                    <a:pt x="2321368" y="755054"/>
                  </a:lnTo>
                  <a:lnTo>
                    <a:pt x="2391712" y="774609"/>
                  </a:lnTo>
                  <a:lnTo>
                    <a:pt x="2462057" y="793403"/>
                  </a:lnTo>
                  <a:lnTo>
                    <a:pt x="2532401" y="811465"/>
                  </a:lnTo>
                  <a:lnTo>
                    <a:pt x="2602746" y="828824"/>
                  </a:lnTo>
                  <a:lnTo>
                    <a:pt x="2673090" y="845507"/>
                  </a:lnTo>
                  <a:lnTo>
                    <a:pt x="2743435" y="861540"/>
                  </a:lnTo>
                  <a:lnTo>
                    <a:pt x="2813779" y="876948"/>
                  </a:lnTo>
                  <a:lnTo>
                    <a:pt x="2884124" y="891757"/>
                  </a:lnTo>
                  <a:lnTo>
                    <a:pt x="2954468" y="905989"/>
                  </a:lnTo>
                  <a:lnTo>
                    <a:pt x="3024813" y="919666"/>
                  </a:lnTo>
                  <a:lnTo>
                    <a:pt x="3095157" y="932811"/>
                  </a:lnTo>
                  <a:lnTo>
                    <a:pt x="3165502" y="945444"/>
                  </a:lnTo>
                  <a:lnTo>
                    <a:pt x="3235846" y="957585"/>
                  </a:lnTo>
                  <a:lnTo>
                    <a:pt x="3306191" y="957428"/>
                  </a:lnTo>
                  <a:lnTo>
                    <a:pt x="3376535" y="956977"/>
                  </a:lnTo>
                  <a:lnTo>
                    <a:pt x="3446880" y="956525"/>
                  </a:lnTo>
                  <a:lnTo>
                    <a:pt x="3517224" y="956072"/>
                  </a:lnTo>
                  <a:lnTo>
                    <a:pt x="3587569" y="955619"/>
                  </a:lnTo>
                  <a:lnTo>
                    <a:pt x="3657913" y="955165"/>
                  </a:lnTo>
                  <a:lnTo>
                    <a:pt x="3728257" y="954710"/>
                  </a:lnTo>
                  <a:lnTo>
                    <a:pt x="3798602" y="954255"/>
                  </a:lnTo>
                  <a:lnTo>
                    <a:pt x="3868946" y="953799"/>
                  </a:lnTo>
                  <a:lnTo>
                    <a:pt x="3939291" y="953342"/>
                  </a:lnTo>
                  <a:lnTo>
                    <a:pt x="4009635" y="952885"/>
                  </a:lnTo>
                  <a:lnTo>
                    <a:pt x="4079980" y="952427"/>
                  </a:lnTo>
                  <a:lnTo>
                    <a:pt x="4150324" y="951968"/>
                  </a:lnTo>
                  <a:lnTo>
                    <a:pt x="4220669" y="951508"/>
                  </a:lnTo>
                  <a:lnTo>
                    <a:pt x="4291013" y="951048"/>
                  </a:lnTo>
                  <a:lnTo>
                    <a:pt x="4361358" y="950587"/>
                  </a:lnTo>
                  <a:lnTo>
                    <a:pt x="4431702" y="950126"/>
                  </a:lnTo>
                  <a:lnTo>
                    <a:pt x="4502047" y="949663"/>
                  </a:lnTo>
                  <a:lnTo>
                    <a:pt x="4572391" y="949200"/>
                  </a:lnTo>
                  <a:lnTo>
                    <a:pt x="4642736" y="948737"/>
                  </a:lnTo>
                  <a:lnTo>
                    <a:pt x="4713080" y="948272"/>
                  </a:lnTo>
                  <a:lnTo>
                    <a:pt x="4783425" y="947807"/>
                  </a:lnTo>
                  <a:lnTo>
                    <a:pt x="4853769" y="947342"/>
                  </a:lnTo>
                  <a:lnTo>
                    <a:pt x="4924114" y="946875"/>
                  </a:lnTo>
                  <a:lnTo>
                    <a:pt x="4994458" y="946408"/>
                  </a:lnTo>
                  <a:lnTo>
                    <a:pt x="5064803" y="945940"/>
                  </a:lnTo>
                  <a:lnTo>
                    <a:pt x="5135147" y="945472"/>
                  </a:lnTo>
                  <a:lnTo>
                    <a:pt x="5205492" y="945002"/>
                  </a:lnTo>
                  <a:lnTo>
                    <a:pt x="5275836" y="944532"/>
                  </a:lnTo>
                  <a:lnTo>
                    <a:pt x="5346181" y="944062"/>
                  </a:lnTo>
                  <a:lnTo>
                    <a:pt x="5416525" y="943590"/>
                  </a:lnTo>
                  <a:lnTo>
                    <a:pt x="5486870" y="943118"/>
                  </a:lnTo>
                  <a:lnTo>
                    <a:pt x="5557214" y="942645"/>
                  </a:lnTo>
                  <a:lnTo>
                    <a:pt x="5627559" y="942172"/>
                  </a:lnTo>
                  <a:lnTo>
                    <a:pt x="5697903" y="941698"/>
                  </a:lnTo>
                  <a:lnTo>
                    <a:pt x="5768248" y="941223"/>
                  </a:lnTo>
                  <a:lnTo>
                    <a:pt x="5838592" y="940747"/>
                  </a:lnTo>
                  <a:lnTo>
                    <a:pt x="5908937" y="940271"/>
                  </a:lnTo>
                  <a:lnTo>
                    <a:pt x="5979281" y="939793"/>
                  </a:lnTo>
                  <a:lnTo>
                    <a:pt x="6049626" y="939316"/>
                  </a:lnTo>
                  <a:lnTo>
                    <a:pt x="6119970" y="938837"/>
                  </a:lnTo>
                  <a:lnTo>
                    <a:pt x="6190315" y="938358"/>
                  </a:lnTo>
                  <a:lnTo>
                    <a:pt x="6260659" y="937878"/>
                  </a:lnTo>
                  <a:lnTo>
                    <a:pt x="6331004" y="937397"/>
                  </a:lnTo>
                  <a:lnTo>
                    <a:pt x="6401348" y="936916"/>
                  </a:lnTo>
                  <a:lnTo>
                    <a:pt x="6471693" y="936434"/>
                  </a:lnTo>
                  <a:lnTo>
                    <a:pt x="6542037" y="935951"/>
                  </a:lnTo>
                  <a:lnTo>
                    <a:pt x="6612382" y="935467"/>
                  </a:lnTo>
                  <a:lnTo>
                    <a:pt x="6682726" y="934983"/>
                  </a:lnTo>
                  <a:lnTo>
                    <a:pt x="6753071" y="934498"/>
                  </a:lnTo>
                  <a:lnTo>
                    <a:pt x="6823415" y="934012"/>
                  </a:lnTo>
                  <a:lnTo>
                    <a:pt x="6893760" y="933525"/>
                  </a:lnTo>
                  <a:lnTo>
                    <a:pt x="6964104" y="933038"/>
                  </a:lnTo>
                  <a:lnTo>
                    <a:pt x="6964104" y="1220705"/>
                  </a:lnTo>
                  <a:lnTo>
                    <a:pt x="6893760" y="1219227"/>
                  </a:lnTo>
                  <a:lnTo>
                    <a:pt x="6823415" y="1217688"/>
                  </a:lnTo>
                  <a:lnTo>
                    <a:pt x="6753071" y="1216087"/>
                  </a:lnTo>
                  <a:lnTo>
                    <a:pt x="6682726" y="1214420"/>
                  </a:lnTo>
                  <a:lnTo>
                    <a:pt x="6612382" y="1212687"/>
                  </a:lnTo>
                  <a:lnTo>
                    <a:pt x="6542037" y="1210883"/>
                  </a:lnTo>
                  <a:lnTo>
                    <a:pt x="6471693" y="1209006"/>
                  </a:lnTo>
                  <a:lnTo>
                    <a:pt x="6401348" y="1207053"/>
                  </a:lnTo>
                  <a:lnTo>
                    <a:pt x="6331004" y="1205021"/>
                  </a:lnTo>
                  <a:lnTo>
                    <a:pt x="6260659" y="1202907"/>
                  </a:lnTo>
                  <a:lnTo>
                    <a:pt x="6190315" y="1200706"/>
                  </a:lnTo>
                  <a:lnTo>
                    <a:pt x="6119970" y="1198417"/>
                  </a:lnTo>
                  <a:lnTo>
                    <a:pt x="6049626" y="1196035"/>
                  </a:lnTo>
                  <a:lnTo>
                    <a:pt x="5979281" y="1193556"/>
                  </a:lnTo>
                  <a:lnTo>
                    <a:pt x="5908937" y="1190977"/>
                  </a:lnTo>
                  <a:lnTo>
                    <a:pt x="5838592" y="1188294"/>
                  </a:lnTo>
                  <a:lnTo>
                    <a:pt x="5768248" y="1185502"/>
                  </a:lnTo>
                  <a:lnTo>
                    <a:pt x="5697903" y="1182596"/>
                  </a:lnTo>
                  <a:lnTo>
                    <a:pt x="5627559" y="1179573"/>
                  </a:lnTo>
                  <a:lnTo>
                    <a:pt x="5557214" y="1176427"/>
                  </a:lnTo>
                  <a:lnTo>
                    <a:pt x="5486870" y="1173154"/>
                  </a:lnTo>
                  <a:lnTo>
                    <a:pt x="5416525" y="1169748"/>
                  </a:lnTo>
                  <a:lnTo>
                    <a:pt x="5346181" y="1166205"/>
                  </a:lnTo>
                  <a:lnTo>
                    <a:pt x="5275836" y="1162517"/>
                  </a:lnTo>
                  <a:lnTo>
                    <a:pt x="5205492" y="1158680"/>
                  </a:lnTo>
                  <a:lnTo>
                    <a:pt x="5135147" y="1154688"/>
                  </a:lnTo>
                  <a:lnTo>
                    <a:pt x="5064803" y="1150534"/>
                  </a:lnTo>
                  <a:lnTo>
                    <a:pt x="4994458" y="1146212"/>
                  </a:lnTo>
                  <a:lnTo>
                    <a:pt x="4924114" y="1141714"/>
                  </a:lnTo>
                  <a:lnTo>
                    <a:pt x="4853769" y="1137034"/>
                  </a:lnTo>
                  <a:lnTo>
                    <a:pt x="4783425" y="1132165"/>
                  </a:lnTo>
                  <a:lnTo>
                    <a:pt x="4713080" y="1127098"/>
                  </a:lnTo>
                  <a:lnTo>
                    <a:pt x="4642736" y="1121826"/>
                  </a:lnTo>
                  <a:lnTo>
                    <a:pt x="4572391" y="1116340"/>
                  </a:lnTo>
                  <a:lnTo>
                    <a:pt x="4502047" y="1110632"/>
                  </a:lnTo>
                  <a:lnTo>
                    <a:pt x="4431702" y="1104693"/>
                  </a:lnTo>
                  <a:lnTo>
                    <a:pt x="4361358" y="1098513"/>
                  </a:lnTo>
                  <a:lnTo>
                    <a:pt x="4291013" y="1092083"/>
                  </a:lnTo>
                  <a:lnTo>
                    <a:pt x="4220669" y="1085392"/>
                  </a:lnTo>
                  <a:lnTo>
                    <a:pt x="4150324" y="1078430"/>
                  </a:lnTo>
                  <a:lnTo>
                    <a:pt x="4079980" y="1071186"/>
                  </a:lnTo>
                  <a:lnTo>
                    <a:pt x="4009635" y="1063648"/>
                  </a:lnTo>
                  <a:lnTo>
                    <a:pt x="3939291" y="1055805"/>
                  </a:lnTo>
                  <a:lnTo>
                    <a:pt x="3868946" y="1047644"/>
                  </a:lnTo>
                  <a:lnTo>
                    <a:pt x="3798602" y="1039152"/>
                  </a:lnTo>
                  <a:lnTo>
                    <a:pt x="3728257" y="1030316"/>
                  </a:lnTo>
                  <a:lnTo>
                    <a:pt x="3657913" y="1021122"/>
                  </a:lnTo>
                  <a:lnTo>
                    <a:pt x="3587569" y="1011556"/>
                  </a:lnTo>
                  <a:lnTo>
                    <a:pt x="3517224" y="1001602"/>
                  </a:lnTo>
                  <a:lnTo>
                    <a:pt x="3446880" y="991245"/>
                  </a:lnTo>
                  <a:lnTo>
                    <a:pt x="3376535" y="980467"/>
                  </a:lnTo>
                  <a:lnTo>
                    <a:pt x="3306191" y="969254"/>
                  </a:lnTo>
                  <a:lnTo>
                    <a:pt x="3235846" y="957879"/>
                  </a:lnTo>
                  <a:lnTo>
                    <a:pt x="3165502" y="958329"/>
                  </a:lnTo>
                  <a:lnTo>
                    <a:pt x="3095157" y="958778"/>
                  </a:lnTo>
                  <a:lnTo>
                    <a:pt x="3024813" y="959226"/>
                  </a:lnTo>
                  <a:lnTo>
                    <a:pt x="2954468" y="959674"/>
                  </a:lnTo>
                  <a:lnTo>
                    <a:pt x="2884124" y="960121"/>
                  </a:lnTo>
                  <a:lnTo>
                    <a:pt x="2813779" y="960568"/>
                  </a:lnTo>
                  <a:lnTo>
                    <a:pt x="2743435" y="961014"/>
                  </a:lnTo>
                  <a:lnTo>
                    <a:pt x="2673090" y="961459"/>
                  </a:lnTo>
                  <a:lnTo>
                    <a:pt x="2602746" y="961904"/>
                  </a:lnTo>
                  <a:lnTo>
                    <a:pt x="2532401" y="962347"/>
                  </a:lnTo>
                  <a:lnTo>
                    <a:pt x="2462057" y="962791"/>
                  </a:lnTo>
                  <a:lnTo>
                    <a:pt x="2391712" y="963233"/>
                  </a:lnTo>
                  <a:lnTo>
                    <a:pt x="2321368" y="963675"/>
                  </a:lnTo>
                  <a:lnTo>
                    <a:pt x="2251023" y="964116"/>
                  </a:lnTo>
                  <a:lnTo>
                    <a:pt x="2180679" y="964557"/>
                  </a:lnTo>
                  <a:lnTo>
                    <a:pt x="2110334" y="964997"/>
                  </a:lnTo>
                  <a:lnTo>
                    <a:pt x="2039990" y="965436"/>
                  </a:lnTo>
                  <a:lnTo>
                    <a:pt x="1969645" y="965874"/>
                  </a:lnTo>
                  <a:lnTo>
                    <a:pt x="1899301" y="966312"/>
                  </a:lnTo>
                  <a:lnTo>
                    <a:pt x="1828956" y="966750"/>
                  </a:lnTo>
                  <a:lnTo>
                    <a:pt x="1758612" y="967186"/>
                  </a:lnTo>
                  <a:lnTo>
                    <a:pt x="1688267" y="967622"/>
                  </a:lnTo>
                  <a:lnTo>
                    <a:pt x="1617923" y="968057"/>
                  </a:lnTo>
                  <a:lnTo>
                    <a:pt x="1547578" y="968492"/>
                  </a:lnTo>
                  <a:lnTo>
                    <a:pt x="1477234" y="968926"/>
                  </a:lnTo>
                  <a:lnTo>
                    <a:pt x="1406889" y="969359"/>
                  </a:lnTo>
                  <a:lnTo>
                    <a:pt x="1336545" y="969792"/>
                  </a:lnTo>
                  <a:lnTo>
                    <a:pt x="1266200" y="970224"/>
                  </a:lnTo>
                  <a:lnTo>
                    <a:pt x="1195856" y="970655"/>
                  </a:lnTo>
                  <a:lnTo>
                    <a:pt x="1125511" y="971086"/>
                  </a:lnTo>
                  <a:lnTo>
                    <a:pt x="1055167" y="971516"/>
                  </a:lnTo>
                  <a:lnTo>
                    <a:pt x="984822" y="971945"/>
                  </a:lnTo>
                  <a:lnTo>
                    <a:pt x="914478" y="972374"/>
                  </a:lnTo>
                  <a:lnTo>
                    <a:pt x="844133" y="972802"/>
                  </a:lnTo>
                  <a:lnTo>
                    <a:pt x="773789" y="973230"/>
                  </a:lnTo>
                  <a:lnTo>
                    <a:pt x="703444" y="973657"/>
                  </a:lnTo>
                  <a:lnTo>
                    <a:pt x="633100" y="974083"/>
                  </a:lnTo>
                  <a:lnTo>
                    <a:pt x="562755" y="974508"/>
                  </a:lnTo>
                  <a:lnTo>
                    <a:pt x="492411" y="974933"/>
                  </a:lnTo>
                  <a:lnTo>
                    <a:pt x="422066" y="975358"/>
                  </a:lnTo>
                  <a:lnTo>
                    <a:pt x="351722" y="975781"/>
                  </a:lnTo>
                  <a:lnTo>
                    <a:pt x="281377" y="976204"/>
                  </a:lnTo>
                  <a:lnTo>
                    <a:pt x="211033" y="976627"/>
                  </a:lnTo>
                  <a:lnTo>
                    <a:pt x="140688" y="977048"/>
                  </a:lnTo>
                  <a:lnTo>
                    <a:pt x="70344" y="977469"/>
                  </a:lnTo>
                  <a:lnTo>
                    <a:pt x="0" y="9778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31568" y="4336484"/>
              <a:ext cx="6267848" cy="957585"/>
            </a:xfrm>
            <a:custGeom>
              <a:avLst/>
              <a:pathLst>
                <a:path w="6267848" h="957585">
                  <a:moveTo>
                    <a:pt x="0" y="0"/>
                  </a:moveTo>
                  <a:lnTo>
                    <a:pt x="7188" y="5184"/>
                  </a:lnTo>
                  <a:lnTo>
                    <a:pt x="77533" y="53942"/>
                  </a:lnTo>
                  <a:lnTo>
                    <a:pt x="147877" y="100802"/>
                  </a:lnTo>
                  <a:lnTo>
                    <a:pt x="218222" y="145837"/>
                  </a:lnTo>
                  <a:lnTo>
                    <a:pt x="288566" y="189118"/>
                  </a:lnTo>
                  <a:lnTo>
                    <a:pt x="358911" y="230713"/>
                  </a:lnTo>
                  <a:lnTo>
                    <a:pt x="429255" y="270688"/>
                  </a:lnTo>
                  <a:lnTo>
                    <a:pt x="499599" y="309107"/>
                  </a:lnTo>
                  <a:lnTo>
                    <a:pt x="569944" y="346029"/>
                  </a:lnTo>
                  <a:lnTo>
                    <a:pt x="640288" y="381514"/>
                  </a:lnTo>
                  <a:lnTo>
                    <a:pt x="710633" y="415617"/>
                  </a:lnTo>
                  <a:lnTo>
                    <a:pt x="780977" y="448391"/>
                  </a:lnTo>
                  <a:lnTo>
                    <a:pt x="851322" y="479890"/>
                  </a:lnTo>
                  <a:lnTo>
                    <a:pt x="921666" y="510161"/>
                  </a:lnTo>
                  <a:lnTo>
                    <a:pt x="992011" y="539254"/>
                  </a:lnTo>
                  <a:lnTo>
                    <a:pt x="1062355" y="567213"/>
                  </a:lnTo>
                  <a:lnTo>
                    <a:pt x="1132700" y="594084"/>
                  </a:lnTo>
                  <a:lnTo>
                    <a:pt x="1203044" y="619909"/>
                  </a:lnTo>
                  <a:lnTo>
                    <a:pt x="1273389" y="644727"/>
                  </a:lnTo>
                  <a:lnTo>
                    <a:pt x="1343733" y="668579"/>
                  </a:lnTo>
                  <a:lnTo>
                    <a:pt x="1414078" y="691503"/>
                  </a:lnTo>
                  <a:lnTo>
                    <a:pt x="1484422" y="713533"/>
                  </a:lnTo>
                  <a:lnTo>
                    <a:pt x="1554767" y="734706"/>
                  </a:lnTo>
                  <a:lnTo>
                    <a:pt x="1625111" y="755054"/>
                  </a:lnTo>
                  <a:lnTo>
                    <a:pt x="1695456" y="774609"/>
                  </a:lnTo>
                  <a:lnTo>
                    <a:pt x="1765800" y="793403"/>
                  </a:lnTo>
                  <a:lnTo>
                    <a:pt x="1836145" y="811465"/>
                  </a:lnTo>
                  <a:lnTo>
                    <a:pt x="1906489" y="828824"/>
                  </a:lnTo>
                  <a:lnTo>
                    <a:pt x="1976834" y="845507"/>
                  </a:lnTo>
                  <a:lnTo>
                    <a:pt x="2047178" y="861540"/>
                  </a:lnTo>
                  <a:lnTo>
                    <a:pt x="2117523" y="876948"/>
                  </a:lnTo>
                  <a:lnTo>
                    <a:pt x="2187867" y="891757"/>
                  </a:lnTo>
                  <a:lnTo>
                    <a:pt x="2258212" y="905989"/>
                  </a:lnTo>
                  <a:lnTo>
                    <a:pt x="2328556" y="919666"/>
                  </a:lnTo>
                  <a:lnTo>
                    <a:pt x="2398901" y="932811"/>
                  </a:lnTo>
                  <a:lnTo>
                    <a:pt x="2469245" y="945444"/>
                  </a:lnTo>
                  <a:lnTo>
                    <a:pt x="2539590" y="957585"/>
                  </a:lnTo>
                  <a:lnTo>
                    <a:pt x="2609934" y="957428"/>
                  </a:lnTo>
                  <a:lnTo>
                    <a:pt x="2680279" y="956977"/>
                  </a:lnTo>
                  <a:lnTo>
                    <a:pt x="2750623" y="956525"/>
                  </a:lnTo>
                  <a:lnTo>
                    <a:pt x="2820968" y="956072"/>
                  </a:lnTo>
                  <a:lnTo>
                    <a:pt x="2891312" y="955619"/>
                  </a:lnTo>
                  <a:lnTo>
                    <a:pt x="2961657" y="955165"/>
                  </a:lnTo>
                  <a:lnTo>
                    <a:pt x="3032001" y="954710"/>
                  </a:lnTo>
                  <a:lnTo>
                    <a:pt x="3102346" y="954255"/>
                  </a:lnTo>
                  <a:lnTo>
                    <a:pt x="3172690" y="953799"/>
                  </a:lnTo>
                  <a:lnTo>
                    <a:pt x="3243035" y="953342"/>
                  </a:lnTo>
                  <a:lnTo>
                    <a:pt x="3313379" y="952885"/>
                  </a:lnTo>
                  <a:lnTo>
                    <a:pt x="3383724" y="952427"/>
                  </a:lnTo>
                  <a:lnTo>
                    <a:pt x="3454068" y="951968"/>
                  </a:lnTo>
                  <a:lnTo>
                    <a:pt x="3524413" y="951508"/>
                  </a:lnTo>
                  <a:lnTo>
                    <a:pt x="3594757" y="951048"/>
                  </a:lnTo>
                  <a:lnTo>
                    <a:pt x="3665102" y="950587"/>
                  </a:lnTo>
                  <a:lnTo>
                    <a:pt x="3735446" y="950126"/>
                  </a:lnTo>
                  <a:lnTo>
                    <a:pt x="3805791" y="949663"/>
                  </a:lnTo>
                  <a:lnTo>
                    <a:pt x="3876135" y="949200"/>
                  </a:lnTo>
                  <a:lnTo>
                    <a:pt x="3946480" y="948737"/>
                  </a:lnTo>
                  <a:lnTo>
                    <a:pt x="4016824" y="948272"/>
                  </a:lnTo>
                  <a:lnTo>
                    <a:pt x="4087169" y="947807"/>
                  </a:lnTo>
                  <a:lnTo>
                    <a:pt x="4157513" y="947342"/>
                  </a:lnTo>
                  <a:lnTo>
                    <a:pt x="4227857" y="946875"/>
                  </a:lnTo>
                  <a:lnTo>
                    <a:pt x="4298202" y="946408"/>
                  </a:lnTo>
                  <a:lnTo>
                    <a:pt x="4368546" y="945940"/>
                  </a:lnTo>
                  <a:lnTo>
                    <a:pt x="4438891" y="945472"/>
                  </a:lnTo>
                  <a:lnTo>
                    <a:pt x="4509235" y="945002"/>
                  </a:lnTo>
                  <a:lnTo>
                    <a:pt x="4579580" y="944532"/>
                  </a:lnTo>
                  <a:lnTo>
                    <a:pt x="4649924" y="944062"/>
                  </a:lnTo>
                  <a:lnTo>
                    <a:pt x="4720269" y="943590"/>
                  </a:lnTo>
                  <a:lnTo>
                    <a:pt x="4790613" y="943118"/>
                  </a:lnTo>
                  <a:lnTo>
                    <a:pt x="4860958" y="942645"/>
                  </a:lnTo>
                  <a:lnTo>
                    <a:pt x="4931302" y="942172"/>
                  </a:lnTo>
                  <a:lnTo>
                    <a:pt x="5001647" y="941698"/>
                  </a:lnTo>
                  <a:lnTo>
                    <a:pt x="5071991" y="941223"/>
                  </a:lnTo>
                  <a:lnTo>
                    <a:pt x="5142336" y="940747"/>
                  </a:lnTo>
                  <a:lnTo>
                    <a:pt x="5212680" y="940271"/>
                  </a:lnTo>
                  <a:lnTo>
                    <a:pt x="5283025" y="939793"/>
                  </a:lnTo>
                  <a:lnTo>
                    <a:pt x="5353369" y="939316"/>
                  </a:lnTo>
                  <a:lnTo>
                    <a:pt x="5423714" y="938837"/>
                  </a:lnTo>
                  <a:lnTo>
                    <a:pt x="5494058" y="938358"/>
                  </a:lnTo>
                  <a:lnTo>
                    <a:pt x="5564403" y="937878"/>
                  </a:lnTo>
                  <a:lnTo>
                    <a:pt x="5634747" y="937397"/>
                  </a:lnTo>
                  <a:lnTo>
                    <a:pt x="5705092" y="936916"/>
                  </a:lnTo>
                  <a:lnTo>
                    <a:pt x="5775436" y="936434"/>
                  </a:lnTo>
                  <a:lnTo>
                    <a:pt x="5845781" y="935951"/>
                  </a:lnTo>
                  <a:lnTo>
                    <a:pt x="5916125" y="935467"/>
                  </a:lnTo>
                  <a:lnTo>
                    <a:pt x="5986470" y="934983"/>
                  </a:lnTo>
                  <a:lnTo>
                    <a:pt x="6056814" y="934498"/>
                  </a:lnTo>
                  <a:lnTo>
                    <a:pt x="6127159" y="934012"/>
                  </a:lnTo>
                  <a:lnTo>
                    <a:pt x="6197503" y="933525"/>
                  </a:lnTo>
                  <a:lnTo>
                    <a:pt x="6267848" y="933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4363"/>
              <a:ext cx="6964104" cy="262826"/>
            </a:xfrm>
            <a:custGeom>
              <a:avLst/>
              <a:pathLst>
                <a:path w="6964104" h="262826">
                  <a:moveTo>
                    <a:pt x="6964104" y="262826"/>
                  </a:moveTo>
                  <a:lnTo>
                    <a:pt x="6893760" y="261347"/>
                  </a:lnTo>
                  <a:lnTo>
                    <a:pt x="6823415" y="259809"/>
                  </a:lnTo>
                  <a:lnTo>
                    <a:pt x="6753071" y="258207"/>
                  </a:lnTo>
                  <a:lnTo>
                    <a:pt x="6682726" y="256541"/>
                  </a:lnTo>
                  <a:lnTo>
                    <a:pt x="6612382" y="254808"/>
                  </a:lnTo>
                  <a:lnTo>
                    <a:pt x="6542037" y="253004"/>
                  </a:lnTo>
                  <a:lnTo>
                    <a:pt x="6471693" y="251127"/>
                  </a:lnTo>
                  <a:lnTo>
                    <a:pt x="6401348" y="249174"/>
                  </a:lnTo>
                  <a:lnTo>
                    <a:pt x="6331004" y="247142"/>
                  </a:lnTo>
                  <a:lnTo>
                    <a:pt x="6260659" y="245027"/>
                  </a:lnTo>
                  <a:lnTo>
                    <a:pt x="6190315" y="242827"/>
                  </a:lnTo>
                  <a:lnTo>
                    <a:pt x="6119970" y="240538"/>
                  </a:lnTo>
                  <a:lnTo>
                    <a:pt x="6049626" y="238156"/>
                  </a:lnTo>
                  <a:lnTo>
                    <a:pt x="5979281" y="235677"/>
                  </a:lnTo>
                  <a:lnTo>
                    <a:pt x="5908937" y="233098"/>
                  </a:lnTo>
                  <a:lnTo>
                    <a:pt x="5838592" y="230415"/>
                  </a:lnTo>
                  <a:lnTo>
                    <a:pt x="5768248" y="227622"/>
                  </a:lnTo>
                  <a:lnTo>
                    <a:pt x="5697903" y="224717"/>
                  </a:lnTo>
                  <a:lnTo>
                    <a:pt x="5627559" y="221694"/>
                  </a:lnTo>
                  <a:lnTo>
                    <a:pt x="5557214" y="218548"/>
                  </a:lnTo>
                  <a:lnTo>
                    <a:pt x="5486870" y="215275"/>
                  </a:lnTo>
                  <a:lnTo>
                    <a:pt x="5416525" y="211869"/>
                  </a:lnTo>
                  <a:lnTo>
                    <a:pt x="5346181" y="208325"/>
                  </a:lnTo>
                  <a:lnTo>
                    <a:pt x="5275836" y="204638"/>
                  </a:lnTo>
                  <a:lnTo>
                    <a:pt x="5205492" y="200801"/>
                  </a:lnTo>
                  <a:lnTo>
                    <a:pt x="5135147" y="196809"/>
                  </a:lnTo>
                  <a:lnTo>
                    <a:pt x="5064803" y="192655"/>
                  </a:lnTo>
                  <a:lnTo>
                    <a:pt x="4994458" y="188333"/>
                  </a:lnTo>
                  <a:lnTo>
                    <a:pt x="4924114" y="183835"/>
                  </a:lnTo>
                  <a:lnTo>
                    <a:pt x="4853769" y="179155"/>
                  </a:lnTo>
                  <a:lnTo>
                    <a:pt x="4783425" y="174286"/>
                  </a:lnTo>
                  <a:lnTo>
                    <a:pt x="4713080" y="169219"/>
                  </a:lnTo>
                  <a:lnTo>
                    <a:pt x="4642736" y="163947"/>
                  </a:lnTo>
                  <a:lnTo>
                    <a:pt x="4572391" y="158461"/>
                  </a:lnTo>
                  <a:lnTo>
                    <a:pt x="4502047" y="152753"/>
                  </a:lnTo>
                  <a:lnTo>
                    <a:pt x="4431702" y="146814"/>
                  </a:lnTo>
                  <a:lnTo>
                    <a:pt x="4361358" y="140634"/>
                  </a:lnTo>
                  <a:lnTo>
                    <a:pt x="4291013" y="134204"/>
                  </a:lnTo>
                  <a:lnTo>
                    <a:pt x="4220669" y="127513"/>
                  </a:lnTo>
                  <a:lnTo>
                    <a:pt x="4150324" y="120551"/>
                  </a:lnTo>
                  <a:lnTo>
                    <a:pt x="4079980" y="113307"/>
                  </a:lnTo>
                  <a:lnTo>
                    <a:pt x="4009635" y="105769"/>
                  </a:lnTo>
                  <a:lnTo>
                    <a:pt x="3939291" y="97926"/>
                  </a:lnTo>
                  <a:lnTo>
                    <a:pt x="3868946" y="89765"/>
                  </a:lnTo>
                  <a:lnTo>
                    <a:pt x="3798602" y="81273"/>
                  </a:lnTo>
                  <a:lnTo>
                    <a:pt x="3728257" y="72437"/>
                  </a:lnTo>
                  <a:lnTo>
                    <a:pt x="3657913" y="63243"/>
                  </a:lnTo>
                  <a:lnTo>
                    <a:pt x="3587569" y="53677"/>
                  </a:lnTo>
                  <a:lnTo>
                    <a:pt x="3517224" y="43723"/>
                  </a:lnTo>
                  <a:lnTo>
                    <a:pt x="3446880" y="33365"/>
                  </a:lnTo>
                  <a:lnTo>
                    <a:pt x="3376535" y="22588"/>
                  </a:lnTo>
                  <a:lnTo>
                    <a:pt x="3306191" y="11374"/>
                  </a:lnTo>
                  <a:lnTo>
                    <a:pt x="3235846" y="0"/>
                  </a:lnTo>
                  <a:lnTo>
                    <a:pt x="3165502" y="449"/>
                  </a:lnTo>
                  <a:lnTo>
                    <a:pt x="3095157" y="899"/>
                  </a:lnTo>
                  <a:lnTo>
                    <a:pt x="3024813" y="1347"/>
                  </a:lnTo>
                  <a:lnTo>
                    <a:pt x="2954468" y="1795"/>
                  </a:lnTo>
                  <a:lnTo>
                    <a:pt x="2884124" y="2242"/>
                  </a:lnTo>
                  <a:lnTo>
                    <a:pt x="2813779" y="2689"/>
                  </a:lnTo>
                  <a:lnTo>
                    <a:pt x="2743435" y="3135"/>
                  </a:lnTo>
                  <a:lnTo>
                    <a:pt x="2673090" y="3580"/>
                  </a:lnTo>
                  <a:lnTo>
                    <a:pt x="2602746" y="4024"/>
                  </a:lnTo>
                  <a:lnTo>
                    <a:pt x="2532401" y="4468"/>
                  </a:lnTo>
                  <a:lnTo>
                    <a:pt x="2462057" y="4912"/>
                  </a:lnTo>
                  <a:lnTo>
                    <a:pt x="2391712" y="5354"/>
                  </a:lnTo>
                  <a:lnTo>
                    <a:pt x="2321368" y="5796"/>
                  </a:lnTo>
                  <a:lnTo>
                    <a:pt x="2251023" y="6237"/>
                  </a:lnTo>
                  <a:lnTo>
                    <a:pt x="2180679" y="6678"/>
                  </a:lnTo>
                  <a:lnTo>
                    <a:pt x="2110334" y="7118"/>
                  </a:lnTo>
                  <a:lnTo>
                    <a:pt x="2039990" y="7557"/>
                  </a:lnTo>
                  <a:lnTo>
                    <a:pt x="1969645" y="7995"/>
                  </a:lnTo>
                  <a:lnTo>
                    <a:pt x="1899301" y="8433"/>
                  </a:lnTo>
                  <a:lnTo>
                    <a:pt x="1828956" y="8870"/>
                  </a:lnTo>
                  <a:lnTo>
                    <a:pt x="1758612" y="9307"/>
                  </a:lnTo>
                  <a:lnTo>
                    <a:pt x="1688267" y="9743"/>
                  </a:lnTo>
                  <a:lnTo>
                    <a:pt x="1617923" y="10178"/>
                  </a:lnTo>
                  <a:lnTo>
                    <a:pt x="1547578" y="10613"/>
                  </a:lnTo>
                  <a:lnTo>
                    <a:pt x="1477234" y="11047"/>
                  </a:lnTo>
                  <a:lnTo>
                    <a:pt x="1406889" y="11480"/>
                  </a:lnTo>
                  <a:lnTo>
                    <a:pt x="1336545" y="11913"/>
                  </a:lnTo>
                  <a:lnTo>
                    <a:pt x="1266200" y="12345"/>
                  </a:lnTo>
                  <a:lnTo>
                    <a:pt x="1195856" y="12776"/>
                  </a:lnTo>
                  <a:lnTo>
                    <a:pt x="1125511" y="13207"/>
                  </a:lnTo>
                  <a:lnTo>
                    <a:pt x="1055167" y="13637"/>
                  </a:lnTo>
                  <a:lnTo>
                    <a:pt x="984822" y="14066"/>
                  </a:lnTo>
                  <a:lnTo>
                    <a:pt x="914478" y="14495"/>
                  </a:lnTo>
                  <a:lnTo>
                    <a:pt x="844133" y="14923"/>
                  </a:lnTo>
                  <a:lnTo>
                    <a:pt x="773789" y="15351"/>
                  </a:lnTo>
                  <a:lnTo>
                    <a:pt x="703444" y="15778"/>
                  </a:lnTo>
                  <a:lnTo>
                    <a:pt x="633100" y="16204"/>
                  </a:lnTo>
                  <a:lnTo>
                    <a:pt x="562755" y="16629"/>
                  </a:lnTo>
                  <a:lnTo>
                    <a:pt x="492411" y="17054"/>
                  </a:lnTo>
                  <a:lnTo>
                    <a:pt x="422066" y="17479"/>
                  </a:lnTo>
                  <a:lnTo>
                    <a:pt x="351722" y="17902"/>
                  </a:lnTo>
                  <a:lnTo>
                    <a:pt x="281377" y="18325"/>
                  </a:lnTo>
                  <a:lnTo>
                    <a:pt x="211033" y="18748"/>
                  </a:lnTo>
                  <a:lnTo>
                    <a:pt x="140688" y="19169"/>
                  </a:lnTo>
                  <a:lnTo>
                    <a:pt x="70344" y="19590"/>
                  </a:lnTo>
                  <a:lnTo>
                    <a:pt x="0" y="20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872403"/>
              <a:ext cx="6964104" cy="612514"/>
            </a:xfrm>
            <a:custGeom>
              <a:avLst/>
              <a:pathLst>
                <a:path w="6964104" h="612514">
                  <a:moveTo>
                    <a:pt x="0" y="0"/>
                  </a:moveTo>
                  <a:lnTo>
                    <a:pt x="70344" y="13652"/>
                  </a:lnTo>
                  <a:lnTo>
                    <a:pt x="140688" y="27046"/>
                  </a:lnTo>
                  <a:lnTo>
                    <a:pt x="211033" y="40186"/>
                  </a:lnTo>
                  <a:lnTo>
                    <a:pt x="281377" y="53077"/>
                  </a:lnTo>
                  <a:lnTo>
                    <a:pt x="351722" y="65725"/>
                  </a:lnTo>
                  <a:lnTo>
                    <a:pt x="422066" y="78133"/>
                  </a:lnTo>
                  <a:lnTo>
                    <a:pt x="492411" y="90307"/>
                  </a:lnTo>
                  <a:lnTo>
                    <a:pt x="562755" y="102250"/>
                  </a:lnTo>
                  <a:lnTo>
                    <a:pt x="633100" y="113966"/>
                  </a:lnTo>
                  <a:lnTo>
                    <a:pt x="703444" y="125462"/>
                  </a:lnTo>
                  <a:lnTo>
                    <a:pt x="773789" y="136739"/>
                  </a:lnTo>
                  <a:lnTo>
                    <a:pt x="844133" y="147803"/>
                  </a:lnTo>
                  <a:lnTo>
                    <a:pt x="914478" y="158658"/>
                  </a:lnTo>
                  <a:lnTo>
                    <a:pt x="984822" y="169307"/>
                  </a:lnTo>
                  <a:lnTo>
                    <a:pt x="1055167" y="179755"/>
                  </a:lnTo>
                  <a:lnTo>
                    <a:pt x="1125511" y="190005"/>
                  </a:lnTo>
                  <a:lnTo>
                    <a:pt x="1195856" y="200060"/>
                  </a:lnTo>
                  <a:lnTo>
                    <a:pt x="1266200" y="209926"/>
                  </a:lnTo>
                  <a:lnTo>
                    <a:pt x="1336545" y="219605"/>
                  </a:lnTo>
                  <a:lnTo>
                    <a:pt x="1406889" y="229100"/>
                  </a:lnTo>
                  <a:lnTo>
                    <a:pt x="1477234" y="238416"/>
                  </a:lnTo>
                  <a:lnTo>
                    <a:pt x="1547578" y="247556"/>
                  </a:lnTo>
                  <a:lnTo>
                    <a:pt x="1617923" y="256522"/>
                  </a:lnTo>
                  <a:lnTo>
                    <a:pt x="1688267" y="265319"/>
                  </a:lnTo>
                  <a:lnTo>
                    <a:pt x="1758612" y="273950"/>
                  </a:lnTo>
                  <a:lnTo>
                    <a:pt x="1828956" y="282417"/>
                  </a:lnTo>
                  <a:lnTo>
                    <a:pt x="1899301" y="290723"/>
                  </a:lnTo>
                  <a:lnTo>
                    <a:pt x="1969645" y="298873"/>
                  </a:lnTo>
                  <a:lnTo>
                    <a:pt x="2039990" y="306868"/>
                  </a:lnTo>
                  <a:lnTo>
                    <a:pt x="2110334" y="314712"/>
                  </a:lnTo>
                  <a:lnTo>
                    <a:pt x="2180679" y="322407"/>
                  </a:lnTo>
                  <a:lnTo>
                    <a:pt x="2251023" y="329957"/>
                  </a:lnTo>
                  <a:lnTo>
                    <a:pt x="2321368" y="337364"/>
                  </a:lnTo>
                  <a:lnTo>
                    <a:pt x="2391712" y="344631"/>
                  </a:lnTo>
                  <a:lnTo>
                    <a:pt x="2462057" y="351760"/>
                  </a:lnTo>
                  <a:lnTo>
                    <a:pt x="2532401" y="358754"/>
                  </a:lnTo>
                  <a:lnTo>
                    <a:pt x="2602746" y="365616"/>
                  </a:lnTo>
                  <a:lnTo>
                    <a:pt x="2673090" y="372348"/>
                  </a:lnTo>
                  <a:lnTo>
                    <a:pt x="2743435" y="378953"/>
                  </a:lnTo>
                  <a:lnTo>
                    <a:pt x="2813779" y="385432"/>
                  </a:lnTo>
                  <a:lnTo>
                    <a:pt x="2884124" y="391789"/>
                  </a:lnTo>
                  <a:lnTo>
                    <a:pt x="2954468" y="398026"/>
                  </a:lnTo>
                  <a:lnTo>
                    <a:pt x="3024813" y="404144"/>
                  </a:lnTo>
                  <a:lnTo>
                    <a:pt x="3095157" y="410147"/>
                  </a:lnTo>
                  <a:lnTo>
                    <a:pt x="3165502" y="416036"/>
                  </a:lnTo>
                  <a:lnTo>
                    <a:pt x="3235846" y="421813"/>
                  </a:lnTo>
                  <a:lnTo>
                    <a:pt x="3306191" y="427482"/>
                  </a:lnTo>
                  <a:lnTo>
                    <a:pt x="3376535" y="433043"/>
                  </a:lnTo>
                  <a:lnTo>
                    <a:pt x="3446880" y="438498"/>
                  </a:lnTo>
                  <a:lnTo>
                    <a:pt x="3517224" y="443851"/>
                  </a:lnTo>
                  <a:lnTo>
                    <a:pt x="3587569" y="449102"/>
                  </a:lnTo>
                  <a:lnTo>
                    <a:pt x="3657913" y="454254"/>
                  </a:lnTo>
                  <a:lnTo>
                    <a:pt x="3728257" y="459308"/>
                  </a:lnTo>
                  <a:lnTo>
                    <a:pt x="3798602" y="464267"/>
                  </a:lnTo>
                  <a:lnTo>
                    <a:pt x="3868946" y="469131"/>
                  </a:lnTo>
                  <a:lnTo>
                    <a:pt x="3939291" y="473904"/>
                  </a:lnTo>
                  <a:lnTo>
                    <a:pt x="4009635" y="478586"/>
                  </a:lnTo>
                  <a:lnTo>
                    <a:pt x="4079980" y="483180"/>
                  </a:lnTo>
                  <a:lnTo>
                    <a:pt x="4150324" y="487687"/>
                  </a:lnTo>
                  <a:lnTo>
                    <a:pt x="4220669" y="492108"/>
                  </a:lnTo>
                  <a:lnTo>
                    <a:pt x="4291013" y="496446"/>
                  </a:lnTo>
                  <a:lnTo>
                    <a:pt x="4361358" y="500702"/>
                  </a:lnTo>
                  <a:lnTo>
                    <a:pt x="4431702" y="504877"/>
                  </a:lnTo>
                  <a:lnTo>
                    <a:pt x="4502047" y="508973"/>
                  </a:lnTo>
                  <a:lnTo>
                    <a:pt x="4572391" y="512991"/>
                  </a:lnTo>
                  <a:lnTo>
                    <a:pt x="4642736" y="516934"/>
                  </a:lnTo>
                  <a:lnTo>
                    <a:pt x="4713080" y="520802"/>
                  </a:lnTo>
                  <a:lnTo>
                    <a:pt x="4783425" y="524596"/>
                  </a:lnTo>
                  <a:lnTo>
                    <a:pt x="4853769" y="528319"/>
                  </a:lnTo>
                  <a:lnTo>
                    <a:pt x="4924114" y="531972"/>
                  </a:lnTo>
                  <a:lnTo>
                    <a:pt x="4994458" y="535555"/>
                  </a:lnTo>
                  <a:lnTo>
                    <a:pt x="5064803" y="539070"/>
                  </a:lnTo>
                  <a:lnTo>
                    <a:pt x="5135147" y="542519"/>
                  </a:lnTo>
                  <a:lnTo>
                    <a:pt x="5205492" y="545903"/>
                  </a:lnTo>
                  <a:lnTo>
                    <a:pt x="5275836" y="549222"/>
                  </a:lnTo>
                  <a:lnTo>
                    <a:pt x="5346181" y="552479"/>
                  </a:lnTo>
                  <a:lnTo>
                    <a:pt x="5416525" y="555674"/>
                  </a:lnTo>
                  <a:lnTo>
                    <a:pt x="5486870" y="558809"/>
                  </a:lnTo>
                  <a:lnTo>
                    <a:pt x="5557214" y="561884"/>
                  </a:lnTo>
                  <a:lnTo>
                    <a:pt x="5627559" y="564901"/>
                  </a:lnTo>
                  <a:lnTo>
                    <a:pt x="5697903" y="567861"/>
                  </a:lnTo>
                  <a:lnTo>
                    <a:pt x="5768248" y="570765"/>
                  </a:lnTo>
                  <a:lnTo>
                    <a:pt x="5838592" y="573614"/>
                  </a:lnTo>
                  <a:lnTo>
                    <a:pt x="5908937" y="576409"/>
                  </a:lnTo>
                  <a:lnTo>
                    <a:pt x="5979281" y="579151"/>
                  </a:lnTo>
                  <a:lnTo>
                    <a:pt x="6049626" y="581841"/>
                  </a:lnTo>
                  <a:lnTo>
                    <a:pt x="6119970" y="584481"/>
                  </a:lnTo>
                  <a:lnTo>
                    <a:pt x="6190315" y="587070"/>
                  </a:lnTo>
                  <a:lnTo>
                    <a:pt x="6260659" y="589610"/>
                  </a:lnTo>
                  <a:lnTo>
                    <a:pt x="6331004" y="592103"/>
                  </a:lnTo>
                  <a:lnTo>
                    <a:pt x="6401348" y="594548"/>
                  </a:lnTo>
                  <a:lnTo>
                    <a:pt x="6471693" y="596946"/>
                  </a:lnTo>
                  <a:lnTo>
                    <a:pt x="6542037" y="599300"/>
                  </a:lnTo>
                  <a:lnTo>
                    <a:pt x="6612382" y="601609"/>
                  </a:lnTo>
                  <a:lnTo>
                    <a:pt x="6682726" y="603874"/>
                  </a:lnTo>
                  <a:lnTo>
                    <a:pt x="6753071" y="606096"/>
                  </a:lnTo>
                  <a:lnTo>
                    <a:pt x="6823415" y="608276"/>
                  </a:lnTo>
                  <a:lnTo>
                    <a:pt x="6893760" y="610415"/>
                  </a:lnTo>
                  <a:lnTo>
                    <a:pt x="6964104" y="6125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1.25 (0.98-1.58), p_Bonf = 0.415 (n = 6)  |  per IQR decline (Δ = 29.5 %): 1.91 (0.95-3.84)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2026-07-22T08:00:09Z</dcterms:modified>
  <cp:category/>
</cp:coreProperties>
</file>