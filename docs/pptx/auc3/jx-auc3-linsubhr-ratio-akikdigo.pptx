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817517" y="2073503"/>
              <a:ext cx="7392041" cy="3382614"/>
            </a:xfrm>
            <a:custGeom>
              <a:avLst/>
              <a:pathLst>
                <a:path w="7392041" h="3382614">
                  <a:moveTo>
                    <a:pt x="509469" y="0"/>
                  </a:moveTo>
                  <a:lnTo>
                    <a:pt x="517363" y="14366"/>
                  </a:lnTo>
                  <a:lnTo>
                    <a:pt x="594606" y="149477"/>
                  </a:lnTo>
                  <a:lnTo>
                    <a:pt x="671850" y="279327"/>
                  </a:lnTo>
                  <a:lnTo>
                    <a:pt x="749094" y="404119"/>
                  </a:lnTo>
                  <a:lnTo>
                    <a:pt x="826337" y="524052"/>
                  </a:lnTo>
                  <a:lnTo>
                    <a:pt x="903581" y="639314"/>
                  </a:lnTo>
                  <a:lnTo>
                    <a:pt x="980824" y="750087"/>
                  </a:lnTo>
                  <a:lnTo>
                    <a:pt x="1058068" y="856546"/>
                  </a:lnTo>
                  <a:lnTo>
                    <a:pt x="1135311" y="958859"/>
                  </a:lnTo>
                  <a:lnTo>
                    <a:pt x="1212555" y="1057188"/>
                  </a:lnTo>
                  <a:lnTo>
                    <a:pt x="1289799" y="1151688"/>
                  </a:lnTo>
                  <a:lnTo>
                    <a:pt x="1367042" y="1242507"/>
                  </a:lnTo>
                  <a:lnTo>
                    <a:pt x="1444286" y="1329790"/>
                  </a:lnTo>
                  <a:lnTo>
                    <a:pt x="1521529" y="1413673"/>
                  </a:lnTo>
                  <a:lnTo>
                    <a:pt x="1598773" y="1494290"/>
                  </a:lnTo>
                  <a:lnTo>
                    <a:pt x="1676016" y="1571767"/>
                  </a:lnTo>
                  <a:lnTo>
                    <a:pt x="1753260" y="1646227"/>
                  </a:lnTo>
                  <a:lnTo>
                    <a:pt x="1830504" y="1717787"/>
                  </a:lnTo>
                  <a:lnTo>
                    <a:pt x="1907747" y="1786560"/>
                  </a:lnTo>
                  <a:lnTo>
                    <a:pt x="1984991" y="1852655"/>
                  </a:lnTo>
                  <a:lnTo>
                    <a:pt x="2062234" y="1916176"/>
                  </a:lnTo>
                  <a:lnTo>
                    <a:pt x="2139478" y="1977223"/>
                  </a:lnTo>
                  <a:lnTo>
                    <a:pt x="2216721" y="2035893"/>
                  </a:lnTo>
                  <a:lnTo>
                    <a:pt x="2293965" y="2092278"/>
                  </a:lnTo>
                  <a:lnTo>
                    <a:pt x="2371209" y="2146467"/>
                  </a:lnTo>
                  <a:lnTo>
                    <a:pt x="2448452" y="2198546"/>
                  </a:lnTo>
                  <a:lnTo>
                    <a:pt x="2525696" y="2248597"/>
                  </a:lnTo>
                  <a:lnTo>
                    <a:pt x="2602939" y="2296698"/>
                  </a:lnTo>
                  <a:lnTo>
                    <a:pt x="2680183" y="2342927"/>
                  </a:lnTo>
                  <a:lnTo>
                    <a:pt x="2757426" y="2387355"/>
                  </a:lnTo>
                  <a:lnTo>
                    <a:pt x="2834670" y="2430052"/>
                  </a:lnTo>
                  <a:lnTo>
                    <a:pt x="2911914" y="2471087"/>
                  </a:lnTo>
                  <a:lnTo>
                    <a:pt x="2989157" y="2510524"/>
                  </a:lnTo>
                  <a:lnTo>
                    <a:pt x="3066401" y="2548425"/>
                  </a:lnTo>
                  <a:lnTo>
                    <a:pt x="3143644" y="2584850"/>
                  </a:lnTo>
                  <a:lnTo>
                    <a:pt x="3220888" y="2619857"/>
                  </a:lnTo>
                  <a:lnTo>
                    <a:pt x="3298131" y="2653500"/>
                  </a:lnTo>
                  <a:lnTo>
                    <a:pt x="3375375" y="2653064"/>
                  </a:lnTo>
                  <a:lnTo>
                    <a:pt x="3452619" y="2651813"/>
                  </a:lnTo>
                  <a:lnTo>
                    <a:pt x="3529862" y="2650561"/>
                  </a:lnTo>
                  <a:lnTo>
                    <a:pt x="3607106" y="2649307"/>
                  </a:lnTo>
                  <a:lnTo>
                    <a:pt x="3684349" y="2648051"/>
                  </a:lnTo>
                  <a:lnTo>
                    <a:pt x="3761593" y="2646793"/>
                  </a:lnTo>
                  <a:lnTo>
                    <a:pt x="3838836" y="2645533"/>
                  </a:lnTo>
                  <a:lnTo>
                    <a:pt x="3916080" y="2644271"/>
                  </a:lnTo>
                  <a:lnTo>
                    <a:pt x="3993324" y="2643007"/>
                  </a:lnTo>
                  <a:lnTo>
                    <a:pt x="4070567" y="2641742"/>
                  </a:lnTo>
                  <a:lnTo>
                    <a:pt x="4147811" y="2640474"/>
                  </a:lnTo>
                  <a:lnTo>
                    <a:pt x="4225054" y="2639205"/>
                  </a:lnTo>
                  <a:lnTo>
                    <a:pt x="4302298" y="2637933"/>
                  </a:lnTo>
                  <a:lnTo>
                    <a:pt x="4379541" y="2636660"/>
                  </a:lnTo>
                  <a:lnTo>
                    <a:pt x="4456785" y="2635385"/>
                  </a:lnTo>
                  <a:lnTo>
                    <a:pt x="4534029" y="2634108"/>
                  </a:lnTo>
                  <a:lnTo>
                    <a:pt x="4611272" y="2632829"/>
                  </a:lnTo>
                  <a:lnTo>
                    <a:pt x="4688516" y="2631548"/>
                  </a:lnTo>
                  <a:lnTo>
                    <a:pt x="4765759" y="2630265"/>
                  </a:lnTo>
                  <a:lnTo>
                    <a:pt x="4843003" y="2628980"/>
                  </a:lnTo>
                  <a:lnTo>
                    <a:pt x="4920246" y="2627693"/>
                  </a:lnTo>
                  <a:lnTo>
                    <a:pt x="4997490" y="2626405"/>
                  </a:lnTo>
                  <a:lnTo>
                    <a:pt x="5074734" y="2625114"/>
                  </a:lnTo>
                  <a:lnTo>
                    <a:pt x="5151977" y="2623821"/>
                  </a:lnTo>
                  <a:lnTo>
                    <a:pt x="5229221" y="2622527"/>
                  </a:lnTo>
                  <a:lnTo>
                    <a:pt x="5306464" y="2621230"/>
                  </a:lnTo>
                  <a:lnTo>
                    <a:pt x="5383708" y="2619932"/>
                  </a:lnTo>
                  <a:lnTo>
                    <a:pt x="5460951" y="2618632"/>
                  </a:lnTo>
                  <a:lnTo>
                    <a:pt x="5538195" y="2617329"/>
                  </a:lnTo>
                  <a:lnTo>
                    <a:pt x="5615439" y="2616025"/>
                  </a:lnTo>
                  <a:lnTo>
                    <a:pt x="5692682" y="2614719"/>
                  </a:lnTo>
                  <a:lnTo>
                    <a:pt x="5769926" y="2613411"/>
                  </a:lnTo>
                  <a:lnTo>
                    <a:pt x="5847169" y="2612100"/>
                  </a:lnTo>
                  <a:lnTo>
                    <a:pt x="5924413" y="2610788"/>
                  </a:lnTo>
                  <a:lnTo>
                    <a:pt x="6001656" y="2609474"/>
                  </a:lnTo>
                  <a:lnTo>
                    <a:pt x="6078900" y="2608158"/>
                  </a:lnTo>
                  <a:lnTo>
                    <a:pt x="6156144" y="2606840"/>
                  </a:lnTo>
                  <a:lnTo>
                    <a:pt x="6233387" y="2605520"/>
                  </a:lnTo>
                  <a:lnTo>
                    <a:pt x="6310631" y="2604198"/>
                  </a:lnTo>
                  <a:lnTo>
                    <a:pt x="6387874" y="2602874"/>
                  </a:lnTo>
                  <a:lnTo>
                    <a:pt x="6465118" y="2601548"/>
                  </a:lnTo>
                  <a:lnTo>
                    <a:pt x="6542361" y="2600220"/>
                  </a:lnTo>
                  <a:lnTo>
                    <a:pt x="6619605" y="2598890"/>
                  </a:lnTo>
                  <a:lnTo>
                    <a:pt x="6696849" y="2597558"/>
                  </a:lnTo>
                  <a:lnTo>
                    <a:pt x="6774092" y="2596224"/>
                  </a:lnTo>
                  <a:lnTo>
                    <a:pt x="6851336" y="2594888"/>
                  </a:lnTo>
                  <a:lnTo>
                    <a:pt x="6928579" y="2593550"/>
                  </a:lnTo>
                  <a:lnTo>
                    <a:pt x="7005823" y="2592209"/>
                  </a:lnTo>
                  <a:lnTo>
                    <a:pt x="7083066" y="2590867"/>
                  </a:lnTo>
                  <a:lnTo>
                    <a:pt x="7160310" y="2589523"/>
                  </a:lnTo>
                  <a:lnTo>
                    <a:pt x="7237554" y="2588177"/>
                  </a:lnTo>
                  <a:lnTo>
                    <a:pt x="7314797" y="2586829"/>
                  </a:lnTo>
                  <a:lnTo>
                    <a:pt x="7392041" y="2585479"/>
                  </a:lnTo>
                  <a:lnTo>
                    <a:pt x="7392041" y="3382614"/>
                  </a:lnTo>
                  <a:lnTo>
                    <a:pt x="7314797" y="3378516"/>
                  </a:lnTo>
                  <a:lnTo>
                    <a:pt x="7237554" y="3374252"/>
                  </a:lnTo>
                  <a:lnTo>
                    <a:pt x="7160310" y="3369815"/>
                  </a:lnTo>
                  <a:lnTo>
                    <a:pt x="7083066" y="3365198"/>
                  </a:lnTo>
                  <a:lnTo>
                    <a:pt x="7005823" y="3360394"/>
                  </a:lnTo>
                  <a:lnTo>
                    <a:pt x="6928579" y="3355396"/>
                  </a:lnTo>
                  <a:lnTo>
                    <a:pt x="6851336" y="3350195"/>
                  </a:lnTo>
                  <a:lnTo>
                    <a:pt x="6774092" y="3344783"/>
                  </a:lnTo>
                  <a:lnTo>
                    <a:pt x="6696849" y="3339152"/>
                  </a:lnTo>
                  <a:lnTo>
                    <a:pt x="6619605" y="3333292"/>
                  </a:lnTo>
                  <a:lnTo>
                    <a:pt x="6542361" y="3327196"/>
                  </a:lnTo>
                  <a:lnTo>
                    <a:pt x="6465118" y="3320852"/>
                  </a:lnTo>
                  <a:lnTo>
                    <a:pt x="6387874" y="3314251"/>
                  </a:lnTo>
                  <a:lnTo>
                    <a:pt x="6310631" y="3307383"/>
                  </a:lnTo>
                  <a:lnTo>
                    <a:pt x="6233387" y="3300236"/>
                  </a:lnTo>
                  <a:lnTo>
                    <a:pt x="6156144" y="3292800"/>
                  </a:lnTo>
                  <a:lnTo>
                    <a:pt x="6078900" y="3285063"/>
                  </a:lnTo>
                  <a:lnTo>
                    <a:pt x="6001656" y="3277012"/>
                  </a:lnTo>
                  <a:lnTo>
                    <a:pt x="5924413" y="3268634"/>
                  </a:lnTo>
                  <a:lnTo>
                    <a:pt x="5847169" y="3259918"/>
                  </a:lnTo>
                  <a:lnTo>
                    <a:pt x="5769926" y="3250848"/>
                  </a:lnTo>
                  <a:lnTo>
                    <a:pt x="5692682" y="3241410"/>
                  </a:lnTo>
                  <a:lnTo>
                    <a:pt x="5615439" y="3231590"/>
                  </a:lnTo>
                  <a:lnTo>
                    <a:pt x="5538195" y="3221372"/>
                  </a:lnTo>
                  <a:lnTo>
                    <a:pt x="5460951" y="3210740"/>
                  </a:lnTo>
                  <a:lnTo>
                    <a:pt x="5383708" y="3199678"/>
                  </a:lnTo>
                  <a:lnTo>
                    <a:pt x="5306464" y="3188167"/>
                  </a:lnTo>
                  <a:lnTo>
                    <a:pt x="5229221" y="3176189"/>
                  </a:lnTo>
                  <a:lnTo>
                    <a:pt x="5151977" y="3163726"/>
                  </a:lnTo>
                  <a:lnTo>
                    <a:pt x="5074734" y="3150759"/>
                  </a:lnTo>
                  <a:lnTo>
                    <a:pt x="4997490" y="3137265"/>
                  </a:lnTo>
                  <a:lnTo>
                    <a:pt x="4920246" y="3123225"/>
                  </a:lnTo>
                  <a:lnTo>
                    <a:pt x="4843003" y="3108616"/>
                  </a:lnTo>
                  <a:lnTo>
                    <a:pt x="4765759" y="3093415"/>
                  </a:lnTo>
                  <a:lnTo>
                    <a:pt x="4688516" y="3077598"/>
                  </a:lnTo>
                  <a:lnTo>
                    <a:pt x="4611272" y="3061140"/>
                  </a:lnTo>
                  <a:lnTo>
                    <a:pt x="4534029" y="3044015"/>
                  </a:lnTo>
                  <a:lnTo>
                    <a:pt x="4456785" y="3026197"/>
                  </a:lnTo>
                  <a:lnTo>
                    <a:pt x="4379541" y="3007656"/>
                  </a:lnTo>
                  <a:lnTo>
                    <a:pt x="4302298" y="2988364"/>
                  </a:lnTo>
                  <a:lnTo>
                    <a:pt x="4225054" y="2968290"/>
                  </a:lnTo>
                  <a:lnTo>
                    <a:pt x="4147811" y="2947402"/>
                  </a:lnTo>
                  <a:lnTo>
                    <a:pt x="4070567" y="2925669"/>
                  </a:lnTo>
                  <a:lnTo>
                    <a:pt x="3993324" y="2903054"/>
                  </a:lnTo>
                  <a:lnTo>
                    <a:pt x="3916080" y="2879524"/>
                  </a:lnTo>
                  <a:lnTo>
                    <a:pt x="3838836" y="2855039"/>
                  </a:lnTo>
                  <a:lnTo>
                    <a:pt x="3761593" y="2829563"/>
                  </a:lnTo>
                  <a:lnTo>
                    <a:pt x="3684349" y="2803054"/>
                  </a:lnTo>
                  <a:lnTo>
                    <a:pt x="3607106" y="2775471"/>
                  </a:lnTo>
                  <a:lnTo>
                    <a:pt x="3529862" y="2746770"/>
                  </a:lnTo>
                  <a:lnTo>
                    <a:pt x="3452619" y="2716907"/>
                  </a:lnTo>
                  <a:lnTo>
                    <a:pt x="3375375" y="2685833"/>
                  </a:lnTo>
                  <a:lnTo>
                    <a:pt x="3298131" y="2654312"/>
                  </a:lnTo>
                  <a:lnTo>
                    <a:pt x="3220888" y="2655559"/>
                  </a:lnTo>
                  <a:lnTo>
                    <a:pt x="3143644" y="2656804"/>
                  </a:lnTo>
                  <a:lnTo>
                    <a:pt x="3066401" y="2658047"/>
                  </a:lnTo>
                  <a:lnTo>
                    <a:pt x="2989157" y="2659288"/>
                  </a:lnTo>
                  <a:lnTo>
                    <a:pt x="2911914" y="2660527"/>
                  </a:lnTo>
                  <a:lnTo>
                    <a:pt x="2834670" y="2661765"/>
                  </a:lnTo>
                  <a:lnTo>
                    <a:pt x="2757426" y="2663000"/>
                  </a:lnTo>
                  <a:lnTo>
                    <a:pt x="2680183" y="2664234"/>
                  </a:lnTo>
                  <a:lnTo>
                    <a:pt x="2602939" y="2665466"/>
                  </a:lnTo>
                  <a:lnTo>
                    <a:pt x="2525696" y="2666696"/>
                  </a:lnTo>
                  <a:lnTo>
                    <a:pt x="2448452" y="2667924"/>
                  </a:lnTo>
                  <a:lnTo>
                    <a:pt x="2371209" y="2669150"/>
                  </a:lnTo>
                  <a:lnTo>
                    <a:pt x="2293965" y="2670375"/>
                  </a:lnTo>
                  <a:lnTo>
                    <a:pt x="2216721" y="2671597"/>
                  </a:lnTo>
                  <a:lnTo>
                    <a:pt x="2139478" y="2672818"/>
                  </a:lnTo>
                  <a:lnTo>
                    <a:pt x="2062234" y="2674037"/>
                  </a:lnTo>
                  <a:lnTo>
                    <a:pt x="1984991" y="2675254"/>
                  </a:lnTo>
                  <a:lnTo>
                    <a:pt x="1907747" y="2676469"/>
                  </a:lnTo>
                  <a:lnTo>
                    <a:pt x="1830504" y="2677683"/>
                  </a:lnTo>
                  <a:lnTo>
                    <a:pt x="1753260" y="2678894"/>
                  </a:lnTo>
                  <a:lnTo>
                    <a:pt x="1676016" y="2680104"/>
                  </a:lnTo>
                  <a:lnTo>
                    <a:pt x="1598773" y="2681312"/>
                  </a:lnTo>
                  <a:lnTo>
                    <a:pt x="1521529" y="2682518"/>
                  </a:lnTo>
                  <a:lnTo>
                    <a:pt x="1444286" y="2683722"/>
                  </a:lnTo>
                  <a:lnTo>
                    <a:pt x="1367042" y="2684925"/>
                  </a:lnTo>
                  <a:lnTo>
                    <a:pt x="1289799" y="2686126"/>
                  </a:lnTo>
                  <a:lnTo>
                    <a:pt x="1212555" y="2687325"/>
                  </a:lnTo>
                  <a:lnTo>
                    <a:pt x="1135311" y="2688522"/>
                  </a:lnTo>
                  <a:lnTo>
                    <a:pt x="1058068" y="2689717"/>
                  </a:lnTo>
                  <a:lnTo>
                    <a:pt x="980824" y="2690910"/>
                  </a:lnTo>
                  <a:lnTo>
                    <a:pt x="903581" y="2692102"/>
                  </a:lnTo>
                  <a:lnTo>
                    <a:pt x="826337" y="2693292"/>
                  </a:lnTo>
                  <a:lnTo>
                    <a:pt x="749094" y="2694480"/>
                  </a:lnTo>
                  <a:lnTo>
                    <a:pt x="671850" y="2695667"/>
                  </a:lnTo>
                  <a:lnTo>
                    <a:pt x="594606" y="2696851"/>
                  </a:lnTo>
                  <a:lnTo>
                    <a:pt x="517363" y="2698034"/>
                  </a:lnTo>
                  <a:lnTo>
                    <a:pt x="440119" y="2699215"/>
                  </a:lnTo>
                  <a:lnTo>
                    <a:pt x="362876" y="2700394"/>
                  </a:lnTo>
                  <a:lnTo>
                    <a:pt x="285632" y="2701572"/>
                  </a:lnTo>
                  <a:lnTo>
                    <a:pt x="208389" y="2702747"/>
                  </a:lnTo>
                  <a:lnTo>
                    <a:pt x="131145" y="2703921"/>
                  </a:lnTo>
                  <a:lnTo>
                    <a:pt x="53901" y="2705093"/>
                  </a:lnTo>
                  <a:lnTo>
                    <a:pt x="0" y="270591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26987" y="2073503"/>
              <a:ext cx="6882571" cy="2653500"/>
            </a:xfrm>
            <a:custGeom>
              <a:avLst/>
              <a:pathLst>
                <a:path w="6882571" h="2653500">
                  <a:moveTo>
                    <a:pt x="0" y="0"/>
                  </a:moveTo>
                  <a:lnTo>
                    <a:pt x="7893" y="14366"/>
                  </a:lnTo>
                  <a:lnTo>
                    <a:pt x="85137" y="149477"/>
                  </a:lnTo>
                  <a:lnTo>
                    <a:pt x="162380" y="279327"/>
                  </a:lnTo>
                  <a:lnTo>
                    <a:pt x="239624" y="404119"/>
                  </a:lnTo>
                  <a:lnTo>
                    <a:pt x="316867" y="524052"/>
                  </a:lnTo>
                  <a:lnTo>
                    <a:pt x="394111" y="639314"/>
                  </a:lnTo>
                  <a:lnTo>
                    <a:pt x="471355" y="750087"/>
                  </a:lnTo>
                  <a:lnTo>
                    <a:pt x="548598" y="856546"/>
                  </a:lnTo>
                  <a:lnTo>
                    <a:pt x="625842" y="958859"/>
                  </a:lnTo>
                  <a:lnTo>
                    <a:pt x="703085" y="1057188"/>
                  </a:lnTo>
                  <a:lnTo>
                    <a:pt x="780329" y="1151688"/>
                  </a:lnTo>
                  <a:lnTo>
                    <a:pt x="857572" y="1242507"/>
                  </a:lnTo>
                  <a:lnTo>
                    <a:pt x="934816" y="1329790"/>
                  </a:lnTo>
                  <a:lnTo>
                    <a:pt x="1012060" y="1413673"/>
                  </a:lnTo>
                  <a:lnTo>
                    <a:pt x="1089303" y="1494290"/>
                  </a:lnTo>
                  <a:lnTo>
                    <a:pt x="1166547" y="1571767"/>
                  </a:lnTo>
                  <a:lnTo>
                    <a:pt x="1243790" y="1646227"/>
                  </a:lnTo>
                  <a:lnTo>
                    <a:pt x="1321034" y="1717787"/>
                  </a:lnTo>
                  <a:lnTo>
                    <a:pt x="1398277" y="1786560"/>
                  </a:lnTo>
                  <a:lnTo>
                    <a:pt x="1475521" y="1852655"/>
                  </a:lnTo>
                  <a:lnTo>
                    <a:pt x="1552765" y="1916176"/>
                  </a:lnTo>
                  <a:lnTo>
                    <a:pt x="1630008" y="1977223"/>
                  </a:lnTo>
                  <a:lnTo>
                    <a:pt x="1707252" y="2035893"/>
                  </a:lnTo>
                  <a:lnTo>
                    <a:pt x="1784495" y="2092278"/>
                  </a:lnTo>
                  <a:lnTo>
                    <a:pt x="1861739" y="2146467"/>
                  </a:lnTo>
                  <a:lnTo>
                    <a:pt x="1938982" y="2198546"/>
                  </a:lnTo>
                  <a:lnTo>
                    <a:pt x="2016226" y="2248597"/>
                  </a:lnTo>
                  <a:lnTo>
                    <a:pt x="2093470" y="2296698"/>
                  </a:lnTo>
                  <a:lnTo>
                    <a:pt x="2170713" y="2342927"/>
                  </a:lnTo>
                  <a:lnTo>
                    <a:pt x="2247957" y="2387355"/>
                  </a:lnTo>
                  <a:lnTo>
                    <a:pt x="2325200" y="2430052"/>
                  </a:lnTo>
                  <a:lnTo>
                    <a:pt x="2402444" y="2471087"/>
                  </a:lnTo>
                  <a:lnTo>
                    <a:pt x="2479687" y="2510524"/>
                  </a:lnTo>
                  <a:lnTo>
                    <a:pt x="2556931" y="2548425"/>
                  </a:lnTo>
                  <a:lnTo>
                    <a:pt x="2634175" y="2584850"/>
                  </a:lnTo>
                  <a:lnTo>
                    <a:pt x="2711418" y="2619857"/>
                  </a:lnTo>
                  <a:lnTo>
                    <a:pt x="2788662" y="2653500"/>
                  </a:lnTo>
                  <a:lnTo>
                    <a:pt x="2865905" y="2653064"/>
                  </a:lnTo>
                  <a:lnTo>
                    <a:pt x="2943149" y="2651813"/>
                  </a:lnTo>
                  <a:lnTo>
                    <a:pt x="3020392" y="2650561"/>
                  </a:lnTo>
                  <a:lnTo>
                    <a:pt x="3097636" y="2649307"/>
                  </a:lnTo>
                  <a:lnTo>
                    <a:pt x="3174880" y="2648051"/>
                  </a:lnTo>
                  <a:lnTo>
                    <a:pt x="3252123" y="2646793"/>
                  </a:lnTo>
                  <a:lnTo>
                    <a:pt x="3329367" y="2645533"/>
                  </a:lnTo>
                  <a:lnTo>
                    <a:pt x="3406610" y="2644271"/>
                  </a:lnTo>
                  <a:lnTo>
                    <a:pt x="3483854" y="2643007"/>
                  </a:lnTo>
                  <a:lnTo>
                    <a:pt x="3561097" y="2641742"/>
                  </a:lnTo>
                  <a:lnTo>
                    <a:pt x="3638341" y="2640474"/>
                  </a:lnTo>
                  <a:lnTo>
                    <a:pt x="3715585" y="2639205"/>
                  </a:lnTo>
                  <a:lnTo>
                    <a:pt x="3792828" y="2637933"/>
                  </a:lnTo>
                  <a:lnTo>
                    <a:pt x="3870072" y="2636660"/>
                  </a:lnTo>
                  <a:lnTo>
                    <a:pt x="3947315" y="2635385"/>
                  </a:lnTo>
                  <a:lnTo>
                    <a:pt x="4024559" y="2634108"/>
                  </a:lnTo>
                  <a:lnTo>
                    <a:pt x="4101802" y="2632829"/>
                  </a:lnTo>
                  <a:lnTo>
                    <a:pt x="4179046" y="2631548"/>
                  </a:lnTo>
                  <a:lnTo>
                    <a:pt x="4256290" y="2630265"/>
                  </a:lnTo>
                  <a:lnTo>
                    <a:pt x="4333533" y="2628980"/>
                  </a:lnTo>
                  <a:lnTo>
                    <a:pt x="4410777" y="2627693"/>
                  </a:lnTo>
                  <a:lnTo>
                    <a:pt x="4488020" y="2626405"/>
                  </a:lnTo>
                  <a:lnTo>
                    <a:pt x="4565264" y="2625114"/>
                  </a:lnTo>
                  <a:lnTo>
                    <a:pt x="4642507" y="2623821"/>
                  </a:lnTo>
                  <a:lnTo>
                    <a:pt x="4719751" y="2622527"/>
                  </a:lnTo>
                  <a:lnTo>
                    <a:pt x="4796995" y="2621230"/>
                  </a:lnTo>
                  <a:lnTo>
                    <a:pt x="4874238" y="2619932"/>
                  </a:lnTo>
                  <a:lnTo>
                    <a:pt x="4951482" y="2618632"/>
                  </a:lnTo>
                  <a:lnTo>
                    <a:pt x="5028725" y="2617329"/>
                  </a:lnTo>
                  <a:lnTo>
                    <a:pt x="5105969" y="2616025"/>
                  </a:lnTo>
                  <a:lnTo>
                    <a:pt x="5183212" y="2614719"/>
                  </a:lnTo>
                  <a:lnTo>
                    <a:pt x="5260456" y="2613411"/>
                  </a:lnTo>
                  <a:lnTo>
                    <a:pt x="5337700" y="2612100"/>
                  </a:lnTo>
                  <a:lnTo>
                    <a:pt x="5414943" y="2610788"/>
                  </a:lnTo>
                  <a:lnTo>
                    <a:pt x="5492187" y="2609474"/>
                  </a:lnTo>
                  <a:lnTo>
                    <a:pt x="5569430" y="2608158"/>
                  </a:lnTo>
                  <a:lnTo>
                    <a:pt x="5646674" y="2606840"/>
                  </a:lnTo>
                  <a:lnTo>
                    <a:pt x="5723917" y="2605520"/>
                  </a:lnTo>
                  <a:lnTo>
                    <a:pt x="5801161" y="2604198"/>
                  </a:lnTo>
                  <a:lnTo>
                    <a:pt x="5878405" y="2602874"/>
                  </a:lnTo>
                  <a:lnTo>
                    <a:pt x="5955648" y="2601548"/>
                  </a:lnTo>
                  <a:lnTo>
                    <a:pt x="6032892" y="2600220"/>
                  </a:lnTo>
                  <a:lnTo>
                    <a:pt x="6110135" y="2598890"/>
                  </a:lnTo>
                  <a:lnTo>
                    <a:pt x="6187379" y="2597558"/>
                  </a:lnTo>
                  <a:lnTo>
                    <a:pt x="6264622" y="2596224"/>
                  </a:lnTo>
                  <a:lnTo>
                    <a:pt x="6341866" y="2594888"/>
                  </a:lnTo>
                  <a:lnTo>
                    <a:pt x="6419110" y="2593550"/>
                  </a:lnTo>
                  <a:lnTo>
                    <a:pt x="6496353" y="2592209"/>
                  </a:lnTo>
                  <a:lnTo>
                    <a:pt x="6573597" y="2590867"/>
                  </a:lnTo>
                  <a:lnTo>
                    <a:pt x="6650840" y="2589523"/>
                  </a:lnTo>
                  <a:lnTo>
                    <a:pt x="6728084" y="2588177"/>
                  </a:lnTo>
                  <a:lnTo>
                    <a:pt x="6805327" y="2586829"/>
                  </a:lnTo>
                  <a:lnTo>
                    <a:pt x="6882571" y="258547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816"/>
              <a:ext cx="7392041" cy="728301"/>
            </a:xfrm>
            <a:custGeom>
              <a:avLst/>
              <a:pathLst>
                <a:path w="7392041" h="728301">
                  <a:moveTo>
                    <a:pt x="7392041" y="728301"/>
                  </a:moveTo>
                  <a:lnTo>
                    <a:pt x="7314797" y="724203"/>
                  </a:lnTo>
                  <a:lnTo>
                    <a:pt x="7237554" y="719939"/>
                  </a:lnTo>
                  <a:lnTo>
                    <a:pt x="7160310" y="715502"/>
                  </a:lnTo>
                  <a:lnTo>
                    <a:pt x="7083066" y="710885"/>
                  </a:lnTo>
                  <a:lnTo>
                    <a:pt x="7005823" y="706081"/>
                  </a:lnTo>
                  <a:lnTo>
                    <a:pt x="6928579" y="701083"/>
                  </a:lnTo>
                  <a:lnTo>
                    <a:pt x="6851336" y="695882"/>
                  </a:lnTo>
                  <a:lnTo>
                    <a:pt x="6774092" y="690470"/>
                  </a:lnTo>
                  <a:lnTo>
                    <a:pt x="6696849" y="684839"/>
                  </a:lnTo>
                  <a:lnTo>
                    <a:pt x="6619605" y="678980"/>
                  </a:lnTo>
                  <a:lnTo>
                    <a:pt x="6542361" y="672883"/>
                  </a:lnTo>
                  <a:lnTo>
                    <a:pt x="6465118" y="666539"/>
                  </a:lnTo>
                  <a:lnTo>
                    <a:pt x="6387874" y="659938"/>
                  </a:lnTo>
                  <a:lnTo>
                    <a:pt x="6310631" y="653070"/>
                  </a:lnTo>
                  <a:lnTo>
                    <a:pt x="6233387" y="645923"/>
                  </a:lnTo>
                  <a:lnTo>
                    <a:pt x="6156144" y="638487"/>
                  </a:lnTo>
                  <a:lnTo>
                    <a:pt x="6078900" y="630750"/>
                  </a:lnTo>
                  <a:lnTo>
                    <a:pt x="6001656" y="622699"/>
                  </a:lnTo>
                  <a:lnTo>
                    <a:pt x="5924413" y="614321"/>
                  </a:lnTo>
                  <a:lnTo>
                    <a:pt x="5847169" y="605605"/>
                  </a:lnTo>
                  <a:lnTo>
                    <a:pt x="5769926" y="596535"/>
                  </a:lnTo>
                  <a:lnTo>
                    <a:pt x="5692682" y="587097"/>
                  </a:lnTo>
                  <a:lnTo>
                    <a:pt x="5615439" y="577277"/>
                  </a:lnTo>
                  <a:lnTo>
                    <a:pt x="5538195" y="567059"/>
                  </a:lnTo>
                  <a:lnTo>
                    <a:pt x="5460951" y="556427"/>
                  </a:lnTo>
                  <a:lnTo>
                    <a:pt x="5383708" y="545365"/>
                  </a:lnTo>
                  <a:lnTo>
                    <a:pt x="5306464" y="533854"/>
                  </a:lnTo>
                  <a:lnTo>
                    <a:pt x="5229221" y="521876"/>
                  </a:lnTo>
                  <a:lnTo>
                    <a:pt x="5151977" y="509413"/>
                  </a:lnTo>
                  <a:lnTo>
                    <a:pt x="5074734" y="496446"/>
                  </a:lnTo>
                  <a:lnTo>
                    <a:pt x="4997490" y="482952"/>
                  </a:lnTo>
                  <a:lnTo>
                    <a:pt x="4920246" y="468912"/>
                  </a:lnTo>
                  <a:lnTo>
                    <a:pt x="4843003" y="454303"/>
                  </a:lnTo>
                  <a:lnTo>
                    <a:pt x="4765759" y="439102"/>
                  </a:lnTo>
                  <a:lnTo>
                    <a:pt x="4688516" y="423285"/>
                  </a:lnTo>
                  <a:lnTo>
                    <a:pt x="4611272" y="406827"/>
                  </a:lnTo>
                  <a:lnTo>
                    <a:pt x="4534029" y="389702"/>
                  </a:lnTo>
                  <a:lnTo>
                    <a:pt x="4456785" y="371884"/>
                  </a:lnTo>
                  <a:lnTo>
                    <a:pt x="4379541" y="353343"/>
                  </a:lnTo>
                  <a:lnTo>
                    <a:pt x="4302298" y="334051"/>
                  </a:lnTo>
                  <a:lnTo>
                    <a:pt x="4225054" y="313977"/>
                  </a:lnTo>
                  <a:lnTo>
                    <a:pt x="4147811" y="293090"/>
                  </a:lnTo>
                  <a:lnTo>
                    <a:pt x="4070567" y="271356"/>
                  </a:lnTo>
                  <a:lnTo>
                    <a:pt x="3993324" y="248741"/>
                  </a:lnTo>
                  <a:lnTo>
                    <a:pt x="3916080" y="225211"/>
                  </a:lnTo>
                  <a:lnTo>
                    <a:pt x="3838836" y="200726"/>
                  </a:lnTo>
                  <a:lnTo>
                    <a:pt x="3761593" y="175250"/>
                  </a:lnTo>
                  <a:lnTo>
                    <a:pt x="3684349" y="148741"/>
                  </a:lnTo>
                  <a:lnTo>
                    <a:pt x="3607106" y="121158"/>
                  </a:lnTo>
                  <a:lnTo>
                    <a:pt x="3529862" y="92457"/>
                  </a:lnTo>
                  <a:lnTo>
                    <a:pt x="3452619" y="62594"/>
                  </a:lnTo>
                  <a:lnTo>
                    <a:pt x="3375375" y="31520"/>
                  </a:lnTo>
                  <a:lnTo>
                    <a:pt x="3298131" y="0"/>
                  </a:lnTo>
                  <a:lnTo>
                    <a:pt x="3220888" y="1246"/>
                  </a:lnTo>
                  <a:lnTo>
                    <a:pt x="3143644" y="2491"/>
                  </a:lnTo>
                  <a:lnTo>
                    <a:pt x="3066401" y="3734"/>
                  </a:lnTo>
                  <a:lnTo>
                    <a:pt x="2989157" y="4975"/>
                  </a:lnTo>
                  <a:lnTo>
                    <a:pt x="2911914" y="6214"/>
                  </a:lnTo>
                  <a:lnTo>
                    <a:pt x="2834670" y="7452"/>
                  </a:lnTo>
                  <a:lnTo>
                    <a:pt x="2757426" y="8687"/>
                  </a:lnTo>
                  <a:lnTo>
                    <a:pt x="2680183" y="9921"/>
                  </a:lnTo>
                  <a:lnTo>
                    <a:pt x="2602939" y="11153"/>
                  </a:lnTo>
                  <a:lnTo>
                    <a:pt x="2525696" y="12383"/>
                  </a:lnTo>
                  <a:lnTo>
                    <a:pt x="2448452" y="13611"/>
                  </a:lnTo>
                  <a:lnTo>
                    <a:pt x="2371209" y="14837"/>
                  </a:lnTo>
                  <a:lnTo>
                    <a:pt x="2293965" y="16062"/>
                  </a:lnTo>
                  <a:lnTo>
                    <a:pt x="2216721" y="17284"/>
                  </a:lnTo>
                  <a:lnTo>
                    <a:pt x="2139478" y="18505"/>
                  </a:lnTo>
                  <a:lnTo>
                    <a:pt x="2062234" y="19724"/>
                  </a:lnTo>
                  <a:lnTo>
                    <a:pt x="1984991" y="20941"/>
                  </a:lnTo>
                  <a:lnTo>
                    <a:pt x="1907747" y="22156"/>
                  </a:lnTo>
                  <a:lnTo>
                    <a:pt x="1830504" y="23370"/>
                  </a:lnTo>
                  <a:lnTo>
                    <a:pt x="1753260" y="24581"/>
                  </a:lnTo>
                  <a:lnTo>
                    <a:pt x="1676016" y="25791"/>
                  </a:lnTo>
                  <a:lnTo>
                    <a:pt x="1598773" y="26999"/>
                  </a:lnTo>
                  <a:lnTo>
                    <a:pt x="1521529" y="28205"/>
                  </a:lnTo>
                  <a:lnTo>
                    <a:pt x="1444286" y="29409"/>
                  </a:lnTo>
                  <a:lnTo>
                    <a:pt x="1367042" y="30612"/>
                  </a:lnTo>
                  <a:lnTo>
                    <a:pt x="1289799" y="31813"/>
                  </a:lnTo>
                  <a:lnTo>
                    <a:pt x="1212555" y="33012"/>
                  </a:lnTo>
                  <a:lnTo>
                    <a:pt x="1135311" y="34209"/>
                  </a:lnTo>
                  <a:lnTo>
                    <a:pt x="1058068" y="35404"/>
                  </a:lnTo>
                  <a:lnTo>
                    <a:pt x="980824" y="36597"/>
                  </a:lnTo>
                  <a:lnTo>
                    <a:pt x="903581" y="37789"/>
                  </a:lnTo>
                  <a:lnTo>
                    <a:pt x="826337" y="38979"/>
                  </a:lnTo>
                  <a:lnTo>
                    <a:pt x="749094" y="40167"/>
                  </a:lnTo>
                  <a:lnTo>
                    <a:pt x="671850" y="41354"/>
                  </a:lnTo>
                  <a:lnTo>
                    <a:pt x="594606" y="42538"/>
                  </a:lnTo>
                  <a:lnTo>
                    <a:pt x="517363" y="43721"/>
                  </a:lnTo>
                  <a:lnTo>
                    <a:pt x="440119" y="44902"/>
                  </a:lnTo>
                  <a:lnTo>
                    <a:pt x="362876" y="46081"/>
                  </a:lnTo>
                  <a:lnTo>
                    <a:pt x="285632" y="47259"/>
                  </a:lnTo>
                  <a:lnTo>
                    <a:pt x="208389" y="48434"/>
                  </a:lnTo>
                  <a:lnTo>
                    <a:pt x="131145" y="49608"/>
                  </a:lnTo>
                  <a:lnTo>
                    <a:pt x="53901" y="50780"/>
                  </a:lnTo>
                  <a:lnTo>
                    <a:pt x="0" y="515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3680702"/>
              <a:ext cx="7392041" cy="1575143"/>
            </a:xfrm>
            <a:custGeom>
              <a:avLst/>
              <a:pathLst>
                <a:path w="7392041" h="1575143">
                  <a:moveTo>
                    <a:pt x="0" y="0"/>
                  </a:moveTo>
                  <a:lnTo>
                    <a:pt x="53901" y="24928"/>
                  </a:lnTo>
                  <a:lnTo>
                    <a:pt x="131145" y="59975"/>
                  </a:lnTo>
                  <a:lnTo>
                    <a:pt x="208389" y="94358"/>
                  </a:lnTo>
                  <a:lnTo>
                    <a:pt x="285632" y="128091"/>
                  </a:lnTo>
                  <a:lnTo>
                    <a:pt x="362876" y="161185"/>
                  </a:lnTo>
                  <a:lnTo>
                    <a:pt x="440119" y="193653"/>
                  </a:lnTo>
                  <a:lnTo>
                    <a:pt x="517363" y="225506"/>
                  </a:lnTo>
                  <a:lnTo>
                    <a:pt x="594606" y="256757"/>
                  </a:lnTo>
                  <a:lnTo>
                    <a:pt x="671850" y="287415"/>
                  </a:lnTo>
                  <a:lnTo>
                    <a:pt x="749094" y="317494"/>
                  </a:lnTo>
                  <a:lnTo>
                    <a:pt x="826337" y="347003"/>
                  </a:lnTo>
                  <a:lnTo>
                    <a:pt x="903581" y="375954"/>
                  </a:lnTo>
                  <a:lnTo>
                    <a:pt x="980824" y="404357"/>
                  </a:lnTo>
                  <a:lnTo>
                    <a:pt x="1058068" y="432222"/>
                  </a:lnTo>
                  <a:lnTo>
                    <a:pt x="1135311" y="459560"/>
                  </a:lnTo>
                  <a:lnTo>
                    <a:pt x="1212555" y="486380"/>
                  </a:lnTo>
                  <a:lnTo>
                    <a:pt x="1289799" y="512693"/>
                  </a:lnTo>
                  <a:lnTo>
                    <a:pt x="1367042" y="538507"/>
                  </a:lnTo>
                  <a:lnTo>
                    <a:pt x="1444286" y="563833"/>
                  </a:lnTo>
                  <a:lnTo>
                    <a:pt x="1521529" y="588680"/>
                  </a:lnTo>
                  <a:lnTo>
                    <a:pt x="1598773" y="613056"/>
                  </a:lnTo>
                  <a:lnTo>
                    <a:pt x="1676016" y="636971"/>
                  </a:lnTo>
                  <a:lnTo>
                    <a:pt x="1753260" y="660433"/>
                  </a:lnTo>
                  <a:lnTo>
                    <a:pt x="1830504" y="683452"/>
                  </a:lnTo>
                  <a:lnTo>
                    <a:pt x="1907747" y="706034"/>
                  </a:lnTo>
                  <a:lnTo>
                    <a:pt x="1984991" y="728189"/>
                  </a:lnTo>
                  <a:lnTo>
                    <a:pt x="2062234" y="749925"/>
                  </a:lnTo>
                  <a:lnTo>
                    <a:pt x="2139478" y="771249"/>
                  </a:lnTo>
                  <a:lnTo>
                    <a:pt x="2216721" y="792170"/>
                  </a:lnTo>
                  <a:lnTo>
                    <a:pt x="2293965" y="812695"/>
                  </a:lnTo>
                  <a:lnTo>
                    <a:pt x="2371209" y="832831"/>
                  </a:lnTo>
                  <a:lnTo>
                    <a:pt x="2448452" y="852586"/>
                  </a:lnTo>
                  <a:lnTo>
                    <a:pt x="2525696" y="871967"/>
                  </a:lnTo>
                  <a:lnTo>
                    <a:pt x="2602939" y="890982"/>
                  </a:lnTo>
                  <a:lnTo>
                    <a:pt x="2680183" y="909636"/>
                  </a:lnTo>
                  <a:lnTo>
                    <a:pt x="2757426" y="927938"/>
                  </a:lnTo>
                  <a:lnTo>
                    <a:pt x="2834670" y="945893"/>
                  </a:lnTo>
                  <a:lnTo>
                    <a:pt x="2911914" y="963508"/>
                  </a:lnTo>
                  <a:lnTo>
                    <a:pt x="2989157" y="980790"/>
                  </a:lnTo>
                  <a:lnTo>
                    <a:pt x="3066401" y="997744"/>
                  </a:lnTo>
                  <a:lnTo>
                    <a:pt x="3143644" y="1014378"/>
                  </a:lnTo>
                  <a:lnTo>
                    <a:pt x="3220888" y="1030697"/>
                  </a:lnTo>
                  <a:lnTo>
                    <a:pt x="3298131" y="1046707"/>
                  </a:lnTo>
                  <a:lnTo>
                    <a:pt x="3375375" y="1062414"/>
                  </a:lnTo>
                  <a:lnTo>
                    <a:pt x="3452619" y="1077823"/>
                  </a:lnTo>
                  <a:lnTo>
                    <a:pt x="3529862" y="1092941"/>
                  </a:lnTo>
                  <a:lnTo>
                    <a:pt x="3607106" y="1107773"/>
                  </a:lnTo>
                  <a:lnTo>
                    <a:pt x="3684349" y="1122324"/>
                  </a:lnTo>
                  <a:lnTo>
                    <a:pt x="3761593" y="1136600"/>
                  </a:lnTo>
                  <a:lnTo>
                    <a:pt x="3838836" y="1150605"/>
                  </a:lnTo>
                  <a:lnTo>
                    <a:pt x="3916080" y="1164346"/>
                  </a:lnTo>
                  <a:lnTo>
                    <a:pt x="3993324" y="1177826"/>
                  </a:lnTo>
                  <a:lnTo>
                    <a:pt x="4070567" y="1191051"/>
                  </a:lnTo>
                  <a:lnTo>
                    <a:pt x="4147811" y="1204026"/>
                  </a:lnTo>
                  <a:lnTo>
                    <a:pt x="4225054" y="1216755"/>
                  </a:lnTo>
                  <a:lnTo>
                    <a:pt x="4302298" y="1229244"/>
                  </a:lnTo>
                  <a:lnTo>
                    <a:pt x="4379541" y="1241496"/>
                  </a:lnTo>
                  <a:lnTo>
                    <a:pt x="4456785" y="1253516"/>
                  </a:lnTo>
                  <a:lnTo>
                    <a:pt x="4534029" y="1265308"/>
                  </a:lnTo>
                  <a:lnTo>
                    <a:pt x="4611272" y="1276878"/>
                  </a:lnTo>
                  <a:lnTo>
                    <a:pt x="4688516" y="1288228"/>
                  </a:lnTo>
                  <a:lnTo>
                    <a:pt x="4765759" y="1299363"/>
                  </a:lnTo>
                  <a:lnTo>
                    <a:pt x="4843003" y="1310288"/>
                  </a:lnTo>
                  <a:lnTo>
                    <a:pt x="4920246" y="1321006"/>
                  </a:lnTo>
                  <a:lnTo>
                    <a:pt x="4997490" y="1331521"/>
                  </a:lnTo>
                  <a:lnTo>
                    <a:pt x="5074734" y="1341837"/>
                  </a:lnTo>
                  <a:lnTo>
                    <a:pt x="5151977" y="1351958"/>
                  </a:lnTo>
                  <a:lnTo>
                    <a:pt x="5229221" y="1361887"/>
                  </a:lnTo>
                  <a:lnTo>
                    <a:pt x="5306464" y="1371629"/>
                  </a:lnTo>
                  <a:lnTo>
                    <a:pt x="5383708" y="1381186"/>
                  </a:lnTo>
                  <a:lnTo>
                    <a:pt x="5460951" y="1390562"/>
                  </a:lnTo>
                  <a:lnTo>
                    <a:pt x="5538195" y="1399760"/>
                  </a:lnTo>
                  <a:lnTo>
                    <a:pt x="5615439" y="1408785"/>
                  </a:lnTo>
                  <a:lnTo>
                    <a:pt x="5692682" y="1417638"/>
                  </a:lnTo>
                  <a:lnTo>
                    <a:pt x="5769926" y="1426324"/>
                  </a:lnTo>
                  <a:lnTo>
                    <a:pt x="5847169" y="1434846"/>
                  </a:lnTo>
                  <a:lnTo>
                    <a:pt x="5924413" y="1443207"/>
                  </a:lnTo>
                  <a:lnTo>
                    <a:pt x="6001656" y="1451409"/>
                  </a:lnTo>
                  <a:lnTo>
                    <a:pt x="6078900" y="1459456"/>
                  </a:lnTo>
                  <a:lnTo>
                    <a:pt x="6156144" y="1467350"/>
                  </a:lnTo>
                  <a:lnTo>
                    <a:pt x="6233387" y="1475095"/>
                  </a:lnTo>
                  <a:lnTo>
                    <a:pt x="6310631" y="1482694"/>
                  </a:lnTo>
                  <a:lnTo>
                    <a:pt x="6387874" y="1490149"/>
                  </a:lnTo>
                  <a:lnTo>
                    <a:pt x="6465118" y="1497462"/>
                  </a:lnTo>
                  <a:lnTo>
                    <a:pt x="6542361" y="1504637"/>
                  </a:lnTo>
                  <a:lnTo>
                    <a:pt x="6619605" y="1511677"/>
                  </a:lnTo>
                  <a:lnTo>
                    <a:pt x="6696849" y="1518583"/>
                  </a:lnTo>
                  <a:lnTo>
                    <a:pt x="6774092" y="1525358"/>
                  </a:lnTo>
                  <a:lnTo>
                    <a:pt x="6851336" y="1532006"/>
                  </a:lnTo>
                  <a:lnTo>
                    <a:pt x="6928579" y="1538527"/>
                  </a:lnTo>
                  <a:lnTo>
                    <a:pt x="7005823" y="1544925"/>
                  </a:lnTo>
                  <a:lnTo>
                    <a:pt x="7083066" y="1551202"/>
                  </a:lnTo>
                  <a:lnTo>
                    <a:pt x="7160310" y="1557360"/>
                  </a:lnTo>
                  <a:lnTo>
                    <a:pt x="7237554" y="1563401"/>
                  </a:lnTo>
                  <a:lnTo>
                    <a:pt x="7314797" y="1569328"/>
                  </a:lnTo>
                  <a:lnTo>
                    <a:pt x="7392041" y="157514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174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423864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9652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69179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41836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79271" y="5925448"/>
              <a:ext cx="167618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/ CG ratio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83312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0.1 ratio decline: 1.25 (0.98-1.58), p_Bonf = 0.415 (n = 6)  |  per IQR decline (Δ = 0.30): 1.91 (0.95-3.84)  |  IQR: [0.84, 1.14]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66126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2026-07-07T08:27:43Z</dcterms:modified>
  <cp:category/>
</cp:coreProperties>
</file>