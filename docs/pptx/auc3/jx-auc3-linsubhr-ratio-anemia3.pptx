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79053"/>
            </a:xfrm>
            <a:custGeom>
              <a:avLst/>
              <a:pathLst>
                <a:path w="7392041" h="3579053">
                  <a:moveTo>
                    <a:pt x="922403" y="0"/>
                  </a:moveTo>
                  <a:lnTo>
                    <a:pt x="980824" y="127241"/>
                  </a:lnTo>
                  <a:lnTo>
                    <a:pt x="1058068" y="287814"/>
                  </a:lnTo>
                  <a:lnTo>
                    <a:pt x="1135311" y="441074"/>
                  </a:lnTo>
                  <a:lnTo>
                    <a:pt x="1212555" y="587353"/>
                  </a:lnTo>
                  <a:lnTo>
                    <a:pt x="1289799" y="726969"/>
                  </a:lnTo>
                  <a:lnTo>
                    <a:pt x="1367042" y="860226"/>
                  </a:lnTo>
                  <a:lnTo>
                    <a:pt x="1444286" y="987413"/>
                  </a:lnTo>
                  <a:lnTo>
                    <a:pt x="1521529" y="1108808"/>
                  </a:lnTo>
                  <a:lnTo>
                    <a:pt x="1598773" y="1224673"/>
                  </a:lnTo>
                  <a:lnTo>
                    <a:pt x="1676016" y="1335261"/>
                  </a:lnTo>
                  <a:lnTo>
                    <a:pt x="1753260" y="1440812"/>
                  </a:lnTo>
                  <a:lnTo>
                    <a:pt x="1830504" y="1541555"/>
                  </a:lnTo>
                  <a:lnTo>
                    <a:pt x="1907747" y="1637710"/>
                  </a:lnTo>
                  <a:lnTo>
                    <a:pt x="1984991" y="1729485"/>
                  </a:lnTo>
                  <a:lnTo>
                    <a:pt x="2062234" y="1817080"/>
                  </a:lnTo>
                  <a:lnTo>
                    <a:pt x="2139478" y="1900685"/>
                  </a:lnTo>
                  <a:lnTo>
                    <a:pt x="2216721" y="1980482"/>
                  </a:lnTo>
                  <a:lnTo>
                    <a:pt x="2293965" y="2056645"/>
                  </a:lnTo>
                  <a:lnTo>
                    <a:pt x="2371209" y="2129339"/>
                  </a:lnTo>
                  <a:lnTo>
                    <a:pt x="2448452" y="2198721"/>
                  </a:lnTo>
                  <a:lnTo>
                    <a:pt x="2525696" y="2264944"/>
                  </a:lnTo>
                  <a:lnTo>
                    <a:pt x="2602939" y="2328150"/>
                  </a:lnTo>
                  <a:lnTo>
                    <a:pt x="2680183" y="2388477"/>
                  </a:lnTo>
                  <a:lnTo>
                    <a:pt x="2757426" y="2446057"/>
                  </a:lnTo>
                  <a:lnTo>
                    <a:pt x="2834670" y="2501014"/>
                  </a:lnTo>
                  <a:lnTo>
                    <a:pt x="2911914" y="2553467"/>
                  </a:lnTo>
                  <a:lnTo>
                    <a:pt x="2989157" y="2603532"/>
                  </a:lnTo>
                  <a:lnTo>
                    <a:pt x="3066401" y="2651316"/>
                  </a:lnTo>
                  <a:lnTo>
                    <a:pt x="3143644" y="2696924"/>
                  </a:lnTo>
                  <a:lnTo>
                    <a:pt x="3220888" y="2740455"/>
                  </a:lnTo>
                  <a:lnTo>
                    <a:pt x="3298131" y="2782003"/>
                  </a:lnTo>
                  <a:lnTo>
                    <a:pt x="3375375" y="2787802"/>
                  </a:lnTo>
                  <a:lnTo>
                    <a:pt x="3452619" y="2792727"/>
                  </a:lnTo>
                  <a:lnTo>
                    <a:pt x="3529862" y="2797624"/>
                  </a:lnTo>
                  <a:lnTo>
                    <a:pt x="3607106" y="2802493"/>
                  </a:lnTo>
                  <a:lnTo>
                    <a:pt x="3684349" y="2807335"/>
                  </a:lnTo>
                  <a:lnTo>
                    <a:pt x="3761593" y="2812149"/>
                  </a:lnTo>
                  <a:lnTo>
                    <a:pt x="3838836" y="2816936"/>
                  </a:lnTo>
                  <a:lnTo>
                    <a:pt x="3916080" y="2821695"/>
                  </a:lnTo>
                  <a:lnTo>
                    <a:pt x="3993324" y="2826427"/>
                  </a:lnTo>
                  <a:lnTo>
                    <a:pt x="4070567" y="2831132"/>
                  </a:lnTo>
                  <a:lnTo>
                    <a:pt x="4147811" y="2835811"/>
                  </a:lnTo>
                  <a:lnTo>
                    <a:pt x="4225054" y="2840463"/>
                  </a:lnTo>
                  <a:lnTo>
                    <a:pt x="4302298" y="2845088"/>
                  </a:lnTo>
                  <a:lnTo>
                    <a:pt x="4379541" y="2849687"/>
                  </a:lnTo>
                  <a:lnTo>
                    <a:pt x="4456785" y="2854260"/>
                  </a:lnTo>
                  <a:lnTo>
                    <a:pt x="4534029" y="2858807"/>
                  </a:lnTo>
                  <a:lnTo>
                    <a:pt x="4611272" y="2863327"/>
                  </a:lnTo>
                  <a:lnTo>
                    <a:pt x="4688516" y="2867823"/>
                  </a:lnTo>
                  <a:lnTo>
                    <a:pt x="4765759" y="2872292"/>
                  </a:lnTo>
                  <a:lnTo>
                    <a:pt x="4843003" y="2876736"/>
                  </a:lnTo>
                  <a:lnTo>
                    <a:pt x="4920246" y="2881155"/>
                  </a:lnTo>
                  <a:lnTo>
                    <a:pt x="4997490" y="2885548"/>
                  </a:lnTo>
                  <a:lnTo>
                    <a:pt x="5074734" y="2889917"/>
                  </a:lnTo>
                  <a:lnTo>
                    <a:pt x="5151977" y="2894261"/>
                  </a:lnTo>
                  <a:lnTo>
                    <a:pt x="5229221" y="2898580"/>
                  </a:lnTo>
                  <a:lnTo>
                    <a:pt x="5306464" y="2902874"/>
                  </a:lnTo>
                  <a:lnTo>
                    <a:pt x="5383708" y="2907144"/>
                  </a:lnTo>
                  <a:lnTo>
                    <a:pt x="5460951" y="2911390"/>
                  </a:lnTo>
                  <a:lnTo>
                    <a:pt x="5538195" y="2915611"/>
                  </a:lnTo>
                  <a:lnTo>
                    <a:pt x="5615439" y="2919808"/>
                  </a:lnTo>
                  <a:lnTo>
                    <a:pt x="5692682" y="2923982"/>
                  </a:lnTo>
                  <a:lnTo>
                    <a:pt x="5769926" y="2928131"/>
                  </a:lnTo>
                  <a:lnTo>
                    <a:pt x="5847169" y="2932258"/>
                  </a:lnTo>
                  <a:lnTo>
                    <a:pt x="5924413" y="2936360"/>
                  </a:lnTo>
                  <a:lnTo>
                    <a:pt x="6001656" y="2940439"/>
                  </a:lnTo>
                  <a:lnTo>
                    <a:pt x="6078900" y="2944495"/>
                  </a:lnTo>
                  <a:lnTo>
                    <a:pt x="6156144" y="2948528"/>
                  </a:lnTo>
                  <a:lnTo>
                    <a:pt x="6233387" y="2952538"/>
                  </a:lnTo>
                  <a:lnTo>
                    <a:pt x="6310631" y="2956525"/>
                  </a:lnTo>
                  <a:lnTo>
                    <a:pt x="6387874" y="2960490"/>
                  </a:lnTo>
                  <a:lnTo>
                    <a:pt x="6465118" y="2964431"/>
                  </a:lnTo>
                  <a:lnTo>
                    <a:pt x="6542361" y="2968351"/>
                  </a:lnTo>
                  <a:lnTo>
                    <a:pt x="6619605" y="2972248"/>
                  </a:lnTo>
                  <a:lnTo>
                    <a:pt x="6696849" y="2976122"/>
                  </a:lnTo>
                  <a:lnTo>
                    <a:pt x="6774092" y="2979975"/>
                  </a:lnTo>
                  <a:lnTo>
                    <a:pt x="6851336" y="2983806"/>
                  </a:lnTo>
                  <a:lnTo>
                    <a:pt x="6928579" y="2987615"/>
                  </a:lnTo>
                  <a:lnTo>
                    <a:pt x="7005823" y="2991402"/>
                  </a:lnTo>
                  <a:lnTo>
                    <a:pt x="7083066" y="2995168"/>
                  </a:lnTo>
                  <a:lnTo>
                    <a:pt x="7160310" y="2998912"/>
                  </a:lnTo>
                  <a:lnTo>
                    <a:pt x="7237554" y="3002635"/>
                  </a:lnTo>
                  <a:lnTo>
                    <a:pt x="7314797" y="3006337"/>
                  </a:lnTo>
                  <a:lnTo>
                    <a:pt x="7392041" y="3010018"/>
                  </a:lnTo>
                  <a:lnTo>
                    <a:pt x="7392041" y="3579053"/>
                  </a:lnTo>
                  <a:lnTo>
                    <a:pt x="7314797" y="3575541"/>
                  </a:lnTo>
                  <a:lnTo>
                    <a:pt x="7237554" y="3571862"/>
                  </a:lnTo>
                  <a:lnTo>
                    <a:pt x="7160310" y="3568007"/>
                  </a:lnTo>
                  <a:lnTo>
                    <a:pt x="7083066" y="3563968"/>
                  </a:lnTo>
                  <a:lnTo>
                    <a:pt x="7005823" y="3559737"/>
                  </a:lnTo>
                  <a:lnTo>
                    <a:pt x="6928579" y="3555303"/>
                  </a:lnTo>
                  <a:lnTo>
                    <a:pt x="6851336" y="3550658"/>
                  </a:lnTo>
                  <a:lnTo>
                    <a:pt x="6774092" y="3545791"/>
                  </a:lnTo>
                  <a:lnTo>
                    <a:pt x="6696849" y="3540692"/>
                  </a:lnTo>
                  <a:lnTo>
                    <a:pt x="6619605" y="3535349"/>
                  </a:lnTo>
                  <a:lnTo>
                    <a:pt x="6542361" y="3529752"/>
                  </a:lnTo>
                  <a:lnTo>
                    <a:pt x="6465118" y="3523887"/>
                  </a:lnTo>
                  <a:lnTo>
                    <a:pt x="6387874" y="3517743"/>
                  </a:lnTo>
                  <a:lnTo>
                    <a:pt x="6310631" y="3511306"/>
                  </a:lnTo>
                  <a:lnTo>
                    <a:pt x="6233387" y="3504561"/>
                  </a:lnTo>
                  <a:lnTo>
                    <a:pt x="6156144" y="3497494"/>
                  </a:lnTo>
                  <a:lnTo>
                    <a:pt x="6078900" y="3490090"/>
                  </a:lnTo>
                  <a:lnTo>
                    <a:pt x="6001656" y="3482333"/>
                  </a:lnTo>
                  <a:lnTo>
                    <a:pt x="5924413" y="3474206"/>
                  </a:lnTo>
                  <a:lnTo>
                    <a:pt x="5847169" y="3465690"/>
                  </a:lnTo>
                  <a:lnTo>
                    <a:pt x="5769926" y="3456769"/>
                  </a:lnTo>
                  <a:lnTo>
                    <a:pt x="5692682" y="3447421"/>
                  </a:lnTo>
                  <a:lnTo>
                    <a:pt x="5615439" y="3437628"/>
                  </a:lnTo>
                  <a:lnTo>
                    <a:pt x="5538195" y="3427367"/>
                  </a:lnTo>
                  <a:lnTo>
                    <a:pt x="5460951" y="3416617"/>
                  </a:lnTo>
                  <a:lnTo>
                    <a:pt x="5383708" y="3405354"/>
                  </a:lnTo>
                  <a:lnTo>
                    <a:pt x="5306464" y="3393553"/>
                  </a:lnTo>
                  <a:lnTo>
                    <a:pt x="5229221" y="3381189"/>
                  </a:lnTo>
                  <a:lnTo>
                    <a:pt x="5151977" y="3368234"/>
                  </a:lnTo>
                  <a:lnTo>
                    <a:pt x="5074734" y="3354662"/>
                  </a:lnTo>
                  <a:lnTo>
                    <a:pt x="4997490" y="3340442"/>
                  </a:lnTo>
                  <a:lnTo>
                    <a:pt x="4920246" y="3325544"/>
                  </a:lnTo>
                  <a:lnTo>
                    <a:pt x="4843003" y="3309934"/>
                  </a:lnTo>
                  <a:lnTo>
                    <a:pt x="4765759" y="3293580"/>
                  </a:lnTo>
                  <a:lnTo>
                    <a:pt x="4688516" y="3276445"/>
                  </a:lnTo>
                  <a:lnTo>
                    <a:pt x="4611272" y="3258492"/>
                  </a:lnTo>
                  <a:lnTo>
                    <a:pt x="4534029" y="3239683"/>
                  </a:lnTo>
                  <a:lnTo>
                    <a:pt x="4456785" y="3219976"/>
                  </a:lnTo>
                  <a:lnTo>
                    <a:pt x="4379541" y="3199329"/>
                  </a:lnTo>
                  <a:lnTo>
                    <a:pt x="4302298" y="3177696"/>
                  </a:lnTo>
                  <a:lnTo>
                    <a:pt x="4225054" y="3155031"/>
                  </a:lnTo>
                  <a:lnTo>
                    <a:pt x="4147811" y="3131285"/>
                  </a:lnTo>
                  <a:lnTo>
                    <a:pt x="4070567" y="3106405"/>
                  </a:lnTo>
                  <a:lnTo>
                    <a:pt x="3993324" y="3080338"/>
                  </a:lnTo>
                  <a:lnTo>
                    <a:pt x="3916080" y="3053027"/>
                  </a:lnTo>
                  <a:lnTo>
                    <a:pt x="3838836" y="3024412"/>
                  </a:lnTo>
                  <a:lnTo>
                    <a:pt x="3761593" y="2994433"/>
                  </a:lnTo>
                  <a:lnTo>
                    <a:pt x="3684349" y="2963022"/>
                  </a:lnTo>
                  <a:lnTo>
                    <a:pt x="3607106" y="2930113"/>
                  </a:lnTo>
                  <a:lnTo>
                    <a:pt x="3529862" y="2895633"/>
                  </a:lnTo>
                  <a:lnTo>
                    <a:pt x="3452619" y="2859507"/>
                  </a:lnTo>
                  <a:lnTo>
                    <a:pt x="3375375" y="2821658"/>
                  </a:lnTo>
                  <a:lnTo>
                    <a:pt x="3298131" y="2782848"/>
                  </a:lnTo>
                  <a:lnTo>
                    <a:pt x="3220888" y="2777866"/>
                  </a:lnTo>
                  <a:lnTo>
                    <a:pt x="3143644" y="2772856"/>
                  </a:lnTo>
                  <a:lnTo>
                    <a:pt x="3066401" y="2767817"/>
                  </a:lnTo>
                  <a:lnTo>
                    <a:pt x="2989157" y="2762749"/>
                  </a:lnTo>
                  <a:lnTo>
                    <a:pt x="2911914" y="2757652"/>
                  </a:lnTo>
                  <a:lnTo>
                    <a:pt x="2834670" y="2752526"/>
                  </a:lnTo>
                  <a:lnTo>
                    <a:pt x="2757426" y="2747371"/>
                  </a:lnTo>
                  <a:lnTo>
                    <a:pt x="2680183" y="2742186"/>
                  </a:lnTo>
                  <a:lnTo>
                    <a:pt x="2602939" y="2736971"/>
                  </a:lnTo>
                  <a:lnTo>
                    <a:pt x="2525696" y="2731726"/>
                  </a:lnTo>
                  <a:lnTo>
                    <a:pt x="2448452" y="2726452"/>
                  </a:lnTo>
                  <a:lnTo>
                    <a:pt x="2371209" y="2721147"/>
                  </a:lnTo>
                  <a:lnTo>
                    <a:pt x="2293965" y="2715812"/>
                  </a:lnTo>
                  <a:lnTo>
                    <a:pt x="2216721" y="2710446"/>
                  </a:lnTo>
                  <a:lnTo>
                    <a:pt x="2139478" y="2705049"/>
                  </a:lnTo>
                  <a:lnTo>
                    <a:pt x="2062234" y="2699622"/>
                  </a:lnTo>
                  <a:lnTo>
                    <a:pt x="1984991" y="2694163"/>
                  </a:lnTo>
                  <a:lnTo>
                    <a:pt x="1907747" y="2688674"/>
                  </a:lnTo>
                  <a:lnTo>
                    <a:pt x="1830504" y="2683152"/>
                  </a:lnTo>
                  <a:lnTo>
                    <a:pt x="1753260" y="2677600"/>
                  </a:lnTo>
                  <a:lnTo>
                    <a:pt x="1676016" y="2672015"/>
                  </a:lnTo>
                  <a:lnTo>
                    <a:pt x="1598773" y="2666398"/>
                  </a:lnTo>
                  <a:lnTo>
                    <a:pt x="1521529" y="2660749"/>
                  </a:lnTo>
                  <a:lnTo>
                    <a:pt x="1444286" y="2655068"/>
                  </a:lnTo>
                  <a:lnTo>
                    <a:pt x="1367042" y="2649355"/>
                  </a:lnTo>
                  <a:lnTo>
                    <a:pt x="1289799" y="2643608"/>
                  </a:lnTo>
                  <a:lnTo>
                    <a:pt x="1212555" y="2637829"/>
                  </a:lnTo>
                  <a:lnTo>
                    <a:pt x="1135311" y="2632016"/>
                  </a:lnTo>
                  <a:lnTo>
                    <a:pt x="1058068" y="2626171"/>
                  </a:lnTo>
                  <a:lnTo>
                    <a:pt x="980824" y="2620292"/>
                  </a:lnTo>
                  <a:lnTo>
                    <a:pt x="903581" y="2614379"/>
                  </a:lnTo>
                  <a:lnTo>
                    <a:pt x="826337" y="2608432"/>
                  </a:lnTo>
                  <a:lnTo>
                    <a:pt x="749094" y="2602451"/>
                  </a:lnTo>
                  <a:lnTo>
                    <a:pt x="671850" y="2596436"/>
                  </a:lnTo>
                  <a:lnTo>
                    <a:pt x="594606" y="2590387"/>
                  </a:lnTo>
                  <a:lnTo>
                    <a:pt x="517363" y="2584302"/>
                  </a:lnTo>
                  <a:lnTo>
                    <a:pt x="440119" y="2578183"/>
                  </a:lnTo>
                  <a:lnTo>
                    <a:pt x="362876" y="2572029"/>
                  </a:lnTo>
                  <a:lnTo>
                    <a:pt x="285632" y="2565840"/>
                  </a:lnTo>
                  <a:lnTo>
                    <a:pt x="208389" y="2559615"/>
                  </a:lnTo>
                  <a:lnTo>
                    <a:pt x="131145" y="2553355"/>
                  </a:lnTo>
                  <a:lnTo>
                    <a:pt x="53901" y="2547059"/>
                  </a:lnTo>
                  <a:lnTo>
                    <a:pt x="0" y="25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1896563"/>
              <a:ext cx="6469638" cy="3010018"/>
            </a:xfrm>
            <a:custGeom>
              <a:avLst/>
              <a:pathLst>
                <a:path w="6469638" h="3010018">
                  <a:moveTo>
                    <a:pt x="0" y="0"/>
                  </a:moveTo>
                  <a:lnTo>
                    <a:pt x="58421" y="127241"/>
                  </a:lnTo>
                  <a:lnTo>
                    <a:pt x="135665" y="287814"/>
                  </a:lnTo>
                  <a:lnTo>
                    <a:pt x="212908" y="441074"/>
                  </a:lnTo>
                  <a:lnTo>
                    <a:pt x="290152" y="587353"/>
                  </a:lnTo>
                  <a:lnTo>
                    <a:pt x="367395" y="726969"/>
                  </a:lnTo>
                  <a:lnTo>
                    <a:pt x="444639" y="860226"/>
                  </a:lnTo>
                  <a:lnTo>
                    <a:pt x="521883" y="987413"/>
                  </a:lnTo>
                  <a:lnTo>
                    <a:pt x="599126" y="1108808"/>
                  </a:lnTo>
                  <a:lnTo>
                    <a:pt x="676370" y="1224673"/>
                  </a:lnTo>
                  <a:lnTo>
                    <a:pt x="753613" y="1335261"/>
                  </a:lnTo>
                  <a:lnTo>
                    <a:pt x="830857" y="1440812"/>
                  </a:lnTo>
                  <a:lnTo>
                    <a:pt x="908100" y="1541555"/>
                  </a:lnTo>
                  <a:lnTo>
                    <a:pt x="985344" y="1637710"/>
                  </a:lnTo>
                  <a:lnTo>
                    <a:pt x="1062588" y="1729485"/>
                  </a:lnTo>
                  <a:lnTo>
                    <a:pt x="1139831" y="1817080"/>
                  </a:lnTo>
                  <a:lnTo>
                    <a:pt x="1217075" y="1900685"/>
                  </a:lnTo>
                  <a:lnTo>
                    <a:pt x="1294318" y="1980482"/>
                  </a:lnTo>
                  <a:lnTo>
                    <a:pt x="1371562" y="2056645"/>
                  </a:lnTo>
                  <a:lnTo>
                    <a:pt x="1448805" y="2129339"/>
                  </a:lnTo>
                  <a:lnTo>
                    <a:pt x="1526049" y="2198721"/>
                  </a:lnTo>
                  <a:lnTo>
                    <a:pt x="1603293" y="2264944"/>
                  </a:lnTo>
                  <a:lnTo>
                    <a:pt x="1680536" y="2328150"/>
                  </a:lnTo>
                  <a:lnTo>
                    <a:pt x="1757780" y="2388477"/>
                  </a:lnTo>
                  <a:lnTo>
                    <a:pt x="1835023" y="2446057"/>
                  </a:lnTo>
                  <a:lnTo>
                    <a:pt x="1912267" y="2501014"/>
                  </a:lnTo>
                  <a:lnTo>
                    <a:pt x="1989510" y="2553467"/>
                  </a:lnTo>
                  <a:lnTo>
                    <a:pt x="2066754" y="2603532"/>
                  </a:lnTo>
                  <a:lnTo>
                    <a:pt x="2143998" y="2651316"/>
                  </a:lnTo>
                  <a:lnTo>
                    <a:pt x="2221241" y="2696924"/>
                  </a:lnTo>
                  <a:lnTo>
                    <a:pt x="2298485" y="2740455"/>
                  </a:lnTo>
                  <a:lnTo>
                    <a:pt x="2375728" y="2782003"/>
                  </a:lnTo>
                  <a:lnTo>
                    <a:pt x="2452972" y="2787802"/>
                  </a:lnTo>
                  <a:lnTo>
                    <a:pt x="2530215" y="2792727"/>
                  </a:lnTo>
                  <a:lnTo>
                    <a:pt x="2607459" y="2797624"/>
                  </a:lnTo>
                  <a:lnTo>
                    <a:pt x="2684703" y="2802493"/>
                  </a:lnTo>
                  <a:lnTo>
                    <a:pt x="2761946" y="2807335"/>
                  </a:lnTo>
                  <a:lnTo>
                    <a:pt x="2839190" y="2812149"/>
                  </a:lnTo>
                  <a:lnTo>
                    <a:pt x="2916433" y="2816936"/>
                  </a:lnTo>
                  <a:lnTo>
                    <a:pt x="2993677" y="2821695"/>
                  </a:lnTo>
                  <a:lnTo>
                    <a:pt x="3070920" y="2826427"/>
                  </a:lnTo>
                  <a:lnTo>
                    <a:pt x="3148164" y="2831132"/>
                  </a:lnTo>
                  <a:lnTo>
                    <a:pt x="3225408" y="2835811"/>
                  </a:lnTo>
                  <a:lnTo>
                    <a:pt x="3302651" y="2840463"/>
                  </a:lnTo>
                  <a:lnTo>
                    <a:pt x="3379895" y="2845088"/>
                  </a:lnTo>
                  <a:lnTo>
                    <a:pt x="3457138" y="2849687"/>
                  </a:lnTo>
                  <a:lnTo>
                    <a:pt x="3534382" y="2854260"/>
                  </a:lnTo>
                  <a:lnTo>
                    <a:pt x="3611625" y="2858807"/>
                  </a:lnTo>
                  <a:lnTo>
                    <a:pt x="3688869" y="2863327"/>
                  </a:lnTo>
                  <a:lnTo>
                    <a:pt x="3766113" y="2867823"/>
                  </a:lnTo>
                  <a:lnTo>
                    <a:pt x="3843356" y="2872292"/>
                  </a:lnTo>
                  <a:lnTo>
                    <a:pt x="3920600" y="2876736"/>
                  </a:lnTo>
                  <a:lnTo>
                    <a:pt x="3997843" y="2881155"/>
                  </a:lnTo>
                  <a:lnTo>
                    <a:pt x="4075087" y="2885548"/>
                  </a:lnTo>
                  <a:lnTo>
                    <a:pt x="4152330" y="2889917"/>
                  </a:lnTo>
                  <a:lnTo>
                    <a:pt x="4229574" y="2894261"/>
                  </a:lnTo>
                  <a:lnTo>
                    <a:pt x="4306818" y="2898580"/>
                  </a:lnTo>
                  <a:lnTo>
                    <a:pt x="4384061" y="2902874"/>
                  </a:lnTo>
                  <a:lnTo>
                    <a:pt x="4461305" y="2907144"/>
                  </a:lnTo>
                  <a:lnTo>
                    <a:pt x="4538548" y="2911390"/>
                  </a:lnTo>
                  <a:lnTo>
                    <a:pt x="4615792" y="2915611"/>
                  </a:lnTo>
                  <a:lnTo>
                    <a:pt x="4693036" y="2919808"/>
                  </a:lnTo>
                  <a:lnTo>
                    <a:pt x="4770279" y="2923982"/>
                  </a:lnTo>
                  <a:lnTo>
                    <a:pt x="4847523" y="2928131"/>
                  </a:lnTo>
                  <a:lnTo>
                    <a:pt x="4924766" y="2932258"/>
                  </a:lnTo>
                  <a:lnTo>
                    <a:pt x="5002010" y="2936360"/>
                  </a:lnTo>
                  <a:lnTo>
                    <a:pt x="5079253" y="2940439"/>
                  </a:lnTo>
                  <a:lnTo>
                    <a:pt x="5156497" y="2944495"/>
                  </a:lnTo>
                  <a:lnTo>
                    <a:pt x="5233741" y="2948528"/>
                  </a:lnTo>
                  <a:lnTo>
                    <a:pt x="5310984" y="2952538"/>
                  </a:lnTo>
                  <a:lnTo>
                    <a:pt x="5388228" y="2956525"/>
                  </a:lnTo>
                  <a:lnTo>
                    <a:pt x="5465471" y="2960490"/>
                  </a:lnTo>
                  <a:lnTo>
                    <a:pt x="5542715" y="2964431"/>
                  </a:lnTo>
                  <a:lnTo>
                    <a:pt x="5619958" y="2968351"/>
                  </a:lnTo>
                  <a:lnTo>
                    <a:pt x="5697202" y="2972248"/>
                  </a:lnTo>
                  <a:lnTo>
                    <a:pt x="5774446" y="2976122"/>
                  </a:lnTo>
                  <a:lnTo>
                    <a:pt x="5851689" y="2979975"/>
                  </a:lnTo>
                  <a:lnTo>
                    <a:pt x="5928933" y="2983806"/>
                  </a:lnTo>
                  <a:lnTo>
                    <a:pt x="6006176" y="2987615"/>
                  </a:lnTo>
                  <a:lnTo>
                    <a:pt x="6083420" y="2991402"/>
                  </a:lnTo>
                  <a:lnTo>
                    <a:pt x="6160663" y="2995168"/>
                  </a:lnTo>
                  <a:lnTo>
                    <a:pt x="6237907" y="2998912"/>
                  </a:lnTo>
                  <a:lnTo>
                    <a:pt x="6315151" y="3002635"/>
                  </a:lnTo>
                  <a:lnTo>
                    <a:pt x="6392394" y="3006337"/>
                  </a:lnTo>
                  <a:lnTo>
                    <a:pt x="6469638" y="3010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39203"/>
              <a:ext cx="7392041" cy="1036413"/>
            </a:xfrm>
            <a:custGeom>
              <a:avLst/>
              <a:pathLst>
                <a:path w="7392041" h="1036413">
                  <a:moveTo>
                    <a:pt x="7392041" y="1036413"/>
                  </a:moveTo>
                  <a:lnTo>
                    <a:pt x="7314797" y="1032901"/>
                  </a:lnTo>
                  <a:lnTo>
                    <a:pt x="7237554" y="1029222"/>
                  </a:lnTo>
                  <a:lnTo>
                    <a:pt x="7160310" y="1025367"/>
                  </a:lnTo>
                  <a:lnTo>
                    <a:pt x="7083066" y="1021328"/>
                  </a:lnTo>
                  <a:lnTo>
                    <a:pt x="7005823" y="1017096"/>
                  </a:lnTo>
                  <a:lnTo>
                    <a:pt x="6928579" y="1012663"/>
                  </a:lnTo>
                  <a:lnTo>
                    <a:pt x="6851336" y="1008017"/>
                  </a:lnTo>
                  <a:lnTo>
                    <a:pt x="6774092" y="1003151"/>
                  </a:lnTo>
                  <a:lnTo>
                    <a:pt x="6696849" y="998051"/>
                  </a:lnTo>
                  <a:lnTo>
                    <a:pt x="6619605" y="992709"/>
                  </a:lnTo>
                  <a:lnTo>
                    <a:pt x="6542361" y="987112"/>
                  </a:lnTo>
                  <a:lnTo>
                    <a:pt x="6465118" y="981247"/>
                  </a:lnTo>
                  <a:lnTo>
                    <a:pt x="6387874" y="975103"/>
                  </a:lnTo>
                  <a:lnTo>
                    <a:pt x="6310631" y="968665"/>
                  </a:lnTo>
                  <a:lnTo>
                    <a:pt x="6233387" y="961920"/>
                  </a:lnTo>
                  <a:lnTo>
                    <a:pt x="6156144" y="954854"/>
                  </a:lnTo>
                  <a:lnTo>
                    <a:pt x="6078900" y="947450"/>
                  </a:lnTo>
                  <a:lnTo>
                    <a:pt x="6001656" y="939693"/>
                  </a:lnTo>
                  <a:lnTo>
                    <a:pt x="5924413" y="931565"/>
                  </a:lnTo>
                  <a:lnTo>
                    <a:pt x="5847169" y="923050"/>
                  </a:lnTo>
                  <a:lnTo>
                    <a:pt x="5769926" y="914129"/>
                  </a:lnTo>
                  <a:lnTo>
                    <a:pt x="5692682" y="904781"/>
                  </a:lnTo>
                  <a:lnTo>
                    <a:pt x="5615439" y="894988"/>
                  </a:lnTo>
                  <a:lnTo>
                    <a:pt x="5538195" y="884727"/>
                  </a:lnTo>
                  <a:lnTo>
                    <a:pt x="5460951" y="873977"/>
                  </a:lnTo>
                  <a:lnTo>
                    <a:pt x="5383708" y="862713"/>
                  </a:lnTo>
                  <a:lnTo>
                    <a:pt x="5306464" y="850912"/>
                  </a:lnTo>
                  <a:lnTo>
                    <a:pt x="5229221" y="838548"/>
                  </a:lnTo>
                  <a:lnTo>
                    <a:pt x="5151977" y="825594"/>
                  </a:lnTo>
                  <a:lnTo>
                    <a:pt x="5074734" y="812022"/>
                  </a:lnTo>
                  <a:lnTo>
                    <a:pt x="4997490" y="797802"/>
                  </a:lnTo>
                  <a:lnTo>
                    <a:pt x="4920246" y="782903"/>
                  </a:lnTo>
                  <a:lnTo>
                    <a:pt x="4843003" y="767294"/>
                  </a:lnTo>
                  <a:lnTo>
                    <a:pt x="4765759" y="750939"/>
                  </a:lnTo>
                  <a:lnTo>
                    <a:pt x="4688516" y="733804"/>
                  </a:lnTo>
                  <a:lnTo>
                    <a:pt x="4611272" y="715852"/>
                  </a:lnTo>
                  <a:lnTo>
                    <a:pt x="4534029" y="697043"/>
                  </a:lnTo>
                  <a:lnTo>
                    <a:pt x="4456785" y="677336"/>
                  </a:lnTo>
                  <a:lnTo>
                    <a:pt x="4379541" y="656688"/>
                  </a:lnTo>
                  <a:lnTo>
                    <a:pt x="4302298" y="635056"/>
                  </a:lnTo>
                  <a:lnTo>
                    <a:pt x="4225054" y="612391"/>
                  </a:lnTo>
                  <a:lnTo>
                    <a:pt x="4147811" y="588644"/>
                  </a:lnTo>
                  <a:lnTo>
                    <a:pt x="4070567" y="563764"/>
                  </a:lnTo>
                  <a:lnTo>
                    <a:pt x="3993324" y="537697"/>
                  </a:lnTo>
                  <a:lnTo>
                    <a:pt x="3916080" y="510386"/>
                  </a:lnTo>
                  <a:lnTo>
                    <a:pt x="3838836" y="481772"/>
                  </a:lnTo>
                  <a:lnTo>
                    <a:pt x="3761593" y="451792"/>
                  </a:lnTo>
                  <a:lnTo>
                    <a:pt x="3684349" y="420382"/>
                  </a:lnTo>
                  <a:lnTo>
                    <a:pt x="3607106" y="387472"/>
                  </a:lnTo>
                  <a:lnTo>
                    <a:pt x="3529862" y="352992"/>
                  </a:lnTo>
                  <a:lnTo>
                    <a:pt x="3452619" y="316867"/>
                  </a:lnTo>
                  <a:lnTo>
                    <a:pt x="3375375" y="279018"/>
                  </a:lnTo>
                  <a:lnTo>
                    <a:pt x="3298131" y="240208"/>
                  </a:lnTo>
                  <a:lnTo>
                    <a:pt x="3220888" y="235226"/>
                  </a:lnTo>
                  <a:lnTo>
                    <a:pt x="3143644" y="230216"/>
                  </a:lnTo>
                  <a:lnTo>
                    <a:pt x="3066401" y="225177"/>
                  </a:lnTo>
                  <a:lnTo>
                    <a:pt x="2989157" y="220109"/>
                  </a:lnTo>
                  <a:lnTo>
                    <a:pt x="2911914" y="215012"/>
                  </a:lnTo>
                  <a:lnTo>
                    <a:pt x="2834670" y="209886"/>
                  </a:lnTo>
                  <a:lnTo>
                    <a:pt x="2757426" y="204730"/>
                  </a:lnTo>
                  <a:lnTo>
                    <a:pt x="2680183" y="199545"/>
                  </a:lnTo>
                  <a:lnTo>
                    <a:pt x="2602939" y="194330"/>
                  </a:lnTo>
                  <a:lnTo>
                    <a:pt x="2525696" y="189086"/>
                  </a:lnTo>
                  <a:lnTo>
                    <a:pt x="2448452" y="183811"/>
                  </a:lnTo>
                  <a:lnTo>
                    <a:pt x="2371209" y="178506"/>
                  </a:lnTo>
                  <a:lnTo>
                    <a:pt x="2293965" y="173171"/>
                  </a:lnTo>
                  <a:lnTo>
                    <a:pt x="2216721" y="167805"/>
                  </a:lnTo>
                  <a:lnTo>
                    <a:pt x="2139478" y="162409"/>
                  </a:lnTo>
                  <a:lnTo>
                    <a:pt x="2062234" y="156982"/>
                  </a:lnTo>
                  <a:lnTo>
                    <a:pt x="1984991" y="151523"/>
                  </a:lnTo>
                  <a:lnTo>
                    <a:pt x="1907747" y="146033"/>
                  </a:lnTo>
                  <a:lnTo>
                    <a:pt x="1830504" y="140512"/>
                  </a:lnTo>
                  <a:lnTo>
                    <a:pt x="1753260" y="134959"/>
                  </a:lnTo>
                  <a:lnTo>
                    <a:pt x="1676016" y="129375"/>
                  </a:lnTo>
                  <a:lnTo>
                    <a:pt x="1598773" y="123758"/>
                  </a:lnTo>
                  <a:lnTo>
                    <a:pt x="1521529" y="118109"/>
                  </a:lnTo>
                  <a:lnTo>
                    <a:pt x="1444286" y="112428"/>
                  </a:lnTo>
                  <a:lnTo>
                    <a:pt x="1367042" y="106714"/>
                  </a:lnTo>
                  <a:lnTo>
                    <a:pt x="1289799" y="100968"/>
                  </a:lnTo>
                  <a:lnTo>
                    <a:pt x="1212555" y="95189"/>
                  </a:lnTo>
                  <a:lnTo>
                    <a:pt x="1135311" y="89376"/>
                  </a:lnTo>
                  <a:lnTo>
                    <a:pt x="1058068" y="83530"/>
                  </a:lnTo>
                  <a:lnTo>
                    <a:pt x="980824" y="77651"/>
                  </a:lnTo>
                  <a:lnTo>
                    <a:pt x="903581" y="71738"/>
                  </a:lnTo>
                  <a:lnTo>
                    <a:pt x="826337" y="65792"/>
                  </a:lnTo>
                  <a:lnTo>
                    <a:pt x="749094" y="59811"/>
                  </a:lnTo>
                  <a:lnTo>
                    <a:pt x="671850" y="53796"/>
                  </a:lnTo>
                  <a:lnTo>
                    <a:pt x="594606" y="47746"/>
                  </a:lnTo>
                  <a:lnTo>
                    <a:pt x="517363" y="41662"/>
                  </a:lnTo>
                  <a:lnTo>
                    <a:pt x="440119" y="35543"/>
                  </a:lnTo>
                  <a:lnTo>
                    <a:pt x="362876" y="29389"/>
                  </a:lnTo>
                  <a:lnTo>
                    <a:pt x="285632" y="23200"/>
                  </a:lnTo>
                  <a:lnTo>
                    <a:pt x="208389" y="16975"/>
                  </a:lnTo>
                  <a:lnTo>
                    <a:pt x="131145" y="10715"/>
                  </a:lnTo>
                  <a:lnTo>
                    <a:pt x="53901" y="4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89493"/>
              <a:ext cx="7392041" cy="2442248"/>
            </a:xfrm>
            <a:custGeom>
              <a:avLst/>
              <a:pathLst>
                <a:path w="7392041" h="2442248">
                  <a:moveTo>
                    <a:pt x="0" y="0"/>
                  </a:moveTo>
                  <a:lnTo>
                    <a:pt x="53901" y="48308"/>
                  </a:lnTo>
                  <a:lnTo>
                    <a:pt x="131145" y="115747"/>
                  </a:lnTo>
                  <a:lnTo>
                    <a:pt x="208389" y="181445"/>
                  </a:lnTo>
                  <a:lnTo>
                    <a:pt x="285632" y="245446"/>
                  </a:lnTo>
                  <a:lnTo>
                    <a:pt x="362876" y="307794"/>
                  </a:lnTo>
                  <a:lnTo>
                    <a:pt x="440119" y="368533"/>
                  </a:lnTo>
                  <a:lnTo>
                    <a:pt x="517363" y="427702"/>
                  </a:lnTo>
                  <a:lnTo>
                    <a:pt x="594606" y="485344"/>
                  </a:lnTo>
                  <a:lnTo>
                    <a:pt x="671850" y="541497"/>
                  </a:lnTo>
                  <a:lnTo>
                    <a:pt x="749094" y="596200"/>
                  </a:lnTo>
                  <a:lnTo>
                    <a:pt x="826337" y="649490"/>
                  </a:lnTo>
                  <a:lnTo>
                    <a:pt x="903581" y="701404"/>
                  </a:lnTo>
                  <a:lnTo>
                    <a:pt x="980824" y="751977"/>
                  </a:lnTo>
                  <a:lnTo>
                    <a:pt x="1058068" y="801244"/>
                  </a:lnTo>
                  <a:lnTo>
                    <a:pt x="1135311" y="849239"/>
                  </a:lnTo>
                  <a:lnTo>
                    <a:pt x="1212555" y="895995"/>
                  </a:lnTo>
                  <a:lnTo>
                    <a:pt x="1289799" y="941543"/>
                  </a:lnTo>
                  <a:lnTo>
                    <a:pt x="1367042" y="985914"/>
                  </a:lnTo>
                  <a:lnTo>
                    <a:pt x="1444286" y="1029140"/>
                  </a:lnTo>
                  <a:lnTo>
                    <a:pt x="1521529" y="1071250"/>
                  </a:lnTo>
                  <a:lnTo>
                    <a:pt x="1598773" y="1112272"/>
                  </a:lnTo>
                  <a:lnTo>
                    <a:pt x="1676016" y="1152234"/>
                  </a:lnTo>
                  <a:lnTo>
                    <a:pt x="1753260" y="1191165"/>
                  </a:lnTo>
                  <a:lnTo>
                    <a:pt x="1830504" y="1229090"/>
                  </a:lnTo>
                  <a:lnTo>
                    <a:pt x="1907747" y="1266036"/>
                  </a:lnTo>
                  <a:lnTo>
                    <a:pt x="1984991" y="1302028"/>
                  </a:lnTo>
                  <a:lnTo>
                    <a:pt x="2062234" y="1337090"/>
                  </a:lnTo>
                  <a:lnTo>
                    <a:pt x="2139478" y="1371246"/>
                  </a:lnTo>
                  <a:lnTo>
                    <a:pt x="2216721" y="1404521"/>
                  </a:lnTo>
                  <a:lnTo>
                    <a:pt x="2293965" y="1436936"/>
                  </a:lnTo>
                  <a:lnTo>
                    <a:pt x="2371209" y="1468515"/>
                  </a:lnTo>
                  <a:lnTo>
                    <a:pt x="2448452" y="1499277"/>
                  </a:lnTo>
                  <a:lnTo>
                    <a:pt x="2525696" y="1529245"/>
                  </a:lnTo>
                  <a:lnTo>
                    <a:pt x="2602939" y="1558440"/>
                  </a:lnTo>
                  <a:lnTo>
                    <a:pt x="2680183" y="1586880"/>
                  </a:lnTo>
                  <a:lnTo>
                    <a:pt x="2757426" y="1614586"/>
                  </a:lnTo>
                  <a:lnTo>
                    <a:pt x="2834670" y="1641576"/>
                  </a:lnTo>
                  <a:lnTo>
                    <a:pt x="2911914" y="1667870"/>
                  </a:lnTo>
                  <a:lnTo>
                    <a:pt x="2989157" y="1693484"/>
                  </a:lnTo>
                  <a:lnTo>
                    <a:pt x="3066401" y="1718437"/>
                  </a:lnTo>
                  <a:lnTo>
                    <a:pt x="3143644" y="1742745"/>
                  </a:lnTo>
                  <a:lnTo>
                    <a:pt x="3220888" y="1766426"/>
                  </a:lnTo>
                  <a:lnTo>
                    <a:pt x="3298131" y="1789495"/>
                  </a:lnTo>
                  <a:lnTo>
                    <a:pt x="3375375" y="1811968"/>
                  </a:lnTo>
                  <a:lnTo>
                    <a:pt x="3452619" y="1833861"/>
                  </a:lnTo>
                  <a:lnTo>
                    <a:pt x="3529862" y="1855189"/>
                  </a:lnTo>
                  <a:lnTo>
                    <a:pt x="3607106" y="1875966"/>
                  </a:lnTo>
                  <a:lnTo>
                    <a:pt x="3684349" y="1896206"/>
                  </a:lnTo>
                  <a:lnTo>
                    <a:pt x="3761593" y="1915924"/>
                  </a:lnTo>
                  <a:lnTo>
                    <a:pt x="3838836" y="1935132"/>
                  </a:lnTo>
                  <a:lnTo>
                    <a:pt x="3916080" y="1953844"/>
                  </a:lnTo>
                  <a:lnTo>
                    <a:pt x="3993324" y="1972073"/>
                  </a:lnTo>
                  <a:lnTo>
                    <a:pt x="4070567" y="1989831"/>
                  </a:lnTo>
                  <a:lnTo>
                    <a:pt x="4147811" y="2007131"/>
                  </a:lnTo>
                  <a:lnTo>
                    <a:pt x="4225054" y="2023984"/>
                  </a:lnTo>
                  <a:lnTo>
                    <a:pt x="4302298" y="2040402"/>
                  </a:lnTo>
                  <a:lnTo>
                    <a:pt x="4379541" y="2056395"/>
                  </a:lnTo>
                  <a:lnTo>
                    <a:pt x="4456785" y="2071976"/>
                  </a:lnTo>
                  <a:lnTo>
                    <a:pt x="4534029" y="2087154"/>
                  </a:lnTo>
                  <a:lnTo>
                    <a:pt x="4611272" y="2101941"/>
                  </a:lnTo>
                  <a:lnTo>
                    <a:pt x="4688516" y="2116345"/>
                  </a:lnTo>
                  <a:lnTo>
                    <a:pt x="4765759" y="2130378"/>
                  </a:lnTo>
                  <a:lnTo>
                    <a:pt x="4843003" y="2144048"/>
                  </a:lnTo>
                  <a:lnTo>
                    <a:pt x="4920246" y="2157365"/>
                  </a:lnTo>
                  <a:lnTo>
                    <a:pt x="4997490" y="2170338"/>
                  </a:lnTo>
                  <a:lnTo>
                    <a:pt x="5074734" y="2182976"/>
                  </a:lnTo>
                  <a:lnTo>
                    <a:pt x="5151977" y="2195288"/>
                  </a:lnTo>
                  <a:lnTo>
                    <a:pt x="5229221" y="2207281"/>
                  </a:lnTo>
                  <a:lnTo>
                    <a:pt x="5306464" y="2218965"/>
                  </a:lnTo>
                  <a:lnTo>
                    <a:pt x="5383708" y="2230348"/>
                  </a:lnTo>
                  <a:lnTo>
                    <a:pt x="5460951" y="2241436"/>
                  </a:lnTo>
                  <a:lnTo>
                    <a:pt x="5538195" y="2252238"/>
                  </a:lnTo>
                  <a:lnTo>
                    <a:pt x="5615439" y="2262761"/>
                  </a:lnTo>
                  <a:lnTo>
                    <a:pt x="5692682" y="2273012"/>
                  </a:lnTo>
                  <a:lnTo>
                    <a:pt x="5769926" y="2282999"/>
                  </a:lnTo>
                  <a:lnTo>
                    <a:pt x="5847169" y="2292727"/>
                  </a:lnTo>
                  <a:lnTo>
                    <a:pt x="5924413" y="2302205"/>
                  </a:lnTo>
                  <a:lnTo>
                    <a:pt x="6001656" y="2311437"/>
                  </a:lnTo>
                  <a:lnTo>
                    <a:pt x="6078900" y="2320432"/>
                  </a:lnTo>
                  <a:lnTo>
                    <a:pt x="6156144" y="2329194"/>
                  </a:lnTo>
                  <a:lnTo>
                    <a:pt x="6233387" y="2337729"/>
                  </a:lnTo>
                  <a:lnTo>
                    <a:pt x="6310631" y="2346044"/>
                  </a:lnTo>
                  <a:lnTo>
                    <a:pt x="6387874" y="2354145"/>
                  </a:lnTo>
                  <a:lnTo>
                    <a:pt x="6465118" y="2362036"/>
                  </a:lnTo>
                  <a:lnTo>
                    <a:pt x="6542361" y="2369724"/>
                  </a:lnTo>
                  <a:lnTo>
                    <a:pt x="6619605" y="2377213"/>
                  </a:lnTo>
                  <a:lnTo>
                    <a:pt x="6696849" y="2384508"/>
                  </a:lnTo>
                  <a:lnTo>
                    <a:pt x="6774092" y="2391615"/>
                  </a:lnTo>
                  <a:lnTo>
                    <a:pt x="6851336" y="2398539"/>
                  </a:lnTo>
                  <a:lnTo>
                    <a:pt x="6928579" y="2405284"/>
                  </a:lnTo>
                  <a:lnTo>
                    <a:pt x="7005823" y="2411854"/>
                  </a:lnTo>
                  <a:lnTo>
                    <a:pt x="7083066" y="2418255"/>
                  </a:lnTo>
                  <a:lnTo>
                    <a:pt x="7160310" y="2424491"/>
                  </a:lnTo>
                  <a:lnTo>
                    <a:pt x="7237554" y="2430566"/>
                  </a:lnTo>
                  <a:lnTo>
                    <a:pt x="7314797" y="2436483"/>
                  </a:lnTo>
                  <a:lnTo>
                    <a:pt x="7392041" y="244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2026-05-21T09:06:47Z</dcterms:modified>
  <cp:category/>
</cp:coreProperties>
</file>