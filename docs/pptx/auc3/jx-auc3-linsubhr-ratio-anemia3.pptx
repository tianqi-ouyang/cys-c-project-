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413559"/>
            </a:xfrm>
            <a:custGeom>
              <a:avLst/>
              <a:pathLst>
                <a:path w="7392041" h="3413559">
                  <a:moveTo>
                    <a:pt x="922403" y="0"/>
                  </a:moveTo>
                  <a:lnTo>
                    <a:pt x="980824" y="121358"/>
                  </a:lnTo>
                  <a:lnTo>
                    <a:pt x="1058068" y="274506"/>
                  </a:lnTo>
                  <a:lnTo>
                    <a:pt x="1135311" y="420679"/>
                  </a:lnTo>
                  <a:lnTo>
                    <a:pt x="1212555" y="560194"/>
                  </a:lnTo>
                  <a:lnTo>
                    <a:pt x="1289799" y="693354"/>
                  </a:lnTo>
                  <a:lnTo>
                    <a:pt x="1367042" y="820449"/>
                  </a:lnTo>
                  <a:lnTo>
                    <a:pt x="1444286" y="941756"/>
                  </a:lnTo>
                  <a:lnTo>
                    <a:pt x="1521529" y="1057537"/>
                  </a:lnTo>
                  <a:lnTo>
                    <a:pt x="1598773" y="1168045"/>
                  </a:lnTo>
                  <a:lnTo>
                    <a:pt x="1676016" y="1273519"/>
                  </a:lnTo>
                  <a:lnTo>
                    <a:pt x="1753260" y="1374189"/>
                  </a:lnTo>
                  <a:lnTo>
                    <a:pt x="1830504" y="1470274"/>
                  </a:lnTo>
                  <a:lnTo>
                    <a:pt x="1907747" y="1561983"/>
                  </a:lnTo>
                  <a:lnTo>
                    <a:pt x="1984991" y="1649514"/>
                  </a:lnTo>
                  <a:lnTo>
                    <a:pt x="2062234" y="1733059"/>
                  </a:lnTo>
                  <a:lnTo>
                    <a:pt x="2139478" y="1812798"/>
                  </a:lnTo>
                  <a:lnTo>
                    <a:pt x="2216721" y="1888905"/>
                  </a:lnTo>
                  <a:lnTo>
                    <a:pt x="2293965" y="1961546"/>
                  </a:lnTo>
                  <a:lnTo>
                    <a:pt x="2371209" y="2030879"/>
                  </a:lnTo>
                  <a:lnTo>
                    <a:pt x="2448452" y="2097053"/>
                  </a:lnTo>
                  <a:lnTo>
                    <a:pt x="2525696" y="2160213"/>
                  </a:lnTo>
                  <a:lnTo>
                    <a:pt x="2602939" y="2220497"/>
                  </a:lnTo>
                  <a:lnTo>
                    <a:pt x="2680183" y="2278035"/>
                  </a:lnTo>
                  <a:lnTo>
                    <a:pt x="2757426" y="2332952"/>
                  </a:lnTo>
                  <a:lnTo>
                    <a:pt x="2834670" y="2385368"/>
                  </a:lnTo>
                  <a:lnTo>
                    <a:pt x="2911914" y="2435396"/>
                  </a:lnTo>
                  <a:lnTo>
                    <a:pt x="2989157" y="2483146"/>
                  </a:lnTo>
                  <a:lnTo>
                    <a:pt x="3066401" y="2528720"/>
                  </a:lnTo>
                  <a:lnTo>
                    <a:pt x="3143644" y="2572219"/>
                  </a:lnTo>
                  <a:lnTo>
                    <a:pt x="3220888" y="2613737"/>
                  </a:lnTo>
                  <a:lnTo>
                    <a:pt x="3298131" y="2653364"/>
                  </a:lnTo>
                  <a:lnTo>
                    <a:pt x="3375375" y="2658895"/>
                  </a:lnTo>
                  <a:lnTo>
                    <a:pt x="3452619" y="2663592"/>
                  </a:lnTo>
                  <a:lnTo>
                    <a:pt x="3529862" y="2668263"/>
                  </a:lnTo>
                  <a:lnTo>
                    <a:pt x="3607106" y="2672907"/>
                  </a:lnTo>
                  <a:lnTo>
                    <a:pt x="3684349" y="2677525"/>
                  </a:lnTo>
                  <a:lnTo>
                    <a:pt x="3761593" y="2682116"/>
                  </a:lnTo>
                  <a:lnTo>
                    <a:pt x="3838836" y="2686681"/>
                  </a:lnTo>
                  <a:lnTo>
                    <a:pt x="3916080" y="2691221"/>
                  </a:lnTo>
                  <a:lnTo>
                    <a:pt x="3993324" y="2695734"/>
                  </a:lnTo>
                  <a:lnTo>
                    <a:pt x="4070567" y="2700222"/>
                  </a:lnTo>
                  <a:lnTo>
                    <a:pt x="4147811" y="2704684"/>
                  </a:lnTo>
                  <a:lnTo>
                    <a:pt x="4225054" y="2709121"/>
                  </a:lnTo>
                  <a:lnTo>
                    <a:pt x="4302298" y="2713532"/>
                  </a:lnTo>
                  <a:lnTo>
                    <a:pt x="4379541" y="2717918"/>
                  </a:lnTo>
                  <a:lnTo>
                    <a:pt x="4456785" y="2722280"/>
                  </a:lnTo>
                  <a:lnTo>
                    <a:pt x="4534029" y="2726616"/>
                  </a:lnTo>
                  <a:lnTo>
                    <a:pt x="4611272" y="2730928"/>
                  </a:lnTo>
                  <a:lnTo>
                    <a:pt x="4688516" y="2735215"/>
                  </a:lnTo>
                  <a:lnTo>
                    <a:pt x="4765759" y="2739478"/>
                  </a:lnTo>
                  <a:lnTo>
                    <a:pt x="4843003" y="2743717"/>
                  </a:lnTo>
                  <a:lnTo>
                    <a:pt x="4920246" y="2747931"/>
                  </a:lnTo>
                  <a:lnTo>
                    <a:pt x="4997490" y="2752122"/>
                  </a:lnTo>
                  <a:lnTo>
                    <a:pt x="5074734" y="2756288"/>
                  </a:lnTo>
                  <a:lnTo>
                    <a:pt x="5151977" y="2760431"/>
                  </a:lnTo>
                  <a:lnTo>
                    <a:pt x="5229221" y="2764550"/>
                  </a:lnTo>
                  <a:lnTo>
                    <a:pt x="5306464" y="2768646"/>
                  </a:lnTo>
                  <a:lnTo>
                    <a:pt x="5383708" y="2772719"/>
                  </a:lnTo>
                  <a:lnTo>
                    <a:pt x="5460951" y="2776768"/>
                  </a:lnTo>
                  <a:lnTo>
                    <a:pt x="5538195" y="2780794"/>
                  </a:lnTo>
                  <a:lnTo>
                    <a:pt x="5615439" y="2784797"/>
                  </a:lnTo>
                  <a:lnTo>
                    <a:pt x="5692682" y="2788778"/>
                  </a:lnTo>
                  <a:lnTo>
                    <a:pt x="5769926" y="2792736"/>
                  </a:lnTo>
                  <a:lnTo>
                    <a:pt x="5847169" y="2796671"/>
                  </a:lnTo>
                  <a:lnTo>
                    <a:pt x="5924413" y="2800584"/>
                  </a:lnTo>
                  <a:lnTo>
                    <a:pt x="6001656" y="2804474"/>
                  </a:lnTo>
                  <a:lnTo>
                    <a:pt x="6078900" y="2808343"/>
                  </a:lnTo>
                  <a:lnTo>
                    <a:pt x="6156144" y="2812189"/>
                  </a:lnTo>
                  <a:lnTo>
                    <a:pt x="6233387" y="2816014"/>
                  </a:lnTo>
                  <a:lnTo>
                    <a:pt x="6310631" y="2819817"/>
                  </a:lnTo>
                  <a:lnTo>
                    <a:pt x="6387874" y="2823598"/>
                  </a:lnTo>
                  <a:lnTo>
                    <a:pt x="6465118" y="2827357"/>
                  </a:lnTo>
                  <a:lnTo>
                    <a:pt x="6542361" y="2831095"/>
                  </a:lnTo>
                  <a:lnTo>
                    <a:pt x="6619605" y="2834812"/>
                  </a:lnTo>
                  <a:lnTo>
                    <a:pt x="6696849" y="2838508"/>
                  </a:lnTo>
                  <a:lnTo>
                    <a:pt x="6774092" y="2842182"/>
                  </a:lnTo>
                  <a:lnTo>
                    <a:pt x="6851336" y="2845836"/>
                  </a:lnTo>
                  <a:lnTo>
                    <a:pt x="6928579" y="2849469"/>
                  </a:lnTo>
                  <a:lnTo>
                    <a:pt x="7005823" y="2853081"/>
                  </a:lnTo>
                  <a:lnTo>
                    <a:pt x="7083066" y="2856673"/>
                  </a:lnTo>
                  <a:lnTo>
                    <a:pt x="7160310" y="2860244"/>
                  </a:lnTo>
                  <a:lnTo>
                    <a:pt x="7237554" y="2863795"/>
                  </a:lnTo>
                  <a:lnTo>
                    <a:pt x="7314797" y="2867325"/>
                  </a:lnTo>
                  <a:lnTo>
                    <a:pt x="7392041" y="2870836"/>
                  </a:lnTo>
                  <a:lnTo>
                    <a:pt x="7392041" y="3413559"/>
                  </a:lnTo>
                  <a:lnTo>
                    <a:pt x="7314797" y="3410210"/>
                  </a:lnTo>
                  <a:lnTo>
                    <a:pt x="7237554" y="3406700"/>
                  </a:lnTo>
                  <a:lnTo>
                    <a:pt x="7160310" y="3403024"/>
                  </a:lnTo>
                  <a:lnTo>
                    <a:pt x="7083066" y="3399172"/>
                  </a:lnTo>
                  <a:lnTo>
                    <a:pt x="7005823" y="3395136"/>
                  </a:lnTo>
                  <a:lnTo>
                    <a:pt x="6928579" y="3390907"/>
                  </a:lnTo>
                  <a:lnTo>
                    <a:pt x="6851336" y="3386477"/>
                  </a:lnTo>
                  <a:lnTo>
                    <a:pt x="6774092" y="3381835"/>
                  </a:lnTo>
                  <a:lnTo>
                    <a:pt x="6696849" y="3376971"/>
                  </a:lnTo>
                  <a:lnTo>
                    <a:pt x="6619605" y="3371876"/>
                  </a:lnTo>
                  <a:lnTo>
                    <a:pt x="6542361" y="3366538"/>
                  </a:lnTo>
                  <a:lnTo>
                    <a:pt x="6465118" y="3360944"/>
                  </a:lnTo>
                  <a:lnTo>
                    <a:pt x="6387874" y="3355084"/>
                  </a:lnTo>
                  <a:lnTo>
                    <a:pt x="6310631" y="3348944"/>
                  </a:lnTo>
                  <a:lnTo>
                    <a:pt x="6233387" y="3342511"/>
                  </a:lnTo>
                  <a:lnTo>
                    <a:pt x="6156144" y="3335771"/>
                  </a:lnTo>
                  <a:lnTo>
                    <a:pt x="6078900" y="3328710"/>
                  </a:lnTo>
                  <a:lnTo>
                    <a:pt x="6001656" y="3321311"/>
                  </a:lnTo>
                  <a:lnTo>
                    <a:pt x="5924413" y="3313560"/>
                  </a:lnTo>
                  <a:lnTo>
                    <a:pt x="5847169" y="3305438"/>
                  </a:lnTo>
                  <a:lnTo>
                    <a:pt x="5769926" y="3296929"/>
                  </a:lnTo>
                  <a:lnTo>
                    <a:pt x="5692682" y="3288014"/>
                  </a:lnTo>
                  <a:lnTo>
                    <a:pt x="5615439" y="3278673"/>
                  </a:lnTo>
                  <a:lnTo>
                    <a:pt x="5538195" y="3268887"/>
                  </a:lnTo>
                  <a:lnTo>
                    <a:pt x="5460951" y="3258634"/>
                  </a:lnTo>
                  <a:lnTo>
                    <a:pt x="5383708" y="3247891"/>
                  </a:lnTo>
                  <a:lnTo>
                    <a:pt x="5306464" y="3236636"/>
                  </a:lnTo>
                  <a:lnTo>
                    <a:pt x="5229221" y="3224844"/>
                  </a:lnTo>
                  <a:lnTo>
                    <a:pt x="5151977" y="3212489"/>
                  </a:lnTo>
                  <a:lnTo>
                    <a:pt x="5074734" y="3199544"/>
                  </a:lnTo>
                  <a:lnTo>
                    <a:pt x="4997490" y="3185981"/>
                  </a:lnTo>
                  <a:lnTo>
                    <a:pt x="4920246" y="3171772"/>
                  </a:lnTo>
                  <a:lnTo>
                    <a:pt x="4843003" y="3156884"/>
                  </a:lnTo>
                  <a:lnTo>
                    <a:pt x="4765759" y="3141286"/>
                  </a:lnTo>
                  <a:lnTo>
                    <a:pt x="4688516" y="3124943"/>
                  </a:lnTo>
                  <a:lnTo>
                    <a:pt x="4611272" y="3107821"/>
                  </a:lnTo>
                  <a:lnTo>
                    <a:pt x="4534029" y="3089881"/>
                  </a:lnTo>
                  <a:lnTo>
                    <a:pt x="4456785" y="3071086"/>
                  </a:lnTo>
                  <a:lnTo>
                    <a:pt x="4379541" y="3051393"/>
                  </a:lnTo>
                  <a:lnTo>
                    <a:pt x="4302298" y="3030761"/>
                  </a:lnTo>
                  <a:lnTo>
                    <a:pt x="4225054" y="3009144"/>
                  </a:lnTo>
                  <a:lnTo>
                    <a:pt x="4147811" y="2986495"/>
                  </a:lnTo>
                  <a:lnTo>
                    <a:pt x="4070567" y="2962766"/>
                  </a:lnTo>
                  <a:lnTo>
                    <a:pt x="3993324" y="2937904"/>
                  </a:lnTo>
                  <a:lnTo>
                    <a:pt x="3916080" y="2911856"/>
                  </a:lnTo>
                  <a:lnTo>
                    <a:pt x="3838836" y="2884565"/>
                  </a:lnTo>
                  <a:lnTo>
                    <a:pt x="3761593" y="2855971"/>
                  </a:lnTo>
                  <a:lnTo>
                    <a:pt x="3684349" y="2826013"/>
                  </a:lnTo>
                  <a:lnTo>
                    <a:pt x="3607106" y="2794625"/>
                  </a:lnTo>
                  <a:lnTo>
                    <a:pt x="3529862" y="2761740"/>
                  </a:lnTo>
                  <a:lnTo>
                    <a:pt x="3452619" y="2727285"/>
                  </a:lnTo>
                  <a:lnTo>
                    <a:pt x="3375375" y="2691186"/>
                  </a:lnTo>
                  <a:lnTo>
                    <a:pt x="3298131" y="2654170"/>
                  </a:lnTo>
                  <a:lnTo>
                    <a:pt x="3220888" y="2649419"/>
                  </a:lnTo>
                  <a:lnTo>
                    <a:pt x="3143644" y="2644640"/>
                  </a:lnTo>
                  <a:lnTo>
                    <a:pt x="3066401" y="2639834"/>
                  </a:lnTo>
                  <a:lnTo>
                    <a:pt x="2989157" y="2635001"/>
                  </a:lnTo>
                  <a:lnTo>
                    <a:pt x="2911914" y="2630139"/>
                  </a:lnTo>
                  <a:lnTo>
                    <a:pt x="2834670" y="2625250"/>
                  </a:lnTo>
                  <a:lnTo>
                    <a:pt x="2757426" y="2620333"/>
                  </a:lnTo>
                  <a:lnTo>
                    <a:pt x="2680183" y="2615388"/>
                  </a:lnTo>
                  <a:lnTo>
                    <a:pt x="2602939" y="2610414"/>
                  </a:lnTo>
                  <a:lnTo>
                    <a:pt x="2525696" y="2605412"/>
                  </a:lnTo>
                  <a:lnTo>
                    <a:pt x="2448452" y="2600381"/>
                  </a:lnTo>
                  <a:lnTo>
                    <a:pt x="2371209" y="2595322"/>
                  </a:lnTo>
                  <a:lnTo>
                    <a:pt x="2293965" y="2590233"/>
                  </a:lnTo>
                  <a:lnTo>
                    <a:pt x="2216721" y="2585116"/>
                  </a:lnTo>
                  <a:lnTo>
                    <a:pt x="2139478" y="2579969"/>
                  </a:lnTo>
                  <a:lnTo>
                    <a:pt x="2062234" y="2574792"/>
                  </a:lnTo>
                  <a:lnTo>
                    <a:pt x="1984991" y="2569586"/>
                  </a:lnTo>
                  <a:lnTo>
                    <a:pt x="1907747" y="2564350"/>
                  </a:lnTo>
                  <a:lnTo>
                    <a:pt x="1830504" y="2559084"/>
                  </a:lnTo>
                  <a:lnTo>
                    <a:pt x="1753260" y="2553788"/>
                  </a:lnTo>
                  <a:lnTo>
                    <a:pt x="1676016" y="2548462"/>
                  </a:lnTo>
                  <a:lnTo>
                    <a:pt x="1598773" y="2543105"/>
                  </a:lnTo>
                  <a:lnTo>
                    <a:pt x="1521529" y="2537717"/>
                  </a:lnTo>
                  <a:lnTo>
                    <a:pt x="1444286" y="2532299"/>
                  </a:lnTo>
                  <a:lnTo>
                    <a:pt x="1367042" y="2526849"/>
                  </a:lnTo>
                  <a:lnTo>
                    <a:pt x="1289799" y="2521369"/>
                  </a:lnTo>
                  <a:lnTo>
                    <a:pt x="1212555" y="2515857"/>
                  </a:lnTo>
                  <a:lnTo>
                    <a:pt x="1135311" y="2510313"/>
                  </a:lnTo>
                  <a:lnTo>
                    <a:pt x="1058068" y="2504738"/>
                  </a:lnTo>
                  <a:lnTo>
                    <a:pt x="980824" y="2499130"/>
                  </a:lnTo>
                  <a:lnTo>
                    <a:pt x="903581" y="2493491"/>
                  </a:lnTo>
                  <a:lnTo>
                    <a:pt x="826337" y="2487819"/>
                  </a:lnTo>
                  <a:lnTo>
                    <a:pt x="749094" y="2482115"/>
                  </a:lnTo>
                  <a:lnTo>
                    <a:pt x="671850" y="2476378"/>
                  </a:lnTo>
                  <a:lnTo>
                    <a:pt x="594606" y="2470608"/>
                  </a:lnTo>
                  <a:lnTo>
                    <a:pt x="517363" y="2464805"/>
                  </a:lnTo>
                  <a:lnTo>
                    <a:pt x="440119" y="2458969"/>
                  </a:lnTo>
                  <a:lnTo>
                    <a:pt x="362876" y="2453100"/>
                  </a:lnTo>
                  <a:lnTo>
                    <a:pt x="285632" y="2447197"/>
                  </a:lnTo>
                  <a:lnTo>
                    <a:pt x="208389" y="2441260"/>
                  </a:lnTo>
                  <a:lnTo>
                    <a:pt x="131145" y="2435289"/>
                  </a:lnTo>
                  <a:lnTo>
                    <a:pt x="53901" y="2429284"/>
                  </a:lnTo>
                  <a:lnTo>
                    <a:pt x="0" y="242506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39920" y="2073503"/>
              <a:ext cx="6469638" cy="2870836"/>
            </a:xfrm>
            <a:custGeom>
              <a:avLst/>
              <a:pathLst>
                <a:path w="6469638" h="2870836">
                  <a:moveTo>
                    <a:pt x="0" y="0"/>
                  </a:moveTo>
                  <a:lnTo>
                    <a:pt x="58421" y="121358"/>
                  </a:lnTo>
                  <a:lnTo>
                    <a:pt x="135665" y="274506"/>
                  </a:lnTo>
                  <a:lnTo>
                    <a:pt x="212908" y="420679"/>
                  </a:lnTo>
                  <a:lnTo>
                    <a:pt x="290152" y="560194"/>
                  </a:lnTo>
                  <a:lnTo>
                    <a:pt x="367395" y="693354"/>
                  </a:lnTo>
                  <a:lnTo>
                    <a:pt x="444639" y="820449"/>
                  </a:lnTo>
                  <a:lnTo>
                    <a:pt x="521883" y="941756"/>
                  </a:lnTo>
                  <a:lnTo>
                    <a:pt x="599126" y="1057537"/>
                  </a:lnTo>
                  <a:lnTo>
                    <a:pt x="676370" y="1168045"/>
                  </a:lnTo>
                  <a:lnTo>
                    <a:pt x="753613" y="1273519"/>
                  </a:lnTo>
                  <a:lnTo>
                    <a:pt x="830857" y="1374189"/>
                  </a:lnTo>
                  <a:lnTo>
                    <a:pt x="908100" y="1470274"/>
                  </a:lnTo>
                  <a:lnTo>
                    <a:pt x="985344" y="1561983"/>
                  </a:lnTo>
                  <a:lnTo>
                    <a:pt x="1062588" y="1649514"/>
                  </a:lnTo>
                  <a:lnTo>
                    <a:pt x="1139831" y="1733059"/>
                  </a:lnTo>
                  <a:lnTo>
                    <a:pt x="1217075" y="1812798"/>
                  </a:lnTo>
                  <a:lnTo>
                    <a:pt x="1294318" y="1888905"/>
                  </a:lnTo>
                  <a:lnTo>
                    <a:pt x="1371562" y="1961546"/>
                  </a:lnTo>
                  <a:lnTo>
                    <a:pt x="1448805" y="2030879"/>
                  </a:lnTo>
                  <a:lnTo>
                    <a:pt x="1526049" y="2097053"/>
                  </a:lnTo>
                  <a:lnTo>
                    <a:pt x="1603293" y="2160213"/>
                  </a:lnTo>
                  <a:lnTo>
                    <a:pt x="1680536" y="2220497"/>
                  </a:lnTo>
                  <a:lnTo>
                    <a:pt x="1757780" y="2278035"/>
                  </a:lnTo>
                  <a:lnTo>
                    <a:pt x="1835023" y="2332952"/>
                  </a:lnTo>
                  <a:lnTo>
                    <a:pt x="1912267" y="2385368"/>
                  </a:lnTo>
                  <a:lnTo>
                    <a:pt x="1989510" y="2435396"/>
                  </a:lnTo>
                  <a:lnTo>
                    <a:pt x="2066754" y="2483146"/>
                  </a:lnTo>
                  <a:lnTo>
                    <a:pt x="2143998" y="2528720"/>
                  </a:lnTo>
                  <a:lnTo>
                    <a:pt x="2221241" y="2572219"/>
                  </a:lnTo>
                  <a:lnTo>
                    <a:pt x="2298485" y="2613737"/>
                  </a:lnTo>
                  <a:lnTo>
                    <a:pt x="2375728" y="2653364"/>
                  </a:lnTo>
                  <a:lnTo>
                    <a:pt x="2452972" y="2658895"/>
                  </a:lnTo>
                  <a:lnTo>
                    <a:pt x="2530215" y="2663592"/>
                  </a:lnTo>
                  <a:lnTo>
                    <a:pt x="2607459" y="2668263"/>
                  </a:lnTo>
                  <a:lnTo>
                    <a:pt x="2684703" y="2672907"/>
                  </a:lnTo>
                  <a:lnTo>
                    <a:pt x="2761946" y="2677525"/>
                  </a:lnTo>
                  <a:lnTo>
                    <a:pt x="2839190" y="2682116"/>
                  </a:lnTo>
                  <a:lnTo>
                    <a:pt x="2916433" y="2686681"/>
                  </a:lnTo>
                  <a:lnTo>
                    <a:pt x="2993677" y="2691221"/>
                  </a:lnTo>
                  <a:lnTo>
                    <a:pt x="3070920" y="2695734"/>
                  </a:lnTo>
                  <a:lnTo>
                    <a:pt x="3148164" y="2700222"/>
                  </a:lnTo>
                  <a:lnTo>
                    <a:pt x="3225408" y="2704684"/>
                  </a:lnTo>
                  <a:lnTo>
                    <a:pt x="3302651" y="2709121"/>
                  </a:lnTo>
                  <a:lnTo>
                    <a:pt x="3379895" y="2713532"/>
                  </a:lnTo>
                  <a:lnTo>
                    <a:pt x="3457138" y="2717918"/>
                  </a:lnTo>
                  <a:lnTo>
                    <a:pt x="3534382" y="2722280"/>
                  </a:lnTo>
                  <a:lnTo>
                    <a:pt x="3611625" y="2726616"/>
                  </a:lnTo>
                  <a:lnTo>
                    <a:pt x="3688869" y="2730928"/>
                  </a:lnTo>
                  <a:lnTo>
                    <a:pt x="3766113" y="2735215"/>
                  </a:lnTo>
                  <a:lnTo>
                    <a:pt x="3843356" y="2739478"/>
                  </a:lnTo>
                  <a:lnTo>
                    <a:pt x="3920600" y="2743717"/>
                  </a:lnTo>
                  <a:lnTo>
                    <a:pt x="3997843" y="2747931"/>
                  </a:lnTo>
                  <a:lnTo>
                    <a:pt x="4075087" y="2752122"/>
                  </a:lnTo>
                  <a:lnTo>
                    <a:pt x="4152330" y="2756288"/>
                  </a:lnTo>
                  <a:lnTo>
                    <a:pt x="4229574" y="2760431"/>
                  </a:lnTo>
                  <a:lnTo>
                    <a:pt x="4306818" y="2764550"/>
                  </a:lnTo>
                  <a:lnTo>
                    <a:pt x="4384061" y="2768646"/>
                  </a:lnTo>
                  <a:lnTo>
                    <a:pt x="4461305" y="2772719"/>
                  </a:lnTo>
                  <a:lnTo>
                    <a:pt x="4538548" y="2776768"/>
                  </a:lnTo>
                  <a:lnTo>
                    <a:pt x="4615792" y="2780794"/>
                  </a:lnTo>
                  <a:lnTo>
                    <a:pt x="4693036" y="2784797"/>
                  </a:lnTo>
                  <a:lnTo>
                    <a:pt x="4770279" y="2788778"/>
                  </a:lnTo>
                  <a:lnTo>
                    <a:pt x="4847523" y="2792736"/>
                  </a:lnTo>
                  <a:lnTo>
                    <a:pt x="4924766" y="2796671"/>
                  </a:lnTo>
                  <a:lnTo>
                    <a:pt x="5002010" y="2800584"/>
                  </a:lnTo>
                  <a:lnTo>
                    <a:pt x="5079253" y="2804474"/>
                  </a:lnTo>
                  <a:lnTo>
                    <a:pt x="5156497" y="2808343"/>
                  </a:lnTo>
                  <a:lnTo>
                    <a:pt x="5233741" y="2812189"/>
                  </a:lnTo>
                  <a:lnTo>
                    <a:pt x="5310984" y="2816014"/>
                  </a:lnTo>
                  <a:lnTo>
                    <a:pt x="5388228" y="2819817"/>
                  </a:lnTo>
                  <a:lnTo>
                    <a:pt x="5465471" y="2823598"/>
                  </a:lnTo>
                  <a:lnTo>
                    <a:pt x="5542715" y="2827357"/>
                  </a:lnTo>
                  <a:lnTo>
                    <a:pt x="5619958" y="2831095"/>
                  </a:lnTo>
                  <a:lnTo>
                    <a:pt x="5697202" y="2834812"/>
                  </a:lnTo>
                  <a:lnTo>
                    <a:pt x="5774446" y="2838508"/>
                  </a:lnTo>
                  <a:lnTo>
                    <a:pt x="5851689" y="2842182"/>
                  </a:lnTo>
                  <a:lnTo>
                    <a:pt x="5928933" y="2845836"/>
                  </a:lnTo>
                  <a:lnTo>
                    <a:pt x="6006176" y="2849469"/>
                  </a:lnTo>
                  <a:lnTo>
                    <a:pt x="6083420" y="2853081"/>
                  </a:lnTo>
                  <a:lnTo>
                    <a:pt x="6160663" y="2856673"/>
                  </a:lnTo>
                  <a:lnTo>
                    <a:pt x="6237907" y="2860244"/>
                  </a:lnTo>
                  <a:lnTo>
                    <a:pt x="6315151" y="2863795"/>
                  </a:lnTo>
                  <a:lnTo>
                    <a:pt x="6392394" y="2867325"/>
                  </a:lnTo>
                  <a:lnTo>
                    <a:pt x="6469638" y="28708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498572"/>
              <a:ext cx="7392041" cy="988490"/>
            </a:xfrm>
            <a:custGeom>
              <a:avLst/>
              <a:pathLst>
                <a:path w="7392041" h="988490">
                  <a:moveTo>
                    <a:pt x="7392041" y="988490"/>
                  </a:moveTo>
                  <a:lnTo>
                    <a:pt x="7314797" y="985140"/>
                  </a:lnTo>
                  <a:lnTo>
                    <a:pt x="7237554" y="981631"/>
                  </a:lnTo>
                  <a:lnTo>
                    <a:pt x="7160310" y="977954"/>
                  </a:lnTo>
                  <a:lnTo>
                    <a:pt x="7083066" y="974102"/>
                  </a:lnTo>
                  <a:lnTo>
                    <a:pt x="7005823" y="970066"/>
                  </a:lnTo>
                  <a:lnTo>
                    <a:pt x="6928579" y="965837"/>
                  </a:lnTo>
                  <a:lnTo>
                    <a:pt x="6851336" y="961407"/>
                  </a:lnTo>
                  <a:lnTo>
                    <a:pt x="6774092" y="956765"/>
                  </a:lnTo>
                  <a:lnTo>
                    <a:pt x="6696849" y="951902"/>
                  </a:lnTo>
                  <a:lnTo>
                    <a:pt x="6619605" y="946807"/>
                  </a:lnTo>
                  <a:lnTo>
                    <a:pt x="6542361" y="941468"/>
                  </a:lnTo>
                  <a:lnTo>
                    <a:pt x="6465118" y="935875"/>
                  </a:lnTo>
                  <a:lnTo>
                    <a:pt x="6387874" y="930014"/>
                  </a:lnTo>
                  <a:lnTo>
                    <a:pt x="6310631" y="923874"/>
                  </a:lnTo>
                  <a:lnTo>
                    <a:pt x="6233387" y="917442"/>
                  </a:lnTo>
                  <a:lnTo>
                    <a:pt x="6156144" y="910702"/>
                  </a:lnTo>
                  <a:lnTo>
                    <a:pt x="6078900" y="903640"/>
                  </a:lnTo>
                  <a:lnTo>
                    <a:pt x="6001656" y="896242"/>
                  </a:lnTo>
                  <a:lnTo>
                    <a:pt x="5924413" y="888490"/>
                  </a:lnTo>
                  <a:lnTo>
                    <a:pt x="5847169" y="880369"/>
                  </a:lnTo>
                  <a:lnTo>
                    <a:pt x="5769926" y="871860"/>
                  </a:lnTo>
                  <a:lnTo>
                    <a:pt x="5692682" y="862944"/>
                  </a:lnTo>
                  <a:lnTo>
                    <a:pt x="5615439" y="853604"/>
                  </a:lnTo>
                  <a:lnTo>
                    <a:pt x="5538195" y="843818"/>
                  </a:lnTo>
                  <a:lnTo>
                    <a:pt x="5460951" y="833564"/>
                  </a:lnTo>
                  <a:lnTo>
                    <a:pt x="5383708" y="822822"/>
                  </a:lnTo>
                  <a:lnTo>
                    <a:pt x="5306464" y="811566"/>
                  </a:lnTo>
                  <a:lnTo>
                    <a:pt x="5229221" y="799774"/>
                  </a:lnTo>
                  <a:lnTo>
                    <a:pt x="5151977" y="787419"/>
                  </a:lnTo>
                  <a:lnTo>
                    <a:pt x="5074734" y="774474"/>
                  </a:lnTo>
                  <a:lnTo>
                    <a:pt x="4997490" y="760912"/>
                  </a:lnTo>
                  <a:lnTo>
                    <a:pt x="4920246" y="746702"/>
                  </a:lnTo>
                  <a:lnTo>
                    <a:pt x="4843003" y="731814"/>
                  </a:lnTo>
                  <a:lnTo>
                    <a:pt x="4765759" y="716216"/>
                  </a:lnTo>
                  <a:lnTo>
                    <a:pt x="4688516" y="699874"/>
                  </a:lnTo>
                  <a:lnTo>
                    <a:pt x="4611272" y="682751"/>
                  </a:lnTo>
                  <a:lnTo>
                    <a:pt x="4534029" y="664812"/>
                  </a:lnTo>
                  <a:lnTo>
                    <a:pt x="4456785" y="646016"/>
                  </a:lnTo>
                  <a:lnTo>
                    <a:pt x="4379541" y="626323"/>
                  </a:lnTo>
                  <a:lnTo>
                    <a:pt x="4302298" y="605691"/>
                  </a:lnTo>
                  <a:lnTo>
                    <a:pt x="4225054" y="584074"/>
                  </a:lnTo>
                  <a:lnTo>
                    <a:pt x="4147811" y="561426"/>
                  </a:lnTo>
                  <a:lnTo>
                    <a:pt x="4070567" y="537696"/>
                  </a:lnTo>
                  <a:lnTo>
                    <a:pt x="3993324" y="512834"/>
                  </a:lnTo>
                  <a:lnTo>
                    <a:pt x="3916080" y="486786"/>
                  </a:lnTo>
                  <a:lnTo>
                    <a:pt x="3838836" y="459495"/>
                  </a:lnTo>
                  <a:lnTo>
                    <a:pt x="3761593" y="430902"/>
                  </a:lnTo>
                  <a:lnTo>
                    <a:pt x="3684349" y="400943"/>
                  </a:lnTo>
                  <a:lnTo>
                    <a:pt x="3607106" y="369556"/>
                  </a:lnTo>
                  <a:lnTo>
                    <a:pt x="3529862" y="336670"/>
                  </a:lnTo>
                  <a:lnTo>
                    <a:pt x="3452619" y="302215"/>
                  </a:lnTo>
                  <a:lnTo>
                    <a:pt x="3375375" y="266116"/>
                  </a:lnTo>
                  <a:lnTo>
                    <a:pt x="3298131" y="229101"/>
                  </a:lnTo>
                  <a:lnTo>
                    <a:pt x="3220888" y="224349"/>
                  </a:lnTo>
                  <a:lnTo>
                    <a:pt x="3143644" y="219571"/>
                  </a:lnTo>
                  <a:lnTo>
                    <a:pt x="3066401" y="214765"/>
                  </a:lnTo>
                  <a:lnTo>
                    <a:pt x="2989157" y="209931"/>
                  </a:lnTo>
                  <a:lnTo>
                    <a:pt x="2911914" y="205070"/>
                  </a:lnTo>
                  <a:lnTo>
                    <a:pt x="2834670" y="200181"/>
                  </a:lnTo>
                  <a:lnTo>
                    <a:pt x="2757426" y="195264"/>
                  </a:lnTo>
                  <a:lnTo>
                    <a:pt x="2680183" y="190318"/>
                  </a:lnTo>
                  <a:lnTo>
                    <a:pt x="2602939" y="185345"/>
                  </a:lnTo>
                  <a:lnTo>
                    <a:pt x="2525696" y="180343"/>
                  </a:lnTo>
                  <a:lnTo>
                    <a:pt x="2448452" y="175312"/>
                  </a:lnTo>
                  <a:lnTo>
                    <a:pt x="2371209" y="170252"/>
                  </a:lnTo>
                  <a:lnTo>
                    <a:pt x="2293965" y="165164"/>
                  </a:lnTo>
                  <a:lnTo>
                    <a:pt x="2216721" y="160046"/>
                  </a:lnTo>
                  <a:lnTo>
                    <a:pt x="2139478" y="154899"/>
                  </a:lnTo>
                  <a:lnTo>
                    <a:pt x="2062234" y="149723"/>
                  </a:lnTo>
                  <a:lnTo>
                    <a:pt x="1984991" y="144517"/>
                  </a:lnTo>
                  <a:lnTo>
                    <a:pt x="1907747" y="139281"/>
                  </a:lnTo>
                  <a:lnTo>
                    <a:pt x="1830504" y="134015"/>
                  </a:lnTo>
                  <a:lnTo>
                    <a:pt x="1753260" y="128719"/>
                  </a:lnTo>
                  <a:lnTo>
                    <a:pt x="1676016" y="123392"/>
                  </a:lnTo>
                  <a:lnTo>
                    <a:pt x="1598773" y="118035"/>
                  </a:lnTo>
                  <a:lnTo>
                    <a:pt x="1521529" y="112648"/>
                  </a:lnTo>
                  <a:lnTo>
                    <a:pt x="1444286" y="107229"/>
                  </a:lnTo>
                  <a:lnTo>
                    <a:pt x="1367042" y="101780"/>
                  </a:lnTo>
                  <a:lnTo>
                    <a:pt x="1289799" y="96299"/>
                  </a:lnTo>
                  <a:lnTo>
                    <a:pt x="1212555" y="90787"/>
                  </a:lnTo>
                  <a:lnTo>
                    <a:pt x="1135311" y="85243"/>
                  </a:lnTo>
                  <a:lnTo>
                    <a:pt x="1058068" y="79668"/>
                  </a:lnTo>
                  <a:lnTo>
                    <a:pt x="980824" y="74061"/>
                  </a:lnTo>
                  <a:lnTo>
                    <a:pt x="903581" y="68421"/>
                  </a:lnTo>
                  <a:lnTo>
                    <a:pt x="826337" y="62749"/>
                  </a:lnTo>
                  <a:lnTo>
                    <a:pt x="749094" y="57045"/>
                  </a:lnTo>
                  <a:lnTo>
                    <a:pt x="671850" y="51308"/>
                  </a:lnTo>
                  <a:lnTo>
                    <a:pt x="594606" y="45538"/>
                  </a:lnTo>
                  <a:lnTo>
                    <a:pt x="517363" y="39736"/>
                  </a:lnTo>
                  <a:lnTo>
                    <a:pt x="440119" y="33900"/>
                  </a:lnTo>
                  <a:lnTo>
                    <a:pt x="362876" y="28030"/>
                  </a:lnTo>
                  <a:lnTo>
                    <a:pt x="285632" y="22127"/>
                  </a:lnTo>
                  <a:lnTo>
                    <a:pt x="208389" y="16190"/>
                  </a:lnTo>
                  <a:lnTo>
                    <a:pt x="131145" y="10219"/>
                  </a:lnTo>
                  <a:lnTo>
                    <a:pt x="53901" y="42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3020520"/>
              <a:ext cx="7392041" cy="2329320"/>
            </a:xfrm>
            <a:custGeom>
              <a:avLst/>
              <a:pathLst>
                <a:path w="7392041" h="2329320">
                  <a:moveTo>
                    <a:pt x="0" y="0"/>
                  </a:moveTo>
                  <a:lnTo>
                    <a:pt x="53901" y="46074"/>
                  </a:lnTo>
                  <a:lnTo>
                    <a:pt x="131145" y="110395"/>
                  </a:lnTo>
                  <a:lnTo>
                    <a:pt x="208389" y="173055"/>
                  </a:lnTo>
                  <a:lnTo>
                    <a:pt x="285632" y="234097"/>
                  </a:lnTo>
                  <a:lnTo>
                    <a:pt x="362876" y="293562"/>
                  </a:lnTo>
                  <a:lnTo>
                    <a:pt x="440119" y="351492"/>
                  </a:lnTo>
                  <a:lnTo>
                    <a:pt x="517363" y="407925"/>
                  </a:lnTo>
                  <a:lnTo>
                    <a:pt x="594606" y="462902"/>
                  </a:lnTo>
                  <a:lnTo>
                    <a:pt x="671850" y="516458"/>
                  </a:lnTo>
                  <a:lnTo>
                    <a:pt x="749094" y="568632"/>
                  </a:lnTo>
                  <a:lnTo>
                    <a:pt x="826337" y="619458"/>
                  </a:lnTo>
                  <a:lnTo>
                    <a:pt x="903581" y="668971"/>
                  </a:lnTo>
                  <a:lnTo>
                    <a:pt x="980824" y="717206"/>
                  </a:lnTo>
                  <a:lnTo>
                    <a:pt x="1058068" y="764195"/>
                  </a:lnTo>
                  <a:lnTo>
                    <a:pt x="1135311" y="809971"/>
                  </a:lnTo>
                  <a:lnTo>
                    <a:pt x="1212555" y="854564"/>
                  </a:lnTo>
                  <a:lnTo>
                    <a:pt x="1289799" y="898006"/>
                  </a:lnTo>
                  <a:lnTo>
                    <a:pt x="1367042" y="940326"/>
                  </a:lnTo>
                  <a:lnTo>
                    <a:pt x="1444286" y="981553"/>
                  </a:lnTo>
                  <a:lnTo>
                    <a:pt x="1521529" y="1021715"/>
                  </a:lnTo>
                  <a:lnTo>
                    <a:pt x="1598773" y="1060841"/>
                  </a:lnTo>
                  <a:lnTo>
                    <a:pt x="1676016" y="1098955"/>
                  </a:lnTo>
                  <a:lnTo>
                    <a:pt x="1753260" y="1136086"/>
                  </a:lnTo>
                  <a:lnTo>
                    <a:pt x="1830504" y="1172257"/>
                  </a:lnTo>
                  <a:lnTo>
                    <a:pt x="1907747" y="1207495"/>
                  </a:lnTo>
                  <a:lnTo>
                    <a:pt x="1984991" y="1241822"/>
                  </a:lnTo>
                  <a:lnTo>
                    <a:pt x="2062234" y="1275263"/>
                  </a:lnTo>
                  <a:lnTo>
                    <a:pt x="2139478" y="1307841"/>
                  </a:lnTo>
                  <a:lnTo>
                    <a:pt x="2216721" y="1339577"/>
                  </a:lnTo>
                  <a:lnTo>
                    <a:pt x="2293965" y="1370493"/>
                  </a:lnTo>
                  <a:lnTo>
                    <a:pt x="2371209" y="1400611"/>
                  </a:lnTo>
                  <a:lnTo>
                    <a:pt x="2448452" y="1429951"/>
                  </a:lnTo>
                  <a:lnTo>
                    <a:pt x="2525696" y="1458534"/>
                  </a:lnTo>
                  <a:lnTo>
                    <a:pt x="2602939" y="1486378"/>
                  </a:lnTo>
                  <a:lnTo>
                    <a:pt x="2680183" y="1513503"/>
                  </a:lnTo>
                  <a:lnTo>
                    <a:pt x="2757426" y="1539928"/>
                  </a:lnTo>
                  <a:lnTo>
                    <a:pt x="2834670" y="1565670"/>
                  </a:lnTo>
                  <a:lnTo>
                    <a:pt x="2911914" y="1590748"/>
                  </a:lnTo>
                  <a:lnTo>
                    <a:pt x="2989157" y="1615178"/>
                  </a:lnTo>
                  <a:lnTo>
                    <a:pt x="3066401" y="1638977"/>
                  </a:lnTo>
                  <a:lnTo>
                    <a:pt x="3143644" y="1662161"/>
                  </a:lnTo>
                  <a:lnTo>
                    <a:pt x="3220888" y="1684747"/>
                  </a:lnTo>
                  <a:lnTo>
                    <a:pt x="3298131" y="1706749"/>
                  </a:lnTo>
                  <a:lnTo>
                    <a:pt x="3375375" y="1728184"/>
                  </a:lnTo>
                  <a:lnTo>
                    <a:pt x="3452619" y="1749064"/>
                  </a:lnTo>
                  <a:lnTo>
                    <a:pt x="3529862" y="1769406"/>
                  </a:lnTo>
                  <a:lnTo>
                    <a:pt x="3607106" y="1789222"/>
                  </a:lnTo>
                  <a:lnTo>
                    <a:pt x="3684349" y="1808526"/>
                  </a:lnTo>
                  <a:lnTo>
                    <a:pt x="3761593" y="1827332"/>
                  </a:lnTo>
                  <a:lnTo>
                    <a:pt x="3838836" y="1845652"/>
                  </a:lnTo>
                  <a:lnTo>
                    <a:pt x="3916080" y="1863499"/>
                  </a:lnTo>
                  <a:lnTo>
                    <a:pt x="3993324" y="1880885"/>
                  </a:lnTo>
                  <a:lnTo>
                    <a:pt x="4070567" y="1897822"/>
                  </a:lnTo>
                  <a:lnTo>
                    <a:pt x="4147811" y="1914322"/>
                  </a:lnTo>
                  <a:lnTo>
                    <a:pt x="4225054" y="1930396"/>
                  </a:lnTo>
                  <a:lnTo>
                    <a:pt x="4302298" y="1946054"/>
                  </a:lnTo>
                  <a:lnTo>
                    <a:pt x="4379541" y="1961308"/>
                  </a:lnTo>
                  <a:lnTo>
                    <a:pt x="4456785" y="1976169"/>
                  </a:lnTo>
                  <a:lnTo>
                    <a:pt x="4534029" y="1990645"/>
                  </a:lnTo>
                  <a:lnTo>
                    <a:pt x="4611272" y="2004748"/>
                  </a:lnTo>
                  <a:lnTo>
                    <a:pt x="4688516" y="2018486"/>
                  </a:lnTo>
                  <a:lnTo>
                    <a:pt x="4765759" y="2031870"/>
                  </a:lnTo>
                  <a:lnTo>
                    <a:pt x="4843003" y="2044908"/>
                  </a:lnTo>
                  <a:lnTo>
                    <a:pt x="4920246" y="2057609"/>
                  </a:lnTo>
                  <a:lnTo>
                    <a:pt x="4997490" y="2069982"/>
                  </a:lnTo>
                  <a:lnTo>
                    <a:pt x="5074734" y="2082036"/>
                  </a:lnTo>
                  <a:lnTo>
                    <a:pt x="5151977" y="2093778"/>
                  </a:lnTo>
                  <a:lnTo>
                    <a:pt x="5229221" y="2105217"/>
                  </a:lnTo>
                  <a:lnTo>
                    <a:pt x="5306464" y="2116361"/>
                  </a:lnTo>
                  <a:lnTo>
                    <a:pt x="5383708" y="2127217"/>
                  </a:lnTo>
                  <a:lnTo>
                    <a:pt x="5460951" y="2137793"/>
                  </a:lnTo>
                  <a:lnTo>
                    <a:pt x="5538195" y="2148095"/>
                  </a:lnTo>
                  <a:lnTo>
                    <a:pt x="5615439" y="2158132"/>
                  </a:lnTo>
                  <a:lnTo>
                    <a:pt x="5692682" y="2167909"/>
                  </a:lnTo>
                  <a:lnTo>
                    <a:pt x="5769926" y="2177434"/>
                  </a:lnTo>
                  <a:lnTo>
                    <a:pt x="5847169" y="2186713"/>
                  </a:lnTo>
                  <a:lnTo>
                    <a:pt x="5924413" y="2195752"/>
                  </a:lnTo>
                  <a:lnTo>
                    <a:pt x="6001656" y="2204557"/>
                  </a:lnTo>
                  <a:lnTo>
                    <a:pt x="6078900" y="2213136"/>
                  </a:lnTo>
                  <a:lnTo>
                    <a:pt x="6156144" y="2221493"/>
                  </a:lnTo>
                  <a:lnTo>
                    <a:pt x="6233387" y="2229633"/>
                  </a:lnTo>
                  <a:lnTo>
                    <a:pt x="6310631" y="2237564"/>
                  </a:lnTo>
                  <a:lnTo>
                    <a:pt x="6387874" y="2245290"/>
                  </a:lnTo>
                  <a:lnTo>
                    <a:pt x="6465118" y="2252817"/>
                  </a:lnTo>
                  <a:lnTo>
                    <a:pt x="6542361" y="2260149"/>
                  </a:lnTo>
                  <a:lnTo>
                    <a:pt x="6619605" y="2267291"/>
                  </a:lnTo>
                  <a:lnTo>
                    <a:pt x="6696849" y="2274249"/>
                  </a:lnTo>
                  <a:lnTo>
                    <a:pt x="6774092" y="2281028"/>
                  </a:lnTo>
                  <a:lnTo>
                    <a:pt x="6851336" y="2287631"/>
                  </a:lnTo>
                  <a:lnTo>
                    <a:pt x="6928579" y="2294064"/>
                  </a:lnTo>
                  <a:lnTo>
                    <a:pt x="7005823" y="2300331"/>
                  </a:lnTo>
                  <a:lnTo>
                    <a:pt x="7083066" y="2306436"/>
                  </a:lnTo>
                  <a:lnTo>
                    <a:pt x="7160310" y="2312383"/>
                  </a:lnTo>
                  <a:lnTo>
                    <a:pt x="7237554" y="2318177"/>
                  </a:lnTo>
                  <a:lnTo>
                    <a:pt x="7314797" y="2323821"/>
                  </a:lnTo>
                  <a:lnTo>
                    <a:pt x="7392041" y="232932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1.35 (1.07-1.71), p_Bonf = 0.073 (n = 6)  |  per IQR decline (Δ = 0.30): 2.43 (1.21-4.85)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2026-07-04T10:36:30Z</dcterms:modified>
  <cp:category/>
</cp:coreProperties>
</file>