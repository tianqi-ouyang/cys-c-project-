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8867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065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2450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64241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9763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61554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633461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143092"/>
              <a:ext cx="6964104" cy="1231873"/>
            </a:xfrm>
            <a:custGeom>
              <a:avLst/>
              <a:pathLst>
                <a:path w="6964104" h="1231873">
                  <a:moveTo>
                    <a:pt x="1072308" y="0"/>
                  </a:moveTo>
                  <a:lnTo>
                    <a:pt x="1125511" y="43795"/>
                  </a:lnTo>
                  <a:lnTo>
                    <a:pt x="1195856" y="99062"/>
                  </a:lnTo>
                  <a:lnTo>
                    <a:pt x="1266200" y="151813"/>
                  </a:lnTo>
                  <a:lnTo>
                    <a:pt x="1336545" y="202160"/>
                  </a:lnTo>
                  <a:lnTo>
                    <a:pt x="1406889" y="250215"/>
                  </a:lnTo>
                  <a:lnTo>
                    <a:pt x="1477234" y="296081"/>
                  </a:lnTo>
                  <a:lnTo>
                    <a:pt x="1547578" y="339857"/>
                  </a:lnTo>
                  <a:lnTo>
                    <a:pt x="1617923" y="381640"/>
                  </a:lnTo>
                  <a:lnTo>
                    <a:pt x="1688267" y="421519"/>
                  </a:lnTo>
                  <a:lnTo>
                    <a:pt x="1758612" y="459583"/>
                  </a:lnTo>
                  <a:lnTo>
                    <a:pt x="1828956" y="495912"/>
                  </a:lnTo>
                  <a:lnTo>
                    <a:pt x="1899301" y="530587"/>
                  </a:lnTo>
                  <a:lnTo>
                    <a:pt x="1969645" y="563682"/>
                  </a:lnTo>
                  <a:lnTo>
                    <a:pt x="2039990" y="595270"/>
                  </a:lnTo>
                  <a:lnTo>
                    <a:pt x="2110334" y="625420"/>
                  </a:lnTo>
                  <a:lnTo>
                    <a:pt x="2180679" y="654196"/>
                  </a:lnTo>
                  <a:lnTo>
                    <a:pt x="2251023" y="681661"/>
                  </a:lnTo>
                  <a:lnTo>
                    <a:pt x="2321368" y="707876"/>
                  </a:lnTo>
                  <a:lnTo>
                    <a:pt x="2391712" y="732896"/>
                  </a:lnTo>
                  <a:lnTo>
                    <a:pt x="2462057" y="756777"/>
                  </a:lnTo>
                  <a:lnTo>
                    <a:pt x="2532401" y="779570"/>
                  </a:lnTo>
                  <a:lnTo>
                    <a:pt x="2602746" y="801325"/>
                  </a:lnTo>
                  <a:lnTo>
                    <a:pt x="2673090" y="822089"/>
                  </a:lnTo>
                  <a:lnTo>
                    <a:pt x="2743435" y="841907"/>
                  </a:lnTo>
                  <a:lnTo>
                    <a:pt x="2813779" y="860823"/>
                  </a:lnTo>
                  <a:lnTo>
                    <a:pt x="2884124" y="878877"/>
                  </a:lnTo>
                  <a:lnTo>
                    <a:pt x="2954468" y="896109"/>
                  </a:lnTo>
                  <a:lnTo>
                    <a:pt x="3024813" y="912555"/>
                  </a:lnTo>
                  <a:lnTo>
                    <a:pt x="3095157" y="928253"/>
                  </a:lnTo>
                  <a:lnTo>
                    <a:pt x="3165502" y="943236"/>
                  </a:lnTo>
                  <a:lnTo>
                    <a:pt x="3235846" y="957536"/>
                  </a:lnTo>
                  <a:lnTo>
                    <a:pt x="3306191" y="959532"/>
                  </a:lnTo>
                  <a:lnTo>
                    <a:pt x="3376535" y="961227"/>
                  </a:lnTo>
                  <a:lnTo>
                    <a:pt x="3446880" y="962913"/>
                  </a:lnTo>
                  <a:lnTo>
                    <a:pt x="3517224" y="964589"/>
                  </a:lnTo>
                  <a:lnTo>
                    <a:pt x="3587569" y="966255"/>
                  </a:lnTo>
                  <a:lnTo>
                    <a:pt x="3657913" y="967912"/>
                  </a:lnTo>
                  <a:lnTo>
                    <a:pt x="3728257" y="969560"/>
                  </a:lnTo>
                  <a:lnTo>
                    <a:pt x="3798602" y="971198"/>
                  </a:lnTo>
                  <a:lnTo>
                    <a:pt x="3868946" y="972827"/>
                  </a:lnTo>
                  <a:lnTo>
                    <a:pt x="3939291" y="974446"/>
                  </a:lnTo>
                  <a:lnTo>
                    <a:pt x="4009635" y="976056"/>
                  </a:lnTo>
                  <a:lnTo>
                    <a:pt x="4079980" y="977658"/>
                  </a:lnTo>
                  <a:lnTo>
                    <a:pt x="4150324" y="979250"/>
                  </a:lnTo>
                  <a:lnTo>
                    <a:pt x="4220669" y="980833"/>
                  </a:lnTo>
                  <a:lnTo>
                    <a:pt x="4291013" y="982406"/>
                  </a:lnTo>
                  <a:lnTo>
                    <a:pt x="4361358" y="983971"/>
                  </a:lnTo>
                  <a:lnTo>
                    <a:pt x="4431702" y="985527"/>
                  </a:lnTo>
                  <a:lnTo>
                    <a:pt x="4502047" y="987075"/>
                  </a:lnTo>
                  <a:lnTo>
                    <a:pt x="4572391" y="988613"/>
                  </a:lnTo>
                  <a:lnTo>
                    <a:pt x="4642736" y="990143"/>
                  </a:lnTo>
                  <a:lnTo>
                    <a:pt x="4713080" y="991663"/>
                  </a:lnTo>
                  <a:lnTo>
                    <a:pt x="4783425" y="993176"/>
                  </a:lnTo>
                  <a:lnTo>
                    <a:pt x="4853769" y="994679"/>
                  </a:lnTo>
                  <a:lnTo>
                    <a:pt x="4924114" y="996174"/>
                  </a:lnTo>
                  <a:lnTo>
                    <a:pt x="4994458" y="997661"/>
                  </a:lnTo>
                  <a:lnTo>
                    <a:pt x="5064803" y="999139"/>
                  </a:lnTo>
                  <a:lnTo>
                    <a:pt x="5135147" y="1000609"/>
                  </a:lnTo>
                  <a:lnTo>
                    <a:pt x="5205492" y="1002070"/>
                  </a:lnTo>
                  <a:lnTo>
                    <a:pt x="5275836" y="1003523"/>
                  </a:lnTo>
                  <a:lnTo>
                    <a:pt x="5346181" y="1004968"/>
                  </a:lnTo>
                  <a:lnTo>
                    <a:pt x="5416525" y="1006404"/>
                  </a:lnTo>
                  <a:lnTo>
                    <a:pt x="5486870" y="1007832"/>
                  </a:lnTo>
                  <a:lnTo>
                    <a:pt x="5557214" y="1009252"/>
                  </a:lnTo>
                  <a:lnTo>
                    <a:pt x="5627559" y="1010665"/>
                  </a:lnTo>
                  <a:lnTo>
                    <a:pt x="5697903" y="1012069"/>
                  </a:lnTo>
                  <a:lnTo>
                    <a:pt x="5768248" y="1013465"/>
                  </a:lnTo>
                  <a:lnTo>
                    <a:pt x="5838592" y="1014853"/>
                  </a:lnTo>
                  <a:lnTo>
                    <a:pt x="5908937" y="1016233"/>
                  </a:lnTo>
                  <a:lnTo>
                    <a:pt x="5979281" y="1017605"/>
                  </a:lnTo>
                  <a:lnTo>
                    <a:pt x="6049626" y="1018970"/>
                  </a:lnTo>
                  <a:lnTo>
                    <a:pt x="6119970" y="1020326"/>
                  </a:lnTo>
                  <a:lnTo>
                    <a:pt x="6190315" y="1021675"/>
                  </a:lnTo>
                  <a:lnTo>
                    <a:pt x="6260659" y="1023017"/>
                  </a:lnTo>
                  <a:lnTo>
                    <a:pt x="6331004" y="1024350"/>
                  </a:lnTo>
                  <a:lnTo>
                    <a:pt x="6401348" y="1025676"/>
                  </a:lnTo>
                  <a:lnTo>
                    <a:pt x="6471693" y="1026995"/>
                  </a:lnTo>
                  <a:lnTo>
                    <a:pt x="6542037" y="1028306"/>
                  </a:lnTo>
                  <a:lnTo>
                    <a:pt x="6612382" y="1029609"/>
                  </a:lnTo>
                  <a:lnTo>
                    <a:pt x="6682726" y="1030906"/>
                  </a:lnTo>
                  <a:lnTo>
                    <a:pt x="6753071" y="1032194"/>
                  </a:lnTo>
                  <a:lnTo>
                    <a:pt x="6823415" y="1033476"/>
                  </a:lnTo>
                  <a:lnTo>
                    <a:pt x="6893760" y="1034750"/>
                  </a:lnTo>
                  <a:lnTo>
                    <a:pt x="6964104" y="1036017"/>
                  </a:lnTo>
                  <a:lnTo>
                    <a:pt x="6964104" y="1231873"/>
                  </a:lnTo>
                  <a:lnTo>
                    <a:pt x="6893760" y="1230664"/>
                  </a:lnTo>
                  <a:lnTo>
                    <a:pt x="6823415" y="1229398"/>
                  </a:lnTo>
                  <a:lnTo>
                    <a:pt x="6753071" y="1228071"/>
                  </a:lnTo>
                  <a:lnTo>
                    <a:pt x="6682726" y="1226681"/>
                  </a:lnTo>
                  <a:lnTo>
                    <a:pt x="6612382" y="1225224"/>
                  </a:lnTo>
                  <a:lnTo>
                    <a:pt x="6542037" y="1223698"/>
                  </a:lnTo>
                  <a:lnTo>
                    <a:pt x="6471693" y="1222099"/>
                  </a:lnTo>
                  <a:lnTo>
                    <a:pt x="6401348" y="1220424"/>
                  </a:lnTo>
                  <a:lnTo>
                    <a:pt x="6331004" y="1218669"/>
                  </a:lnTo>
                  <a:lnTo>
                    <a:pt x="6260659" y="1216830"/>
                  </a:lnTo>
                  <a:lnTo>
                    <a:pt x="6190315" y="1214904"/>
                  </a:lnTo>
                  <a:lnTo>
                    <a:pt x="6119970" y="1212885"/>
                  </a:lnTo>
                  <a:lnTo>
                    <a:pt x="6049626" y="1210771"/>
                  </a:lnTo>
                  <a:lnTo>
                    <a:pt x="5979281" y="1208555"/>
                  </a:lnTo>
                  <a:lnTo>
                    <a:pt x="5908937" y="1206233"/>
                  </a:lnTo>
                  <a:lnTo>
                    <a:pt x="5838592" y="1203801"/>
                  </a:lnTo>
                  <a:lnTo>
                    <a:pt x="5768248" y="1201253"/>
                  </a:lnTo>
                  <a:lnTo>
                    <a:pt x="5697903" y="1198583"/>
                  </a:lnTo>
                  <a:lnTo>
                    <a:pt x="5627559" y="1195785"/>
                  </a:lnTo>
                  <a:lnTo>
                    <a:pt x="5557214" y="1192855"/>
                  </a:lnTo>
                  <a:lnTo>
                    <a:pt x="5486870" y="1189784"/>
                  </a:lnTo>
                  <a:lnTo>
                    <a:pt x="5416525" y="1186567"/>
                  </a:lnTo>
                  <a:lnTo>
                    <a:pt x="5346181" y="1183196"/>
                  </a:lnTo>
                  <a:lnTo>
                    <a:pt x="5275836" y="1179664"/>
                  </a:lnTo>
                  <a:lnTo>
                    <a:pt x="5205492" y="1175964"/>
                  </a:lnTo>
                  <a:lnTo>
                    <a:pt x="5135147" y="1172087"/>
                  </a:lnTo>
                  <a:lnTo>
                    <a:pt x="5064803" y="1168025"/>
                  </a:lnTo>
                  <a:lnTo>
                    <a:pt x="4994458" y="1163770"/>
                  </a:lnTo>
                  <a:lnTo>
                    <a:pt x="4924114" y="1159311"/>
                  </a:lnTo>
                  <a:lnTo>
                    <a:pt x="4853769" y="1154640"/>
                  </a:lnTo>
                  <a:lnTo>
                    <a:pt x="4783425" y="1149745"/>
                  </a:lnTo>
                  <a:lnTo>
                    <a:pt x="4713080" y="1144617"/>
                  </a:lnTo>
                  <a:lnTo>
                    <a:pt x="4642736" y="1139245"/>
                  </a:lnTo>
                  <a:lnTo>
                    <a:pt x="4572391" y="1133616"/>
                  </a:lnTo>
                  <a:lnTo>
                    <a:pt x="4502047" y="1127718"/>
                  </a:lnTo>
                  <a:lnTo>
                    <a:pt x="4431702" y="1121539"/>
                  </a:lnTo>
                  <a:lnTo>
                    <a:pt x="4361358" y="1115065"/>
                  </a:lnTo>
                  <a:lnTo>
                    <a:pt x="4291013" y="1108282"/>
                  </a:lnTo>
                  <a:lnTo>
                    <a:pt x="4220669" y="1101176"/>
                  </a:lnTo>
                  <a:lnTo>
                    <a:pt x="4150324" y="1093730"/>
                  </a:lnTo>
                  <a:lnTo>
                    <a:pt x="4079980" y="1085929"/>
                  </a:lnTo>
                  <a:lnTo>
                    <a:pt x="4009635" y="1077755"/>
                  </a:lnTo>
                  <a:lnTo>
                    <a:pt x="3939291" y="1069192"/>
                  </a:lnTo>
                  <a:lnTo>
                    <a:pt x="3868946" y="1060220"/>
                  </a:lnTo>
                  <a:lnTo>
                    <a:pt x="3798602" y="1050820"/>
                  </a:lnTo>
                  <a:lnTo>
                    <a:pt x="3728257" y="1040971"/>
                  </a:lnTo>
                  <a:lnTo>
                    <a:pt x="3657913" y="1030652"/>
                  </a:lnTo>
                  <a:lnTo>
                    <a:pt x="3587569" y="1019841"/>
                  </a:lnTo>
                  <a:lnTo>
                    <a:pt x="3517224" y="1008514"/>
                  </a:lnTo>
                  <a:lnTo>
                    <a:pt x="3446880" y="996647"/>
                  </a:lnTo>
                  <a:lnTo>
                    <a:pt x="3376535" y="984213"/>
                  </a:lnTo>
                  <a:lnTo>
                    <a:pt x="3306191" y="971185"/>
                  </a:lnTo>
                  <a:lnTo>
                    <a:pt x="3235846" y="957827"/>
                  </a:lnTo>
                  <a:lnTo>
                    <a:pt x="3165502" y="956113"/>
                  </a:lnTo>
                  <a:lnTo>
                    <a:pt x="3095157" y="954388"/>
                  </a:lnTo>
                  <a:lnTo>
                    <a:pt x="3024813" y="952654"/>
                  </a:lnTo>
                  <a:lnTo>
                    <a:pt x="2954468" y="950909"/>
                  </a:lnTo>
                  <a:lnTo>
                    <a:pt x="2884124" y="949155"/>
                  </a:lnTo>
                  <a:lnTo>
                    <a:pt x="2813779" y="947391"/>
                  </a:lnTo>
                  <a:lnTo>
                    <a:pt x="2743435" y="945616"/>
                  </a:lnTo>
                  <a:lnTo>
                    <a:pt x="2673090" y="943832"/>
                  </a:lnTo>
                  <a:lnTo>
                    <a:pt x="2602746" y="942037"/>
                  </a:lnTo>
                  <a:lnTo>
                    <a:pt x="2532401" y="940232"/>
                  </a:lnTo>
                  <a:lnTo>
                    <a:pt x="2462057" y="938416"/>
                  </a:lnTo>
                  <a:lnTo>
                    <a:pt x="2391712" y="936590"/>
                  </a:lnTo>
                  <a:lnTo>
                    <a:pt x="2321368" y="934754"/>
                  </a:lnTo>
                  <a:lnTo>
                    <a:pt x="2251023" y="932907"/>
                  </a:lnTo>
                  <a:lnTo>
                    <a:pt x="2180679" y="931050"/>
                  </a:lnTo>
                  <a:lnTo>
                    <a:pt x="2110334" y="929182"/>
                  </a:lnTo>
                  <a:lnTo>
                    <a:pt x="2039990" y="927303"/>
                  </a:lnTo>
                  <a:lnTo>
                    <a:pt x="1969645" y="925413"/>
                  </a:lnTo>
                  <a:lnTo>
                    <a:pt x="1899301" y="923513"/>
                  </a:lnTo>
                  <a:lnTo>
                    <a:pt x="1828956" y="921602"/>
                  </a:lnTo>
                  <a:lnTo>
                    <a:pt x="1758612" y="919680"/>
                  </a:lnTo>
                  <a:lnTo>
                    <a:pt x="1688267" y="917746"/>
                  </a:lnTo>
                  <a:lnTo>
                    <a:pt x="1617923" y="915802"/>
                  </a:lnTo>
                  <a:lnTo>
                    <a:pt x="1547578" y="913847"/>
                  </a:lnTo>
                  <a:lnTo>
                    <a:pt x="1477234" y="911880"/>
                  </a:lnTo>
                  <a:lnTo>
                    <a:pt x="1406889" y="909902"/>
                  </a:lnTo>
                  <a:lnTo>
                    <a:pt x="1336545" y="907913"/>
                  </a:lnTo>
                  <a:lnTo>
                    <a:pt x="1266200" y="905913"/>
                  </a:lnTo>
                  <a:lnTo>
                    <a:pt x="1195856" y="903901"/>
                  </a:lnTo>
                  <a:lnTo>
                    <a:pt x="1125511" y="901877"/>
                  </a:lnTo>
                  <a:lnTo>
                    <a:pt x="1055167" y="899842"/>
                  </a:lnTo>
                  <a:lnTo>
                    <a:pt x="984822" y="897795"/>
                  </a:lnTo>
                  <a:lnTo>
                    <a:pt x="914478" y="895736"/>
                  </a:lnTo>
                  <a:lnTo>
                    <a:pt x="844133" y="893666"/>
                  </a:lnTo>
                  <a:lnTo>
                    <a:pt x="773789" y="891584"/>
                  </a:lnTo>
                  <a:lnTo>
                    <a:pt x="703444" y="889490"/>
                  </a:lnTo>
                  <a:lnTo>
                    <a:pt x="633100" y="887384"/>
                  </a:lnTo>
                  <a:lnTo>
                    <a:pt x="562755" y="885266"/>
                  </a:lnTo>
                  <a:lnTo>
                    <a:pt x="492411" y="883135"/>
                  </a:lnTo>
                  <a:lnTo>
                    <a:pt x="422066" y="880993"/>
                  </a:lnTo>
                  <a:lnTo>
                    <a:pt x="351722" y="878838"/>
                  </a:lnTo>
                  <a:lnTo>
                    <a:pt x="281377" y="876671"/>
                  </a:lnTo>
                  <a:lnTo>
                    <a:pt x="211033" y="874491"/>
                  </a:lnTo>
                  <a:lnTo>
                    <a:pt x="140688" y="872299"/>
                  </a:lnTo>
                  <a:lnTo>
                    <a:pt x="70344" y="870095"/>
                  </a:lnTo>
                  <a:lnTo>
                    <a:pt x="0" y="8678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07620" y="2143092"/>
              <a:ext cx="5891796" cy="1036017"/>
            </a:xfrm>
            <a:custGeom>
              <a:avLst/>
              <a:pathLst>
                <a:path w="5891796" h="1036017">
                  <a:moveTo>
                    <a:pt x="0" y="0"/>
                  </a:moveTo>
                  <a:lnTo>
                    <a:pt x="53203" y="43795"/>
                  </a:lnTo>
                  <a:lnTo>
                    <a:pt x="123548" y="99062"/>
                  </a:lnTo>
                  <a:lnTo>
                    <a:pt x="193892" y="151813"/>
                  </a:lnTo>
                  <a:lnTo>
                    <a:pt x="264237" y="202160"/>
                  </a:lnTo>
                  <a:lnTo>
                    <a:pt x="334581" y="250215"/>
                  </a:lnTo>
                  <a:lnTo>
                    <a:pt x="404926" y="296081"/>
                  </a:lnTo>
                  <a:lnTo>
                    <a:pt x="475270" y="339857"/>
                  </a:lnTo>
                  <a:lnTo>
                    <a:pt x="545615" y="381640"/>
                  </a:lnTo>
                  <a:lnTo>
                    <a:pt x="615959" y="421519"/>
                  </a:lnTo>
                  <a:lnTo>
                    <a:pt x="686304" y="459583"/>
                  </a:lnTo>
                  <a:lnTo>
                    <a:pt x="756648" y="495912"/>
                  </a:lnTo>
                  <a:lnTo>
                    <a:pt x="826993" y="530587"/>
                  </a:lnTo>
                  <a:lnTo>
                    <a:pt x="897337" y="563682"/>
                  </a:lnTo>
                  <a:lnTo>
                    <a:pt x="967682" y="595270"/>
                  </a:lnTo>
                  <a:lnTo>
                    <a:pt x="1038026" y="625420"/>
                  </a:lnTo>
                  <a:lnTo>
                    <a:pt x="1108371" y="654196"/>
                  </a:lnTo>
                  <a:lnTo>
                    <a:pt x="1178715" y="681661"/>
                  </a:lnTo>
                  <a:lnTo>
                    <a:pt x="1249060" y="707876"/>
                  </a:lnTo>
                  <a:lnTo>
                    <a:pt x="1319404" y="732896"/>
                  </a:lnTo>
                  <a:lnTo>
                    <a:pt x="1389749" y="756777"/>
                  </a:lnTo>
                  <a:lnTo>
                    <a:pt x="1460093" y="779570"/>
                  </a:lnTo>
                  <a:lnTo>
                    <a:pt x="1530437" y="801325"/>
                  </a:lnTo>
                  <a:lnTo>
                    <a:pt x="1600782" y="822089"/>
                  </a:lnTo>
                  <a:lnTo>
                    <a:pt x="1671126" y="841907"/>
                  </a:lnTo>
                  <a:lnTo>
                    <a:pt x="1741471" y="860823"/>
                  </a:lnTo>
                  <a:lnTo>
                    <a:pt x="1811815" y="878877"/>
                  </a:lnTo>
                  <a:lnTo>
                    <a:pt x="1882160" y="896109"/>
                  </a:lnTo>
                  <a:lnTo>
                    <a:pt x="1952504" y="912555"/>
                  </a:lnTo>
                  <a:lnTo>
                    <a:pt x="2022849" y="928253"/>
                  </a:lnTo>
                  <a:lnTo>
                    <a:pt x="2093193" y="943236"/>
                  </a:lnTo>
                  <a:lnTo>
                    <a:pt x="2163538" y="957536"/>
                  </a:lnTo>
                  <a:lnTo>
                    <a:pt x="2233882" y="959532"/>
                  </a:lnTo>
                  <a:lnTo>
                    <a:pt x="2304227" y="961227"/>
                  </a:lnTo>
                  <a:lnTo>
                    <a:pt x="2374571" y="962913"/>
                  </a:lnTo>
                  <a:lnTo>
                    <a:pt x="2444916" y="964589"/>
                  </a:lnTo>
                  <a:lnTo>
                    <a:pt x="2515260" y="966255"/>
                  </a:lnTo>
                  <a:lnTo>
                    <a:pt x="2585605" y="967912"/>
                  </a:lnTo>
                  <a:lnTo>
                    <a:pt x="2655949" y="969560"/>
                  </a:lnTo>
                  <a:lnTo>
                    <a:pt x="2726294" y="971198"/>
                  </a:lnTo>
                  <a:lnTo>
                    <a:pt x="2796638" y="972827"/>
                  </a:lnTo>
                  <a:lnTo>
                    <a:pt x="2866983" y="974446"/>
                  </a:lnTo>
                  <a:lnTo>
                    <a:pt x="2937327" y="976056"/>
                  </a:lnTo>
                  <a:lnTo>
                    <a:pt x="3007672" y="977658"/>
                  </a:lnTo>
                  <a:lnTo>
                    <a:pt x="3078016" y="979250"/>
                  </a:lnTo>
                  <a:lnTo>
                    <a:pt x="3148361" y="980833"/>
                  </a:lnTo>
                  <a:lnTo>
                    <a:pt x="3218705" y="982406"/>
                  </a:lnTo>
                  <a:lnTo>
                    <a:pt x="3289050" y="983971"/>
                  </a:lnTo>
                  <a:lnTo>
                    <a:pt x="3359394" y="985527"/>
                  </a:lnTo>
                  <a:lnTo>
                    <a:pt x="3429739" y="987075"/>
                  </a:lnTo>
                  <a:lnTo>
                    <a:pt x="3500083" y="988613"/>
                  </a:lnTo>
                  <a:lnTo>
                    <a:pt x="3570428" y="990143"/>
                  </a:lnTo>
                  <a:lnTo>
                    <a:pt x="3640772" y="991663"/>
                  </a:lnTo>
                  <a:lnTo>
                    <a:pt x="3711117" y="993176"/>
                  </a:lnTo>
                  <a:lnTo>
                    <a:pt x="3781461" y="994679"/>
                  </a:lnTo>
                  <a:lnTo>
                    <a:pt x="3851806" y="996174"/>
                  </a:lnTo>
                  <a:lnTo>
                    <a:pt x="3922150" y="997661"/>
                  </a:lnTo>
                  <a:lnTo>
                    <a:pt x="3992495" y="999139"/>
                  </a:lnTo>
                  <a:lnTo>
                    <a:pt x="4062839" y="1000609"/>
                  </a:lnTo>
                  <a:lnTo>
                    <a:pt x="4133184" y="1002070"/>
                  </a:lnTo>
                  <a:lnTo>
                    <a:pt x="4203528" y="1003523"/>
                  </a:lnTo>
                  <a:lnTo>
                    <a:pt x="4273873" y="1004968"/>
                  </a:lnTo>
                  <a:lnTo>
                    <a:pt x="4344217" y="1006404"/>
                  </a:lnTo>
                  <a:lnTo>
                    <a:pt x="4414562" y="1007832"/>
                  </a:lnTo>
                  <a:lnTo>
                    <a:pt x="4484906" y="1009252"/>
                  </a:lnTo>
                  <a:lnTo>
                    <a:pt x="4555251" y="1010665"/>
                  </a:lnTo>
                  <a:lnTo>
                    <a:pt x="4625595" y="1012069"/>
                  </a:lnTo>
                  <a:lnTo>
                    <a:pt x="4695940" y="1013465"/>
                  </a:lnTo>
                  <a:lnTo>
                    <a:pt x="4766284" y="1014853"/>
                  </a:lnTo>
                  <a:lnTo>
                    <a:pt x="4836629" y="1016233"/>
                  </a:lnTo>
                  <a:lnTo>
                    <a:pt x="4906973" y="1017605"/>
                  </a:lnTo>
                  <a:lnTo>
                    <a:pt x="4977318" y="1018970"/>
                  </a:lnTo>
                  <a:lnTo>
                    <a:pt x="5047662" y="1020326"/>
                  </a:lnTo>
                  <a:lnTo>
                    <a:pt x="5118007" y="1021675"/>
                  </a:lnTo>
                  <a:lnTo>
                    <a:pt x="5188351" y="1023017"/>
                  </a:lnTo>
                  <a:lnTo>
                    <a:pt x="5258695" y="1024350"/>
                  </a:lnTo>
                  <a:lnTo>
                    <a:pt x="5329040" y="1025676"/>
                  </a:lnTo>
                  <a:lnTo>
                    <a:pt x="5399384" y="1026995"/>
                  </a:lnTo>
                  <a:lnTo>
                    <a:pt x="5469729" y="1028306"/>
                  </a:lnTo>
                  <a:lnTo>
                    <a:pt x="5540073" y="1029609"/>
                  </a:lnTo>
                  <a:lnTo>
                    <a:pt x="5610418" y="1030906"/>
                  </a:lnTo>
                  <a:lnTo>
                    <a:pt x="5680762" y="1032194"/>
                  </a:lnTo>
                  <a:lnTo>
                    <a:pt x="5751107" y="1033476"/>
                  </a:lnTo>
                  <a:lnTo>
                    <a:pt x="5821451" y="1034750"/>
                  </a:lnTo>
                  <a:lnTo>
                    <a:pt x="5891796" y="10360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3010970"/>
              <a:ext cx="6964104" cy="363995"/>
            </a:xfrm>
            <a:custGeom>
              <a:avLst/>
              <a:pathLst>
                <a:path w="6964104" h="363995">
                  <a:moveTo>
                    <a:pt x="6964104" y="363995"/>
                  </a:moveTo>
                  <a:lnTo>
                    <a:pt x="6893760" y="362786"/>
                  </a:lnTo>
                  <a:lnTo>
                    <a:pt x="6823415" y="361520"/>
                  </a:lnTo>
                  <a:lnTo>
                    <a:pt x="6753071" y="360193"/>
                  </a:lnTo>
                  <a:lnTo>
                    <a:pt x="6682726" y="358803"/>
                  </a:lnTo>
                  <a:lnTo>
                    <a:pt x="6612382" y="357346"/>
                  </a:lnTo>
                  <a:lnTo>
                    <a:pt x="6542037" y="355820"/>
                  </a:lnTo>
                  <a:lnTo>
                    <a:pt x="6471693" y="354221"/>
                  </a:lnTo>
                  <a:lnTo>
                    <a:pt x="6401348" y="352546"/>
                  </a:lnTo>
                  <a:lnTo>
                    <a:pt x="6331004" y="350791"/>
                  </a:lnTo>
                  <a:lnTo>
                    <a:pt x="6260659" y="348952"/>
                  </a:lnTo>
                  <a:lnTo>
                    <a:pt x="6190315" y="347026"/>
                  </a:lnTo>
                  <a:lnTo>
                    <a:pt x="6119970" y="345007"/>
                  </a:lnTo>
                  <a:lnTo>
                    <a:pt x="6049626" y="342892"/>
                  </a:lnTo>
                  <a:lnTo>
                    <a:pt x="5979281" y="340677"/>
                  </a:lnTo>
                  <a:lnTo>
                    <a:pt x="5908937" y="338355"/>
                  </a:lnTo>
                  <a:lnTo>
                    <a:pt x="5838592" y="335923"/>
                  </a:lnTo>
                  <a:lnTo>
                    <a:pt x="5768248" y="333375"/>
                  </a:lnTo>
                  <a:lnTo>
                    <a:pt x="5697903" y="330705"/>
                  </a:lnTo>
                  <a:lnTo>
                    <a:pt x="5627559" y="327907"/>
                  </a:lnTo>
                  <a:lnTo>
                    <a:pt x="5557214" y="324976"/>
                  </a:lnTo>
                  <a:lnTo>
                    <a:pt x="5486870" y="321906"/>
                  </a:lnTo>
                  <a:lnTo>
                    <a:pt x="5416525" y="318688"/>
                  </a:lnTo>
                  <a:lnTo>
                    <a:pt x="5346181" y="315318"/>
                  </a:lnTo>
                  <a:lnTo>
                    <a:pt x="5275836" y="311786"/>
                  </a:lnTo>
                  <a:lnTo>
                    <a:pt x="5205492" y="308086"/>
                  </a:lnTo>
                  <a:lnTo>
                    <a:pt x="5135147" y="304209"/>
                  </a:lnTo>
                  <a:lnTo>
                    <a:pt x="5064803" y="300147"/>
                  </a:lnTo>
                  <a:lnTo>
                    <a:pt x="4994458" y="295892"/>
                  </a:lnTo>
                  <a:lnTo>
                    <a:pt x="4924114" y="291433"/>
                  </a:lnTo>
                  <a:lnTo>
                    <a:pt x="4853769" y="286762"/>
                  </a:lnTo>
                  <a:lnTo>
                    <a:pt x="4783425" y="281867"/>
                  </a:lnTo>
                  <a:lnTo>
                    <a:pt x="4713080" y="276739"/>
                  </a:lnTo>
                  <a:lnTo>
                    <a:pt x="4642736" y="271367"/>
                  </a:lnTo>
                  <a:lnTo>
                    <a:pt x="4572391" y="265738"/>
                  </a:lnTo>
                  <a:lnTo>
                    <a:pt x="4502047" y="259840"/>
                  </a:lnTo>
                  <a:lnTo>
                    <a:pt x="4431702" y="253661"/>
                  </a:lnTo>
                  <a:lnTo>
                    <a:pt x="4361358" y="247187"/>
                  </a:lnTo>
                  <a:lnTo>
                    <a:pt x="4291013" y="240404"/>
                  </a:lnTo>
                  <a:lnTo>
                    <a:pt x="4220669" y="233297"/>
                  </a:lnTo>
                  <a:lnTo>
                    <a:pt x="4150324" y="225852"/>
                  </a:lnTo>
                  <a:lnTo>
                    <a:pt x="4079980" y="218051"/>
                  </a:lnTo>
                  <a:lnTo>
                    <a:pt x="4009635" y="209877"/>
                  </a:lnTo>
                  <a:lnTo>
                    <a:pt x="3939291" y="201314"/>
                  </a:lnTo>
                  <a:lnTo>
                    <a:pt x="3868946" y="192342"/>
                  </a:lnTo>
                  <a:lnTo>
                    <a:pt x="3798602" y="182942"/>
                  </a:lnTo>
                  <a:lnTo>
                    <a:pt x="3728257" y="173093"/>
                  </a:lnTo>
                  <a:lnTo>
                    <a:pt x="3657913" y="162774"/>
                  </a:lnTo>
                  <a:lnTo>
                    <a:pt x="3587569" y="151963"/>
                  </a:lnTo>
                  <a:lnTo>
                    <a:pt x="3517224" y="140636"/>
                  </a:lnTo>
                  <a:lnTo>
                    <a:pt x="3446880" y="128768"/>
                  </a:lnTo>
                  <a:lnTo>
                    <a:pt x="3376535" y="116334"/>
                  </a:lnTo>
                  <a:lnTo>
                    <a:pt x="3306191" y="103307"/>
                  </a:lnTo>
                  <a:lnTo>
                    <a:pt x="3235846" y="89949"/>
                  </a:lnTo>
                  <a:lnTo>
                    <a:pt x="3165502" y="88234"/>
                  </a:lnTo>
                  <a:lnTo>
                    <a:pt x="3095157" y="86510"/>
                  </a:lnTo>
                  <a:lnTo>
                    <a:pt x="3024813" y="84776"/>
                  </a:lnTo>
                  <a:lnTo>
                    <a:pt x="2954468" y="83031"/>
                  </a:lnTo>
                  <a:lnTo>
                    <a:pt x="2884124" y="81277"/>
                  </a:lnTo>
                  <a:lnTo>
                    <a:pt x="2813779" y="79513"/>
                  </a:lnTo>
                  <a:lnTo>
                    <a:pt x="2743435" y="77738"/>
                  </a:lnTo>
                  <a:lnTo>
                    <a:pt x="2673090" y="75953"/>
                  </a:lnTo>
                  <a:lnTo>
                    <a:pt x="2602746" y="74159"/>
                  </a:lnTo>
                  <a:lnTo>
                    <a:pt x="2532401" y="72353"/>
                  </a:lnTo>
                  <a:lnTo>
                    <a:pt x="2462057" y="70538"/>
                  </a:lnTo>
                  <a:lnTo>
                    <a:pt x="2391712" y="68712"/>
                  </a:lnTo>
                  <a:lnTo>
                    <a:pt x="2321368" y="66876"/>
                  </a:lnTo>
                  <a:lnTo>
                    <a:pt x="2251023" y="65029"/>
                  </a:lnTo>
                  <a:lnTo>
                    <a:pt x="2180679" y="63172"/>
                  </a:lnTo>
                  <a:lnTo>
                    <a:pt x="2110334" y="61303"/>
                  </a:lnTo>
                  <a:lnTo>
                    <a:pt x="2039990" y="59425"/>
                  </a:lnTo>
                  <a:lnTo>
                    <a:pt x="1969645" y="57535"/>
                  </a:lnTo>
                  <a:lnTo>
                    <a:pt x="1899301" y="55635"/>
                  </a:lnTo>
                  <a:lnTo>
                    <a:pt x="1828956" y="53724"/>
                  </a:lnTo>
                  <a:lnTo>
                    <a:pt x="1758612" y="51801"/>
                  </a:lnTo>
                  <a:lnTo>
                    <a:pt x="1688267" y="49868"/>
                  </a:lnTo>
                  <a:lnTo>
                    <a:pt x="1617923" y="47924"/>
                  </a:lnTo>
                  <a:lnTo>
                    <a:pt x="1547578" y="45969"/>
                  </a:lnTo>
                  <a:lnTo>
                    <a:pt x="1477234" y="44002"/>
                  </a:lnTo>
                  <a:lnTo>
                    <a:pt x="1406889" y="42024"/>
                  </a:lnTo>
                  <a:lnTo>
                    <a:pt x="1336545" y="40035"/>
                  </a:lnTo>
                  <a:lnTo>
                    <a:pt x="1266200" y="38034"/>
                  </a:lnTo>
                  <a:lnTo>
                    <a:pt x="1195856" y="36022"/>
                  </a:lnTo>
                  <a:lnTo>
                    <a:pt x="1125511" y="33999"/>
                  </a:lnTo>
                  <a:lnTo>
                    <a:pt x="1055167" y="31964"/>
                  </a:lnTo>
                  <a:lnTo>
                    <a:pt x="984822" y="29917"/>
                  </a:lnTo>
                  <a:lnTo>
                    <a:pt x="914478" y="27858"/>
                  </a:lnTo>
                  <a:lnTo>
                    <a:pt x="844133" y="25788"/>
                  </a:lnTo>
                  <a:lnTo>
                    <a:pt x="773789" y="23706"/>
                  </a:lnTo>
                  <a:lnTo>
                    <a:pt x="703444" y="21612"/>
                  </a:lnTo>
                  <a:lnTo>
                    <a:pt x="633100" y="19506"/>
                  </a:lnTo>
                  <a:lnTo>
                    <a:pt x="562755" y="17387"/>
                  </a:lnTo>
                  <a:lnTo>
                    <a:pt x="492411" y="15257"/>
                  </a:lnTo>
                  <a:lnTo>
                    <a:pt x="422066" y="13115"/>
                  </a:lnTo>
                  <a:lnTo>
                    <a:pt x="351722" y="10960"/>
                  </a:lnTo>
                  <a:lnTo>
                    <a:pt x="281377" y="8793"/>
                  </a:lnTo>
                  <a:lnTo>
                    <a:pt x="211033" y="6613"/>
                  </a:lnTo>
                  <a:lnTo>
                    <a:pt x="140688" y="4421"/>
                  </a:lnTo>
                  <a:lnTo>
                    <a:pt x="70344" y="22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402309"/>
              <a:ext cx="6964104" cy="923136"/>
            </a:xfrm>
            <a:custGeom>
              <a:avLst/>
              <a:pathLst>
                <a:path w="6964104" h="923136">
                  <a:moveTo>
                    <a:pt x="0" y="0"/>
                  </a:moveTo>
                  <a:lnTo>
                    <a:pt x="70344" y="25772"/>
                  </a:lnTo>
                  <a:lnTo>
                    <a:pt x="140688" y="50880"/>
                  </a:lnTo>
                  <a:lnTo>
                    <a:pt x="211033" y="75339"/>
                  </a:lnTo>
                  <a:lnTo>
                    <a:pt x="281377" y="99166"/>
                  </a:lnTo>
                  <a:lnTo>
                    <a:pt x="351722" y="122378"/>
                  </a:lnTo>
                  <a:lnTo>
                    <a:pt x="422066" y="144991"/>
                  </a:lnTo>
                  <a:lnTo>
                    <a:pt x="492411" y="167019"/>
                  </a:lnTo>
                  <a:lnTo>
                    <a:pt x="562755" y="188479"/>
                  </a:lnTo>
                  <a:lnTo>
                    <a:pt x="633100" y="209384"/>
                  </a:lnTo>
                  <a:lnTo>
                    <a:pt x="703444" y="229750"/>
                  </a:lnTo>
                  <a:lnTo>
                    <a:pt x="773789" y="249589"/>
                  </a:lnTo>
                  <a:lnTo>
                    <a:pt x="844133" y="268917"/>
                  </a:lnTo>
                  <a:lnTo>
                    <a:pt x="914478" y="287745"/>
                  </a:lnTo>
                  <a:lnTo>
                    <a:pt x="984822" y="306087"/>
                  </a:lnTo>
                  <a:lnTo>
                    <a:pt x="1055167" y="323955"/>
                  </a:lnTo>
                  <a:lnTo>
                    <a:pt x="1125511" y="341362"/>
                  </a:lnTo>
                  <a:lnTo>
                    <a:pt x="1195856" y="358319"/>
                  </a:lnTo>
                  <a:lnTo>
                    <a:pt x="1266200" y="374839"/>
                  </a:lnTo>
                  <a:lnTo>
                    <a:pt x="1336545" y="390931"/>
                  </a:lnTo>
                  <a:lnTo>
                    <a:pt x="1406889" y="406608"/>
                  </a:lnTo>
                  <a:lnTo>
                    <a:pt x="1477234" y="421881"/>
                  </a:lnTo>
                  <a:lnTo>
                    <a:pt x="1547578" y="436759"/>
                  </a:lnTo>
                  <a:lnTo>
                    <a:pt x="1617923" y="451252"/>
                  </a:lnTo>
                  <a:lnTo>
                    <a:pt x="1688267" y="465372"/>
                  </a:lnTo>
                  <a:lnTo>
                    <a:pt x="1758612" y="479126"/>
                  </a:lnTo>
                  <a:lnTo>
                    <a:pt x="1828956" y="492526"/>
                  </a:lnTo>
                  <a:lnTo>
                    <a:pt x="1899301" y="505579"/>
                  </a:lnTo>
                  <a:lnTo>
                    <a:pt x="1969645" y="518296"/>
                  </a:lnTo>
                  <a:lnTo>
                    <a:pt x="2039990" y="530684"/>
                  </a:lnTo>
                  <a:lnTo>
                    <a:pt x="2110334" y="542752"/>
                  </a:lnTo>
                  <a:lnTo>
                    <a:pt x="2180679" y="554508"/>
                  </a:lnTo>
                  <a:lnTo>
                    <a:pt x="2251023" y="565961"/>
                  </a:lnTo>
                  <a:lnTo>
                    <a:pt x="2321368" y="577118"/>
                  </a:lnTo>
                  <a:lnTo>
                    <a:pt x="2391712" y="587987"/>
                  </a:lnTo>
                  <a:lnTo>
                    <a:pt x="2462057" y="598575"/>
                  </a:lnTo>
                  <a:lnTo>
                    <a:pt x="2532401" y="608890"/>
                  </a:lnTo>
                  <a:lnTo>
                    <a:pt x="2602746" y="618938"/>
                  </a:lnTo>
                  <a:lnTo>
                    <a:pt x="2673090" y="628727"/>
                  </a:lnTo>
                  <a:lnTo>
                    <a:pt x="2743435" y="638263"/>
                  </a:lnTo>
                  <a:lnTo>
                    <a:pt x="2813779" y="647553"/>
                  </a:lnTo>
                  <a:lnTo>
                    <a:pt x="2884124" y="656603"/>
                  </a:lnTo>
                  <a:lnTo>
                    <a:pt x="2954468" y="665419"/>
                  </a:lnTo>
                  <a:lnTo>
                    <a:pt x="3024813" y="674007"/>
                  </a:lnTo>
                  <a:lnTo>
                    <a:pt x="3095157" y="682374"/>
                  </a:lnTo>
                  <a:lnTo>
                    <a:pt x="3165502" y="690525"/>
                  </a:lnTo>
                  <a:lnTo>
                    <a:pt x="3235846" y="698465"/>
                  </a:lnTo>
                  <a:lnTo>
                    <a:pt x="3306191" y="706200"/>
                  </a:lnTo>
                  <a:lnTo>
                    <a:pt x="3376535" y="713735"/>
                  </a:lnTo>
                  <a:lnTo>
                    <a:pt x="3446880" y="721076"/>
                  </a:lnTo>
                  <a:lnTo>
                    <a:pt x="3517224" y="728227"/>
                  </a:lnTo>
                  <a:lnTo>
                    <a:pt x="3587569" y="735194"/>
                  </a:lnTo>
                  <a:lnTo>
                    <a:pt x="3657913" y="741980"/>
                  </a:lnTo>
                  <a:lnTo>
                    <a:pt x="3728257" y="748592"/>
                  </a:lnTo>
                  <a:lnTo>
                    <a:pt x="3798602" y="755032"/>
                  </a:lnTo>
                  <a:lnTo>
                    <a:pt x="3868946" y="761306"/>
                  </a:lnTo>
                  <a:lnTo>
                    <a:pt x="3939291" y="767419"/>
                  </a:lnTo>
                  <a:lnTo>
                    <a:pt x="4009635" y="773373"/>
                  </a:lnTo>
                  <a:lnTo>
                    <a:pt x="4079980" y="779174"/>
                  </a:lnTo>
                  <a:lnTo>
                    <a:pt x="4150324" y="784824"/>
                  </a:lnTo>
                  <a:lnTo>
                    <a:pt x="4220669" y="790329"/>
                  </a:lnTo>
                  <a:lnTo>
                    <a:pt x="4291013" y="795692"/>
                  </a:lnTo>
                  <a:lnTo>
                    <a:pt x="4361358" y="800916"/>
                  </a:lnTo>
                  <a:lnTo>
                    <a:pt x="4431702" y="806005"/>
                  </a:lnTo>
                  <a:lnTo>
                    <a:pt x="4502047" y="810963"/>
                  </a:lnTo>
                  <a:lnTo>
                    <a:pt x="4572391" y="815793"/>
                  </a:lnTo>
                  <a:lnTo>
                    <a:pt x="4642736" y="820498"/>
                  </a:lnTo>
                  <a:lnTo>
                    <a:pt x="4713080" y="825082"/>
                  </a:lnTo>
                  <a:lnTo>
                    <a:pt x="4783425" y="829547"/>
                  </a:lnTo>
                  <a:lnTo>
                    <a:pt x="4853769" y="833897"/>
                  </a:lnTo>
                  <a:lnTo>
                    <a:pt x="4924114" y="838134"/>
                  </a:lnTo>
                  <a:lnTo>
                    <a:pt x="4994458" y="842263"/>
                  </a:lnTo>
                  <a:lnTo>
                    <a:pt x="5064803" y="846284"/>
                  </a:lnTo>
                  <a:lnTo>
                    <a:pt x="5135147" y="850202"/>
                  </a:lnTo>
                  <a:lnTo>
                    <a:pt x="5205492" y="854018"/>
                  </a:lnTo>
                  <a:lnTo>
                    <a:pt x="5275836" y="857736"/>
                  </a:lnTo>
                  <a:lnTo>
                    <a:pt x="5346181" y="861358"/>
                  </a:lnTo>
                  <a:lnTo>
                    <a:pt x="5416525" y="864887"/>
                  </a:lnTo>
                  <a:lnTo>
                    <a:pt x="5486870" y="868324"/>
                  </a:lnTo>
                  <a:lnTo>
                    <a:pt x="5557214" y="871672"/>
                  </a:lnTo>
                  <a:lnTo>
                    <a:pt x="5627559" y="874934"/>
                  </a:lnTo>
                  <a:lnTo>
                    <a:pt x="5697903" y="878112"/>
                  </a:lnTo>
                  <a:lnTo>
                    <a:pt x="5768248" y="881208"/>
                  </a:lnTo>
                  <a:lnTo>
                    <a:pt x="5838592" y="884224"/>
                  </a:lnTo>
                  <a:lnTo>
                    <a:pt x="5908937" y="887161"/>
                  </a:lnTo>
                  <a:lnTo>
                    <a:pt x="5979281" y="890023"/>
                  </a:lnTo>
                  <a:lnTo>
                    <a:pt x="6049626" y="892812"/>
                  </a:lnTo>
                  <a:lnTo>
                    <a:pt x="6119970" y="895528"/>
                  </a:lnTo>
                  <a:lnTo>
                    <a:pt x="6190315" y="898174"/>
                  </a:lnTo>
                  <a:lnTo>
                    <a:pt x="6260659" y="900751"/>
                  </a:lnTo>
                  <a:lnTo>
                    <a:pt x="6331004" y="903262"/>
                  </a:lnTo>
                  <a:lnTo>
                    <a:pt x="6401348" y="905708"/>
                  </a:lnTo>
                  <a:lnTo>
                    <a:pt x="6471693" y="908091"/>
                  </a:lnTo>
                  <a:lnTo>
                    <a:pt x="6542037" y="910413"/>
                  </a:lnTo>
                  <a:lnTo>
                    <a:pt x="6612382" y="912675"/>
                  </a:lnTo>
                  <a:lnTo>
                    <a:pt x="6682726" y="914878"/>
                  </a:lnTo>
                  <a:lnTo>
                    <a:pt x="6753071" y="917024"/>
                  </a:lnTo>
                  <a:lnTo>
                    <a:pt x="6823415" y="919115"/>
                  </a:lnTo>
                  <a:lnTo>
                    <a:pt x="6893760" y="921152"/>
                  </a:lnTo>
                  <a:lnTo>
                    <a:pt x="6964104" y="92313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7282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516846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84458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57128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1.35 (1.07-1.71), p_Bonf = 0.073 (n = 6)  |  per IQR decline (Δ = 29.5 %): 2.43 (1.21-4.85)  |  IQR: [-15.6, 13.9]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8330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79046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9763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4047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421196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501913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582629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663346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44062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477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38688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19405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00121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8083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61554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42271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622987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03704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8442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235312" y="4336484"/>
              <a:ext cx="6964104" cy="1231873"/>
            </a:xfrm>
            <a:custGeom>
              <a:avLst/>
              <a:pathLst>
                <a:path w="6964104" h="1231873">
                  <a:moveTo>
                    <a:pt x="1072308" y="0"/>
                  </a:moveTo>
                  <a:lnTo>
                    <a:pt x="1125511" y="43795"/>
                  </a:lnTo>
                  <a:lnTo>
                    <a:pt x="1195856" y="99062"/>
                  </a:lnTo>
                  <a:lnTo>
                    <a:pt x="1266200" y="151813"/>
                  </a:lnTo>
                  <a:lnTo>
                    <a:pt x="1336545" y="202160"/>
                  </a:lnTo>
                  <a:lnTo>
                    <a:pt x="1406889" y="250215"/>
                  </a:lnTo>
                  <a:lnTo>
                    <a:pt x="1477234" y="296081"/>
                  </a:lnTo>
                  <a:lnTo>
                    <a:pt x="1547578" y="339857"/>
                  </a:lnTo>
                  <a:lnTo>
                    <a:pt x="1617923" y="381640"/>
                  </a:lnTo>
                  <a:lnTo>
                    <a:pt x="1688267" y="421519"/>
                  </a:lnTo>
                  <a:lnTo>
                    <a:pt x="1758612" y="459583"/>
                  </a:lnTo>
                  <a:lnTo>
                    <a:pt x="1828956" y="495912"/>
                  </a:lnTo>
                  <a:lnTo>
                    <a:pt x="1899301" y="530587"/>
                  </a:lnTo>
                  <a:lnTo>
                    <a:pt x="1969645" y="563682"/>
                  </a:lnTo>
                  <a:lnTo>
                    <a:pt x="2039990" y="595270"/>
                  </a:lnTo>
                  <a:lnTo>
                    <a:pt x="2110334" y="625420"/>
                  </a:lnTo>
                  <a:lnTo>
                    <a:pt x="2180679" y="654196"/>
                  </a:lnTo>
                  <a:lnTo>
                    <a:pt x="2251023" y="681661"/>
                  </a:lnTo>
                  <a:lnTo>
                    <a:pt x="2321368" y="707876"/>
                  </a:lnTo>
                  <a:lnTo>
                    <a:pt x="2391712" y="732896"/>
                  </a:lnTo>
                  <a:lnTo>
                    <a:pt x="2462057" y="756777"/>
                  </a:lnTo>
                  <a:lnTo>
                    <a:pt x="2532401" y="779570"/>
                  </a:lnTo>
                  <a:lnTo>
                    <a:pt x="2602746" y="801325"/>
                  </a:lnTo>
                  <a:lnTo>
                    <a:pt x="2673090" y="822089"/>
                  </a:lnTo>
                  <a:lnTo>
                    <a:pt x="2743435" y="841907"/>
                  </a:lnTo>
                  <a:lnTo>
                    <a:pt x="2813779" y="860823"/>
                  </a:lnTo>
                  <a:lnTo>
                    <a:pt x="2884124" y="878877"/>
                  </a:lnTo>
                  <a:lnTo>
                    <a:pt x="2954468" y="896109"/>
                  </a:lnTo>
                  <a:lnTo>
                    <a:pt x="3024813" y="912555"/>
                  </a:lnTo>
                  <a:lnTo>
                    <a:pt x="3095157" y="928253"/>
                  </a:lnTo>
                  <a:lnTo>
                    <a:pt x="3165502" y="943236"/>
                  </a:lnTo>
                  <a:lnTo>
                    <a:pt x="3235846" y="957536"/>
                  </a:lnTo>
                  <a:lnTo>
                    <a:pt x="3306191" y="959532"/>
                  </a:lnTo>
                  <a:lnTo>
                    <a:pt x="3376535" y="961227"/>
                  </a:lnTo>
                  <a:lnTo>
                    <a:pt x="3446880" y="962913"/>
                  </a:lnTo>
                  <a:lnTo>
                    <a:pt x="3517224" y="964589"/>
                  </a:lnTo>
                  <a:lnTo>
                    <a:pt x="3587569" y="966255"/>
                  </a:lnTo>
                  <a:lnTo>
                    <a:pt x="3657913" y="967912"/>
                  </a:lnTo>
                  <a:lnTo>
                    <a:pt x="3728257" y="969560"/>
                  </a:lnTo>
                  <a:lnTo>
                    <a:pt x="3798602" y="971198"/>
                  </a:lnTo>
                  <a:lnTo>
                    <a:pt x="3868946" y="972827"/>
                  </a:lnTo>
                  <a:lnTo>
                    <a:pt x="3939291" y="974446"/>
                  </a:lnTo>
                  <a:lnTo>
                    <a:pt x="4009635" y="976056"/>
                  </a:lnTo>
                  <a:lnTo>
                    <a:pt x="4079980" y="977658"/>
                  </a:lnTo>
                  <a:lnTo>
                    <a:pt x="4150324" y="979250"/>
                  </a:lnTo>
                  <a:lnTo>
                    <a:pt x="4220669" y="980833"/>
                  </a:lnTo>
                  <a:lnTo>
                    <a:pt x="4291013" y="982406"/>
                  </a:lnTo>
                  <a:lnTo>
                    <a:pt x="4361358" y="983971"/>
                  </a:lnTo>
                  <a:lnTo>
                    <a:pt x="4431702" y="985527"/>
                  </a:lnTo>
                  <a:lnTo>
                    <a:pt x="4502047" y="987075"/>
                  </a:lnTo>
                  <a:lnTo>
                    <a:pt x="4572391" y="988613"/>
                  </a:lnTo>
                  <a:lnTo>
                    <a:pt x="4642736" y="990143"/>
                  </a:lnTo>
                  <a:lnTo>
                    <a:pt x="4713080" y="991663"/>
                  </a:lnTo>
                  <a:lnTo>
                    <a:pt x="4783425" y="993176"/>
                  </a:lnTo>
                  <a:lnTo>
                    <a:pt x="4853769" y="994679"/>
                  </a:lnTo>
                  <a:lnTo>
                    <a:pt x="4924114" y="996174"/>
                  </a:lnTo>
                  <a:lnTo>
                    <a:pt x="4994458" y="997661"/>
                  </a:lnTo>
                  <a:lnTo>
                    <a:pt x="5064803" y="999139"/>
                  </a:lnTo>
                  <a:lnTo>
                    <a:pt x="5135147" y="1000609"/>
                  </a:lnTo>
                  <a:lnTo>
                    <a:pt x="5205492" y="1002070"/>
                  </a:lnTo>
                  <a:lnTo>
                    <a:pt x="5275836" y="1003523"/>
                  </a:lnTo>
                  <a:lnTo>
                    <a:pt x="5346181" y="1004968"/>
                  </a:lnTo>
                  <a:lnTo>
                    <a:pt x="5416525" y="1006404"/>
                  </a:lnTo>
                  <a:lnTo>
                    <a:pt x="5486870" y="1007832"/>
                  </a:lnTo>
                  <a:lnTo>
                    <a:pt x="5557214" y="1009252"/>
                  </a:lnTo>
                  <a:lnTo>
                    <a:pt x="5627559" y="1010665"/>
                  </a:lnTo>
                  <a:lnTo>
                    <a:pt x="5697903" y="1012069"/>
                  </a:lnTo>
                  <a:lnTo>
                    <a:pt x="5768248" y="1013465"/>
                  </a:lnTo>
                  <a:lnTo>
                    <a:pt x="5838592" y="1014853"/>
                  </a:lnTo>
                  <a:lnTo>
                    <a:pt x="5908937" y="1016233"/>
                  </a:lnTo>
                  <a:lnTo>
                    <a:pt x="5979281" y="1017605"/>
                  </a:lnTo>
                  <a:lnTo>
                    <a:pt x="6049626" y="1018970"/>
                  </a:lnTo>
                  <a:lnTo>
                    <a:pt x="6119970" y="1020326"/>
                  </a:lnTo>
                  <a:lnTo>
                    <a:pt x="6190315" y="1021675"/>
                  </a:lnTo>
                  <a:lnTo>
                    <a:pt x="6260659" y="1023017"/>
                  </a:lnTo>
                  <a:lnTo>
                    <a:pt x="6331004" y="1024350"/>
                  </a:lnTo>
                  <a:lnTo>
                    <a:pt x="6401348" y="1025676"/>
                  </a:lnTo>
                  <a:lnTo>
                    <a:pt x="6471693" y="1026995"/>
                  </a:lnTo>
                  <a:lnTo>
                    <a:pt x="6542037" y="1028306"/>
                  </a:lnTo>
                  <a:lnTo>
                    <a:pt x="6612382" y="1029609"/>
                  </a:lnTo>
                  <a:lnTo>
                    <a:pt x="6682726" y="1030906"/>
                  </a:lnTo>
                  <a:lnTo>
                    <a:pt x="6753071" y="1032194"/>
                  </a:lnTo>
                  <a:lnTo>
                    <a:pt x="6823415" y="1033476"/>
                  </a:lnTo>
                  <a:lnTo>
                    <a:pt x="6893760" y="1034750"/>
                  </a:lnTo>
                  <a:lnTo>
                    <a:pt x="6964104" y="1036017"/>
                  </a:lnTo>
                  <a:lnTo>
                    <a:pt x="6964104" y="1231873"/>
                  </a:lnTo>
                  <a:lnTo>
                    <a:pt x="6893760" y="1230664"/>
                  </a:lnTo>
                  <a:lnTo>
                    <a:pt x="6823415" y="1229398"/>
                  </a:lnTo>
                  <a:lnTo>
                    <a:pt x="6753071" y="1228071"/>
                  </a:lnTo>
                  <a:lnTo>
                    <a:pt x="6682726" y="1226681"/>
                  </a:lnTo>
                  <a:lnTo>
                    <a:pt x="6612382" y="1225224"/>
                  </a:lnTo>
                  <a:lnTo>
                    <a:pt x="6542037" y="1223698"/>
                  </a:lnTo>
                  <a:lnTo>
                    <a:pt x="6471693" y="1222099"/>
                  </a:lnTo>
                  <a:lnTo>
                    <a:pt x="6401348" y="1220424"/>
                  </a:lnTo>
                  <a:lnTo>
                    <a:pt x="6331004" y="1218669"/>
                  </a:lnTo>
                  <a:lnTo>
                    <a:pt x="6260659" y="1216830"/>
                  </a:lnTo>
                  <a:lnTo>
                    <a:pt x="6190315" y="1214904"/>
                  </a:lnTo>
                  <a:lnTo>
                    <a:pt x="6119970" y="1212885"/>
                  </a:lnTo>
                  <a:lnTo>
                    <a:pt x="6049626" y="1210771"/>
                  </a:lnTo>
                  <a:lnTo>
                    <a:pt x="5979281" y="1208555"/>
                  </a:lnTo>
                  <a:lnTo>
                    <a:pt x="5908937" y="1206233"/>
                  </a:lnTo>
                  <a:lnTo>
                    <a:pt x="5838592" y="1203801"/>
                  </a:lnTo>
                  <a:lnTo>
                    <a:pt x="5768248" y="1201253"/>
                  </a:lnTo>
                  <a:lnTo>
                    <a:pt x="5697903" y="1198583"/>
                  </a:lnTo>
                  <a:lnTo>
                    <a:pt x="5627559" y="1195785"/>
                  </a:lnTo>
                  <a:lnTo>
                    <a:pt x="5557214" y="1192855"/>
                  </a:lnTo>
                  <a:lnTo>
                    <a:pt x="5486870" y="1189784"/>
                  </a:lnTo>
                  <a:lnTo>
                    <a:pt x="5416525" y="1186567"/>
                  </a:lnTo>
                  <a:lnTo>
                    <a:pt x="5346181" y="1183196"/>
                  </a:lnTo>
                  <a:lnTo>
                    <a:pt x="5275836" y="1179664"/>
                  </a:lnTo>
                  <a:lnTo>
                    <a:pt x="5205492" y="1175964"/>
                  </a:lnTo>
                  <a:lnTo>
                    <a:pt x="5135147" y="1172087"/>
                  </a:lnTo>
                  <a:lnTo>
                    <a:pt x="5064803" y="1168025"/>
                  </a:lnTo>
                  <a:lnTo>
                    <a:pt x="4994458" y="1163770"/>
                  </a:lnTo>
                  <a:lnTo>
                    <a:pt x="4924114" y="1159311"/>
                  </a:lnTo>
                  <a:lnTo>
                    <a:pt x="4853769" y="1154640"/>
                  </a:lnTo>
                  <a:lnTo>
                    <a:pt x="4783425" y="1149745"/>
                  </a:lnTo>
                  <a:lnTo>
                    <a:pt x="4713080" y="1144617"/>
                  </a:lnTo>
                  <a:lnTo>
                    <a:pt x="4642736" y="1139245"/>
                  </a:lnTo>
                  <a:lnTo>
                    <a:pt x="4572391" y="1133616"/>
                  </a:lnTo>
                  <a:lnTo>
                    <a:pt x="4502047" y="1127718"/>
                  </a:lnTo>
                  <a:lnTo>
                    <a:pt x="4431702" y="1121539"/>
                  </a:lnTo>
                  <a:lnTo>
                    <a:pt x="4361358" y="1115065"/>
                  </a:lnTo>
                  <a:lnTo>
                    <a:pt x="4291013" y="1108282"/>
                  </a:lnTo>
                  <a:lnTo>
                    <a:pt x="4220669" y="1101176"/>
                  </a:lnTo>
                  <a:lnTo>
                    <a:pt x="4150324" y="1093730"/>
                  </a:lnTo>
                  <a:lnTo>
                    <a:pt x="4079980" y="1085929"/>
                  </a:lnTo>
                  <a:lnTo>
                    <a:pt x="4009635" y="1077755"/>
                  </a:lnTo>
                  <a:lnTo>
                    <a:pt x="3939291" y="1069192"/>
                  </a:lnTo>
                  <a:lnTo>
                    <a:pt x="3868946" y="1060220"/>
                  </a:lnTo>
                  <a:lnTo>
                    <a:pt x="3798602" y="1050820"/>
                  </a:lnTo>
                  <a:lnTo>
                    <a:pt x="3728257" y="1040971"/>
                  </a:lnTo>
                  <a:lnTo>
                    <a:pt x="3657913" y="1030652"/>
                  </a:lnTo>
                  <a:lnTo>
                    <a:pt x="3587569" y="1019841"/>
                  </a:lnTo>
                  <a:lnTo>
                    <a:pt x="3517224" y="1008514"/>
                  </a:lnTo>
                  <a:lnTo>
                    <a:pt x="3446880" y="996647"/>
                  </a:lnTo>
                  <a:lnTo>
                    <a:pt x="3376535" y="984213"/>
                  </a:lnTo>
                  <a:lnTo>
                    <a:pt x="3306191" y="971185"/>
                  </a:lnTo>
                  <a:lnTo>
                    <a:pt x="3235846" y="957827"/>
                  </a:lnTo>
                  <a:lnTo>
                    <a:pt x="3165502" y="956113"/>
                  </a:lnTo>
                  <a:lnTo>
                    <a:pt x="3095157" y="954388"/>
                  </a:lnTo>
                  <a:lnTo>
                    <a:pt x="3024813" y="952654"/>
                  </a:lnTo>
                  <a:lnTo>
                    <a:pt x="2954468" y="950909"/>
                  </a:lnTo>
                  <a:lnTo>
                    <a:pt x="2884124" y="949155"/>
                  </a:lnTo>
                  <a:lnTo>
                    <a:pt x="2813779" y="947391"/>
                  </a:lnTo>
                  <a:lnTo>
                    <a:pt x="2743435" y="945616"/>
                  </a:lnTo>
                  <a:lnTo>
                    <a:pt x="2673090" y="943832"/>
                  </a:lnTo>
                  <a:lnTo>
                    <a:pt x="2602746" y="942037"/>
                  </a:lnTo>
                  <a:lnTo>
                    <a:pt x="2532401" y="940232"/>
                  </a:lnTo>
                  <a:lnTo>
                    <a:pt x="2462057" y="938416"/>
                  </a:lnTo>
                  <a:lnTo>
                    <a:pt x="2391712" y="936590"/>
                  </a:lnTo>
                  <a:lnTo>
                    <a:pt x="2321368" y="934754"/>
                  </a:lnTo>
                  <a:lnTo>
                    <a:pt x="2251023" y="932907"/>
                  </a:lnTo>
                  <a:lnTo>
                    <a:pt x="2180679" y="931050"/>
                  </a:lnTo>
                  <a:lnTo>
                    <a:pt x="2110334" y="929182"/>
                  </a:lnTo>
                  <a:lnTo>
                    <a:pt x="2039990" y="927303"/>
                  </a:lnTo>
                  <a:lnTo>
                    <a:pt x="1969645" y="925413"/>
                  </a:lnTo>
                  <a:lnTo>
                    <a:pt x="1899301" y="923513"/>
                  </a:lnTo>
                  <a:lnTo>
                    <a:pt x="1828956" y="921602"/>
                  </a:lnTo>
                  <a:lnTo>
                    <a:pt x="1758612" y="919680"/>
                  </a:lnTo>
                  <a:lnTo>
                    <a:pt x="1688267" y="917746"/>
                  </a:lnTo>
                  <a:lnTo>
                    <a:pt x="1617923" y="915802"/>
                  </a:lnTo>
                  <a:lnTo>
                    <a:pt x="1547578" y="913847"/>
                  </a:lnTo>
                  <a:lnTo>
                    <a:pt x="1477234" y="911880"/>
                  </a:lnTo>
                  <a:lnTo>
                    <a:pt x="1406889" y="909902"/>
                  </a:lnTo>
                  <a:lnTo>
                    <a:pt x="1336545" y="907913"/>
                  </a:lnTo>
                  <a:lnTo>
                    <a:pt x="1266200" y="905913"/>
                  </a:lnTo>
                  <a:lnTo>
                    <a:pt x="1195856" y="903901"/>
                  </a:lnTo>
                  <a:lnTo>
                    <a:pt x="1125511" y="901877"/>
                  </a:lnTo>
                  <a:lnTo>
                    <a:pt x="1055167" y="899842"/>
                  </a:lnTo>
                  <a:lnTo>
                    <a:pt x="984822" y="897795"/>
                  </a:lnTo>
                  <a:lnTo>
                    <a:pt x="914478" y="895736"/>
                  </a:lnTo>
                  <a:lnTo>
                    <a:pt x="844133" y="893666"/>
                  </a:lnTo>
                  <a:lnTo>
                    <a:pt x="773789" y="891584"/>
                  </a:lnTo>
                  <a:lnTo>
                    <a:pt x="703444" y="889490"/>
                  </a:lnTo>
                  <a:lnTo>
                    <a:pt x="633100" y="887384"/>
                  </a:lnTo>
                  <a:lnTo>
                    <a:pt x="562755" y="885266"/>
                  </a:lnTo>
                  <a:lnTo>
                    <a:pt x="492411" y="883135"/>
                  </a:lnTo>
                  <a:lnTo>
                    <a:pt x="422066" y="880993"/>
                  </a:lnTo>
                  <a:lnTo>
                    <a:pt x="351722" y="878838"/>
                  </a:lnTo>
                  <a:lnTo>
                    <a:pt x="281377" y="876671"/>
                  </a:lnTo>
                  <a:lnTo>
                    <a:pt x="211033" y="874491"/>
                  </a:lnTo>
                  <a:lnTo>
                    <a:pt x="140688" y="872299"/>
                  </a:lnTo>
                  <a:lnTo>
                    <a:pt x="70344" y="870095"/>
                  </a:lnTo>
                  <a:lnTo>
                    <a:pt x="0" y="8678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2307620" y="4336484"/>
              <a:ext cx="5891796" cy="1036017"/>
            </a:xfrm>
            <a:custGeom>
              <a:avLst/>
              <a:pathLst>
                <a:path w="5891796" h="1036017">
                  <a:moveTo>
                    <a:pt x="0" y="0"/>
                  </a:moveTo>
                  <a:lnTo>
                    <a:pt x="53203" y="43795"/>
                  </a:lnTo>
                  <a:lnTo>
                    <a:pt x="123548" y="99062"/>
                  </a:lnTo>
                  <a:lnTo>
                    <a:pt x="193892" y="151813"/>
                  </a:lnTo>
                  <a:lnTo>
                    <a:pt x="264237" y="202160"/>
                  </a:lnTo>
                  <a:lnTo>
                    <a:pt x="334581" y="250215"/>
                  </a:lnTo>
                  <a:lnTo>
                    <a:pt x="404926" y="296081"/>
                  </a:lnTo>
                  <a:lnTo>
                    <a:pt x="475270" y="339857"/>
                  </a:lnTo>
                  <a:lnTo>
                    <a:pt x="545615" y="381640"/>
                  </a:lnTo>
                  <a:lnTo>
                    <a:pt x="615959" y="421519"/>
                  </a:lnTo>
                  <a:lnTo>
                    <a:pt x="686304" y="459583"/>
                  </a:lnTo>
                  <a:lnTo>
                    <a:pt x="756648" y="495912"/>
                  </a:lnTo>
                  <a:lnTo>
                    <a:pt x="826993" y="530587"/>
                  </a:lnTo>
                  <a:lnTo>
                    <a:pt x="897337" y="563682"/>
                  </a:lnTo>
                  <a:lnTo>
                    <a:pt x="967682" y="595270"/>
                  </a:lnTo>
                  <a:lnTo>
                    <a:pt x="1038026" y="625420"/>
                  </a:lnTo>
                  <a:lnTo>
                    <a:pt x="1108371" y="654196"/>
                  </a:lnTo>
                  <a:lnTo>
                    <a:pt x="1178715" y="681661"/>
                  </a:lnTo>
                  <a:lnTo>
                    <a:pt x="1249060" y="707876"/>
                  </a:lnTo>
                  <a:lnTo>
                    <a:pt x="1319404" y="732896"/>
                  </a:lnTo>
                  <a:lnTo>
                    <a:pt x="1389749" y="756777"/>
                  </a:lnTo>
                  <a:lnTo>
                    <a:pt x="1460093" y="779570"/>
                  </a:lnTo>
                  <a:lnTo>
                    <a:pt x="1530437" y="801325"/>
                  </a:lnTo>
                  <a:lnTo>
                    <a:pt x="1600782" y="822089"/>
                  </a:lnTo>
                  <a:lnTo>
                    <a:pt x="1671126" y="841907"/>
                  </a:lnTo>
                  <a:lnTo>
                    <a:pt x="1741471" y="860823"/>
                  </a:lnTo>
                  <a:lnTo>
                    <a:pt x="1811815" y="878877"/>
                  </a:lnTo>
                  <a:lnTo>
                    <a:pt x="1882160" y="896109"/>
                  </a:lnTo>
                  <a:lnTo>
                    <a:pt x="1952504" y="912555"/>
                  </a:lnTo>
                  <a:lnTo>
                    <a:pt x="2022849" y="928253"/>
                  </a:lnTo>
                  <a:lnTo>
                    <a:pt x="2093193" y="943236"/>
                  </a:lnTo>
                  <a:lnTo>
                    <a:pt x="2163538" y="957536"/>
                  </a:lnTo>
                  <a:lnTo>
                    <a:pt x="2233882" y="959532"/>
                  </a:lnTo>
                  <a:lnTo>
                    <a:pt x="2304227" y="961227"/>
                  </a:lnTo>
                  <a:lnTo>
                    <a:pt x="2374571" y="962913"/>
                  </a:lnTo>
                  <a:lnTo>
                    <a:pt x="2444916" y="964589"/>
                  </a:lnTo>
                  <a:lnTo>
                    <a:pt x="2515260" y="966255"/>
                  </a:lnTo>
                  <a:lnTo>
                    <a:pt x="2585605" y="967912"/>
                  </a:lnTo>
                  <a:lnTo>
                    <a:pt x="2655949" y="969560"/>
                  </a:lnTo>
                  <a:lnTo>
                    <a:pt x="2726294" y="971198"/>
                  </a:lnTo>
                  <a:lnTo>
                    <a:pt x="2796638" y="972827"/>
                  </a:lnTo>
                  <a:lnTo>
                    <a:pt x="2866983" y="974446"/>
                  </a:lnTo>
                  <a:lnTo>
                    <a:pt x="2937327" y="976056"/>
                  </a:lnTo>
                  <a:lnTo>
                    <a:pt x="3007672" y="977658"/>
                  </a:lnTo>
                  <a:lnTo>
                    <a:pt x="3078016" y="979250"/>
                  </a:lnTo>
                  <a:lnTo>
                    <a:pt x="3148361" y="980833"/>
                  </a:lnTo>
                  <a:lnTo>
                    <a:pt x="3218705" y="982406"/>
                  </a:lnTo>
                  <a:lnTo>
                    <a:pt x="3289050" y="983971"/>
                  </a:lnTo>
                  <a:lnTo>
                    <a:pt x="3359394" y="985527"/>
                  </a:lnTo>
                  <a:lnTo>
                    <a:pt x="3429739" y="987075"/>
                  </a:lnTo>
                  <a:lnTo>
                    <a:pt x="3500083" y="988613"/>
                  </a:lnTo>
                  <a:lnTo>
                    <a:pt x="3570428" y="990143"/>
                  </a:lnTo>
                  <a:lnTo>
                    <a:pt x="3640772" y="991663"/>
                  </a:lnTo>
                  <a:lnTo>
                    <a:pt x="3711117" y="993176"/>
                  </a:lnTo>
                  <a:lnTo>
                    <a:pt x="3781461" y="994679"/>
                  </a:lnTo>
                  <a:lnTo>
                    <a:pt x="3851806" y="996174"/>
                  </a:lnTo>
                  <a:lnTo>
                    <a:pt x="3922150" y="997661"/>
                  </a:lnTo>
                  <a:lnTo>
                    <a:pt x="3992495" y="999139"/>
                  </a:lnTo>
                  <a:lnTo>
                    <a:pt x="4062839" y="1000609"/>
                  </a:lnTo>
                  <a:lnTo>
                    <a:pt x="4133184" y="1002070"/>
                  </a:lnTo>
                  <a:lnTo>
                    <a:pt x="4203528" y="1003523"/>
                  </a:lnTo>
                  <a:lnTo>
                    <a:pt x="4273873" y="1004968"/>
                  </a:lnTo>
                  <a:lnTo>
                    <a:pt x="4344217" y="1006404"/>
                  </a:lnTo>
                  <a:lnTo>
                    <a:pt x="4414562" y="1007832"/>
                  </a:lnTo>
                  <a:lnTo>
                    <a:pt x="4484906" y="1009252"/>
                  </a:lnTo>
                  <a:lnTo>
                    <a:pt x="4555251" y="1010665"/>
                  </a:lnTo>
                  <a:lnTo>
                    <a:pt x="4625595" y="1012069"/>
                  </a:lnTo>
                  <a:lnTo>
                    <a:pt x="4695940" y="1013465"/>
                  </a:lnTo>
                  <a:lnTo>
                    <a:pt x="4766284" y="1014853"/>
                  </a:lnTo>
                  <a:lnTo>
                    <a:pt x="4836629" y="1016233"/>
                  </a:lnTo>
                  <a:lnTo>
                    <a:pt x="4906973" y="1017605"/>
                  </a:lnTo>
                  <a:lnTo>
                    <a:pt x="4977318" y="1018970"/>
                  </a:lnTo>
                  <a:lnTo>
                    <a:pt x="5047662" y="1020326"/>
                  </a:lnTo>
                  <a:lnTo>
                    <a:pt x="5118007" y="1021675"/>
                  </a:lnTo>
                  <a:lnTo>
                    <a:pt x="5188351" y="1023017"/>
                  </a:lnTo>
                  <a:lnTo>
                    <a:pt x="5258695" y="1024350"/>
                  </a:lnTo>
                  <a:lnTo>
                    <a:pt x="5329040" y="1025676"/>
                  </a:lnTo>
                  <a:lnTo>
                    <a:pt x="5399384" y="1026995"/>
                  </a:lnTo>
                  <a:lnTo>
                    <a:pt x="5469729" y="1028306"/>
                  </a:lnTo>
                  <a:lnTo>
                    <a:pt x="5540073" y="1029609"/>
                  </a:lnTo>
                  <a:lnTo>
                    <a:pt x="5610418" y="1030906"/>
                  </a:lnTo>
                  <a:lnTo>
                    <a:pt x="5680762" y="1032194"/>
                  </a:lnTo>
                  <a:lnTo>
                    <a:pt x="5751107" y="1033476"/>
                  </a:lnTo>
                  <a:lnTo>
                    <a:pt x="5821451" y="1034750"/>
                  </a:lnTo>
                  <a:lnTo>
                    <a:pt x="5891796" y="10360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5204362"/>
              <a:ext cx="6964104" cy="363995"/>
            </a:xfrm>
            <a:custGeom>
              <a:avLst/>
              <a:pathLst>
                <a:path w="6964104" h="363995">
                  <a:moveTo>
                    <a:pt x="6964104" y="363995"/>
                  </a:moveTo>
                  <a:lnTo>
                    <a:pt x="6893760" y="362786"/>
                  </a:lnTo>
                  <a:lnTo>
                    <a:pt x="6823415" y="361520"/>
                  </a:lnTo>
                  <a:lnTo>
                    <a:pt x="6753071" y="360193"/>
                  </a:lnTo>
                  <a:lnTo>
                    <a:pt x="6682726" y="358803"/>
                  </a:lnTo>
                  <a:lnTo>
                    <a:pt x="6612382" y="357346"/>
                  </a:lnTo>
                  <a:lnTo>
                    <a:pt x="6542037" y="355820"/>
                  </a:lnTo>
                  <a:lnTo>
                    <a:pt x="6471693" y="354221"/>
                  </a:lnTo>
                  <a:lnTo>
                    <a:pt x="6401348" y="352546"/>
                  </a:lnTo>
                  <a:lnTo>
                    <a:pt x="6331004" y="350791"/>
                  </a:lnTo>
                  <a:lnTo>
                    <a:pt x="6260659" y="348952"/>
                  </a:lnTo>
                  <a:lnTo>
                    <a:pt x="6190315" y="347026"/>
                  </a:lnTo>
                  <a:lnTo>
                    <a:pt x="6119970" y="345007"/>
                  </a:lnTo>
                  <a:lnTo>
                    <a:pt x="6049626" y="342892"/>
                  </a:lnTo>
                  <a:lnTo>
                    <a:pt x="5979281" y="340677"/>
                  </a:lnTo>
                  <a:lnTo>
                    <a:pt x="5908937" y="338355"/>
                  </a:lnTo>
                  <a:lnTo>
                    <a:pt x="5838592" y="335923"/>
                  </a:lnTo>
                  <a:lnTo>
                    <a:pt x="5768248" y="333375"/>
                  </a:lnTo>
                  <a:lnTo>
                    <a:pt x="5697903" y="330705"/>
                  </a:lnTo>
                  <a:lnTo>
                    <a:pt x="5627559" y="327907"/>
                  </a:lnTo>
                  <a:lnTo>
                    <a:pt x="5557214" y="324976"/>
                  </a:lnTo>
                  <a:lnTo>
                    <a:pt x="5486870" y="321906"/>
                  </a:lnTo>
                  <a:lnTo>
                    <a:pt x="5416525" y="318688"/>
                  </a:lnTo>
                  <a:lnTo>
                    <a:pt x="5346181" y="315318"/>
                  </a:lnTo>
                  <a:lnTo>
                    <a:pt x="5275836" y="311786"/>
                  </a:lnTo>
                  <a:lnTo>
                    <a:pt x="5205492" y="308086"/>
                  </a:lnTo>
                  <a:lnTo>
                    <a:pt x="5135147" y="304209"/>
                  </a:lnTo>
                  <a:lnTo>
                    <a:pt x="5064803" y="300147"/>
                  </a:lnTo>
                  <a:lnTo>
                    <a:pt x="4994458" y="295892"/>
                  </a:lnTo>
                  <a:lnTo>
                    <a:pt x="4924114" y="291433"/>
                  </a:lnTo>
                  <a:lnTo>
                    <a:pt x="4853769" y="286762"/>
                  </a:lnTo>
                  <a:lnTo>
                    <a:pt x="4783425" y="281867"/>
                  </a:lnTo>
                  <a:lnTo>
                    <a:pt x="4713080" y="276739"/>
                  </a:lnTo>
                  <a:lnTo>
                    <a:pt x="4642736" y="271367"/>
                  </a:lnTo>
                  <a:lnTo>
                    <a:pt x="4572391" y="265738"/>
                  </a:lnTo>
                  <a:lnTo>
                    <a:pt x="4502047" y="259840"/>
                  </a:lnTo>
                  <a:lnTo>
                    <a:pt x="4431702" y="253661"/>
                  </a:lnTo>
                  <a:lnTo>
                    <a:pt x="4361358" y="247187"/>
                  </a:lnTo>
                  <a:lnTo>
                    <a:pt x="4291013" y="240404"/>
                  </a:lnTo>
                  <a:lnTo>
                    <a:pt x="4220669" y="233297"/>
                  </a:lnTo>
                  <a:lnTo>
                    <a:pt x="4150324" y="225852"/>
                  </a:lnTo>
                  <a:lnTo>
                    <a:pt x="4079980" y="218051"/>
                  </a:lnTo>
                  <a:lnTo>
                    <a:pt x="4009635" y="209877"/>
                  </a:lnTo>
                  <a:lnTo>
                    <a:pt x="3939291" y="201314"/>
                  </a:lnTo>
                  <a:lnTo>
                    <a:pt x="3868946" y="192342"/>
                  </a:lnTo>
                  <a:lnTo>
                    <a:pt x="3798602" y="182942"/>
                  </a:lnTo>
                  <a:lnTo>
                    <a:pt x="3728257" y="173093"/>
                  </a:lnTo>
                  <a:lnTo>
                    <a:pt x="3657913" y="162774"/>
                  </a:lnTo>
                  <a:lnTo>
                    <a:pt x="3587569" y="151963"/>
                  </a:lnTo>
                  <a:lnTo>
                    <a:pt x="3517224" y="140636"/>
                  </a:lnTo>
                  <a:lnTo>
                    <a:pt x="3446880" y="128768"/>
                  </a:lnTo>
                  <a:lnTo>
                    <a:pt x="3376535" y="116334"/>
                  </a:lnTo>
                  <a:lnTo>
                    <a:pt x="3306191" y="103307"/>
                  </a:lnTo>
                  <a:lnTo>
                    <a:pt x="3235846" y="89949"/>
                  </a:lnTo>
                  <a:lnTo>
                    <a:pt x="3165502" y="88234"/>
                  </a:lnTo>
                  <a:lnTo>
                    <a:pt x="3095157" y="86510"/>
                  </a:lnTo>
                  <a:lnTo>
                    <a:pt x="3024813" y="84776"/>
                  </a:lnTo>
                  <a:lnTo>
                    <a:pt x="2954468" y="83031"/>
                  </a:lnTo>
                  <a:lnTo>
                    <a:pt x="2884124" y="81277"/>
                  </a:lnTo>
                  <a:lnTo>
                    <a:pt x="2813779" y="79513"/>
                  </a:lnTo>
                  <a:lnTo>
                    <a:pt x="2743435" y="77738"/>
                  </a:lnTo>
                  <a:lnTo>
                    <a:pt x="2673090" y="75953"/>
                  </a:lnTo>
                  <a:lnTo>
                    <a:pt x="2602746" y="74159"/>
                  </a:lnTo>
                  <a:lnTo>
                    <a:pt x="2532401" y="72353"/>
                  </a:lnTo>
                  <a:lnTo>
                    <a:pt x="2462057" y="70538"/>
                  </a:lnTo>
                  <a:lnTo>
                    <a:pt x="2391712" y="68712"/>
                  </a:lnTo>
                  <a:lnTo>
                    <a:pt x="2321368" y="66876"/>
                  </a:lnTo>
                  <a:lnTo>
                    <a:pt x="2251023" y="65029"/>
                  </a:lnTo>
                  <a:lnTo>
                    <a:pt x="2180679" y="63172"/>
                  </a:lnTo>
                  <a:lnTo>
                    <a:pt x="2110334" y="61303"/>
                  </a:lnTo>
                  <a:lnTo>
                    <a:pt x="2039990" y="59425"/>
                  </a:lnTo>
                  <a:lnTo>
                    <a:pt x="1969645" y="57535"/>
                  </a:lnTo>
                  <a:lnTo>
                    <a:pt x="1899301" y="55635"/>
                  </a:lnTo>
                  <a:lnTo>
                    <a:pt x="1828956" y="53724"/>
                  </a:lnTo>
                  <a:lnTo>
                    <a:pt x="1758612" y="51801"/>
                  </a:lnTo>
                  <a:lnTo>
                    <a:pt x="1688267" y="49868"/>
                  </a:lnTo>
                  <a:lnTo>
                    <a:pt x="1617923" y="47924"/>
                  </a:lnTo>
                  <a:lnTo>
                    <a:pt x="1547578" y="45969"/>
                  </a:lnTo>
                  <a:lnTo>
                    <a:pt x="1477234" y="44002"/>
                  </a:lnTo>
                  <a:lnTo>
                    <a:pt x="1406889" y="42024"/>
                  </a:lnTo>
                  <a:lnTo>
                    <a:pt x="1336545" y="40035"/>
                  </a:lnTo>
                  <a:lnTo>
                    <a:pt x="1266200" y="38034"/>
                  </a:lnTo>
                  <a:lnTo>
                    <a:pt x="1195856" y="36022"/>
                  </a:lnTo>
                  <a:lnTo>
                    <a:pt x="1125511" y="33999"/>
                  </a:lnTo>
                  <a:lnTo>
                    <a:pt x="1055167" y="31964"/>
                  </a:lnTo>
                  <a:lnTo>
                    <a:pt x="984822" y="29917"/>
                  </a:lnTo>
                  <a:lnTo>
                    <a:pt x="914478" y="27858"/>
                  </a:lnTo>
                  <a:lnTo>
                    <a:pt x="844133" y="25788"/>
                  </a:lnTo>
                  <a:lnTo>
                    <a:pt x="773789" y="23706"/>
                  </a:lnTo>
                  <a:lnTo>
                    <a:pt x="703444" y="21612"/>
                  </a:lnTo>
                  <a:lnTo>
                    <a:pt x="633100" y="19506"/>
                  </a:lnTo>
                  <a:lnTo>
                    <a:pt x="562755" y="17387"/>
                  </a:lnTo>
                  <a:lnTo>
                    <a:pt x="492411" y="15257"/>
                  </a:lnTo>
                  <a:lnTo>
                    <a:pt x="422066" y="13115"/>
                  </a:lnTo>
                  <a:lnTo>
                    <a:pt x="351722" y="10960"/>
                  </a:lnTo>
                  <a:lnTo>
                    <a:pt x="281377" y="8793"/>
                  </a:lnTo>
                  <a:lnTo>
                    <a:pt x="211033" y="6613"/>
                  </a:lnTo>
                  <a:lnTo>
                    <a:pt x="140688" y="4421"/>
                  </a:lnTo>
                  <a:lnTo>
                    <a:pt x="70344" y="22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1235312" y="4595701"/>
              <a:ext cx="6964104" cy="923136"/>
            </a:xfrm>
            <a:custGeom>
              <a:avLst/>
              <a:pathLst>
                <a:path w="6964104" h="923136">
                  <a:moveTo>
                    <a:pt x="0" y="0"/>
                  </a:moveTo>
                  <a:lnTo>
                    <a:pt x="70344" y="25772"/>
                  </a:lnTo>
                  <a:lnTo>
                    <a:pt x="140688" y="50880"/>
                  </a:lnTo>
                  <a:lnTo>
                    <a:pt x="211033" y="75339"/>
                  </a:lnTo>
                  <a:lnTo>
                    <a:pt x="281377" y="99166"/>
                  </a:lnTo>
                  <a:lnTo>
                    <a:pt x="351722" y="122378"/>
                  </a:lnTo>
                  <a:lnTo>
                    <a:pt x="422066" y="144991"/>
                  </a:lnTo>
                  <a:lnTo>
                    <a:pt x="492411" y="167019"/>
                  </a:lnTo>
                  <a:lnTo>
                    <a:pt x="562755" y="188479"/>
                  </a:lnTo>
                  <a:lnTo>
                    <a:pt x="633100" y="209384"/>
                  </a:lnTo>
                  <a:lnTo>
                    <a:pt x="703444" y="229750"/>
                  </a:lnTo>
                  <a:lnTo>
                    <a:pt x="773789" y="249589"/>
                  </a:lnTo>
                  <a:lnTo>
                    <a:pt x="844133" y="268917"/>
                  </a:lnTo>
                  <a:lnTo>
                    <a:pt x="914478" y="287745"/>
                  </a:lnTo>
                  <a:lnTo>
                    <a:pt x="984822" y="306087"/>
                  </a:lnTo>
                  <a:lnTo>
                    <a:pt x="1055167" y="323955"/>
                  </a:lnTo>
                  <a:lnTo>
                    <a:pt x="1125511" y="341362"/>
                  </a:lnTo>
                  <a:lnTo>
                    <a:pt x="1195856" y="358319"/>
                  </a:lnTo>
                  <a:lnTo>
                    <a:pt x="1266200" y="374839"/>
                  </a:lnTo>
                  <a:lnTo>
                    <a:pt x="1336545" y="390931"/>
                  </a:lnTo>
                  <a:lnTo>
                    <a:pt x="1406889" y="406608"/>
                  </a:lnTo>
                  <a:lnTo>
                    <a:pt x="1477234" y="421881"/>
                  </a:lnTo>
                  <a:lnTo>
                    <a:pt x="1547578" y="436759"/>
                  </a:lnTo>
                  <a:lnTo>
                    <a:pt x="1617923" y="451252"/>
                  </a:lnTo>
                  <a:lnTo>
                    <a:pt x="1688267" y="465372"/>
                  </a:lnTo>
                  <a:lnTo>
                    <a:pt x="1758612" y="479126"/>
                  </a:lnTo>
                  <a:lnTo>
                    <a:pt x="1828956" y="492526"/>
                  </a:lnTo>
                  <a:lnTo>
                    <a:pt x="1899301" y="505579"/>
                  </a:lnTo>
                  <a:lnTo>
                    <a:pt x="1969645" y="518296"/>
                  </a:lnTo>
                  <a:lnTo>
                    <a:pt x="2039990" y="530684"/>
                  </a:lnTo>
                  <a:lnTo>
                    <a:pt x="2110334" y="542752"/>
                  </a:lnTo>
                  <a:lnTo>
                    <a:pt x="2180679" y="554508"/>
                  </a:lnTo>
                  <a:lnTo>
                    <a:pt x="2251023" y="565961"/>
                  </a:lnTo>
                  <a:lnTo>
                    <a:pt x="2321368" y="577118"/>
                  </a:lnTo>
                  <a:lnTo>
                    <a:pt x="2391712" y="587987"/>
                  </a:lnTo>
                  <a:lnTo>
                    <a:pt x="2462057" y="598575"/>
                  </a:lnTo>
                  <a:lnTo>
                    <a:pt x="2532401" y="608890"/>
                  </a:lnTo>
                  <a:lnTo>
                    <a:pt x="2602746" y="618938"/>
                  </a:lnTo>
                  <a:lnTo>
                    <a:pt x="2673090" y="628727"/>
                  </a:lnTo>
                  <a:lnTo>
                    <a:pt x="2743435" y="638263"/>
                  </a:lnTo>
                  <a:lnTo>
                    <a:pt x="2813779" y="647553"/>
                  </a:lnTo>
                  <a:lnTo>
                    <a:pt x="2884124" y="656603"/>
                  </a:lnTo>
                  <a:lnTo>
                    <a:pt x="2954468" y="665419"/>
                  </a:lnTo>
                  <a:lnTo>
                    <a:pt x="3024813" y="674007"/>
                  </a:lnTo>
                  <a:lnTo>
                    <a:pt x="3095157" y="682374"/>
                  </a:lnTo>
                  <a:lnTo>
                    <a:pt x="3165502" y="690525"/>
                  </a:lnTo>
                  <a:lnTo>
                    <a:pt x="3235846" y="698465"/>
                  </a:lnTo>
                  <a:lnTo>
                    <a:pt x="3306191" y="706200"/>
                  </a:lnTo>
                  <a:lnTo>
                    <a:pt x="3376535" y="713735"/>
                  </a:lnTo>
                  <a:lnTo>
                    <a:pt x="3446880" y="721076"/>
                  </a:lnTo>
                  <a:lnTo>
                    <a:pt x="3517224" y="728227"/>
                  </a:lnTo>
                  <a:lnTo>
                    <a:pt x="3587569" y="735194"/>
                  </a:lnTo>
                  <a:lnTo>
                    <a:pt x="3657913" y="741980"/>
                  </a:lnTo>
                  <a:lnTo>
                    <a:pt x="3728257" y="748592"/>
                  </a:lnTo>
                  <a:lnTo>
                    <a:pt x="3798602" y="755032"/>
                  </a:lnTo>
                  <a:lnTo>
                    <a:pt x="3868946" y="761306"/>
                  </a:lnTo>
                  <a:lnTo>
                    <a:pt x="3939291" y="767419"/>
                  </a:lnTo>
                  <a:lnTo>
                    <a:pt x="4009635" y="773373"/>
                  </a:lnTo>
                  <a:lnTo>
                    <a:pt x="4079980" y="779174"/>
                  </a:lnTo>
                  <a:lnTo>
                    <a:pt x="4150324" y="784824"/>
                  </a:lnTo>
                  <a:lnTo>
                    <a:pt x="4220669" y="790329"/>
                  </a:lnTo>
                  <a:lnTo>
                    <a:pt x="4291013" y="795692"/>
                  </a:lnTo>
                  <a:lnTo>
                    <a:pt x="4361358" y="800916"/>
                  </a:lnTo>
                  <a:lnTo>
                    <a:pt x="4431702" y="806005"/>
                  </a:lnTo>
                  <a:lnTo>
                    <a:pt x="4502047" y="810963"/>
                  </a:lnTo>
                  <a:lnTo>
                    <a:pt x="4572391" y="815793"/>
                  </a:lnTo>
                  <a:lnTo>
                    <a:pt x="4642736" y="820498"/>
                  </a:lnTo>
                  <a:lnTo>
                    <a:pt x="4713080" y="825082"/>
                  </a:lnTo>
                  <a:lnTo>
                    <a:pt x="4783425" y="829547"/>
                  </a:lnTo>
                  <a:lnTo>
                    <a:pt x="4853769" y="833897"/>
                  </a:lnTo>
                  <a:lnTo>
                    <a:pt x="4924114" y="838134"/>
                  </a:lnTo>
                  <a:lnTo>
                    <a:pt x="4994458" y="842263"/>
                  </a:lnTo>
                  <a:lnTo>
                    <a:pt x="5064803" y="846284"/>
                  </a:lnTo>
                  <a:lnTo>
                    <a:pt x="5135147" y="850202"/>
                  </a:lnTo>
                  <a:lnTo>
                    <a:pt x="5205492" y="854018"/>
                  </a:lnTo>
                  <a:lnTo>
                    <a:pt x="5275836" y="857736"/>
                  </a:lnTo>
                  <a:lnTo>
                    <a:pt x="5346181" y="861358"/>
                  </a:lnTo>
                  <a:lnTo>
                    <a:pt x="5416525" y="864887"/>
                  </a:lnTo>
                  <a:lnTo>
                    <a:pt x="5486870" y="868324"/>
                  </a:lnTo>
                  <a:lnTo>
                    <a:pt x="5557214" y="871672"/>
                  </a:lnTo>
                  <a:lnTo>
                    <a:pt x="5627559" y="874934"/>
                  </a:lnTo>
                  <a:lnTo>
                    <a:pt x="5697903" y="878112"/>
                  </a:lnTo>
                  <a:lnTo>
                    <a:pt x="5768248" y="881208"/>
                  </a:lnTo>
                  <a:lnTo>
                    <a:pt x="5838592" y="884224"/>
                  </a:lnTo>
                  <a:lnTo>
                    <a:pt x="5908937" y="887161"/>
                  </a:lnTo>
                  <a:lnTo>
                    <a:pt x="5979281" y="890023"/>
                  </a:lnTo>
                  <a:lnTo>
                    <a:pt x="6049626" y="892812"/>
                  </a:lnTo>
                  <a:lnTo>
                    <a:pt x="6119970" y="895528"/>
                  </a:lnTo>
                  <a:lnTo>
                    <a:pt x="6190315" y="898174"/>
                  </a:lnTo>
                  <a:lnTo>
                    <a:pt x="6260659" y="900751"/>
                  </a:lnTo>
                  <a:lnTo>
                    <a:pt x="6331004" y="903262"/>
                  </a:lnTo>
                  <a:lnTo>
                    <a:pt x="6401348" y="905708"/>
                  </a:lnTo>
                  <a:lnTo>
                    <a:pt x="6471693" y="908091"/>
                  </a:lnTo>
                  <a:lnTo>
                    <a:pt x="6542037" y="910413"/>
                  </a:lnTo>
                  <a:lnTo>
                    <a:pt x="6612382" y="912675"/>
                  </a:lnTo>
                  <a:lnTo>
                    <a:pt x="6682726" y="914878"/>
                  </a:lnTo>
                  <a:lnTo>
                    <a:pt x="6753071" y="917024"/>
                  </a:lnTo>
                  <a:lnTo>
                    <a:pt x="6823415" y="919115"/>
                  </a:lnTo>
                  <a:lnTo>
                    <a:pt x="6893760" y="921152"/>
                  </a:lnTo>
                  <a:lnTo>
                    <a:pt x="6964104" y="92313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47282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306098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113264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92042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372759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584458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5360534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616769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697486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7782030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8" name="tx88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4159544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1.35 (1.07-1.71), p_Bonf = 0.073 (n = 6)  |  per IQR decline (Δ = 29.5 %): 2.43 (1.21-4.85)  |  IQR: [-15.6, 13.9] 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887106" y="3932770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2026-07-22T08:00:08Z</dcterms:modified>
  <cp:category/>
</cp:coreProperties>
</file>