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80712"/>
            </a:xfrm>
            <a:custGeom>
              <a:avLst/>
              <a:pathLst>
                <a:path w="7090630" h="3480712">
                  <a:moveTo>
                    <a:pt x="2326816" y="0"/>
                  </a:moveTo>
                  <a:lnTo>
                    <a:pt x="2363543" y="188769"/>
                  </a:lnTo>
                  <a:lnTo>
                    <a:pt x="2435165" y="519903"/>
                  </a:lnTo>
                  <a:lnTo>
                    <a:pt x="2506788" y="817759"/>
                  </a:lnTo>
                  <a:lnTo>
                    <a:pt x="2578410" y="1085681"/>
                  </a:lnTo>
                  <a:lnTo>
                    <a:pt x="2650033" y="1326678"/>
                  </a:lnTo>
                  <a:lnTo>
                    <a:pt x="2721655" y="1543456"/>
                  </a:lnTo>
                  <a:lnTo>
                    <a:pt x="2793278" y="1738448"/>
                  </a:lnTo>
                  <a:lnTo>
                    <a:pt x="2864901" y="1913844"/>
                  </a:lnTo>
                  <a:lnTo>
                    <a:pt x="2936523" y="2071614"/>
                  </a:lnTo>
                  <a:lnTo>
                    <a:pt x="3008146" y="2213528"/>
                  </a:lnTo>
                  <a:lnTo>
                    <a:pt x="3079768" y="2341181"/>
                  </a:lnTo>
                  <a:lnTo>
                    <a:pt x="3151391" y="2456004"/>
                  </a:lnTo>
                  <a:lnTo>
                    <a:pt x="3223013" y="2559289"/>
                  </a:lnTo>
                  <a:lnTo>
                    <a:pt x="3294636" y="2652194"/>
                  </a:lnTo>
                  <a:lnTo>
                    <a:pt x="3366258" y="2661893"/>
                  </a:lnTo>
                  <a:lnTo>
                    <a:pt x="3437881" y="2669616"/>
                  </a:lnTo>
                  <a:lnTo>
                    <a:pt x="3509503" y="2677266"/>
                  </a:lnTo>
                  <a:lnTo>
                    <a:pt x="3581126" y="2684845"/>
                  </a:lnTo>
                  <a:lnTo>
                    <a:pt x="3652748" y="2692352"/>
                  </a:lnTo>
                  <a:lnTo>
                    <a:pt x="3724371" y="2699789"/>
                  </a:lnTo>
                  <a:lnTo>
                    <a:pt x="3795993" y="2707155"/>
                  </a:lnTo>
                  <a:lnTo>
                    <a:pt x="3867616" y="2714453"/>
                  </a:lnTo>
                  <a:lnTo>
                    <a:pt x="3939238" y="2721682"/>
                  </a:lnTo>
                  <a:lnTo>
                    <a:pt x="4010861" y="2728843"/>
                  </a:lnTo>
                  <a:lnTo>
                    <a:pt x="4082483" y="2735937"/>
                  </a:lnTo>
                  <a:lnTo>
                    <a:pt x="4154106" y="2742964"/>
                  </a:lnTo>
                  <a:lnTo>
                    <a:pt x="4225729" y="2749925"/>
                  </a:lnTo>
                  <a:lnTo>
                    <a:pt x="4297351" y="2756821"/>
                  </a:lnTo>
                  <a:lnTo>
                    <a:pt x="4368974" y="2763651"/>
                  </a:lnTo>
                  <a:lnTo>
                    <a:pt x="4440596" y="2770418"/>
                  </a:lnTo>
                  <a:lnTo>
                    <a:pt x="4512219" y="2777121"/>
                  </a:lnTo>
                  <a:lnTo>
                    <a:pt x="4583841" y="2783761"/>
                  </a:lnTo>
                  <a:lnTo>
                    <a:pt x="4655464" y="2790339"/>
                  </a:lnTo>
                  <a:lnTo>
                    <a:pt x="4727086" y="2796855"/>
                  </a:lnTo>
                  <a:lnTo>
                    <a:pt x="4798709" y="2803310"/>
                  </a:lnTo>
                  <a:lnTo>
                    <a:pt x="4870331" y="2809704"/>
                  </a:lnTo>
                  <a:lnTo>
                    <a:pt x="4941954" y="2816037"/>
                  </a:lnTo>
                  <a:lnTo>
                    <a:pt x="5013576" y="2822312"/>
                  </a:lnTo>
                  <a:lnTo>
                    <a:pt x="5085199" y="2828527"/>
                  </a:lnTo>
                  <a:lnTo>
                    <a:pt x="5156821" y="2834684"/>
                  </a:lnTo>
                  <a:lnTo>
                    <a:pt x="5228444" y="2840784"/>
                  </a:lnTo>
                  <a:lnTo>
                    <a:pt x="5300066" y="2846825"/>
                  </a:lnTo>
                  <a:lnTo>
                    <a:pt x="5371689" y="2852810"/>
                  </a:lnTo>
                  <a:lnTo>
                    <a:pt x="5443311" y="2858739"/>
                  </a:lnTo>
                  <a:lnTo>
                    <a:pt x="5514934" y="2864612"/>
                  </a:lnTo>
                  <a:lnTo>
                    <a:pt x="5586557" y="2870430"/>
                  </a:lnTo>
                  <a:lnTo>
                    <a:pt x="5658179" y="2876194"/>
                  </a:lnTo>
                  <a:lnTo>
                    <a:pt x="5729802" y="2881903"/>
                  </a:lnTo>
                  <a:lnTo>
                    <a:pt x="5801424" y="2887558"/>
                  </a:lnTo>
                  <a:lnTo>
                    <a:pt x="5873047" y="2893161"/>
                  </a:lnTo>
                  <a:lnTo>
                    <a:pt x="5944669" y="2898710"/>
                  </a:lnTo>
                  <a:lnTo>
                    <a:pt x="6016292" y="2904208"/>
                  </a:lnTo>
                  <a:lnTo>
                    <a:pt x="6087914" y="2909654"/>
                  </a:lnTo>
                  <a:lnTo>
                    <a:pt x="6159537" y="2915048"/>
                  </a:lnTo>
                  <a:lnTo>
                    <a:pt x="6231159" y="2920392"/>
                  </a:lnTo>
                  <a:lnTo>
                    <a:pt x="6302782" y="2925686"/>
                  </a:lnTo>
                  <a:lnTo>
                    <a:pt x="6374404" y="2930930"/>
                  </a:lnTo>
                  <a:lnTo>
                    <a:pt x="6446027" y="2936125"/>
                  </a:lnTo>
                  <a:lnTo>
                    <a:pt x="6517649" y="2941271"/>
                  </a:lnTo>
                  <a:lnTo>
                    <a:pt x="6589272" y="2946369"/>
                  </a:lnTo>
                  <a:lnTo>
                    <a:pt x="6660894" y="2951418"/>
                  </a:lnTo>
                  <a:lnTo>
                    <a:pt x="6732517" y="2956421"/>
                  </a:lnTo>
                  <a:lnTo>
                    <a:pt x="6804139" y="2961376"/>
                  </a:lnTo>
                  <a:lnTo>
                    <a:pt x="6875762" y="2966284"/>
                  </a:lnTo>
                  <a:lnTo>
                    <a:pt x="6947385" y="2971147"/>
                  </a:lnTo>
                  <a:lnTo>
                    <a:pt x="7019007" y="2975964"/>
                  </a:lnTo>
                  <a:lnTo>
                    <a:pt x="7090630" y="2980735"/>
                  </a:lnTo>
                  <a:lnTo>
                    <a:pt x="7090630" y="3480712"/>
                  </a:lnTo>
                  <a:lnTo>
                    <a:pt x="7019007" y="3480373"/>
                  </a:lnTo>
                  <a:lnTo>
                    <a:pt x="6947385" y="3479996"/>
                  </a:lnTo>
                  <a:lnTo>
                    <a:pt x="6875762" y="3479577"/>
                  </a:lnTo>
                  <a:lnTo>
                    <a:pt x="6804139" y="3479112"/>
                  </a:lnTo>
                  <a:lnTo>
                    <a:pt x="6732517" y="3478594"/>
                  </a:lnTo>
                  <a:lnTo>
                    <a:pt x="6660894" y="3478018"/>
                  </a:lnTo>
                  <a:lnTo>
                    <a:pt x="6589272" y="3477378"/>
                  </a:lnTo>
                  <a:lnTo>
                    <a:pt x="6517649" y="3476667"/>
                  </a:lnTo>
                  <a:lnTo>
                    <a:pt x="6446027" y="3475876"/>
                  </a:lnTo>
                  <a:lnTo>
                    <a:pt x="6374404" y="3474996"/>
                  </a:lnTo>
                  <a:lnTo>
                    <a:pt x="6302782" y="3474019"/>
                  </a:lnTo>
                  <a:lnTo>
                    <a:pt x="6231159" y="3472932"/>
                  </a:lnTo>
                  <a:lnTo>
                    <a:pt x="6159537" y="3471724"/>
                  </a:lnTo>
                  <a:lnTo>
                    <a:pt x="6087914" y="3470380"/>
                  </a:lnTo>
                  <a:lnTo>
                    <a:pt x="6016292" y="3468887"/>
                  </a:lnTo>
                  <a:lnTo>
                    <a:pt x="5944669" y="3467227"/>
                  </a:lnTo>
                  <a:lnTo>
                    <a:pt x="5873047" y="3465381"/>
                  </a:lnTo>
                  <a:lnTo>
                    <a:pt x="5801424" y="3463329"/>
                  </a:lnTo>
                  <a:lnTo>
                    <a:pt x="5729802" y="3461048"/>
                  </a:lnTo>
                  <a:lnTo>
                    <a:pt x="5658179" y="3458512"/>
                  </a:lnTo>
                  <a:lnTo>
                    <a:pt x="5586557" y="3455693"/>
                  </a:lnTo>
                  <a:lnTo>
                    <a:pt x="5514934" y="3452559"/>
                  </a:lnTo>
                  <a:lnTo>
                    <a:pt x="5443311" y="3449075"/>
                  </a:lnTo>
                  <a:lnTo>
                    <a:pt x="5371689" y="3445201"/>
                  </a:lnTo>
                  <a:lnTo>
                    <a:pt x="5300066" y="3440894"/>
                  </a:lnTo>
                  <a:lnTo>
                    <a:pt x="5228444" y="3436107"/>
                  </a:lnTo>
                  <a:lnTo>
                    <a:pt x="5156821" y="3430784"/>
                  </a:lnTo>
                  <a:lnTo>
                    <a:pt x="5085199" y="3424867"/>
                  </a:lnTo>
                  <a:lnTo>
                    <a:pt x="5013576" y="3418289"/>
                  </a:lnTo>
                  <a:lnTo>
                    <a:pt x="4941954" y="3410976"/>
                  </a:lnTo>
                  <a:lnTo>
                    <a:pt x="4870331" y="3402846"/>
                  </a:lnTo>
                  <a:lnTo>
                    <a:pt x="4798709" y="3393807"/>
                  </a:lnTo>
                  <a:lnTo>
                    <a:pt x="4727086" y="3383759"/>
                  </a:lnTo>
                  <a:lnTo>
                    <a:pt x="4655464" y="3372587"/>
                  </a:lnTo>
                  <a:lnTo>
                    <a:pt x="4583841" y="3360168"/>
                  </a:lnTo>
                  <a:lnTo>
                    <a:pt x="4512219" y="3346362"/>
                  </a:lnTo>
                  <a:lnTo>
                    <a:pt x="4440596" y="3331012"/>
                  </a:lnTo>
                  <a:lnTo>
                    <a:pt x="4368974" y="3313948"/>
                  </a:lnTo>
                  <a:lnTo>
                    <a:pt x="4297351" y="3294978"/>
                  </a:lnTo>
                  <a:lnTo>
                    <a:pt x="4225729" y="3273888"/>
                  </a:lnTo>
                  <a:lnTo>
                    <a:pt x="4154106" y="3250441"/>
                  </a:lnTo>
                  <a:lnTo>
                    <a:pt x="4082483" y="3224375"/>
                  </a:lnTo>
                  <a:lnTo>
                    <a:pt x="4010861" y="3195397"/>
                  </a:lnTo>
                  <a:lnTo>
                    <a:pt x="3939238" y="3163182"/>
                  </a:lnTo>
                  <a:lnTo>
                    <a:pt x="3867616" y="3127367"/>
                  </a:lnTo>
                  <a:lnTo>
                    <a:pt x="3795993" y="3087550"/>
                  </a:lnTo>
                  <a:lnTo>
                    <a:pt x="3724371" y="3043286"/>
                  </a:lnTo>
                  <a:lnTo>
                    <a:pt x="3652748" y="2994076"/>
                  </a:lnTo>
                  <a:lnTo>
                    <a:pt x="3581126" y="2939367"/>
                  </a:lnTo>
                  <a:lnTo>
                    <a:pt x="3509503" y="2878547"/>
                  </a:lnTo>
                  <a:lnTo>
                    <a:pt x="3437881" y="2810932"/>
                  </a:lnTo>
                  <a:lnTo>
                    <a:pt x="3366258" y="2735762"/>
                  </a:lnTo>
                  <a:lnTo>
                    <a:pt x="3294636" y="2654097"/>
                  </a:lnTo>
                  <a:lnTo>
                    <a:pt x="3223013" y="2646227"/>
                  </a:lnTo>
                  <a:lnTo>
                    <a:pt x="3151391" y="2638282"/>
                  </a:lnTo>
                  <a:lnTo>
                    <a:pt x="3079768" y="2630262"/>
                  </a:lnTo>
                  <a:lnTo>
                    <a:pt x="3008146" y="2622166"/>
                  </a:lnTo>
                  <a:lnTo>
                    <a:pt x="2936523" y="2613993"/>
                  </a:lnTo>
                  <a:lnTo>
                    <a:pt x="2864901" y="2605742"/>
                  </a:lnTo>
                  <a:lnTo>
                    <a:pt x="2793278" y="2597413"/>
                  </a:lnTo>
                  <a:lnTo>
                    <a:pt x="2721655" y="2589005"/>
                  </a:lnTo>
                  <a:lnTo>
                    <a:pt x="2650033" y="2580518"/>
                  </a:lnTo>
                  <a:lnTo>
                    <a:pt x="2578410" y="2571950"/>
                  </a:lnTo>
                  <a:lnTo>
                    <a:pt x="2506788" y="2563300"/>
                  </a:lnTo>
                  <a:lnTo>
                    <a:pt x="2435165" y="2554569"/>
                  </a:lnTo>
                  <a:lnTo>
                    <a:pt x="2363543" y="2545755"/>
                  </a:lnTo>
                  <a:lnTo>
                    <a:pt x="2291920" y="2536857"/>
                  </a:lnTo>
                  <a:lnTo>
                    <a:pt x="2220298" y="2527875"/>
                  </a:lnTo>
                  <a:lnTo>
                    <a:pt x="2148675" y="2518807"/>
                  </a:lnTo>
                  <a:lnTo>
                    <a:pt x="2077053" y="2509654"/>
                  </a:lnTo>
                  <a:lnTo>
                    <a:pt x="2005430" y="2500414"/>
                  </a:lnTo>
                  <a:lnTo>
                    <a:pt x="1933808" y="2491086"/>
                  </a:lnTo>
                  <a:lnTo>
                    <a:pt x="1862185" y="2481669"/>
                  </a:lnTo>
                  <a:lnTo>
                    <a:pt x="1790563" y="2472163"/>
                  </a:lnTo>
                  <a:lnTo>
                    <a:pt x="1718940" y="2462567"/>
                  </a:lnTo>
                  <a:lnTo>
                    <a:pt x="1647318" y="2452880"/>
                  </a:lnTo>
                  <a:lnTo>
                    <a:pt x="1575695" y="2443102"/>
                  </a:lnTo>
                  <a:lnTo>
                    <a:pt x="1504073" y="2433230"/>
                  </a:lnTo>
                  <a:lnTo>
                    <a:pt x="1432450" y="2423265"/>
                  </a:lnTo>
                  <a:lnTo>
                    <a:pt x="1360827" y="2413205"/>
                  </a:lnTo>
                  <a:lnTo>
                    <a:pt x="1289205" y="2403050"/>
                  </a:lnTo>
                  <a:lnTo>
                    <a:pt x="1217582" y="2392798"/>
                  </a:lnTo>
                  <a:lnTo>
                    <a:pt x="1145960" y="2382449"/>
                  </a:lnTo>
                  <a:lnTo>
                    <a:pt x="1074337" y="2372002"/>
                  </a:lnTo>
                  <a:lnTo>
                    <a:pt x="1002715" y="2361456"/>
                  </a:lnTo>
                  <a:lnTo>
                    <a:pt x="931092" y="2350810"/>
                  </a:lnTo>
                  <a:lnTo>
                    <a:pt x="859470" y="2340063"/>
                  </a:lnTo>
                  <a:lnTo>
                    <a:pt x="787847" y="2329214"/>
                  </a:lnTo>
                  <a:lnTo>
                    <a:pt x="716225" y="2318262"/>
                  </a:lnTo>
                  <a:lnTo>
                    <a:pt x="644602" y="2307206"/>
                  </a:lnTo>
                  <a:lnTo>
                    <a:pt x="572980" y="2296046"/>
                  </a:lnTo>
                  <a:lnTo>
                    <a:pt x="501357" y="2284779"/>
                  </a:lnTo>
                  <a:lnTo>
                    <a:pt x="429735" y="2273405"/>
                  </a:lnTo>
                  <a:lnTo>
                    <a:pt x="358112" y="2261924"/>
                  </a:lnTo>
                  <a:lnTo>
                    <a:pt x="286490" y="2250334"/>
                  </a:lnTo>
                  <a:lnTo>
                    <a:pt x="214867" y="2238634"/>
                  </a:lnTo>
                  <a:lnTo>
                    <a:pt x="143245" y="2226822"/>
                  </a:lnTo>
                  <a:lnTo>
                    <a:pt x="71622" y="2214899"/>
                  </a:lnTo>
                  <a:lnTo>
                    <a:pt x="0" y="2202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498866" y="2073503"/>
              <a:ext cx="4763813" cy="2980735"/>
            </a:xfrm>
            <a:custGeom>
              <a:avLst/>
              <a:pathLst>
                <a:path w="4763813" h="2980735">
                  <a:moveTo>
                    <a:pt x="0" y="0"/>
                  </a:moveTo>
                  <a:lnTo>
                    <a:pt x="36726" y="188769"/>
                  </a:lnTo>
                  <a:lnTo>
                    <a:pt x="108349" y="519903"/>
                  </a:lnTo>
                  <a:lnTo>
                    <a:pt x="179971" y="817759"/>
                  </a:lnTo>
                  <a:lnTo>
                    <a:pt x="251594" y="1085681"/>
                  </a:lnTo>
                  <a:lnTo>
                    <a:pt x="323216" y="1326678"/>
                  </a:lnTo>
                  <a:lnTo>
                    <a:pt x="394839" y="1543456"/>
                  </a:lnTo>
                  <a:lnTo>
                    <a:pt x="466461" y="1738448"/>
                  </a:lnTo>
                  <a:lnTo>
                    <a:pt x="538084" y="1913844"/>
                  </a:lnTo>
                  <a:lnTo>
                    <a:pt x="609706" y="2071614"/>
                  </a:lnTo>
                  <a:lnTo>
                    <a:pt x="681329" y="2213528"/>
                  </a:lnTo>
                  <a:lnTo>
                    <a:pt x="752951" y="2341181"/>
                  </a:lnTo>
                  <a:lnTo>
                    <a:pt x="824574" y="2456004"/>
                  </a:lnTo>
                  <a:lnTo>
                    <a:pt x="896196" y="2559289"/>
                  </a:lnTo>
                  <a:lnTo>
                    <a:pt x="967819" y="2652194"/>
                  </a:lnTo>
                  <a:lnTo>
                    <a:pt x="1039442" y="2661893"/>
                  </a:lnTo>
                  <a:lnTo>
                    <a:pt x="1111064" y="2669616"/>
                  </a:lnTo>
                  <a:lnTo>
                    <a:pt x="1182687" y="2677266"/>
                  </a:lnTo>
                  <a:lnTo>
                    <a:pt x="1254309" y="2684845"/>
                  </a:lnTo>
                  <a:lnTo>
                    <a:pt x="1325932" y="2692352"/>
                  </a:lnTo>
                  <a:lnTo>
                    <a:pt x="1397554" y="2699789"/>
                  </a:lnTo>
                  <a:lnTo>
                    <a:pt x="1469177" y="2707155"/>
                  </a:lnTo>
                  <a:lnTo>
                    <a:pt x="1540799" y="2714453"/>
                  </a:lnTo>
                  <a:lnTo>
                    <a:pt x="1612422" y="2721682"/>
                  </a:lnTo>
                  <a:lnTo>
                    <a:pt x="1684044" y="2728843"/>
                  </a:lnTo>
                  <a:lnTo>
                    <a:pt x="1755667" y="2735937"/>
                  </a:lnTo>
                  <a:lnTo>
                    <a:pt x="1827289" y="2742964"/>
                  </a:lnTo>
                  <a:lnTo>
                    <a:pt x="1898912" y="2749925"/>
                  </a:lnTo>
                  <a:lnTo>
                    <a:pt x="1970534" y="2756821"/>
                  </a:lnTo>
                  <a:lnTo>
                    <a:pt x="2042157" y="2763651"/>
                  </a:lnTo>
                  <a:lnTo>
                    <a:pt x="2113779" y="2770418"/>
                  </a:lnTo>
                  <a:lnTo>
                    <a:pt x="2185402" y="2777121"/>
                  </a:lnTo>
                  <a:lnTo>
                    <a:pt x="2257024" y="2783761"/>
                  </a:lnTo>
                  <a:lnTo>
                    <a:pt x="2328647" y="2790339"/>
                  </a:lnTo>
                  <a:lnTo>
                    <a:pt x="2400270" y="2796855"/>
                  </a:lnTo>
                  <a:lnTo>
                    <a:pt x="2471892" y="2803310"/>
                  </a:lnTo>
                  <a:lnTo>
                    <a:pt x="2543515" y="2809704"/>
                  </a:lnTo>
                  <a:lnTo>
                    <a:pt x="2615137" y="2816037"/>
                  </a:lnTo>
                  <a:lnTo>
                    <a:pt x="2686760" y="2822312"/>
                  </a:lnTo>
                  <a:lnTo>
                    <a:pt x="2758382" y="2828527"/>
                  </a:lnTo>
                  <a:lnTo>
                    <a:pt x="2830005" y="2834684"/>
                  </a:lnTo>
                  <a:lnTo>
                    <a:pt x="2901627" y="2840784"/>
                  </a:lnTo>
                  <a:lnTo>
                    <a:pt x="2973250" y="2846825"/>
                  </a:lnTo>
                  <a:lnTo>
                    <a:pt x="3044872" y="2852810"/>
                  </a:lnTo>
                  <a:lnTo>
                    <a:pt x="3116495" y="2858739"/>
                  </a:lnTo>
                  <a:lnTo>
                    <a:pt x="3188117" y="2864612"/>
                  </a:lnTo>
                  <a:lnTo>
                    <a:pt x="3259740" y="2870430"/>
                  </a:lnTo>
                  <a:lnTo>
                    <a:pt x="3331362" y="2876194"/>
                  </a:lnTo>
                  <a:lnTo>
                    <a:pt x="3402985" y="2881903"/>
                  </a:lnTo>
                  <a:lnTo>
                    <a:pt x="3474607" y="2887558"/>
                  </a:lnTo>
                  <a:lnTo>
                    <a:pt x="3546230" y="2893161"/>
                  </a:lnTo>
                  <a:lnTo>
                    <a:pt x="3617852" y="2898710"/>
                  </a:lnTo>
                  <a:lnTo>
                    <a:pt x="3689475" y="2904208"/>
                  </a:lnTo>
                  <a:lnTo>
                    <a:pt x="3761098" y="2909654"/>
                  </a:lnTo>
                  <a:lnTo>
                    <a:pt x="3832720" y="2915048"/>
                  </a:lnTo>
                  <a:lnTo>
                    <a:pt x="3904343" y="2920392"/>
                  </a:lnTo>
                  <a:lnTo>
                    <a:pt x="3975965" y="2925686"/>
                  </a:lnTo>
                  <a:lnTo>
                    <a:pt x="4047588" y="2930930"/>
                  </a:lnTo>
                  <a:lnTo>
                    <a:pt x="4119210" y="2936125"/>
                  </a:lnTo>
                  <a:lnTo>
                    <a:pt x="4190833" y="2941271"/>
                  </a:lnTo>
                  <a:lnTo>
                    <a:pt x="4262455" y="2946369"/>
                  </a:lnTo>
                  <a:lnTo>
                    <a:pt x="4334078" y="2951418"/>
                  </a:lnTo>
                  <a:lnTo>
                    <a:pt x="4405700" y="2956421"/>
                  </a:lnTo>
                  <a:lnTo>
                    <a:pt x="4477323" y="2961376"/>
                  </a:lnTo>
                  <a:lnTo>
                    <a:pt x="4548945" y="2966284"/>
                  </a:lnTo>
                  <a:lnTo>
                    <a:pt x="4620568" y="2971147"/>
                  </a:lnTo>
                  <a:lnTo>
                    <a:pt x="4692190" y="2975964"/>
                  </a:lnTo>
                  <a:lnTo>
                    <a:pt x="4763813" y="2980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76366"/>
              <a:ext cx="7090630" cy="1277849"/>
            </a:xfrm>
            <a:custGeom>
              <a:avLst/>
              <a:pathLst>
                <a:path w="7090630" h="1277849">
                  <a:moveTo>
                    <a:pt x="7090630" y="1277849"/>
                  </a:moveTo>
                  <a:lnTo>
                    <a:pt x="7019007" y="1277510"/>
                  </a:lnTo>
                  <a:lnTo>
                    <a:pt x="6947385" y="1277133"/>
                  </a:lnTo>
                  <a:lnTo>
                    <a:pt x="6875762" y="1276714"/>
                  </a:lnTo>
                  <a:lnTo>
                    <a:pt x="6804139" y="1276248"/>
                  </a:lnTo>
                  <a:lnTo>
                    <a:pt x="6732517" y="1275731"/>
                  </a:lnTo>
                  <a:lnTo>
                    <a:pt x="6660894" y="1275155"/>
                  </a:lnTo>
                  <a:lnTo>
                    <a:pt x="6589272" y="1274515"/>
                  </a:lnTo>
                  <a:lnTo>
                    <a:pt x="6517649" y="1273803"/>
                  </a:lnTo>
                  <a:lnTo>
                    <a:pt x="6446027" y="1273012"/>
                  </a:lnTo>
                  <a:lnTo>
                    <a:pt x="6374404" y="1272133"/>
                  </a:lnTo>
                  <a:lnTo>
                    <a:pt x="6302782" y="1271155"/>
                  </a:lnTo>
                  <a:lnTo>
                    <a:pt x="6231159" y="1270069"/>
                  </a:lnTo>
                  <a:lnTo>
                    <a:pt x="6159537" y="1268860"/>
                  </a:lnTo>
                  <a:lnTo>
                    <a:pt x="6087914" y="1267517"/>
                  </a:lnTo>
                  <a:lnTo>
                    <a:pt x="6016292" y="1266024"/>
                  </a:lnTo>
                  <a:lnTo>
                    <a:pt x="5944669" y="1264364"/>
                  </a:lnTo>
                  <a:lnTo>
                    <a:pt x="5873047" y="1262518"/>
                  </a:lnTo>
                  <a:lnTo>
                    <a:pt x="5801424" y="1260466"/>
                  </a:lnTo>
                  <a:lnTo>
                    <a:pt x="5729802" y="1258185"/>
                  </a:lnTo>
                  <a:lnTo>
                    <a:pt x="5658179" y="1255649"/>
                  </a:lnTo>
                  <a:lnTo>
                    <a:pt x="5586557" y="1252830"/>
                  </a:lnTo>
                  <a:lnTo>
                    <a:pt x="5514934" y="1249696"/>
                  </a:lnTo>
                  <a:lnTo>
                    <a:pt x="5443311" y="1246211"/>
                  </a:lnTo>
                  <a:lnTo>
                    <a:pt x="5371689" y="1242338"/>
                  </a:lnTo>
                  <a:lnTo>
                    <a:pt x="5300066" y="1238031"/>
                  </a:lnTo>
                  <a:lnTo>
                    <a:pt x="5228444" y="1233244"/>
                  </a:lnTo>
                  <a:lnTo>
                    <a:pt x="5156821" y="1227921"/>
                  </a:lnTo>
                  <a:lnTo>
                    <a:pt x="5085199" y="1222004"/>
                  </a:lnTo>
                  <a:lnTo>
                    <a:pt x="5013576" y="1215426"/>
                  </a:lnTo>
                  <a:lnTo>
                    <a:pt x="4941954" y="1208113"/>
                  </a:lnTo>
                  <a:lnTo>
                    <a:pt x="4870331" y="1199982"/>
                  </a:lnTo>
                  <a:lnTo>
                    <a:pt x="4798709" y="1190944"/>
                  </a:lnTo>
                  <a:lnTo>
                    <a:pt x="4727086" y="1180895"/>
                  </a:lnTo>
                  <a:lnTo>
                    <a:pt x="4655464" y="1169724"/>
                  </a:lnTo>
                  <a:lnTo>
                    <a:pt x="4583841" y="1157305"/>
                  </a:lnTo>
                  <a:lnTo>
                    <a:pt x="4512219" y="1143498"/>
                  </a:lnTo>
                  <a:lnTo>
                    <a:pt x="4440596" y="1128149"/>
                  </a:lnTo>
                  <a:lnTo>
                    <a:pt x="4368974" y="1111085"/>
                  </a:lnTo>
                  <a:lnTo>
                    <a:pt x="4297351" y="1092114"/>
                  </a:lnTo>
                  <a:lnTo>
                    <a:pt x="4225729" y="1071024"/>
                  </a:lnTo>
                  <a:lnTo>
                    <a:pt x="4154106" y="1047578"/>
                  </a:lnTo>
                  <a:lnTo>
                    <a:pt x="4082483" y="1021512"/>
                  </a:lnTo>
                  <a:lnTo>
                    <a:pt x="4010861" y="992534"/>
                  </a:lnTo>
                  <a:lnTo>
                    <a:pt x="3939238" y="960318"/>
                  </a:lnTo>
                  <a:lnTo>
                    <a:pt x="3867616" y="924504"/>
                  </a:lnTo>
                  <a:lnTo>
                    <a:pt x="3795993" y="884687"/>
                  </a:lnTo>
                  <a:lnTo>
                    <a:pt x="3724371" y="840423"/>
                  </a:lnTo>
                  <a:lnTo>
                    <a:pt x="3652748" y="791212"/>
                  </a:lnTo>
                  <a:lnTo>
                    <a:pt x="3581126" y="736504"/>
                  </a:lnTo>
                  <a:lnTo>
                    <a:pt x="3509503" y="675684"/>
                  </a:lnTo>
                  <a:lnTo>
                    <a:pt x="3437881" y="608068"/>
                  </a:lnTo>
                  <a:lnTo>
                    <a:pt x="3366258" y="532898"/>
                  </a:lnTo>
                  <a:lnTo>
                    <a:pt x="3294636" y="451234"/>
                  </a:lnTo>
                  <a:lnTo>
                    <a:pt x="3223013" y="443363"/>
                  </a:lnTo>
                  <a:lnTo>
                    <a:pt x="3151391" y="435419"/>
                  </a:lnTo>
                  <a:lnTo>
                    <a:pt x="3079768" y="427399"/>
                  </a:lnTo>
                  <a:lnTo>
                    <a:pt x="3008146" y="419302"/>
                  </a:lnTo>
                  <a:lnTo>
                    <a:pt x="2936523" y="411129"/>
                  </a:lnTo>
                  <a:lnTo>
                    <a:pt x="2864901" y="402879"/>
                  </a:lnTo>
                  <a:lnTo>
                    <a:pt x="2793278" y="394550"/>
                  </a:lnTo>
                  <a:lnTo>
                    <a:pt x="2721655" y="386142"/>
                  </a:lnTo>
                  <a:lnTo>
                    <a:pt x="2650033" y="377655"/>
                  </a:lnTo>
                  <a:lnTo>
                    <a:pt x="2578410" y="369087"/>
                  </a:lnTo>
                  <a:lnTo>
                    <a:pt x="2506788" y="360437"/>
                  </a:lnTo>
                  <a:lnTo>
                    <a:pt x="2435165" y="351706"/>
                  </a:lnTo>
                  <a:lnTo>
                    <a:pt x="2363543" y="342892"/>
                  </a:lnTo>
                  <a:lnTo>
                    <a:pt x="2291920" y="333994"/>
                  </a:lnTo>
                  <a:lnTo>
                    <a:pt x="2220298" y="325012"/>
                  </a:lnTo>
                  <a:lnTo>
                    <a:pt x="2148675" y="315944"/>
                  </a:lnTo>
                  <a:lnTo>
                    <a:pt x="2077053" y="306791"/>
                  </a:lnTo>
                  <a:lnTo>
                    <a:pt x="2005430" y="297550"/>
                  </a:lnTo>
                  <a:lnTo>
                    <a:pt x="1933808" y="288222"/>
                  </a:lnTo>
                  <a:lnTo>
                    <a:pt x="1862185" y="278806"/>
                  </a:lnTo>
                  <a:lnTo>
                    <a:pt x="1790563" y="269300"/>
                  </a:lnTo>
                  <a:lnTo>
                    <a:pt x="1718940" y="259704"/>
                  </a:lnTo>
                  <a:lnTo>
                    <a:pt x="1647318" y="250017"/>
                  </a:lnTo>
                  <a:lnTo>
                    <a:pt x="1575695" y="240238"/>
                  </a:lnTo>
                  <a:lnTo>
                    <a:pt x="1504073" y="230367"/>
                  </a:lnTo>
                  <a:lnTo>
                    <a:pt x="1432450" y="220401"/>
                  </a:lnTo>
                  <a:lnTo>
                    <a:pt x="1360827" y="210342"/>
                  </a:lnTo>
                  <a:lnTo>
                    <a:pt x="1289205" y="200186"/>
                  </a:lnTo>
                  <a:lnTo>
                    <a:pt x="1217582" y="189935"/>
                  </a:lnTo>
                  <a:lnTo>
                    <a:pt x="1145960" y="179586"/>
                  </a:lnTo>
                  <a:lnTo>
                    <a:pt x="1074337" y="169139"/>
                  </a:lnTo>
                  <a:lnTo>
                    <a:pt x="1002715" y="158593"/>
                  </a:lnTo>
                  <a:lnTo>
                    <a:pt x="931092" y="147947"/>
                  </a:lnTo>
                  <a:lnTo>
                    <a:pt x="859470" y="137200"/>
                  </a:lnTo>
                  <a:lnTo>
                    <a:pt x="787847" y="126351"/>
                  </a:lnTo>
                  <a:lnTo>
                    <a:pt x="716225" y="115399"/>
                  </a:lnTo>
                  <a:lnTo>
                    <a:pt x="644602" y="104343"/>
                  </a:lnTo>
                  <a:lnTo>
                    <a:pt x="572980" y="93182"/>
                  </a:lnTo>
                  <a:lnTo>
                    <a:pt x="501357" y="81916"/>
                  </a:lnTo>
                  <a:lnTo>
                    <a:pt x="429735" y="70542"/>
                  </a:lnTo>
                  <a:lnTo>
                    <a:pt x="358112" y="59061"/>
                  </a:lnTo>
                  <a:lnTo>
                    <a:pt x="286490" y="47471"/>
                  </a:lnTo>
                  <a:lnTo>
                    <a:pt x="214867" y="35770"/>
                  </a:lnTo>
                  <a:lnTo>
                    <a:pt x="143245" y="23959"/>
                  </a:lnTo>
                  <a:lnTo>
                    <a:pt x="71622" y="120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6566" y="2073503"/>
              <a:ext cx="5576113" cy="3444679"/>
            </a:xfrm>
            <a:custGeom>
              <a:avLst/>
              <a:pathLst>
                <a:path w="5576113" h="3444679">
                  <a:moveTo>
                    <a:pt x="0" y="0"/>
                  </a:moveTo>
                  <a:lnTo>
                    <a:pt x="61178" y="168150"/>
                  </a:lnTo>
                  <a:lnTo>
                    <a:pt x="132801" y="353973"/>
                  </a:lnTo>
                  <a:lnTo>
                    <a:pt x="204423" y="529381"/>
                  </a:lnTo>
                  <a:lnTo>
                    <a:pt x="276046" y="694959"/>
                  </a:lnTo>
                  <a:lnTo>
                    <a:pt x="347668" y="851256"/>
                  </a:lnTo>
                  <a:lnTo>
                    <a:pt x="419291" y="998794"/>
                  </a:lnTo>
                  <a:lnTo>
                    <a:pt x="490913" y="1138064"/>
                  </a:lnTo>
                  <a:lnTo>
                    <a:pt x="562536" y="1269527"/>
                  </a:lnTo>
                  <a:lnTo>
                    <a:pt x="634159" y="1393623"/>
                  </a:lnTo>
                  <a:lnTo>
                    <a:pt x="705781" y="1510764"/>
                  </a:lnTo>
                  <a:lnTo>
                    <a:pt x="777404" y="1621340"/>
                  </a:lnTo>
                  <a:lnTo>
                    <a:pt x="849026" y="1725719"/>
                  </a:lnTo>
                  <a:lnTo>
                    <a:pt x="920649" y="1824248"/>
                  </a:lnTo>
                  <a:lnTo>
                    <a:pt x="992271" y="1917254"/>
                  </a:lnTo>
                  <a:lnTo>
                    <a:pt x="1063894" y="2005048"/>
                  </a:lnTo>
                  <a:lnTo>
                    <a:pt x="1135516" y="2087922"/>
                  </a:lnTo>
                  <a:lnTo>
                    <a:pt x="1207139" y="2166151"/>
                  </a:lnTo>
                  <a:lnTo>
                    <a:pt x="1278761" y="2239996"/>
                  </a:lnTo>
                  <a:lnTo>
                    <a:pt x="1350384" y="2309702"/>
                  </a:lnTo>
                  <a:lnTo>
                    <a:pt x="1422006" y="2375501"/>
                  </a:lnTo>
                  <a:lnTo>
                    <a:pt x="1493629" y="2437613"/>
                  </a:lnTo>
                  <a:lnTo>
                    <a:pt x="1565251" y="2496243"/>
                  </a:lnTo>
                  <a:lnTo>
                    <a:pt x="1636874" y="2551588"/>
                  </a:lnTo>
                  <a:lnTo>
                    <a:pt x="1708496" y="2603831"/>
                  </a:lnTo>
                  <a:lnTo>
                    <a:pt x="1780119" y="2653146"/>
                  </a:lnTo>
                  <a:lnTo>
                    <a:pt x="1851741" y="2699697"/>
                  </a:lnTo>
                  <a:lnTo>
                    <a:pt x="1923364" y="2743639"/>
                  </a:lnTo>
                  <a:lnTo>
                    <a:pt x="1994987" y="2785118"/>
                  </a:lnTo>
                  <a:lnTo>
                    <a:pt x="2066609" y="2824273"/>
                  </a:lnTo>
                  <a:lnTo>
                    <a:pt x="2138232" y="2861233"/>
                  </a:lnTo>
                  <a:lnTo>
                    <a:pt x="2209854" y="2896122"/>
                  </a:lnTo>
                  <a:lnTo>
                    <a:pt x="2281477" y="2929055"/>
                  </a:lnTo>
                  <a:lnTo>
                    <a:pt x="2353099" y="2960143"/>
                  </a:lnTo>
                  <a:lnTo>
                    <a:pt x="2424722" y="2989488"/>
                  </a:lnTo>
                  <a:lnTo>
                    <a:pt x="2496344" y="3017189"/>
                  </a:lnTo>
                  <a:lnTo>
                    <a:pt x="2567967" y="3043337"/>
                  </a:lnTo>
                  <a:lnTo>
                    <a:pt x="2639589" y="3068020"/>
                  </a:lnTo>
                  <a:lnTo>
                    <a:pt x="2711212" y="3091319"/>
                  </a:lnTo>
                  <a:lnTo>
                    <a:pt x="2782834" y="3113313"/>
                  </a:lnTo>
                  <a:lnTo>
                    <a:pt x="2854457" y="3134074"/>
                  </a:lnTo>
                  <a:lnTo>
                    <a:pt x="2926079" y="3153671"/>
                  </a:lnTo>
                  <a:lnTo>
                    <a:pt x="2997702" y="3172170"/>
                  </a:lnTo>
                  <a:lnTo>
                    <a:pt x="3069324" y="3189633"/>
                  </a:lnTo>
                  <a:lnTo>
                    <a:pt x="3140947" y="3206116"/>
                  </a:lnTo>
                  <a:lnTo>
                    <a:pt x="3212569" y="3221676"/>
                  </a:lnTo>
                  <a:lnTo>
                    <a:pt x="3284192" y="3236364"/>
                  </a:lnTo>
                  <a:lnTo>
                    <a:pt x="3355814" y="3250228"/>
                  </a:lnTo>
                  <a:lnTo>
                    <a:pt x="3427437" y="3263316"/>
                  </a:lnTo>
                  <a:lnTo>
                    <a:pt x="3499060" y="3275670"/>
                  </a:lnTo>
                  <a:lnTo>
                    <a:pt x="3570682" y="3287332"/>
                  </a:lnTo>
                  <a:lnTo>
                    <a:pt x="3642305" y="3298340"/>
                  </a:lnTo>
                  <a:lnTo>
                    <a:pt x="3713927" y="3308731"/>
                  </a:lnTo>
                  <a:lnTo>
                    <a:pt x="3785550" y="3318540"/>
                  </a:lnTo>
                  <a:lnTo>
                    <a:pt x="3857172" y="3327799"/>
                  </a:lnTo>
                  <a:lnTo>
                    <a:pt x="3928795" y="3336539"/>
                  </a:lnTo>
                  <a:lnTo>
                    <a:pt x="4000417" y="3344789"/>
                  </a:lnTo>
                  <a:lnTo>
                    <a:pt x="4072040" y="3352577"/>
                  </a:lnTo>
                  <a:lnTo>
                    <a:pt x="4143662" y="3359928"/>
                  </a:lnTo>
                  <a:lnTo>
                    <a:pt x="4215285" y="3366868"/>
                  </a:lnTo>
                  <a:lnTo>
                    <a:pt x="4286907" y="3373418"/>
                  </a:lnTo>
                  <a:lnTo>
                    <a:pt x="4358530" y="3379601"/>
                  </a:lnTo>
                  <a:lnTo>
                    <a:pt x="4430152" y="3385438"/>
                  </a:lnTo>
                  <a:lnTo>
                    <a:pt x="4501775" y="3390948"/>
                  </a:lnTo>
                  <a:lnTo>
                    <a:pt x="4573397" y="3396149"/>
                  </a:lnTo>
                  <a:lnTo>
                    <a:pt x="4645020" y="3401058"/>
                  </a:lnTo>
                  <a:lnTo>
                    <a:pt x="4716642" y="3405693"/>
                  </a:lnTo>
                  <a:lnTo>
                    <a:pt x="4788265" y="3410067"/>
                  </a:lnTo>
                  <a:lnTo>
                    <a:pt x="4859888" y="3414196"/>
                  </a:lnTo>
                  <a:lnTo>
                    <a:pt x="4931510" y="3418094"/>
                  </a:lnTo>
                  <a:lnTo>
                    <a:pt x="5003133" y="3421774"/>
                  </a:lnTo>
                  <a:lnTo>
                    <a:pt x="5074755" y="3425247"/>
                  </a:lnTo>
                  <a:lnTo>
                    <a:pt x="5146378" y="3428526"/>
                  </a:lnTo>
                  <a:lnTo>
                    <a:pt x="5218000" y="3431621"/>
                  </a:lnTo>
                  <a:lnTo>
                    <a:pt x="5289623" y="3434542"/>
                  </a:lnTo>
                  <a:lnTo>
                    <a:pt x="5361245" y="3437300"/>
                  </a:lnTo>
                  <a:lnTo>
                    <a:pt x="5432868" y="3439903"/>
                  </a:lnTo>
                  <a:lnTo>
                    <a:pt x="5504490" y="3442360"/>
                  </a:lnTo>
                  <a:lnTo>
                    <a:pt x="5576113" y="34446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1.94 (1.11-3.37), p = 0.019  |  per IQR decline (Δ = 29.5 %): 7.06 (1.38-36.21)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53680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2026-07-22T14:13:30Z</dcterms:modified>
  <cp:category/>
</cp:coreProperties>
</file>