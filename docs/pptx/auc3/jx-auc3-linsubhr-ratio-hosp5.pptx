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55584"/>
            </a:xfrm>
            <a:custGeom>
              <a:avLst/>
              <a:pathLst>
                <a:path w="6964104" h="1255584">
                  <a:moveTo>
                    <a:pt x="2213917" y="0"/>
                  </a:moveTo>
                  <a:lnTo>
                    <a:pt x="2251023" y="65118"/>
                  </a:lnTo>
                  <a:lnTo>
                    <a:pt x="2321368" y="176984"/>
                  </a:lnTo>
                  <a:lnTo>
                    <a:pt x="2391712" y="278352"/>
                  </a:lnTo>
                  <a:lnTo>
                    <a:pt x="2462057" y="370207"/>
                  </a:lnTo>
                  <a:lnTo>
                    <a:pt x="2532401" y="453443"/>
                  </a:lnTo>
                  <a:lnTo>
                    <a:pt x="2602746" y="528868"/>
                  </a:lnTo>
                  <a:lnTo>
                    <a:pt x="2673090" y="597216"/>
                  </a:lnTo>
                  <a:lnTo>
                    <a:pt x="2743435" y="659149"/>
                  </a:lnTo>
                  <a:lnTo>
                    <a:pt x="2813779" y="715270"/>
                  </a:lnTo>
                  <a:lnTo>
                    <a:pt x="2884124" y="766126"/>
                  </a:lnTo>
                  <a:lnTo>
                    <a:pt x="2954468" y="812208"/>
                  </a:lnTo>
                  <a:lnTo>
                    <a:pt x="3024813" y="853967"/>
                  </a:lnTo>
                  <a:lnTo>
                    <a:pt x="3095157" y="891806"/>
                  </a:lnTo>
                  <a:lnTo>
                    <a:pt x="3165502" y="926095"/>
                  </a:lnTo>
                  <a:lnTo>
                    <a:pt x="3235846" y="957166"/>
                  </a:lnTo>
                  <a:lnTo>
                    <a:pt x="3306191" y="960671"/>
                  </a:lnTo>
                  <a:lnTo>
                    <a:pt x="3376535" y="963515"/>
                  </a:lnTo>
                  <a:lnTo>
                    <a:pt x="3446880" y="966332"/>
                  </a:lnTo>
                  <a:lnTo>
                    <a:pt x="3517224" y="969121"/>
                  </a:lnTo>
                  <a:lnTo>
                    <a:pt x="3587569" y="971884"/>
                  </a:lnTo>
                  <a:lnTo>
                    <a:pt x="3657913" y="974621"/>
                  </a:lnTo>
                  <a:lnTo>
                    <a:pt x="3728257" y="977331"/>
                  </a:lnTo>
                  <a:lnTo>
                    <a:pt x="3798602" y="980015"/>
                  </a:lnTo>
                  <a:lnTo>
                    <a:pt x="3868946" y="982673"/>
                  </a:lnTo>
                  <a:lnTo>
                    <a:pt x="3939291" y="985306"/>
                  </a:lnTo>
                  <a:lnTo>
                    <a:pt x="4009635" y="987914"/>
                  </a:lnTo>
                  <a:lnTo>
                    <a:pt x="4079980" y="990497"/>
                  </a:lnTo>
                  <a:lnTo>
                    <a:pt x="4150324" y="993055"/>
                  </a:lnTo>
                  <a:lnTo>
                    <a:pt x="4220669" y="995588"/>
                  </a:lnTo>
                  <a:lnTo>
                    <a:pt x="4291013" y="998097"/>
                  </a:lnTo>
                  <a:lnTo>
                    <a:pt x="4361358" y="1000582"/>
                  </a:lnTo>
                  <a:lnTo>
                    <a:pt x="4431702" y="1003043"/>
                  </a:lnTo>
                  <a:lnTo>
                    <a:pt x="4502047" y="1005481"/>
                  </a:lnTo>
                  <a:lnTo>
                    <a:pt x="4572391" y="1007895"/>
                  </a:lnTo>
                  <a:lnTo>
                    <a:pt x="4642736" y="1010286"/>
                  </a:lnTo>
                  <a:lnTo>
                    <a:pt x="4713080" y="1012654"/>
                  </a:lnTo>
                  <a:lnTo>
                    <a:pt x="4783425" y="1015000"/>
                  </a:lnTo>
                  <a:lnTo>
                    <a:pt x="4853769" y="1017323"/>
                  </a:lnTo>
                  <a:lnTo>
                    <a:pt x="4924114" y="1019623"/>
                  </a:lnTo>
                  <a:lnTo>
                    <a:pt x="4994458" y="1021902"/>
                  </a:lnTo>
                  <a:lnTo>
                    <a:pt x="5064803" y="1024159"/>
                  </a:lnTo>
                  <a:lnTo>
                    <a:pt x="5135147" y="1026394"/>
                  </a:lnTo>
                  <a:lnTo>
                    <a:pt x="5205492" y="1028607"/>
                  </a:lnTo>
                  <a:lnTo>
                    <a:pt x="5275836" y="1030800"/>
                  </a:lnTo>
                  <a:lnTo>
                    <a:pt x="5346181" y="1032971"/>
                  </a:lnTo>
                  <a:lnTo>
                    <a:pt x="5416525" y="1035122"/>
                  </a:lnTo>
                  <a:lnTo>
                    <a:pt x="5486870" y="1037252"/>
                  </a:lnTo>
                  <a:lnTo>
                    <a:pt x="5557214" y="1039361"/>
                  </a:lnTo>
                  <a:lnTo>
                    <a:pt x="5627559" y="1041450"/>
                  </a:lnTo>
                  <a:lnTo>
                    <a:pt x="5697903" y="1043520"/>
                  </a:lnTo>
                  <a:lnTo>
                    <a:pt x="5768248" y="1045569"/>
                  </a:lnTo>
                  <a:lnTo>
                    <a:pt x="5838592" y="1047599"/>
                  </a:lnTo>
                  <a:lnTo>
                    <a:pt x="5908937" y="1049609"/>
                  </a:lnTo>
                  <a:lnTo>
                    <a:pt x="5979281" y="1051600"/>
                  </a:lnTo>
                  <a:lnTo>
                    <a:pt x="6049626" y="1053572"/>
                  </a:lnTo>
                  <a:lnTo>
                    <a:pt x="6119970" y="1055525"/>
                  </a:lnTo>
                  <a:lnTo>
                    <a:pt x="6190315" y="1057459"/>
                  </a:lnTo>
                  <a:lnTo>
                    <a:pt x="6260659" y="1059375"/>
                  </a:lnTo>
                  <a:lnTo>
                    <a:pt x="6331004" y="1061272"/>
                  </a:lnTo>
                  <a:lnTo>
                    <a:pt x="6401348" y="1063151"/>
                  </a:lnTo>
                  <a:lnTo>
                    <a:pt x="6471693" y="1065012"/>
                  </a:lnTo>
                  <a:lnTo>
                    <a:pt x="6542037" y="1066856"/>
                  </a:lnTo>
                  <a:lnTo>
                    <a:pt x="6612382" y="1068681"/>
                  </a:lnTo>
                  <a:lnTo>
                    <a:pt x="6682726" y="1070489"/>
                  </a:lnTo>
                  <a:lnTo>
                    <a:pt x="6753071" y="1072280"/>
                  </a:lnTo>
                  <a:lnTo>
                    <a:pt x="6823415" y="1074053"/>
                  </a:lnTo>
                  <a:lnTo>
                    <a:pt x="6893760" y="1075810"/>
                  </a:lnTo>
                  <a:lnTo>
                    <a:pt x="6964104" y="1077550"/>
                  </a:lnTo>
                  <a:lnTo>
                    <a:pt x="6964104" y="1255584"/>
                  </a:lnTo>
                  <a:lnTo>
                    <a:pt x="6893760" y="1255416"/>
                  </a:lnTo>
                  <a:lnTo>
                    <a:pt x="6823415" y="1255231"/>
                  </a:lnTo>
                  <a:lnTo>
                    <a:pt x="6753071" y="1255027"/>
                  </a:lnTo>
                  <a:lnTo>
                    <a:pt x="6682726" y="1254802"/>
                  </a:lnTo>
                  <a:lnTo>
                    <a:pt x="6612382" y="1254553"/>
                  </a:lnTo>
                  <a:lnTo>
                    <a:pt x="6542037" y="1254279"/>
                  </a:lnTo>
                  <a:lnTo>
                    <a:pt x="6471693" y="1253976"/>
                  </a:lnTo>
                  <a:lnTo>
                    <a:pt x="6401348" y="1253642"/>
                  </a:lnTo>
                  <a:lnTo>
                    <a:pt x="6331004" y="1253274"/>
                  </a:lnTo>
                  <a:lnTo>
                    <a:pt x="6260659" y="1252867"/>
                  </a:lnTo>
                  <a:lnTo>
                    <a:pt x="6190315" y="1252418"/>
                  </a:lnTo>
                  <a:lnTo>
                    <a:pt x="6119970" y="1251923"/>
                  </a:lnTo>
                  <a:lnTo>
                    <a:pt x="6049626" y="1251376"/>
                  </a:lnTo>
                  <a:lnTo>
                    <a:pt x="5979281" y="1250773"/>
                  </a:lnTo>
                  <a:lnTo>
                    <a:pt x="5908937" y="1250107"/>
                  </a:lnTo>
                  <a:lnTo>
                    <a:pt x="5838592" y="1249372"/>
                  </a:lnTo>
                  <a:lnTo>
                    <a:pt x="5768248" y="1248561"/>
                  </a:lnTo>
                  <a:lnTo>
                    <a:pt x="5697903" y="1247666"/>
                  </a:lnTo>
                  <a:lnTo>
                    <a:pt x="5627559" y="1246679"/>
                  </a:lnTo>
                  <a:lnTo>
                    <a:pt x="5557214" y="1245589"/>
                  </a:lnTo>
                  <a:lnTo>
                    <a:pt x="5486870" y="1244387"/>
                  </a:lnTo>
                  <a:lnTo>
                    <a:pt x="5416525" y="1243060"/>
                  </a:lnTo>
                  <a:lnTo>
                    <a:pt x="5346181" y="1241595"/>
                  </a:lnTo>
                  <a:lnTo>
                    <a:pt x="5275836" y="1239979"/>
                  </a:lnTo>
                  <a:lnTo>
                    <a:pt x="5205492" y="1238195"/>
                  </a:lnTo>
                  <a:lnTo>
                    <a:pt x="5135147" y="1236227"/>
                  </a:lnTo>
                  <a:lnTo>
                    <a:pt x="5064803" y="1234055"/>
                  </a:lnTo>
                  <a:lnTo>
                    <a:pt x="4994458" y="1231658"/>
                  </a:lnTo>
                  <a:lnTo>
                    <a:pt x="4924114" y="1229012"/>
                  </a:lnTo>
                  <a:lnTo>
                    <a:pt x="4853769" y="1226093"/>
                  </a:lnTo>
                  <a:lnTo>
                    <a:pt x="4783425" y="1222872"/>
                  </a:lnTo>
                  <a:lnTo>
                    <a:pt x="4713080" y="1219317"/>
                  </a:lnTo>
                  <a:lnTo>
                    <a:pt x="4642736" y="1215393"/>
                  </a:lnTo>
                  <a:lnTo>
                    <a:pt x="4572391" y="1211064"/>
                  </a:lnTo>
                  <a:lnTo>
                    <a:pt x="4502047" y="1206286"/>
                  </a:lnTo>
                  <a:lnTo>
                    <a:pt x="4431702" y="1201013"/>
                  </a:lnTo>
                  <a:lnTo>
                    <a:pt x="4361358" y="1195194"/>
                  </a:lnTo>
                  <a:lnTo>
                    <a:pt x="4291013" y="1188772"/>
                  </a:lnTo>
                  <a:lnTo>
                    <a:pt x="4220669" y="1181686"/>
                  </a:lnTo>
                  <a:lnTo>
                    <a:pt x="4150324" y="1173866"/>
                  </a:lnTo>
                  <a:lnTo>
                    <a:pt x="4079980" y="1165236"/>
                  </a:lnTo>
                  <a:lnTo>
                    <a:pt x="4009635" y="1155712"/>
                  </a:lnTo>
                  <a:lnTo>
                    <a:pt x="3939291" y="1145202"/>
                  </a:lnTo>
                  <a:lnTo>
                    <a:pt x="3868946" y="1133603"/>
                  </a:lnTo>
                  <a:lnTo>
                    <a:pt x="3798602" y="1120803"/>
                  </a:lnTo>
                  <a:lnTo>
                    <a:pt x="3728257" y="1106678"/>
                  </a:lnTo>
                  <a:lnTo>
                    <a:pt x="3657913" y="1091090"/>
                  </a:lnTo>
                  <a:lnTo>
                    <a:pt x="3587569" y="1073888"/>
                  </a:lnTo>
                  <a:lnTo>
                    <a:pt x="3517224" y="1054904"/>
                  </a:lnTo>
                  <a:lnTo>
                    <a:pt x="3446880" y="1033954"/>
                  </a:lnTo>
                  <a:lnTo>
                    <a:pt x="3376535" y="1010835"/>
                  </a:lnTo>
                  <a:lnTo>
                    <a:pt x="3306191" y="985322"/>
                  </a:lnTo>
                  <a:lnTo>
                    <a:pt x="3235846" y="957799"/>
                  </a:lnTo>
                  <a:lnTo>
                    <a:pt x="3165502" y="954900"/>
                  </a:lnTo>
                  <a:lnTo>
                    <a:pt x="3095157" y="951973"/>
                  </a:lnTo>
                  <a:lnTo>
                    <a:pt x="3024813" y="949017"/>
                  </a:lnTo>
                  <a:lnTo>
                    <a:pt x="2954468" y="946033"/>
                  </a:lnTo>
                  <a:lnTo>
                    <a:pt x="2884124" y="943019"/>
                  </a:lnTo>
                  <a:lnTo>
                    <a:pt x="2813779" y="939977"/>
                  </a:lnTo>
                  <a:lnTo>
                    <a:pt x="2743435" y="936905"/>
                  </a:lnTo>
                  <a:lnTo>
                    <a:pt x="2673090" y="933803"/>
                  </a:lnTo>
                  <a:lnTo>
                    <a:pt x="2602746" y="930672"/>
                  </a:lnTo>
                  <a:lnTo>
                    <a:pt x="2532401" y="927510"/>
                  </a:lnTo>
                  <a:lnTo>
                    <a:pt x="2462057" y="924317"/>
                  </a:lnTo>
                  <a:lnTo>
                    <a:pt x="2391712" y="921093"/>
                  </a:lnTo>
                  <a:lnTo>
                    <a:pt x="2321368" y="917839"/>
                  </a:lnTo>
                  <a:lnTo>
                    <a:pt x="2251023" y="914552"/>
                  </a:lnTo>
                  <a:lnTo>
                    <a:pt x="2180679" y="911234"/>
                  </a:lnTo>
                  <a:lnTo>
                    <a:pt x="2110334" y="907884"/>
                  </a:lnTo>
                  <a:lnTo>
                    <a:pt x="2039990" y="904501"/>
                  </a:lnTo>
                  <a:lnTo>
                    <a:pt x="1969645" y="901086"/>
                  </a:lnTo>
                  <a:lnTo>
                    <a:pt x="1899301" y="897637"/>
                  </a:lnTo>
                  <a:lnTo>
                    <a:pt x="1828956" y="894155"/>
                  </a:lnTo>
                  <a:lnTo>
                    <a:pt x="1758612" y="890640"/>
                  </a:lnTo>
                  <a:lnTo>
                    <a:pt x="1688267" y="887090"/>
                  </a:lnTo>
                  <a:lnTo>
                    <a:pt x="1617923" y="883506"/>
                  </a:lnTo>
                  <a:lnTo>
                    <a:pt x="1547578" y="879887"/>
                  </a:lnTo>
                  <a:lnTo>
                    <a:pt x="1477234" y="876234"/>
                  </a:lnTo>
                  <a:lnTo>
                    <a:pt x="1406889" y="872544"/>
                  </a:lnTo>
                  <a:lnTo>
                    <a:pt x="1336545" y="868819"/>
                  </a:lnTo>
                  <a:lnTo>
                    <a:pt x="1266200" y="865059"/>
                  </a:lnTo>
                  <a:lnTo>
                    <a:pt x="1195856" y="861261"/>
                  </a:lnTo>
                  <a:lnTo>
                    <a:pt x="1125511" y="857427"/>
                  </a:lnTo>
                  <a:lnTo>
                    <a:pt x="1055167" y="853556"/>
                  </a:lnTo>
                  <a:lnTo>
                    <a:pt x="984822" y="849647"/>
                  </a:lnTo>
                  <a:lnTo>
                    <a:pt x="914478" y="845700"/>
                  </a:lnTo>
                  <a:lnTo>
                    <a:pt x="844133" y="841715"/>
                  </a:lnTo>
                  <a:lnTo>
                    <a:pt x="773789" y="837692"/>
                  </a:lnTo>
                  <a:lnTo>
                    <a:pt x="703444" y="833630"/>
                  </a:lnTo>
                  <a:lnTo>
                    <a:pt x="633100" y="829528"/>
                  </a:lnTo>
                  <a:lnTo>
                    <a:pt x="562755" y="825386"/>
                  </a:lnTo>
                  <a:lnTo>
                    <a:pt x="492411" y="821205"/>
                  </a:lnTo>
                  <a:lnTo>
                    <a:pt x="422066" y="816983"/>
                  </a:lnTo>
                  <a:lnTo>
                    <a:pt x="351722" y="812720"/>
                  </a:lnTo>
                  <a:lnTo>
                    <a:pt x="281377" y="808416"/>
                  </a:lnTo>
                  <a:lnTo>
                    <a:pt x="211033" y="804070"/>
                  </a:lnTo>
                  <a:lnTo>
                    <a:pt x="140688" y="799682"/>
                  </a:lnTo>
                  <a:lnTo>
                    <a:pt x="70344" y="795251"/>
                  </a:lnTo>
                  <a:lnTo>
                    <a:pt x="0" y="790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49230" y="2143092"/>
              <a:ext cx="4750186" cy="1077550"/>
            </a:xfrm>
            <a:custGeom>
              <a:avLst/>
              <a:pathLst>
                <a:path w="4750186" h="1077550">
                  <a:moveTo>
                    <a:pt x="0" y="0"/>
                  </a:moveTo>
                  <a:lnTo>
                    <a:pt x="37105" y="65118"/>
                  </a:lnTo>
                  <a:lnTo>
                    <a:pt x="107450" y="176984"/>
                  </a:lnTo>
                  <a:lnTo>
                    <a:pt x="177794" y="278352"/>
                  </a:lnTo>
                  <a:lnTo>
                    <a:pt x="248139" y="370207"/>
                  </a:lnTo>
                  <a:lnTo>
                    <a:pt x="318483" y="453443"/>
                  </a:lnTo>
                  <a:lnTo>
                    <a:pt x="388828" y="528868"/>
                  </a:lnTo>
                  <a:lnTo>
                    <a:pt x="459172" y="597216"/>
                  </a:lnTo>
                  <a:lnTo>
                    <a:pt x="529517" y="659149"/>
                  </a:lnTo>
                  <a:lnTo>
                    <a:pt x="599861" y="715270"/>
                  </a:lnTo>
                  <a:lnTo>
                    <a:pt x="670206" y="766126"/>
                  </a:lnTo>
                  <a:lnTo>
                    <a:pt x="740550" y="812208"/>
                  </a:lnTo>
                  <a:lnTo>
                    <a:pt x="810895" y="853967"/>
                  </a:lnTo>
                  <a:lnTo>
                    <a:pt x="881239" y="891806"/>
                  </a:lnTo>
                  <a:lnTo>
                    <a:pt x="951584" y="926095"/>
                  </a:lnTo>
                  <a:lnTo>
                    <a:pt x="1021928" y="957166"/>
                  </a:lnTo>
                  <a:lnTo>
                    <a:pt x="1092273" y="960671"/>
                  </a:lnTo>
                  <a:lnTo>
                    <a:pt x="1162617" y="963515"/>
                  </a:lnTo>
                  <a:lnTo>
                    <a:pt x="1232962" y="966332"/>
                  </a:lnTo>
                  <a:lnTo>
                    <a:pt x="1303306" y="969121"/>
                  </a:lnTo>
                  <a:lnTo>
                    <a:pt x="1373651" y="971884"/>
                  </a:lnTo>
                  <a:lnTo>
                    <a:pt x="1443995" y="974621"/>
                  </a:lnTo>
                  <a:lnTo>
                    <a:pt x="1514340" y="977331"/>
                  </a:lnTo>
                  <a:lnTo>
                    <a:pt x="1584684" y="980015"/>
                  </a:lnTo>
                  <a:lnTo>
                    <a:pt x="1655029" y="982673"/>
                  </a:lnTo>
                  <a:lnTo>
                    <a:pt x="1725373" y="985306"/>
                  </a:lnTo>
                  <a:lnTo>
                    <a:pt x="1795718" y="987914"/>
                  </a:lnTo>
                  <a:lnTo>
                    <a:pt x="1866062" y="990497"/>
                  </a:lnTo>
                  <a:lnTo>
                    <a:pt x="1936407" y="993055"/>
                  </a:lnTo>
                  <a:lnTo>
                    <a:pt x="2006751" y="995588"/>
                  </a:lnTo>
                  <a:lnTo>
                    <a:pt x="2077096" y="998097"/>
                  </a:lnTo>
                  <a:lnTo>
                    <a:pt x="2147440" y="1000582"/>
                  </a:lnTo>
                  <a:lnTo>
                    <a:pt x="2217785" y="1003043"/>
                  </a:lnTo>
                  <a:lnTo>
                    <a:pt x="2288129" y="1005481"/>
                  </a:lnTo>
                  <a:lnTo>
                    <a:pt x="2358473" y="1007895"/>
                  </a:lnTo>
                  <a:lnTo>
                    <a:pt x="2428818" y="1010286"/>
                  </a:lnTo>
                  <a:lnTo>
                    <a:pt x="2499162" y="1012654"/>
                  </a:lnTo>
                  <a:lnTo>
                    <a:pt x="2569507" y="1015000"/>
                  </a:lnTo>
                  <a:lnTo>
                    <a:pt x="2639851" y="1017323"/>
                  </a:lnTo>
                  <a:lnTo>
                    <a:pt x="2710196" y="1019623"/>
                  </a:lnTo>
                  <a:lnTo>
                    <a:pt x="2780540" y="1021902"/>
                  </a:lnTo>
                  <a:lnTo>
                    <a:pt x="2850885" y="1024159"/>
                  </a:lnTo>
                  <a:lnTo>
                    <a:pt x="2921229" y="1026394"/>
                  </a:lnTo>
                  <a:lnTo>
                    <a:pt x="2991574" y="1028607"/>
                  </a:lnTo>
                  <a:lnTo>
                    <a:pt x="3061918" y="1030800"/>
                  </a:lnTo>
                  <a:lnTo>
                    <a:pt x="3132263" y="1032971"/>
                  </a:lnTo>
                  <a:lnTo>
                    <a:pt x="3202607" y="1035122"/>
                  </a:lnTo>
                  <a:lnTo>
                    <a:pt x="3272952" y="1037252"/>
                  </a:lnTo>
                  <a:lnTo>
                    <a:pt x="3343296" y="1039361"/>
                  </a:lnTo>
                  <a:lnTo>
                    <a:pt x="3413641" y="1041450"/>
                  </a:lnTo>
                  <a:lnTo>
                    <a:pt x="3483985" y="1043520"/>
                  </a:lnTo>
                  <a:lnTo>
                    <a:pt x="3554330" y="1045569"/>
                  </a:lnTo>
                  <a:lnTo>
                    <a:pt x="3624674" y="1047599"/>
                  </a:lnTo>
                  <a:lnTo>
                    <a:pt x="3695019" y="1049609"/>
                  </a:lnTo>
                  <a:lnTo>
                    <a:pt x="3765363" y="1051600"/>
                  </a:lnTo>
                  <a:lnTo>
                    <a:pt x="3835708" y="1053572"/>
                  </a:lnTo>
                  <a:lnTo>
                    <a:pt x="3906052" y="1055525"/>
                  </a:lnTo>
                  <a:lnTo>
                    <a:pt x="3976397" y="1057459"/>
                  </a:lnTo>
                  <a:lnTo>
                    <a:pt x="4046741" y="1059375"/>
                  </a:lnTo>
                  <a:lnTo>
                    <a:pt x="4117086" y="1061272"/>
                  </a:lnTo>
                  <a:lnTo>
                    <a:pt x="4187430" y="1063151"/>
                  </a:lnTo>
                  <a:lnTo>
                    <a:pt x="4257775" y="1065012"/>
                  </a:lnTo>
                  <a:lnTo>
                    <a:pt x="4328119" y="1066856"/>
                  </a:lnTo>
                  <a:lnTo>
                    <a:pt x="4398464" y="1068681"/>
                  </a:lnTo>
                  <a:lnTo>
                    <a:pt x="4468808" y="1070489"/>
                  </a:lnTo>
                  <a:lnTo>
                    <a:pt x="4539153" y="1072280"/>
                  </a:lnTo>
                  <a:lnTo>
                    <a:pt x="4609497" y="1074053"/>
                  </a:lnTo>
                  <a:lnTo>
                    <a:pt x="4679842" y="1075810"/>
                  </a:lnTo>
                  <a:lnTo>
                    <a:pt x="4750186" y="1077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33870"/>
              <a:ext cx="6964104" cy="464805"/>
            </a:xfrm>
            <a:custGeom>
              <a:avLst/>
              <a:pathLst>
                <a:path w="6964104" h="464805">
                  <a:moveTo>
                    <a:pt x="6964104" y="464805"/>
                  </a:moveTo>
                  <a:lnTo>
                    <a:pt x="6893760" y="464638"/>
                  </a:lnTo>
                  <a:lnTo>
                    <a:pt x="6823415" y="464453"/>
                  </a:lnTo>
                  <a:lnTo>
                    <a:pt x="6753071" y="464249"/>
                  </a:lnTo>
                  <a:lnTo>
                    <a:pt x="6682726" y="464024"/>
                  </a:lnTo>
                  <a:lnTo>
                    <a:pt x="6612382" y="463775"/>
                  </a:lnTo>
                  <a:lnTo>
                    <a:pt x="6542037" y="463501"/>
                  </a:lnTo>
                  <a:lnTo>
                    <a:pt x="6471693" y="463198"/>
                  </a:lnTo>
                  <a:lnTo>
                    <a:pt x="6401348" y="462864"/>
                  </a:lnTo>
                  <a:lnTo>
                    <a:pt x="6331004" y="462495"/>
                  </a:lnTo>
                  <a:lnTo>
                    <a:pt x="6260659" y="462089"/>
                  </a:lnTo>
                  <a:lnTo>
                    <a:pt x="6190315" y="461640"/>
                  </a:lnTo>
                  <a:lnTo>
                    <a:pt x="6119970" y="461144"/>
                  </a:lnTo>
                  <a:lnTo>
                    <a:pt x="6049626" y="460598"/>
                  </a:lnTo>
                  <a:lnTo>
                    <a:pt x="5979281" y="459994"/>
                  </a:lnTo>
                  <a:lnTo>
                    <a:pt x="5908937" y="459329"/>
                  </a:lnTo>
                  <a:lnTo>
                    <a:pt x="5838592" y="458594"/>
                  </a:lnTo>
                  <a:lnTo>
                    <a:pt x="5768248" y="457783"/>
                  </a:lnTo>
                  <a:lnTo>
                    <a:pt x="5697903" y="456888"/>
                  </a:lnTo>
                  <a:lnTo>
                    <a:pt x="5627559" y="455901"/>
                  </a:lnTo>
                  <a:lnTo>
                    <a:pt x="5557214" y="454811"/>
                  </a:lnTo>
                  <a:lnTo>
                    <a:pt x="5486870" y="453608"/>
                  </a:lnTo>
                  <a:lnTo>
                    <a:pt x="5416525" y="452281"/>
                  </a:lnTo>
                  <a:lnTo>
                    <a:pt x="5346181" y="450817"/>
                  </a:lnTo>
                  <a:lnTo>
                    <a:pt x="5275836" y="449201"/>
                  </a:lnTo>
                  <a:lnTo>
                    <a:pt x="5205492" y="447417"/>
                  </a:lnTo>
                  <a:lnTo>
                    <a:pt x="5135147" y="445449"/>
                  </a:lnTo>
                  <a:lnTo>
                    <a:pt x="5064803" y="443277"/>
                  </a:lnTo>
                  <a:lnTo>
                    <a:pt x="4994458" y="440879"/>
                  </a:lnTo>
                  <a:lnTo>
                    <a:pt x="4924114" y="438234"/>
                  </a:lnTo>
                  <a:lnTo>
                    <a:pt x="4853769" y="435315"/>
                  </a:lnTo>
                  <a:lnTo>
                    <a:pt x="4783425" y="432093"/>
                  </a:lnTo>
                  <a:lnTo>
                    <a:pt x="4713080" y="428538"/>
                  </a:lnTo>
                  <a:lnTo>
                    <a:pt x="4642736" y="424615"/>
                  </a:lnTo>
                  <a:lnTo>
                    <a:pt x="4572391" y="420285"/>
                  </a:lnTo>
                  <a:lnTo>
                    <a:pt x="4502047" y="415507"/>
                  </a:lnTo>
                  <a:lnTo>
                    <a:pt x="4431702" y="410234"/>
                  </a:lnTo>
                  <a:lnTo>
                    <a:pt x="4361358" y="404416"/>
                  </a:lnTo>
                  <a:lnTo>
                    <a:pt x="4291013" y="397994"/>
                  </a:lnTo>
                  <a:lnTo>
                    <a:pt x="4220669" y="390908"/>
                  </a:lnTo>
                  <a:lnTo>
                    <a:pt x="4150324" y="383087"/>
                  </a:lnTo>
                  <a:lnTo>
                    <a:pt x="4079980" y="374457"/>
                  </a:lnTo>
                  <a:lnTo>
                    <a:pt x="4009635" y="364933"/>
                  </a:lnTo>
                  <a:lnTo>
                    <a:pt x="3939291" y="354423"/>
                  </a:lnTo>
                  <a:lnTo>
                    <a:pt x="3868946" y="342825"/>
                  </a:lnTo>
                  <a:lnTo>
                    <a:pt x="3798602" y="330025"/>
                  </a:lnTo>
                  <a:lnTo>
                    <a:pt x="3728257" y="315900"/>
                  </a:lnTo>
                  <a:lnTo>
                    <a:pt x="3657913" y="300312"/>
                  </a:lnTo>
                  <a:lnTo>
                    <a:pt x="3587569" y="283109"/>
                  </a:lnTo>
                  <a:lnTo>
                    <a:pt x="3517224" y="264126"/>
                  </a:lnTo>
                  <a:lnTo>
                    <a:pt x="3446880" y="243176"/>
                  </a:lnTo>
                  <a:lnTo>
                    <a:pt x="3376535" y="220057"/>
                  </a:lnTo>
                  <a:lnTo>
                    <a:pt x="3306191" y="194544"/>
                  </a:lnTo>
                  <a:lnTo>
                    <a:pt x="3235846" y="167021"/>
                  </a:lnTo>
                  <a:lnTo>
                    <a:pt x="3165502" y="164122"/>
                  </a:lnTo>
                  <a:lnTo>
                    <a:pt x="3095157" y="161194"/>
                  </a:lnTo>
                  <a:lnTo>
                    <a:pt x="3024813" y="158239"/>
                  </a:lnTo>
                  <a:lnTo>
                    <a:pt x="2954468" y="155254"/>
                  </a:lnTo>
                  <a:lnTo>
                    <a:pt x="2884124" y="152241"/>
                  </a:lnTo>
                  <a:lnTo>
                    <a:pt x="2813779" y="149199"/>
                  </a:lnTo>
                  <a:lnTo>
                    <a:pt x="2743435" y="146127"/>
                  </a:lnTo>
                  <a:lnTo>
                    <a:pt x="2673090" y="143025"/>
                  </a:lnTo>
                  <a:lnTo>
                    <a:pt x="2602746" y="139893"/>
                  </a:lnTo>
                  <a:lnTo>
                    <a:pt x="2532401" y="136731"/>
                  </a:lnTo>
                  <a:lnTo>
                    <a:pt x="2462057" y="133539"/>
                  </a:lnTo>
                  <a:lnTo>
                    <a:pt x="2391712" y="130315"/>
                  </a:lnTo>
                  <a:lnTo>
                    <a:pt x="2321368" y="127060"/>
                  </a:lnTo>
                  <a:lnTo>
                    <a:pt x="2251023" y="123774"/>
                  </a:lnTo>
                  <a:lnTo>
                    <a:pt x="2180679" y="120456"/>
                  </a:lnTo>
                  <a:lnTo>
                    <a:pt x="2110334" y="117106"/>
                  </a:lnTo>
                  <a:lnTo>
                    <a:pt x="2039990" y="113723"/>
                  </a:lnTo>
                  <a:lnTo>
                    <a:pt x="1969645" y="110308"/>
                  </a:lnTo>
                  <a:lnTo>
                    <a:pt x="1899301" y="106859"/>
                  </a:lnTo>
                  <a:lnTo>
                    <a:pt x="1828956" y="103377"/>
                  </a:lnTo>
                  <a:lnTo>
                    <a:pt x="1758612" y="99862"/>
                  </a:lnTo>
                  <a:lnTo>
                    <a:pt x="1688267" y="96312"/>
                  </a:lnTo>
                  <a:lnTo>
                    <a:pt x="1617923" y="92728"/>
                  </a:lnTo>
                  <a:lnTo>
                    <a:pt x="1547578" y="89109"/>
                  </a:lnTo>
                  <a:lnTo>
                    <a:pt x="1477234" y="85455"/>
                  </a:lnTo>
                  <a:lnTo>
                    <a:pt x="1406889" y="81766"/>
                  </a:lnTo>
                  <a:lnTo>
                    <a:pt x="1336545" y="78041"/>
                  </a:lnTo>
                  <a:lnTo>
                    <a:pt x="1266200" y="74280"/>
                  </a:lnTo>
                  <a:lnTo>
                    <a:pt x="1195856" y="70483"/>
                  </a:lnTo>
                  <a:lnTo>
                    <a:pt x="1125511" y="66649"/>
                  </a:lnTo>
                  <a:lnTo>
                    <a:pt x="1055167" y="62777"/>
                  </a:lnTo>
                  <a:lnTo>
                    <a:pt x="984822" y="58869"/>
                  </a:lnTo>
                  <a:lnTo>
                    <a:pt x="914478" y="54922"/>
                  </a:lnTo>
                  <a:lnTo>
                    <a:pt x="844133" y="50937"/>
                  </a:lnTo>
                  <a:lnTo>
                    <a:pt x="773789" y="46914"/>
                  </a:lnTo>
                  <a:lnTo>
                    <a:pt x="703444" y="42851"/>
                  </a:lnTo>
                  <a:lnTo>
                    <a:pt x="633100" y="38750"/>
                  </a:lnTo>
                  <a:lnTo>
                    <a:pt x="562755" y="34608"/>
                  </a:lnTo>
                  <a:lnTo>
                    <a:pt x="492411" y="30426"/>
                  </a:lnTo>
                  <a:lnTo>
                    <a:pt x="422066" y="26204"/>
                  </a:lnTo>
                  <a:lnTo>
                    <a:pt x="351722" y="21941"/>
                  </a:lnTo>
                  <a:lnTo>
                    <a:pt x="281377" y="17637"/>
                  </a:lnTo>
                  <a:lnTo>
                    <a:pt x="211033" y="13291"/>
                  </a:lnTo>
                  <a:lnTo>
                    <a:pt x="140688" y="8903"/>
                  </a:lnTo>
                  <a:lnTo>
                    <a:pt x="70344" y="44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6913" y="2143092"/>
              <a:ext cx="5592503" cy="1240152"/>
            </a:xfrm>
            <a:custGeom>
              <a:avLst/>
              <a:pathLst>
                <a:path w="5592503" h="1240152">
                  <a:moveTo>
                    <a:pt x="0" y="0"/>
                  </a:moveTo>
                  <a:lnTo>
                    <a:pt x="35288" y="34101"/>
                  </a:lnTo>
                  <a:lnTo>
                    <a:pt x="105633" y="98499"/>
                  </a:lnTo>
                  <a:lnTo>
                    <a:pt x="175977" y="159507"/>
                  </a:lnTo>
                  <a:lnTo>
                    <a:pt x="246322" y="217302"/>
                  </a:lnTo>
                  <a:lnTo>
                    <a:pt x="316666" y="272055"/>
                  </a:lnTo>
                  <a:lnTo>
                    <a:pt x="387011" y="323924"/>
                  </a:lnTo>
                  <a:lnTo>
                    <a:pt x="457355" y="373063"/>
                  </a:lnTo>
                  <a:lnTo>
                    <a:pt x="527699" y="419615"/>
                  </a:lnTo>
                  <a:lnTo>
                    <a:pt x="598044" y="463715"/>
                  </a:lnTo>
                  <a:lnTo>
                    <a:pt x="668388" y="505493"/>
                  </a:lnTo>
                  <a:lnTo>
                    <a:pt x="738733" y="545072"/>
                  </a:lnTo>
                  <a:lnTo>
                    <a:pt x="809077" y="582567"/>
                  </a:lnTo>
                  <a:lnTo>
                    <a:pt x="879422" y="618088"/>
                  </a:lnTo>
                  <a:lnTo>
                    <a:pt x="949766" y="651738"/>
                  </a:lnTo>
                  <a:lnTo>
                    <a:pt x="1020111" y="683617"/>
                  </a:lnTo>
                  <a:lnTo>
                    <a:pt x="1090455" y="713817"/>
                  </a:lnTo>
                  <a:lnTo>
                    <a:pt x="1160800" y="742427"/>
                  </a:lnTo>
                  <a:lnTo>
                    <a:pt x="1231144" y="769531"/>
                  </a:lnTo>
                  <a:lnTo>
                    <a:pt x="1301489" y="795208"/>
                  </a:lnTo>
                  <a:lnTo>
                    <a:pt x="1371833" y="819532"/>
                  </a:lnTo>
                  <a:lnTo>
                    <a:pt x="1442178" y="842577"/>
                  </a:lnTo>
                  <a:lnTo>
                    <a:pt x="1512522" y="864407"/>
                  </a:lnTo>
                  <a:lnTo>
                    <a:pt x="1582867" y="885089"/>
                  </a:lnTo>
                  <a:lnTo>
                    <a:pt x="1653211" y="904681"/>
                  </a:lnTo>
                  <a:lnTo>
                    <a:pt x="1723556" y="923242"/>
                  </a:lnTo>
                  <a:lnTo>
                    <a:pt x="1793900" y="940825"/>
                  </a:lnTo>
                  <a:lnTo>
                    <a:pt x="1864245" y="957483"/>
                  </a:lnTo>
                  <a:lnTo>
                    <a:pt x="1934589" y="973264"/>
                  </a:lnTo>
                  <a:lnTo>
                    <a:pt x="2004934" y="988214"/>
                  </a:lnTo>
                  <a:lnTo>
                    <a:pt x="2075278" y="1002376"/>
                  </a:lnTo>
                  <a:lnTo>
                    <a:pt x="2145623" y="1015793"/>
                  </a:lnTo>
                  <a:lnTo>
                    <a:pt x="2215967" y="1028504"/>
                  </a:lnTo>
                  <a:lnTo>
                    <a:pt x="2286312" y="1040545"/>
                  </a:lnTo>
                  <a:lnTo>
                    <a:pt x="2356656" y="1051953"/>
                  </a:lnTo>
                  <a:lnTo>
                    <a:pt x="2427001" y="1062759"/>
                  </a:lnTo>
                  <a:lnTo>
                    <a:pt x="2497345" y="1072997"/>
                  </a:lnTo>
                  <a:lnTo>
                    <a:pt x="2567690" y="1082696"/>
                  </a:lnTo>
                  <a:lnTo>
                    <a:pt x="2638034" y="1091884"/>
                  </a:lnTo>
                  <a:lnTo>
                    <a:pt x="2708379" y="1100588"/>
                  </a:lnTo>
                  <a:lnTo>
                    <a:pt x="2778723" y="1108834"/>
                  </a:lnTo>
                  <a:lnTo>
                    <a:pt x="2849068" y="1116646"/>
                  </a:lnTo>
                  <a:lnTo>
                    <a:pt x="2919412" y="1124046"/>
                  </a:lnTo>
                  <a:lnTo>
                    <a:pt x="2989757" y="1131057"/>
                  </a:lnTo>
                  <a:lnTo>
                    <a:pt x="3060101" y="1137699"/>
                  </a:lnTo>
                  <a:lnTo>
                    <a:pt x="3130446" y="1143991"/>
                  </a:lnTo>
                  <a:lnTo>
                    <a:pt x="3200790" y="1149952"/>
                  </a:lnTo>
                  <a:lnTo>
                    <a:pt x="3271135" y="1155599"/>
                  </a:lnTo>
                  <a:lnTo>
                    <a:pt x="3341479" y="1160948"/>
                  </a:lnTo>
                  <a:lnTo>
                    <a:pt x="3411824" y="1166016"/>
                  </a:lnTo>
                  <a:lnTo>
                    <a:pt x="3482168" y="1170817"/>
                  </a:lnTo>
                  <a:lnTo>
                    <a:pt x="3552513" y="1175366"/>
                  </a:lnTo>
                  <a:lnTo>
                    <a:pt x="3622857" y="1179674"/>
                  </a:lnTo>
                  <a:lnTo>
                    <a:pt x="3693202" y="1183756"/>
                  </a:lnTo>
                  <a:lnTo>
                    <a:pt x="3763546" y="1187623"/>
                  </a:lnTo>
                  <a:lnTo>
                    <a:pt x="3833891" y="1191287"/>
                  </a:lnTo>
                  <a:lnTo>
                    <a:pt x="3904235" y="1194757"/>
                  </a:lnTo>
                  <a:lnTo>
                    <a:pt x="3974580" y="1198045"/>
                  </a:lnTo>
                  <a:lnTo>
                    <a:pt x="4044924" y="1201160"/>
                  </a:lnTo>
                  <a:lnTo>
                    <a:pt x="4115269" y="1204111"/>
                  </a:lnTo>
                  <a:lnTo>
                    <a:pt x="4185613" y="1206906"/>
                  </a:lnTo>
                  <a:lnTo>
                    <a:pt x="4255957" y="1209554"/>
                  </a:lnTo>
                  <a:lnTo>
                    <a:pt x="4326302" y="1212063"/>
                  </a:lnTo>
                  <a:lnTo>
                    <a:pt x="4396646" y="1214439"/>
                  </a:lnTo>
                  <a:lnTo>
                    <a:pt x="4466991" y="1216691"/>
                  </a:lnTo>
                  <a:lnTo>
                    <a:pt x="4537335" y="1218824"/>
                  </a:lnTo>
                  <a:lnTo>
                    <a:pt x="4607680" y="1220845"/>
                  </a:lnTo>
                  <a:lnTo>
                    <a:pt x="4678024" y="1222759"/>
                  </a:lnTo>
                  <a:lnTo>
                    <a:pt x="4748369" y="1224572"/>
                  </a:lnTo>
                  <a:lnTo>
                    <a:pt x="4818713" y="1226290"/>
                  </a:lnTo>
                  <a:lnTo>
                    <a:pt x="4889058" y="1227918"/>
                  </a:lnTo>
                  <a:lnTo>
                    <a:pt x="4959402" y="1229460"/>
                  </a:lnTo>
                  <a:lnTo>
                    <a:pt x="5029747" y="1230920"/>
                  </a:lnTo>
                  <a:lnTo>
                    <a:pt x="5100091" y="1232304"/>
                  </a:lnTo>
                  <a:lnTo>
                    <a:pt x="5170436" y="1233615"/>
                  </a:lnTo>
                  <a:lnTo>
                    <a:pt x="5240780" y="1234857"/>
                  </a:lnTo>
                  <a:lnTo>
                    <a:pt x="5311125" y="1236033"/>
                  </a:lnTo>
                  <a:lnTo>
                    <a:pt x="5381469" y="1237148"/>
                  </a:lnTo>
                  <a:lnTo>
                    <a:pt x="5451814" y="1238204"/>
                  </a:lnTo>
                  <a:lnTo>
                    <a:pt x="5522158" y="1239204"/>
                  </a:lnTo>
                  <a:lnTo>
                    <a:pt x="5592503" y="1240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1.86 (1.12-3.10), p = 0.017  |  per IQR decline (Δ = 29.5 %): 6.25 (1.39-28.21)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55584"/>
            </a:xfrm>
            <a:custGeom>
              <a:avLst/>
              <a:pathLst>
                <a:path w="6964104" h="1255584">
                  <a:moveTo>
                    <a:pt x="2213917" y="0"/>
                  </a:moveTo>
                  <a:lnTo>
                    <a:pt x="2251023" y="65118"/>
                  </a:lnTo>
                  <a:lnTo>
                    <a:pt x="2321368" y="176984"/>
                  </a:lnTo>
                  <a:lnTo>
                    <a:pt x="2391712" y="278352"/>
                  </a:lnTo>
                  <a:lnTo>
                    <a:pt x="2462057" y="370207"/>
                  </a:lnTo>
                  <a:lnTo>
                    <a:pt x="2532401" y="453443"/>
                  </a:lnTo>
                  <a:lnTo>
                    <a:pt x="2602746" y="528868"/>
                  </a:lnTo>
                  <a:lnTo>
                    <a:pt x="2673090" y="597216"/>
                  </a:lnTo>
                  <a:lnTo>
                    <a:pt x="2743435" y="659149"/>
                  </a:lnTo>
                  <a:lnTo>
                    <a:pt x="2813779" y="715270"/>
                  </a:lnTo>
                  <a:lnTo>
                    <a:pt x="2884124" y="766126"/>
                  </a:lnTo>
                  <a:lnTo>
                    <a:pt x="2954468" y="812208"/>
                  </a:lnTo>
                  <a:lnTo>
                    <a:pt x="3024813" y="853967"/>
                  </a:lnTo>
                  <a:lnTo>
                    <a:pt x="3095157" y="891806"/>
                  </a:lnTo>
                  <a:lnTo>
                    <a:pt x="3165502" y="926095"/>
                  </a:lnTo>
                  <a:lnTo>
                    <a:pt x="3235846" y="957166"/>
                  </a:lnTo>
                  <a:lnTo>
                    <a:pt x="3306191" y="960671"/>
                  </a:lnTo>
                  <a:lnTo>
                    <a:pt x="3376535" y="963515"/>
                  </a:lnTo>
                  <a:lnTo>
                    <a:pt x="3446880" y="966332"/>
                  </a:lnTo>
                  <a:lnTo>
                    <a:pt x="3517224" y="969121"/>
                  </a:lnTo>
                  <a:lnTo>
                    <a:pt x="3587569" y="971884"/>
                  </a:lnTo>
                  <a:lnTo>
                    <a:pt x="3657913" y="974621"/>
                  </a:lnTo>
                  <a:lnTo>
                    <a:pt x="3728257" y="977331"/>
                  </a:lnTo>
                  <a:lnTo>
                    <a:pt x="3798602" y="980015"/>
                  </a:lnTo>
                  <a:lnTo>
                    <a:pt x="3868946" y="982673"/>
                  </a:lnTo>
                  <a:lnTo>
                    <a:pt x="3939291" y="985306"/>
                  </a:lnTo>
                  <a:lnTo>
                    <a:pt x="4009635" y="987914"/>
                  </a:lnTo>
                  <a:lnTo>
                    <a:pt x="4079980" y="990497"/>
                  </a:lnTo>
                  <a:lnTo>
                    <a:pt x="4150324" y="993055"/>
                  </a:lnTo>
                  <a:lnTo>
                    <a:pt x="4220669" y="995588"/>
                  </a:lnTo>
                  <a:lnTo>
                    <a:pt x="4291013" y="998097"/>
                  </a:lnTo>
                  <a:lnTo>
                    <a:pt x="4361358" y="1000582"/>
                  </a:lnTo>
                  <a:lnTo>
                    <a:pt x="4431702" y="1003043"/>
                  </a:lnTo>
                  <a:lnTo>
                    <a:pt x="4502047" y="1005481"/>
                  </a:lnTo>
                  <a:lnTo>
                    <a:pt x="4572391" y="1007895"/>
                  </a:lnTo>
                  <a:lnTo>
                    <a:pt x="4642736" y="1010286"/>
                  </a:lnTo>
                  <a:lnTo>
                    <a:pt x="4713080" y="1012654"/>
                  </a:lnTo>
                  <a:lnTo>
                    <a:pt x="4783425" y="1015000"/>
                  </a:lnTo>
                  <a:lnTo>
                    <a:pt x="4853769" y="1017323"/>
                  </a:lnTo>
                  <a:lnTo>
                    <a:pt x="4924114" y="1019623"/>
                  </a:lnTo>
                  <a:lnTo>
                    <a:pt x="4994458" y="1021902"/>
                  </a:lnTo>
                  <a:lnTo>
                    <a:pt x="5064803" y="1024159"/>
                  </a:lnTo>
                  <a:lnTo>
                    <a:pt x="5135147" y="1026394"/>
                  </a:lnTo>
                  <a:lnTo>
                    <a:pt x="5205492" y="1028607"/>
                  </a:lnTo>
                  <a:lnTo>
                    <a:pt x="5275836" y="1030800"/>
                  </a:lnTo>
                  <a:lnTo>
                    <a:pt x="5346181" y="1032971"/>
                  </a:lnTo>
                  <a:lnTo>
                    <a:pt x="5416525" y="1035122"/>
                  </a:lnTo>
                  <a:lnTo>
                    <a:pt x="5486870" y="1037252"/>
                  </a:lnTo>
                  <a:lnTo>
                    <a:pt x="5557214" y="1039361"/>
                  </a:lnTo>
                  <a:lnTo>
                    <a:pt x="5627559" y="1041450"/>
                  </a:lnTo>
                  <a:lnTo>
                    <a:pt x="5697903" y="1043520"/>
                  </a:lnTo>
                  <a:lnTo>
                    <a:pt x="5768248" y="1045569"/>
                  </a:lnTo>
                  <a:lnTo>
                    <a:pt x="5838592" y="1047599"/>
                  </a:lnTo>
                  <a:lnTo>
                    <a:pt x="5908937" y="1049609"/>
                  </a:lnTo>
                  <a:lnTo>
                    <a:pt x="5979281" y="1051600"/>
                  </a:lnTo>
                  <a:lnTo>
                    <a:pt x="6049626" y="1053572"/>
                  </a:lnTo>
                  <a:lnTo>
                    <a:pt x="6119970" y="1055525"/>
                  </a:lnTo>
                  <a:lnTo>
                    <a:pt x="6190315" y="1057459"/>
                  </a:lnTo>
                  <a:lnTo>
                    <a:pt x="6260659" y="1059375"/>
                  </a:lnTo>
                  <a:lnTo>
                    <a:pt x="6331004" y="1061272"/>
                  </a:lnTo>
                  <a:lnTo>
                    <a:pt x="6401348" y="1063151"/>
                  </a:lnTo>
                  <a:lnTo>
                    <a:pt x="6471693" y="1065012"/>
                  </a:lnTo>
                  <a:lnTo>
                    <a:pt x="6542037" y="1066856"/>
                  </a:lnTo>
                  <a:lnTo>
                    <a:pt x="6612382" y="1068681"/>
                  </a:lnTo>
                  <a:lnTo>
                    <a:pt x="6682726" y="1070489"/>
                  </a:lnTo>
                  <a:lnTo>
                    <a:pt x="6753071" y="1072280"/>
                  </a:lnTo>
                  <a:lnTo>
                    <a:pt x="6823415" y="1074053"/>
                  </a:lnTo>
                  <a:lnTo>
                    <a:pt x="6893760" y="1075810"/>
                  </a:lnTo>
                  <a:lnTo>
                    <a:pt x="6964104" y="1077550"/>
                  </a:lnTo>
                  <a:lnTo>
                    <a:pt x="6964104" y="1255584"/>
                  </a:lnTo>
                  <a:lnTo>
                    <a:pt x="6893760" y="1255416"/>
                  </a:lnTo>
                  <a:lnTo>
                    <a:pt x="6823415" y="1255231"/>
                  </a:lnTo>
                  <a:lnTo>
                    <a:pt x="6753071" y="1255027"/>
                  </a:lnTo>
                  <a:lnTo>
                    <a:pt x="6682726" y="1254802"/>
                  </a:lnTo>
                  <a:lnTo>
                    <a:pt x="6612382" y="1254553"/>
                  </a:lnTo>
                  <a:lnTo>
                    <a:pt x="6542037" y="1254279"/>
                  </a:lnTo>
                  <a:lnTo>
                    <a:pt x="6471693" y="1253976"/>
                  </a:lnTo>
                  <a:lnTo>
                    <a:pt x="6401348" y="1253642"/>
                  </a:lnTo>
                  <a:lnTo>
                    <a:pt x="6331004" y="1253274"/>
                  </a:lnTo>
                  <a:lnTo>
                    <a:pt x="6260659" y="1252867"/>
                  </a:lnTo>
                  <a:lnTo>
                    <a:pt x="6190315" y="1252418"/>
                  </a:lnTo>
                  <a:lnTo>
                    <a:pt x="6119970" y="1251923"/>
                  </a:lnTo>
                  <a:lnTo>
                    <a:pt x="6049626" y="1251376"/>
                  </a:lnTo>
                  <a:lnTo>
                    <a:pt x="5979281" y="1250773"/>
                  </a:lnTo>
                  <a:lnTo>
                    <a:pt x="5908937" y="1250107"/>
                  </a:lnTo>
                  <a:lnTo>
                    <a:pt x="5838592" y="1249372"/>
                  </a:lnTo>
                  <a:lnTo>
                    <a:pt x="5768248" y="1248561"/>
                  </a:lnTo>
                  <a:lnTo>
                    <a:pt x="5697903" y="1247666"/>
                  </a:lnTo>
                  <a:lnTo>
                    <a:pt x="5627559" y="1246679"/>
                  </a:lnTo>
                  <a:lnTo>
                    <a:pt x="5557214" y="1245589"/>
                  </a:lnTo>
                  <a:lnTo>
                    <a:pt x="5486870" y="1244387"/>
                  </a:lnTo>
                  <a:lnTo>
                    <a:pt x="5416525" y="1243060"/>
                  </a:lnTo>
                  <a:lnTo>
                    <a:pt x="5346181" y="1241595"/>
                  </a:lnTo>
                  <a:lnTo>
                    <a:pt x="5275836" y="1239979"/>
                  </a:lnTo>
                  <a:lnTo>
                    <a:pt x="5205492" y="1238195"/>
                  </a:lnTo>
                  <a:lnTo>
                    <a:pt x="5135147" y="1236227"/>
                  </a:lnTo>
                  <a:lnTo>
                    <a:pt x="5064803" y="1234055"/>
                  </a:lnTo>
                  <a:lnTo>
                    <a:pt x="4994458" y="1231658"/>
                  </a:lnTo>
                  <a:lnTo>
                    <a:pt x="4924114" y="1229012"/>
                  </a:lnTo>
                  <a:lnTo>
                    <a:pt x="4853769" y="1226093"/>
                  </a:lnTo>
                  <a:lnTo>
                    <a:pt x="4783425" y="1222872"/>
                  </a:lnTo>
                  <a:lnTo>
                    <a:pt x="4713080" y="1219317"/>
                  </a:lnTo>
                  <a:lnTo>
                    <a:pt x="4642736" y="1215393"/>
                  </a:lnTo>
                  <a:lnTo>
                    <a:pt x="4572391" y="1211064"/>
                  </a:lnTo>
                  <a:lnTo>
                    <a:pt x="4502047" y="1206286"/>
                  </a:lnTo>
                  <a:lnTo>
                    <a:pt x="4431702" y="1201013"/>
                  </a:lnTo>
                  <a:lnTo>
                    <a:pt x="4361358" y="1195194"/>
                  </a:lnTo>
                  <a:lnTo>
                    <a:pt x="4291013" y="1188772"/>
                  </a:lnTo>
                  <a:lnTo>
                    <a:pt x="4220669" y="1181686"/>
                  </a:lnTo>
                  <a:lnTo>
                    <a:pt x="4150324" y="1173866"/>
                  </a:lnTo>
                  <a:lnTo>
                    <a:pt x="4079980" y="1165236"/>
                  </a:lnTo>
                  <a:lnTo>
                    <a:pt x="4009635" y="1155712"/>
                  </a:lnTo>
                  <a:lnTo>
                    <a:pt x="3939291" y="1145202"/>
                  </a:lnTo>
                  <a:lnTo>
                    <a:pt x="3868946" y="1133603"/>
                  </a:lnTo>
                  <a:lnTo>
                    <a:pt x="3798602" y="1120803"/>
                  </a:lnTo>
                  <a:lnTo>
                    <a:pt x="3728257" y="1106678"/>
                  </a:lnTo>
                  <a:lnTo>
                    <a:pt x="3657913" y="1091090"/>
                  </a:lnTo>
                  <a:lnTo>
                    <a:pt x="3587569" y="1073888"/>
                  </a:lnTo>
                  <a:lnTo>
                    <a:pt x="3517224" y="1054904"/>
                  </a:lnTo>
                  <a:lnTo>
                    <a:pt x="3446880" y="1033954"/>
                  </a:lnTo>
                  <a:lnTo>
                    <a:pt x="3376535" y="1010835"/>
                  </a:lnTo>
                  <a:lnTo>
                    <a:pt x="3306191" y="985322"/>
                  </a:lnTo>
                  <a:lnTo>
                    <a:pt x="3235846" y="957799"/>
                  </a:lnTo>
                  <a:lnTo>
                    <a:pt x="3165502" y="954900"/>
                  </a:lnTo>
                  <a:lnTo>
                    <a:pt x="3095157" y="951973"/>
                  </a:lnTo>
                  <a:lnTo>
                    <a:pt x="3024813" y="949017"/>
                  </a:lnTo>
                  <a:lnTo>
                    <a:pt x="2954468" y="946033"/>
                  </a:lnTo>
                  <a:lnTo>
                    <a:pt x="2884124" y="943019"/>
                  </a:lnTo>
                  <a:lnTo>
                    <a:pt x="2813779" y="939977"/>
                  </a:lnTo>
                  <a:lnTo>
                    <a:pt x="2743435" y="936905"/>
                  </a:lnTo>
                  <a:lnTo>
                    <a:pt x="2673090" y="933803"/>
                  </a:lnTo>
                  <a:lnTo>
                    <a:pt x="2602746" y="930672"/>
                  </a:lnTo>
                  <a:lnTo>
                    <a:pt x="2532401" y="927510"/>
                  </a:lnTo>
                  <a:lnTo>
                    <a:pt x="2462057" y="924317"/>
                  </a:lnTo>
                  <a:lnTo>
                    <a:pt x="2391712" y="921093"/>
                  </a:lnTo>
                  <a:lnTo>
                    <a:pt x="2321368" y="917839"/>
                  </a:lnTo>
                  <a:lnTo>
                    <a:pt x="2251023" y="914552"/>
                  </a:lnTo>
                  <a:lnTo>
                    <a:pt x="2180679" y="911234"/>
                  </a:lnTo>
                  <a:lnTo>
                    <a:pt x="2110334" y="907884"/>
                  </a:lnTo>
                  <a:lnTo>
                    <a:pt x="2039990" y="904501"/>
                  </a:lnTo>
                  <a:lnTo>
                    <a:pt x="1969645" y="901086"/>
                  </a:lnTo>
                  <a:lnTo>
                    <a:pt x="1899301" y="897637"/>
                  </a:lnTo>
                  <a:lnTo>
                    <a:pt x="1828956" y="894155"/>
                  </a:lnTo>
                  <a:lnTo>
                    <a:pt x="1758612" y="890640"/>
                  </a:lnTo>
                  <a:lnTo>
                    <a:pt x="1688267" y="887090"/>
                  </a:lnTo>
                  <a:lnTo>
                    <a:pt x="1617923" y="883506"/>
                  </a:lnTo>
                  <a:lnTo>
                    <a:pt x="1547578" y="879887"/>
                  </a:lnTo>
                  <a:lnTo>
                    <a:pt x="1477234" y="876234"/>
                  </a:lnTo>
                  <a:lnTo>
                    <a:pt x="1406889" y="872544"/>
                  </a:lnTo>
                  <a:lnTo>
                    <a:pt x="1336545" y="868819"/>
                  </a:lnTo>
                  <a:lnTo>
                    <a:pt x="1266200" y="865059"/>
                  </a:lnTo>
                  <a:lnTo>
                    <a:pt x="1195856" y="861261"/>
                  </a:lnTo>
                  <a:lnTo>
                    <a:pt x="1125511" y="857427"/>
                  </a:lnTo>
                  <a:lnTo>
                    <a:pt x="1055167" y="853556"/>
                  </a:lnTo>
                  <a:lnTo>
                    <a:pt x="984822" y="849647"/>
                  </a:lnTo>
                  <a:lnTo>
                    <a:pt x="914478" y="845700"/>
                  </a:lnTo>
                  <a:lnTo>
                    <a:pt x="844133" y="841715"/>
                  </a:lnTo>
                  <a:lnTo>
                    <a:pt x="773789" y="837692"/>
                  </a:lnTo>
                  <a:lnTo>
                    <a:pt x="703444" y="833630"/>
                  </a:lnTo>
                  <a:lnTo>
                    <a:pt x="633100" y="829528"/>
                  </a:lnTo>
                  <a:lnTo>
                    <a:pt x="562755" y="825386"/>
                  </a:lnTo>
                  <a:lnTo>
                    <a:pt x="492411" y="821205"/>
                  </a:lnTo>
                  <a:lnTo>
                    <a:pt x="422066" y="816983"/>
                  </a:lnTo>
                  <a:lnTo>
                    <a:pt x="351722" y="812720"/>
                  </a:lnTo>
                  <a:lnTo>
                    <a:pt x="281377" y="808416"/>
                  </a:lnTo>
                  <a:lnTo>
                    <a:pt x="211033" y="804070"/>
                  </a:lnTo>
                  <a:lnTo>
                    <a:pt x="140688" y="799682"/>
                  </a:lnTo>
                  <a:lnTo>
                    <a:pt x="70344" y="795251"/>
                  </a:lnTo>
                  <a:lnTo>
                    <a:pt x="0" y="790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449230" y="4336484"/>
              <a:ext cx="4750186" cy="1077550"/>
            </a:xfrm>
            <a:custGeom>
              <a:avLst/>
              <a:pathLst>
                <a:path w="4750186" h="1077550">
                  <a:moveTo>
                    <a:pt x="0" y="0"/>
                  </a:moveTo>
                  <a:lnTo>
                    <a:pt x="37105" y="65118"/>
                  </a:lnTo>
                  <a:lnTo>
                    <a:pt x="107450" y="176984"/>
                  </a:lnTo>
                  <a:lnTo>
                    <a:pt x="177794" y="278352"/>
                  </a:lnTo>
                  <a:lnTo>
                    <a:pt x="248139" y="370207"/>
                  </a:lnTo>
                  <a:lnTo>
                    <a:pt x="318483" y="453443"/>
                  </a:lnTo>
                  <a:lnTo>
                    <a:pt x="388828" y="528868"/>
                  </a:lnTo>
                  <a:lnTo>
                    <a:pt x="459172" y="597216"/>
                  </a:lnTo>
                  <a:lnTo>
                    <a:pt x="529517" y="659149"/>
                  </a:lnTo>
                  <a:lnTo>
                    <a:pt x="599861" y="715270"/>
                  </a:lnTo>
                  <a:lnTo>
                    <a:pt x="670206" y="766126"/>
                  </a:lnTo>
                  <a:lnTo>
                    <a:pt x="740550" y="812208"/>
                  </a:lnTo>
                  <a:lnTo>
                    <a:pt x="810895" y="853967"/>
                  </a:lnTo>
                  <a:lnTo>
                    <a:pt x="881239" y="891806"/>
                  </a:lnTo>
                  <a:lnTo>
                    <a:pt x="951584" y="926095"/>
                  </a:lnTo>
                  <a:lnTo>
                    <a:pt x="1021928" y="957166"/>
                  </a:lnTo>
                  <a:lnTo>
                    <a:pt x="1092273" y="960671"/>
                  </a:lnTo>
                  <a:lnTo>
                    <a:pt x="1162617" y="963515"/>
                  </a:lnTo>
                  <a:lnTo>
                    <a:pt x="1232962" y="966332"/>
                  </a:lnTo>
                  <a:lnTo>
                    <a:pt x="1303306" y="969121"/>
                  </a:lnTo>
                  <a:lnTo>
                    <a:pt x="1373651" y="971884"/>
                  </a:lnTo>
                  <a:lnTo>
                    <a:pt x="1443995" y="974621"/>
                  </a:lnTo>
                  <a:lnTo>
                    <a:pt x="1514340" y="977331"/>
                  </a:lnTo>
                  <a:lnTo>
                    <a:pt x="1584684" y="980015"/>
                  </a:lnTo>
                  <a:lnTo>
                    <a:pt x="1655029" y="982673"/>
                  </a:lnTo>
                  <a:lnTo>
                    <a:pt x="1725373" y="985306"/>
                  </a:lnTo>
                  <a:lnTo>
                    <a:pt x="1795718" y="987914"/>
                  </a:lnTo>
                  <a:lnTo>
                    <a:pt x="1866062" y="990497"/>
                  </a:lnTo>
                  <a:lnTo>
                    <a:pt x="1936407" y="993055"/>
                  </a:lnTo>
                  <a:lnTo>
                    <a:pt x="2006751" y="995588"/>
                  </a:lnTo>
                  <a:lnTo>
                    <a:pt x="2077096" y="998097"/>
                  </a:lnTo>
                  <a:lnTo>
                    <a:pt x="2147440" y="1000582"/>
                  </a:lnTo>
                  <a:lnTo>
                    <a:pt x="2217785" y="1003043"/>
                  </a:lnTo>
                  <a:lnTo>
                    <a:pt x="2288129" y="1005481"/>
                  </a:lnTo>
                  <a:lnTo>
                    <a:pt x="2358473" y="1007895"/>
                  </a:lnTo>
                  <a:lnTo>
                    <a:pt x="2428818" y="1010286"/>
                  </a:lnTo>
                  <a:lnTo>
                    <a:pt x="2499162" y="1012654"/>
                  </a:lnTo>
                  <a:lnTo>
                    <a:pt x="2569507" y="1015000"/>
                  </a:lnTo>
                  <a:lnTo>
                    <a:pt x="2639851" y="1017323"/>
                  </a:lnTo>
                  <a:lnTo>
                    <a:pt x="2710196" y="1019623"/>
                  </a:lnTo>
                  <a:lnTo>
                    <a:pt x="2780540" y="1021902"/>
                  </a:lnTo>
                  <a:lnTo>
                    <a:pt x="2850885" y="1024159"/>
                  </a:lnTo>
                  <a:lnTo>
                    <a:pt x="2921229" y="1026394"/>
                  </a:lnTo>
                  <a:lnTo>
                    <a:pt x="2991574" y="1028607"/>
                  </a:lnTo>
                  <a:lnTo>
                    <a:pt x="3061918" y="1030800"/>
                  </a:lnTo>
                  <a:lnTo>
                    <a:pt x="3132263" y="1032971"/>
                  </a:lnTo>
                  <a:lnTo>
                    <a:pt x="3202607" y="1035122"/>
                  </a:lnTo>
                  <a:lnTo>
                    <a:pt x="3272952" y="1037252"/>
                  </a:lnTo>
                  <a:lnTo>
                    <a:pt x="3343296" y="1039361"/>
                  </a:lnTo>
                  <a:lnTo>
                    <a:pt x="3413641" y="1041450"/>
                  </a:lnTo>
                  <a:lnTo>
                    <a:pt x="3483985" y="1043520"/>
                  </a:lnTo>
                  <a:lnTo>
                    <a:pt x="3554330" y="1045569"/>
                  </a:lnTo>
                  <a:lnTo>
                    <a:pt x="3624674" y="1047599"/>
                  </a:lnTo>
                  <a:lnTo>
                    <a:pt x="3695019" y="1049609"/>
                  </a:lnTo>
                  <a:lnTo>
                    <a:pt x="3765363" y="1051600"/>
                  </a:lnTo>
                  <a:lnTo>
                    <a:pt x="3835708" y="1053572"/>
                  </a:lnTo>
                  <a:lnTo>
                    <a:pt x="3906052" y="1055525"/>
                  </a:lnTo>
                  <a:lnTo>
                    <a:pt x="3976397" y="1057459"/>
                  </a:lnTo>
                  <a:lnTo>
                    <a:pt x="4046741" y="1059375"/>
                  </a:lnTo>
                  <a:lnTo>
                    <a:pt x="4117086" y="1061272"/>
                  </a:lnTo>
                  <a:lnTo>
                    <a:pt x="4187430" y="1063151"/>
                  </a:lnTo>
                  <a:lnTo>
                    <a:pt x="4257775" y="1065012"/>
                  </a:lnTo>
                  <a:lnTo>
                    <a:pt x="4328119" y="1066856"/>
                  </a:lnTo>
                  <a:lnTo>
                    <a:pt x="4398464" y="1068681"/>
                  </a:lnTo>
                  <a:lnTo>
                    <a:pt x="4468808" y="1070489"/>
                  </a:lnTo>
                  <a:lnTo>
                    <a:pt x="4539153" y="1072280"/>
                  </a:lnTo>
                  <a:lnTo>
                    <a:pt x="4609497" y="1074053"/>
                  </a:lnTo>
                  <a:lnTo>
                    <a:pt x="4679842" y="1075810"/>
                  </a:lnTo>
                  <a:lnTo>
                    <a:pt x="4750186" y="1077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127262"/>
              <a:ext cx="6964104" cy="464805"/>
            </a:xfrm>
            <a:custGeom>
              <a:avLst/>
              <a:pathLst>
                <a:path w="6964104" h="464805">
                  <a:moveTo>
                    <a:pt x="6964104" y="464805"/>
                  </a:moveTo>
                  <a:lnTo>
                    <a:pt x="6893760" y="464638"/>
                  </a:lnTo>
                  <a:lnTo>
                    <a:pt x="6823415" y="464453"/>
                  </a:lnTo>
                  <a:lnTo>
                    <a:pt x="6753071" y="464249"/>
                  </a:lnTo>
                  <a:lnTo>
                    <a:pt x="6682726" y="464024"/>
                  </a:lnTo>
                  <a:lnTo>
                    <a:pt x="6612382" y="463775"/>
                  </a:lnTo>
                  <a:lnTo>
                    <a:pt x="6542037" y="463501"/>
                  </a:lnTo>
                  <a:lnTo>
                    <a:pt x="6471693" y="463198"/>
                  </a:lnTo>
                  <a:lnTo>
                    <a:pt x="6401348" y="462864"/>
                  </a:lnTo>
                  <a:lnTo>
                    <a:pt x="6331004" y="462495"/>
                  </a:lnTo>
                  <a:lnTo>
                    <a:pt x="6260659" y="462089"/>
                  </a:lnTo>
                  <a:lnTo>
                    <a:pt x="6190315" y="461640"/>
                  </a:lnTo>
                  <a:lnTo>
                    <a:pt x="6119970" y="461144"/>
                  </a:lnTo>
                  <a:lnTo>
                    <a:pt x="6049626" y="460598"/>
                  </a:lnTo>
                  <a:lnTo>
                    <a:pt x="5979281" y="459994"/>
                  </a:lnTo>
                  <a:lnTo>
                    <a:pt x="5908937" y="459329"/>
                  </a:lnTo>
                  <a:lnTo>
                    <a:pt x="5838592" y="458594"/>
                  </a:lnTo>
                  <a:lnTo>
                    <a:pt x="5768248" y="457783"/>
                  </a:lnTo>
                  <a:lnTo>
                    <a:pt x="5697903" y="456888"/>
                  </a:lnTo>
                  <a:lnTo>
                    <a:pt x="5627559" y="455901"/>
                  </a:lnTo>
                  <a:lnTo>
                    <a:pt x="5557214" y="454811"/>
                  </a:lnTo>
                  <a:lnTo>
                    <a:pt x="5486870" y="453608"/>
                  </a:lnTo>
                  <a:lnTo>
                    <a:pt x="5416525" y="452281"/>
                  </a:lnTo>
                  <a:lnTo>
                    <a:pt x="5346181" y="450817"/>
                  </a:lnTo>
                  <a:lnTo>
                    <a:pt x="5275836" y="449201"/>
                  </a:lnTo>
                  <a:lnTo>
                    <a:pt x="5205492" y="447417"/>
                  </a:lnTo>
                  <a:lnTo>
                    <a:pt x="5135147" y="445449"/>
                  </a:lnTo>
                  <a:lnTo>
                    <a:pt x="5064803" y="443277"/>
                  </a:lnTo>
                  <a:lnTo>
                    <a:pt x="4994458" y="440879"/>
                  </a:lnTo>
                  <a:lnTo>
                    <a:pt x="4924114" y="438234"/>
                  </a:lnTo>
                  <a:lnTo>
                    <a:pt x="4853769" y="435315"/>
                  </a:lnTo>
                  <a:lnTo>
                    <a:pt x="4783425" y="432093"/>
                  </a:lnTo>
                  <a:lnTo>
                    <a:pt x="4713080" y="428538"/>
                  </a:lnTo>
                  <a:lnTo>
                    <a:pt x="4642736" y="424615"/>
                  </a:lnTo>
                  <a:lnTo>
                    <a:pt x="4572391" y="420285"/>
                  </a:lnTo>
                  <a:lnTo>
                    <a:pt x="4502047" y="415507"/>
                  </a:lnTo>
                  <a:lnTo>
                    <a:pt x="4431702" y="410234"/>
                  </a:lnTo>
                  <a:lnTo>
                    <a:pt x="4361358" y="404416"/>
                  </a:lnTo>
                  <a:lnTo>
                    <a:pt x="4291013" y="397994"/>
                  </a:lnTo>
                  <a:lnTo>
                    <a:pt x="4220669" y="390908"/>
                  </a:lnTo>
                  <a:lnTo>
                    <a:pt x="4150324" y="383087"/>
                  </a:lnTo>
                  <a:lnTo>
                    <a:pt x="4079980" y="374457"/>
                  </a:lnTo>
                  <a:lnTo>
                    <a:pt x="4009635" y="364933"/>
                  </a:lnTo>
                  <a:lnTo>
                    <a:pt x="3939291" y="354423"/>
                  </a:lnTo>
                  <a:lnTo>
                    <a:pt x="3868946" y="342825"/>
                  </a:lnTo>
                  <a:lnTo>
                    <a:pt x="3798602" y="330025"/>
                  </a:lnTo>
                  <a:lnTo>
                    <a:pt x="3728257" y="315900"/>
                  </a:lnTo>
                  <a:lnTo>
                    <a:pt x="3657913" y="300312"/>
                  </a:lnTo>
                  <a:lnTo>
                    <a:pt x="3587569" y="283109"/>
                  </a:lnTo>
                  <a:lnTo>
                    <a:pt x="3517224" y="264126"/>
                  </a:lnTo>
                  <a:lnTo>
                    <a:pt x="3446880" y="243176"/>
                  </a:lnTo>
                  <a:lnTo>
                    <a:pt x="3376535" y="220057"/>
                  </a:lnTo>
                  <a:lnTo>
                    <a:pt x="3306191" y="194544"/>
                  </a:lnTo>
                  <a:lnTo>
                    <a:pt x="3235846" y="167021"/>
                  </a:lnTo>
                  <a:lnTo>
                    <a:pt x="3165502" y="164122"/>
                  </a:lnTo>
                  <a:lnTo>
                    <a:pt x="3095157" y="161194"/>
                  </a:lnTo>
                  <a:lnTo>
                    <a:pt x="3024813" y="158239"/>
                  </a:lnTo>
                  <a:lnTo>
                    <a:pt x="2954468" y="155254"/>
                  </a:lnTo>
                  <a:lnTo>
                    <a:pt x="2884124" y="152241"/>
                  </a:lnTo>
                  <a:lnTo>
                    <a:pt x="2813779" y="149199"/>
                  </a:lnTo>
                  <a:lnTo>
                    <a:pt x="2743435" y="146127"/>
                  </a:lnTo>
                  <a:lnTo>
                    <a:pt x="2673090" y="143025"/>
                  </a:lnTo>
                  <a:lnTo>
                    <a:pt x="2602746" y="139893"/>
                  </a:lnTo>
                  <a:lnTo>
                    <a:pt x="2532401" y="136731"/>
                  </a:lnTo>
                  <a:lnTo>
                    <a:pt x="2462057" y="133539"/>
                  </a:lnTo>
                  <a:lnTo>
                    <a:pt x="2391712" y="130315"/>
                  </a:lnTo>
                  <a:lnTo>
                    <a:pt x="2321368" y="127060"/>
                  </a:lnTo>
                  <a:lnTo>
                    <a:pt x="2251023" y="123774"/>
                  </a:lnTo>
                  <a:lnTo>
                    <a:pt x="2180679" y="120456"/>
                  </a:lnTo>
                  <a:lnTo>
                    <a:pt x="2110334" y="117106"/>
                  </a:lnTo>
                  <a:lnTo>
                    <a:pt x="2039990" y="113723"/>
                  </a:lnTo>
                  <a:lnTo>
                    <a:pt x="1969645" y="110308"/>
                  </a:lnTo>
                  <a:lnTo>
                    <a:pt x="1899301" y="106859"/>
                  </a:lnTo>
                  <a:lnTo>
                    <a:pt x="1828956" y="103377"/>
                  </a:lnTo>
                  <a:lnTo>
                    <a:pt x="1758612" y="99862"/>
                  </a:lnTo>
                  <a:lnTo>
                    <a:pt x="1688267" y="96312"/>
                  </a:lnTo>
                  <a:lnTo>
                    <a:pt x="1617923" y="92728"/>
                  </a:lnTo>
                  <a:lnTo>
                    <a:pt x="1547578" y="89109"/>
                  </a:lnTo>
                  <a:lnTo>
                    <a:pt x="1477234" y="85455"/>
                  </a:lnTo>
                  <a:lnTo>
                    <a:pt x="1406889" y="81766"/>
                  </a:lnTo>
                  <a:lnTo>
                    <a:pt x="1336545" y="78041"/>
                  </a:lnTo>
                  <a:lnTo>
                    <a:pt x="1266200" y="74280"/>
                  </a:lnTo>
                  <a:lnTo>
                    <a:pt x="1195856" y="70483"/>
                  </a:lnTo>
                  <a:lnTo>
                    <a:pt x="1125511" y="66649"/>
                  </a:lnTo>
                  <a:lnTo>
                    <a:pt x="1055167" y="62777"/>
                  </a:lnTo>
                  <a:lnTo>
                    <a:pt x="984822" y="58869"/>
                  </a:lnTo>
                  <a:lnTo>
                    <a:pt x="914478" y="54922"/>
                  </a:lnTo>
                  <a:lnTo>
                    <a:pt x="844133" y="50937"/>
                  </a:lnTo>
                  <a:lnTo>
                    <a:pt x="773789" y="46914"/>
                  </a:lnTo>
                  <a:lnTo>
                    <a:pt x="703444" y="42851"/>
                  </a:lnTo>
                  <a:lnTo>
                    <a:pt x="633100" y="38750"/>
                  </a:lnTo>
                  <a:lnTo>
                    <a:pt x="562755" y="34608"/>
                  </a:lnTo>
                  <a:lnTo>
                    <a:pt x="492411" y="30426"/>
                  </a:lnTo>
                  <a:lnTo>
                    <a:pt x="422066" y="26204"/>
                  </a:lnTo>
                  <a:lnTo>
                    <a:pt x="351722" y="21941"/>
                  </a:lnTo>
                  <a:lnTo>
                    <a:pt x="281377" y="17637"/>
                  </a:lnTo>
                  <a:lnTo>
                    <a:pt x="211033" y="13291"/>
                  </a:lnTo>
                  <a:lnTo>
                    <a:pt x="140688" y="8903"/>
                  </a:lnTo>
                  <a:lnTo>
                    <a:pt x="70344" y="44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606913" y="4336484"/>
              <a:ext cx="5592503" cy="1240152"/>
            </a:xfrm>
            <a:custGeom>
              <a:avLst/>
              <a:pathLst>
                <a:path w="5592503" h="1240152">
                  <a:moveTo>
                    <a:pt x="0" y="0"/>
                  </a:moveTo>
                  <a:lnTo>
                    <a:pt x="35288" y="34101"/>
                  </a:lnTo>
                  <a:lnTo>
                    <a:pt x="105633" y="98499"/>
                  </a:lnTo>
                  <a:lnTo>
                    <a:pt x="175977" y="159507"/>
                  </a:lnTo>
                  <a:lnTo>
                    <a:pt x="246322" y="217302"/>
                  </a:lnTo>
                  <a:lnTo>
                    <a:pt x="316666" y="272055"/>
                  </a:lnTo>
                  <a:lnTo>
                    <a:pt x="387011" y="323924"/>
                  </a:lnTo>
                  <a:lnTo>
                    <a:pt x="457355" y="373063"/>
                  </a:lnTo>
                  <a:lnTo>
                    <a:pt x="527699" y="419615"/>
                  </a:lnTo>
                  <a:lnTo>
                    <a:pt x="598044" y="463715"/>
                  </a:lnTo>
                  <a:lnTo>
                    <a:pt x="668388" y="505493"/>
                  </a:lnTo>
                  <a:lnTo>
                    <a:pt x="738733" y="545072"/>
                  </a:lnTo>
                  <a:lnTo>
                    <a:pt x="809077" y="582567"/>
                  </a:lnTo>
                  <a:lnTo>
                    <a:pt x="879422" y="618088"/>
                  </a:lnTo>
                  <a:lnTo>
                    <a:pt x="949766" y="651738"/>
                  </a:lnTo>
                  <a:lnTo>
                    <a:pt x="1020111" y="683617"/>
                  </a:lnTo>
                  <a:lnTo>
                    <a:pt x="1090455" y="713817"/>
                  </a:lnTo>
                  <a:lnTo>
                    <a:pt x="1160800" y="742427"/>
                  </a:lnTo>
                  <a:lnTo>
                    <a:pt x="1231144" y="769531"/>
                  </a:lnTo>
                  <a:lnTo>
                    <a:pt x="1301489" y="795208"/>
                  </a:lnTo>
                  <a:lnTo>
                    <a:pt x="1371833" y="819532"/>
                  </a:lnTo>
                  <a:lnTo>
                    <a:pt x="1442178" y="842577"/>
                  </a:lnTo>
                  <a:lnTo>
                    <a:pt x="1512522" y="864407"/>
                  </a:lnTo>
                  <a:lnTo>
                    <a:pt x="1582867" y="885089"/>
                  </a:lnTo>
                  <a:lnTo>
                    <a:pt x="1653211" y="904681"/>
                  </a:lnTo>
                  <a:lnTo>
                    <a:pt x="1723556" y="923242"/>
                  </a:lnTo>
                  <a:lnTo>
                    <a:pt x="1793900" y="940825"/>
                  </a:lnTo>
                  <a:lnTo>
                    <a:pt x="1864245" y="957483"/>
                  </a:lnTo>
                  <a:lnTo>
                    <a:pt x="1934589" y="973264"/>
                  </a:lnTo>
                  <a:lnTo>
                    <a:pt x="2004934" y="988214"/>
                  </a:lnTo>
                  <a:lnTo>
                    <a:pt x="2075278" y="1002376"/>
                  </a:lnTo>
                  <a:lnTo>
                    <a:pt x="2145623" y="1015793"/>
                  </a:lnTo>
                  <a:lnTo>
                    <a:pt x="2215967" y="1028504"/>
                  </a:lnTo>
                  <a:lnTo>
                    <a:pt x="2286312" y="1040545"/>
                  </a:lnTo>
                  <a:lnTo>
                    <a:pt x="2356656" y="1051953"/>
                  </a:lnTo>
                  <a:lnTo>
                    <a:pt x="2427001" y="1062759"/>
                  </a:lnTo>
                  <a:lnTo>
                    <a:pt x="2497345" y="1072997"/>
                  </a:lnTo>
                  <a:lnTo>
                    <a:pt x="2567690" y="1082696"/>
                  </a:lnTo>
                  <a:lnTo>
                    <a:pt x="2638034" y="1091884"/>
                  </a:lnTo>
                  <a:lnTo>
                    <a:pt x="2708379" y="1100588"/>
                  </a:lnTo>
                  <a:lnTo>
                    <a:pt x="2778723" y="1108834"/>
                  </a:lnTo>
                  <a:lnTo>
                    <a:pt x="2849068" y="1116646"/>
                  </a:lnTo>
                  <a:lnTo>
                    <a:pt x="2919412" y="1124046"/>
                  </a:lnTo>
                  <a:lnTo>
                    <a:pt x="2989757" y="1131057"/>
                  </a:lnTo>
                  <a:lnTo>
                    <a:pt x="3060101" y="1137699"/>
                  </a:lnTo>
                  <a:lnTo>
                    <a:pt x="3130446" y="1143991"/>
                  </a:lnTo>
                  <a:lnTo>
                    <a:pt x="3200790" y="1149952"/>
                  </a:lnTo>
                  <a:lnTo>
                    <a:pt x="3271135" y="1155599"/>
                  </a:lnTo>
                  <a:lnTo>
                    <a:pt x="3341479" y="1160948"/>
                  </a:lnTo>
                  <a:lnTo>
                    <a:pt x="3411824" y="1166016"/>
                  </a:lnTo>
                  <a:lnTo>
                    <a:pt x="3482168" y="1170817"/>
                  </a:lnTo>
                  <a:lnTo>
                    <a:pt x="3552513" y="1175366"/>
                  </a:lnTo>
                  <a:lnTo>
                    <a:pt x="3622857" y="1179674"/>
                  </a:lnTo>
                  <a:lnTo>
                    <a:pt x="3693202" y="1183756"/>
                  </a:lnTo>
                  <a:lnTo>
                    <a:pt x="3763546" y="1187623"/>
                  </a:lnTo>
                  <a:lnTo>
                    <a:pt x="3833891" y="1191287"/>
                  </a:lnTo>
                  <a:lnTo>
                    <a:pt x="3904235" y="1194757"/>
                  </a:lnTo>
                  <a:lnTo>
                    <a:pt x="3974580" y="1198045"/>
                  </a:lnTo>
                  <a:lnTo>
                    <a:pt x="4044924" y="1201160"/>
                  </a:lnTo>
                  <a:lnTo>
                    <a:pt x="4115269" y="1204111"/>
                  </a:lnTo>
                  <a:lnTo>
                    <a:pt x="4185613" y="1206906"/>
                  </a:lnTo>
                  <a:lnTo>
                    <a:pt x="4255957" y="1209554"/>
                  </a:lnTo>
                  <a:lnTo>
                    <a:pt x="4326302" y="1212063"/>
                  </a:lnTo>
                  <a:lnTo>
                    <a:pt x="4396646" y="1214439"/>
                  </a:lnTo>
                  <a:lnTo>
                    <a:pt x="4466991" y="1216691"/>
                  </a:lnTo>
                  <a:lnTo>
                    <a:pt x="4537335" y="1218824"/>
                  </a:lnTo>
                  <a:lnTo>
                    <a:pt x="4607680" y="1220845"/>
                  </a:lnTo>
                  <a:lnTo>
                    <a:pt x="4678024" y="1222759"/>
                  </a:lnTo>
                  <a:lnTo>
                    <a:pt x="4748369" y="1224572"/>
                  </a:lnTo>
                  <a:lnTo>
                    <a:pt x="4818713" y="1226290"/>
                  </a:lnTo>
                  <a:lnTo>
                    <a:pt x="4889058" y="1227918"/>
                  </a:lnTo>
                  <a:lnTo>
                    <a:pt x="4959402" y="1229460"/>
                  </a:lnTo>
                  <a:lnTo>
                    <a:pt x="5029747" y="1230920"/>
                  </a:lnTo>
                  <a:lnTo>
                    <a:pt x="5100091" y="1232304"/>
                  </a:lnTo>
                  <a:lnTo>
                    <a:pt x="5170436" y="1233615"/>
                  </a:lnTo>
                  <a:lnTo>
                    <a:pt x="5240780" y="1234857"/>
                  </a:lnTo>
                  <a:lnTo>
                    <a:pt x="5311125" y="1236033"/>
                  </a:lnTo>
                  <a:lnTo>
                    <a:pt x="5381469" y="1237148"/>
                  </a:lnTo>
                  <a:lnTo>
                    <a:pt x="5451814" y="1238204"/>
                  </a:lnTo>
                  <a:lnTo>
                    <a:pt x="5522158" y="1239204"/>
                  </a:lnTo>
                  <a:lnTo>
                    <a:pt x="5592503" y="1240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1.86 (1.12-3.10), p = 0.017  |  per IQR decline (Δ = 29.5 %): 6.25 (1.39-28.21)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2026-07-22T08:00:17Z</dcterms:modified>
  <cp:category/>
</cp:coreProperties>
</file>