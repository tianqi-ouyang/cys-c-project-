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1896563"/>
              <a:ext cx="7392041" cy="3647942"/>
            </a:xfrm>
            <a:custGeom>
              <a:avLst/>
              <a:pathLst>
                <a:path w="7392041" h="3647942">
                  <a:moveTo>
                    <a:pt x="2175976" y="0"/>
                  </a:moveTo>
                  <a:lnTo>
                    <a:pt x="2216721" y="189193"/>
                  </a:lnTo>
                  <a:lnTo>
                    <a:pt x="2293965" y="514205"/>
                  </a:lnTo>
                  <a:lnTo>
                    <a:pt x="2371209" y="808717"/>
                  </a:lnTo>
                  <a:lnTo>
                    <a:pt x="2448452" y="1075592"/>
                  </a:lnTo>
                  <a:lnTo>
                    <a:pt x="2525696" y="1317424"/>
                  </a:lnTo>
                  <a:lnTo>
                    <a:pt x="2602939" y="1536562"/>
                  </a:lnTo>
                  <a:lnTo>
                    <a:pt x="2680183" y="1735136"/>
                  </a:lnTo>
                  <a:lnTo>
                    <a:pt x="2757426" y="1915076"/>
                  </a:lnTo>
                  <a:lnTo>
                    <a:pt x="2834670" y="2078130"/>
                  </a:lnTo>
                  <a:lnTo>
                    <a:pt x="2911914" y="2225883"/>
                  </a:lnTo>
                  <a:lnTo>
                    <a:pt x="2989157" y="2359771"/>
                  </a:lnTo>
                  <a:lnTo>
                    <a:pt x="3066401" y="2481094"/>
                  </a:lnTo>
                  <a:lnTo>
                    <a:pt x="3143644" y="2591033"/>
                  </a:lnTo>
                  <a:lnTo>
                    <a:pt x="3220888" y="2690655"/>
                  </a:lnTo>
                  <a:lnTo>
                    <a:pt x="3298131" y="2780928"/>
                  </a:lnTo>
                  <a:lnTo>
                    <a:pt x="3375375" y="2791110"/>
                  </a:lnTo>
                  <a:lnTo>
                    <a:pt x="3452619" y="2799373"/>
                  </a:lnTo>
                  <a:lnTo>
                    <a:pt x="3529862" y="2807556"/>
                  </a:lnTo>
                  <a:lnTo>
                    <a:pt x="3607106" y="2815661"/>
                  </a:lnTo>
                  <a:lnTo>
                    <a:pt x="3684349" y="2823689"/>
                  </a:lnTo>
                  <a:lnTo>
                    <a:pt x="3761593" y="2831639"/>
                  </a:lnTo>
                  <a:lnTo>
                    <a:pt x="3838836" y="2839513"/>
                  </a:lnTo>
                  <a:lnTo>
                    <a:pt x="3916080" y="2847312"/>
                  </a:lnTo>
                  <a:lnTo>
                    <a:pt x="3993324" y="2855036"/>
                  </a:lnTo>
                  <a:lnTo>
                    <a:pt x="4070567" y="2862685"/>
                  </a:lnTo>
                  <a:lnTo>
                    <a:pt x="4147811" y="2870262"/>
                  </a:lnTo>
                  <a:lnTo>
                    <a:pt x="4225054" y="2877765"/>
                  </a:lnTo>
                  <a:lnTo>
                    <a:pt x="4302298" y="2885197"/>
                  </a:lnTo>
                  <a:lnTo>
                    <a:pt x="4379541" y="2892557"/>
                  </a:lnTo>
                  <a:lnTo>
                    <a:pt x="4456785" y="2899847"/>
                  </a:lnTo>
                  <a:lnTo>
                    <a:pt x="4534029" y="2907067"/>
                  </a:lnTo>
                  <a:lnTo>
                    <a:pt x="4611272" y="2914218"/>
                  </a:lnTo>
                  <a:lnTo>
                    <a:pt x="4688516" y="2921300"/>
                  </a:lnTo>
                  <a:lnTo>
                    <a:pt x="4765759" y="2928314"/>
                  </a:lnTo>
                  <a:lnTo>
                    <a:pt x="4843003" y="2935261"/>
                  </a:lnTo>
                  <a:lnTo>
                    <a:pt x="4920246" y="2942141"/>
                  </a:lnTo>
                  <a:lnTo>
                    <a:pt x="4997490" y="2948956"/>
                  </a:lnTo>
                  <a:lnTo>
                    <a:pt x="5074734" y="2955704"/>
                  </a:lnTo>
                  <a:lnTo>
                    <a:pt x="5151977" y="2962389"/>
                  </a:lnTo>
                  <a:lnTo>
                    <a:pt x="5229221" y="2969009"/>
                  </a:lnTo>
                  <a:lnTo>
                    <a:pt x="5306464" y="2975565"/>
                  </a:lnTo>
                  <a:lnTo>
                    <a:pt x="5383708" y="2982059"/>
                  </a:lnTo>
                  <a:lnTo>
                    <a:pt x="5460951" y="2988491"/>
                  </a:lnTo>
                  <a:lnTo>
                    <a:pt x="5538195" y="2994860"/>
                  </a:lnTo>
                  <a:lnTo>
                    <a:pt x="5615439" y="3001169"/>
                  </a:lnTo>
                  <a:lnTo>
                    <a:pt x="5692682" y="3007417"/>
                  </a:lnTo>
                  <a:lnTo>
                    <a:pt x="5769926" y="3013605"/>
                  </a:lnTo>
                  <a:lnTo>
                    <a:pt x="5847169" y="3019734"/>
                  </a:lnTo>
                  <a:lnTo>
                    <a:pt x="5924413" y="3025804"/>
                  </a:lnTo>
                  <a:lnTo>
                    <a:pt x="6001656" y="3031816"/>
                  </a:lnTo>
                  <a:lnTo>
                    <a:pt x="6078900" y="3037771"/>
                  </a:lnTo>
                  <a:lnTo>
                    <a:pt x="6156144" y="3043668"/>
                  </a:lnTo>
                  <a:lnTo>
                    <a:pt x="6233387" y="3049508"/>
                  </a:lnTo>
                  <a:lnTo>
                    <a:pt x="6310631" y="3055293"/>
                  </a:lnTo>
                  <a:lnTo>
                    <a:pt x="6387874" y="3061022"/>
                  </a:lnTo>
                  <a:lnTo>
                    <a:pt x="6465118" y="3066696"/>
                  </a:lnTo>
                  <a:lnTo>
                    <a:pt x="6542361" y="3072316"/>
                  </a:lnTo>
                  <a:lnTo>
                    <a:pt x="6619605" y="3077882"/>
                  </a:lnTo>
                  <a:lnTo>
                    <a:pt x="6696849" y="3083394"/>
                  </a:lnTo>
                  <a:lnTo>
                    <a:pt x="6774092" y="3088854"/>
                  </a:lnTo>
                  <a:lnTo>
                    <a:pt x="6851336" y="3094261"/>
                  </a:lnTo>
                  <a:lnTo>
                    <a:pt x="6928579" y="3099616"/>
                  </a:lnTo>
                  <a:lnTo>
                    <a:pt x="7005823" y="3104920"/>
                  </a:lnTo>
                  <a:lnTo>
                    <a:pt x="7083066" y="3110173"/>
                  </a:lnTo>
                  <a:lnTo>
                    <a:pt x="7160310" y="3115376"/>
                  </a:lnTo>
                  <a:lnTo>
                    <a:pt x="7237554" y="3120529"/>
                  </a:lnTo>
                  <a:lnTo>
                    <a:pt x="7314797" y="3125632"/>
                  </a:lnTo>
                  <a:lnTo>
                    <a:pt x="7392041" y="3130687"/>
                  </a:lnTo>
                  <a:lnTo>
                    <a:pt x="7392041" y="3647942"/>
                  </a:lnTo>
                  <a:lnTo>
                    <a:pt x="7314797" y="3647455"/>
                  </a:lnTo>
                  <a:lnTo>
                    <a:pt x="7237554" y="3646918"/>
                  </a:lnTo>
                  <a:lnTo>
                    <a:pt x="7160310" y="3646325"/>
                  </a:lnTo>
                  <a:lnTo>
                    <a:pt x="7083066" y="3645671"/>
                  </a:lnTo>
                  <a:lnTo>
                    <a:pt x="7005823" y="3644948"/>
                  </a:lnTo>
                  <a:lnTo>
                    <a:pt x="6928579" y="3644152"/>
                  </a:lnTo>
                  <a:lnTo>
                    <a:pt x="6851336" y="3643272"/>
                  </a:lnTo>
                  <a:lnTo>
                    <a:pt x="6774092" y="3642302"/>
                  </a:lnTo>
                  <a:lnTo>
                    <a:pt x="6696849" y="3641231"/>
                  </a:lnTo>
                  <a:lnTo>
                    <a:pt x="6619605" y="3640049"/>
                  </a:lnTo>
                  <a:lnTo>
                    <a:pt x="6542361" y="3638745"/>
                  </a:lnTo>
                  <a:lnTo>
                    <a:pt x="6465118" y="3637305"/>
                  </a:lnTo>
                  <a:lnTo>
                    <a:pt x="6387874" y="3635717"/>
                  </a:lnTo>
                  <a:lnTo>
                    <a:pt x="6310631" y="3633964"/>
                  </a:lnTo>
                  <a:lnTo>
                    <a:pt x="6233387" y="3632030"/>
                  </a:lnTo>
                  <a:lnTo>
                    <a:pt x="6156144" y="3629895"/>
                  </a:lnTo>
                  <a:lnTo>
                    <a:pt x="6078900" y="3627539"/>
                  </a:lnTo>
                  <a:lnTo>
                    <a:pt x="6001656" y="3624940"/>
                  </a:lnTo>
                  <a:lnTo>
                    <a:pt x="5924413" y="3622071"/>
                  </a:lnTo>
                  <a:lnTo>
                    <a:pt x="5847169" y="3618905"/>
                  </a:lnTo>
                  <a:lnTo>
                    <a:pt x="5769926" y="3615411"/>
                  </a:lnTo>
                  <a:lnTo>
                    <a:pt x="5692682" y="3611555"/>
                  </a:lnTo>
                  <a:lnTo>
                    <a:pt x="5615439" y="3607300"/>
                  </a:lnTo>
                  <a:lnTo>
                    <a:pt x="5538195" y="3602604"/>
                  </a:lnTo>
                  <a:lnTo>
                    <a:pt x="5460951" y="3597422"/>
                  </a:lnTo>
                  <a:lnTo>
                    <a:pt x="5383708" y="3591704"/>
                  </a:lnTo>
                  <a:lnTo>
                    <a:pt x="5306464" y="3585393"/>
                  </a:lnTo>
                  <a:lnTo>
                    <a:pt x="5229221" y="3578428"/>
                  </a:lnTo>
                  <a:lnTo>
                    <a:pt x="5151977" y="3570743"/>
                  </a:lnTo>
                  <a:lnTo>
                    <a:pt x="5074734" y="3562261"/>
                  </a:lnTo>
                  <a:lnTo>
                    <a:pt x="4997490" y="3552901"/>
                  </a:lnTo>
                  <a:lnTo>
                    <a:pt x="4920246" y="3542572"/>
                  </a:lnTo>
                  <a:lnTo>
                    <a:pt x="4843003" y="3531174"/>
                  </a:lnTo>
                  <a:lnTo>
                    <a:pt x="4765759" y="3518594"/>
                  </a:lnTo>
                  <a:lnTo>
                    <a:pt x="4688516" y="3504712"/>
                  </a:lnTo>
                  <a:lnTo>
                    <a:pt x="4611272" y="3489393"/>
                  </a:lnTo>
                  <a:lnTo>
                    <a:pt x="4534029" y="3472487"/>
                  </a:lnTo>
                  <a:lnTo>
                    <a:pt x="4456785" y="3453830"/>
                  </a:lnTo>
                  <a:lnTo>
                    <a:pt x="4379541" y="3433242"/>
                  </a:lnTo>
                  <a:lnTo>
                    <a:pt x="4302298" y="3410521"/>
                  </a:lnTo>
                  <a:lnTo>
                    <a:pt x="4225054" y="3385447"/>
                  </a:lnTo>
                  <a:lnTo>
                    <a:pt x="4147811" y="3357776"/>
                  </a:lnTo>
                  <a:lnTo>
                    <a:pt x="4070567" y="3327240"/>
                  </a:lnTo>
                  <a:lnTo>
                    <a:pt x="3993324" y="3293542"/>
                  </a:lnTo>
                  <a:lnTo>
                    <a:pt x="3916080" y="3256354"/>
                  </a:lnTo>
                  <a:lnTo>
                    <a:pt x="3838836" y="3215315"/>
                  </a:lnTo>
                  <a:lnTo>
                    <a:pt x="3761593" y="3170026"/>
                  </a:lnTo>
                  <a:lnTo>
                    <a:pt x="3684349" y="3120047"/>
                  </a:lnTo>
                  <a:lnTo>
                    <a:pt x="3607106" y="3064892"/>
                  </a:lnTo>
                  <a:lnTo>
                    <a:pt x="3529862" y="3004026"/>
                  </a:lnTo>
                  <a:lnTo>
                    <a:pt x="3452619" y="2936856"/>
                  </a:lnTo>
                  <a:lnTo>
                    <a:pt x="3375375" y="2862730"/>
                  </a:lnTo>
                  <a:lnTo>
                    <a:pt x="3298131" y="2782767"/>
                  </a:lnTo>
                  <a:lnTo>
                    <a:pt x="3220888" y="2774344"/>
                  </a:lnTo>
                  <a:lnTo>
                    <a:pt x="3143644" y="2765838"/>
                  </a:lnTo>
                  <a:lnTo>
                    <a:pt x="3066401" y="2757251"/>
                  </a:lnTo>
                  <a:lnTo>
                    <a:pt x="2989157" y="2748580"/>
                  </a:lnTo>
                  <a:lnTo>
                    <a:pt x="2911914" y="2739825"/>
                  </a:lnTo>
                  <a:lnTo>
                    <a:pt x="2834670" y="2730986"/>
                  </a:lnTo>
                  <a:lnTo>
                    <a:pt x="2757426" y="2722061"/>
                  </a:lnTo>
                  <a:lnTo>
                    <a:pt x="2680183" y="2713049"/>
                  </a:lnTo>
                  <a:lnTo>
                    <a:pt x="2602939" y="2703951"/>
                  </a:lnTo>
                  <a:lnTo>
                    <a:pt x="2525696" y="2694764"/>
                  </a:lnTo>
                  <a:lnTo>
                    <a:pt x="2448452" y="2685488"/>
                  </a:lnTo>
                  <a:lnTo>
                    <a:pt x="2371209" y="2676122"/>
                  </a:lnTo>
                  <a:lnTo>
                    <a:pt x="2293965" y="2666666"/>
                  </a:lnTo>
                  <a:lnTo>
                    <a:pt x="2216721" y="2657118"/>
                  </a:lnTo>
                  <a:lnTo>
                    <a:pt x="2139478" y="2647478"/>
                  </a:lnTo>
                  <a:lnTo>
                    <a:pt x="2062234" y="2637744"/>
                  </a:lnTo>
                  <a:lnTo>
                    <a:pt x="1984991" y="2627916"/>
                  </a:lnTo>
                  <a:lnTo>
                    <a:pt x="1907747" y="2617993"/>
                  </a:lnTo>
                  <a:lnTo>
                    <a:pt x="1830504" y="2607974"/>
                  </a:lnTo>
                  <a:lnTo>
                    <a:pt x="1753260" y="2597858"/>
                  </a:lnTo>
                  <a:lnTo>
                    <a:pt x="1676016" y="2587643"/>
                  </a:lnTo>
                  <a:lnTo>
                    <a:pt x="1598773" y="2577330"/>
                  </a:lnTo>
                  <a:lnTo>
                    <a:pt x="1521529" y="2566917"/>
                  </a:lnTo>
                  <a:lnTo>
                    <a:pt x="1444286" y="2556403"/>
                  </a:lnTo>
                  <a:lnTo>
                    <a:pt x="1367042" y="2545788"/>
                  </a:lnTo>
                  <a:lnTo>
                    <a:pt x="1289799" y="2535069"/>
                  </a:lnTo>
                  <a:lnTo>
                    <a:pt x="1212555" y="2524247"/>
                  </a:lnTo>
                  <a:lnTo>
                    <a:pt x="1135311" y="2513320"/>
                  </a:lnTo>
                  <a:lnTo>
                    <a:pt x="1058068" y="2502287"/>
                  </a:lnTo>
                  <a:lnTo>
                    <a:pt x="980824" y="2491148"/>
                  </a:lnTo>
                  <a:lnTo>
                    <a:pt x="903581" y="2479900"/>
                  </a:lnTo>
                  <a:lnTo>
                    <a:pt x="826337" y="2468544"/>
                  </a:lnTo>
                  <a:lnTo>
                    <a:pt x="749094" y="2457077"/>
                  </a:lnTo>
                  <a:lnTo>
                    <a:pt x="671850" y="2445500"/>
                  </a:lnTo>
                  <a:lnTo>
                    <a:pt x="594606" y="2433810"/>
                  </a:lnTo>
                  <a:lnTo>
                    <a:pt x="517363" y="2422007"/>
                  </a:lnTo>
                  <a:lnTo>
                    <a:pt x="440119" y="2410090"/>
                  </a:lnTo>
                  <a:lnTo>
                    <a:pt x="362876" y="2398058"/>
                  </a:lnTo>
                  <a:lnTo>
                    <a:pt x="285632" y="2385909"/>
                  </a:lnTo>
                  <a:lnTo>
                    <a:pt x="208389" y="2373642"/>
                  </a:lnTo>
                  <a:lnTo>
                    <a:pt x="131145" y="2361257"/>
                  </a:lnTo>
                  <a:lnTo>
                    <a:pt x="53901" y="2348751"/>
                  </a:lnTo>
                  <a:lnTo>
                    <a:pt x="0" y="23399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93494" y="1896563"/>
              <a:ext cx="5216064" cy="3130687"/>
            </a:xfrm>
            <a:custGeom>
              <a:avLst/>
              <a:pathLst>
                <a:path w="5216064" h="3130687">
                  <a:moveTo>
                    <a:pt x="0" y="0"/>
                  </a:moveTo>
                  <a:lnTo>
                    <a:pt x="40744" y="189193"/>
                  </a:lnTo>
                  <a:lnTo>
                    <a:pt x="117988" y="514205"/>
                  </a:lnTo>
                  <a:lnTo>
                    <a:pt x="195232" y="808717"/>
                  </a:lnTo>
                  <a:lnTo>
                    <a:pt x="272475" y="1075592"/>
                  </a:lnTo>
                  <a:lnTo>
                    <a:pt x="349719" y="1317424"/>
                  </a:lnTo>
                  <a:lnTo>
                    <a:pt x="426962" y="1536562"/>
                  </a:lnTo>
                  <a:lnTo>
                    <a:pt x="504206" y="1735136"/>
                  </a:lnTo>
                  <a:lnTo>
                    <a:pt x="581449" y="1915076"/>
                  </a:lnTo>
                  <a:lnTo>
                    <a:pt x="658693" y="2078130"/>
                  </a:lnTo>
                  <a:lnTo>
                    <a:pt x="735937" y="2225883"/>
                  </a:lnTo>
                  <a:lnTo>
                    <a:pt x="813180" y="2359771"/>
                  </a:lnTo>
                  <a:lnTo>
                    <a:pt x="890424" y="2481094"/>
                  </a:lnTo>
                  <a:lnTo>
                    <a:pt x="967667" y="2591033"/>
                  </a:lnTo>
                  <a:lnTo>
                    <a:pt x="1044911" y="2690655"/>
                  </a:lnTo>
                  <a:lnTo>
                    <a:pt x="1122154" y="2780928"/>
                  </a:lnTo>
                  <a:lnTo>
                    <a:pt x="1199398" y="2791110"/>
                  </a:lnTo>
                  <a:lnTo>
                    <a:pt x="1276642" y="2799373"/>
                  </a:lnTo>
                  <a:lnTo>
                    <a:pt x="1353885" y="2807556"/>
                  </a:lnTo>
                  <a:lnTo>
                    <a:pt x="1431129" y="2815661"/>
                  </a:lnTo>
                  <a:lnTo>
                    <a:pt x="1508372" y="2823689"/>
                  </a:lnTo>
                  <a:lnTo>
                    <a:pt x="1585616" y="2831639"/>
                  </a:lnTo>
                  <a:lnTo>
                    <a:pt x="1662859" y="2839513"/>
                  </a:lnTo>
                  <a:lnTo>
                    <a:pt x="1740103" y="2847312"/>
                  </a:lnTo>
                  <a:lnTo>
                    <a:pt x="1817347" y="2855036"/>
                  </a:lnTo>
                  <a:lnTo>
                    <a:pt x="1894590" y="2862685"/>
                  </a:lnTo>
                  <a:lnTo>
                    <a:pt x="1971834" y="2870262"/>
                  </a:lnTo>
                  <a:lnTo>
                    <a:pt x="2049077" y="2877765"/>
                  </a:lnTo>
                  <a:lnTo>
                    <a:pt x="2126321" y="2885197"/>
                  </a:lnTo>
                  <a:lnTo>
                    <a:pt x="2203564" y="2892557"/>
                  </a:lnTo>
                  <a:lnTo>
                    <a:pt x="2280808" y="2899847"/>
                  </a:lnTo>
                  <a:lnTo>
                    <a:pt x="2358052" y="2907067"/>
                  </a:lnTo>
                  <a:lnTo>
                    <a:pt x="2435295" y="2914218"/>
                  </a:lnTo>
                  <a:lnTo>
                    <a:pt x="2512539" y="2921300"/>
                  </a:lnTo>
                  <a:lnTo>
                    <a:pt x="2589782" y="2928314"/>
                  </a:lnTo>
                  <a:lnTo>
                    <a:pt x="2667026" y="2935261"/>
                  </a:lnTo>
                  <a:lnTo>
                    <a:pt x="2744269" y="2942141"/>
                  </a:lnTo>
                  <a:lnTo>
                    <a:pt x="2821513" y="2948956"/>
                  </a:lnTo>
                  <a:lnTo>
                    <a:pt x="2898757" y="2955704"/>
                  </a:lnTo>
                  <a:lnTo>
                    <a:pt x="2976000" y="2962389"/>
                  </a:lnTo>
                  <a:lnTo>
                    <a:pt x="3053244" y="2969009"/>
                  </a:lnTo>
                  <a:lnTo>
                    <a:pt x="3130487" y="2975565"/>
                  </a:lnTo>
                  <a:lnTo>
                    <a:pt x="3207731" y="2982059"/>
                  </a:lnTo>
                  <a:lnTo>
                    <a:pt x="3284974" y="2988491"/>
                  </a:lnTo>
                  <a:lnTo>
                    <a:pt x="3362218" y="2994860"/>
                  </a:lnTo>
                  <a:lnTo>
                    <a:pt x="3439462" y="3001169"/>
                  </a:lnTo>
                  <a:lnTo>
                    <a:pt x="3516705" y="3007417"/>
                  </a:lnTo>
                  <a:lnTo>
                    <a:pt x="3593949" y="3013605"/>
                  </a:lnTo>
                  <a:lnTo>
                    <a:pt x="3671192" y="3019734"/>
                  </a:lnTo>
                  <a:lnTo>
                    <a:pt x="3748436" y="3025804"/>
                  </a:lnTo>
                  <a:lnTo>
                    <a:pt x="3825679" y="3031816"/>
                  </a:lnTo>
                  <a:lnTo>
                    <a:pt x="3902923" y="3037771"/>
                  </a:lnTo>
                  <a:lnTo>
                    <a:pt x="3980167" y="3043668"/>
                  </a:lnTo>
                  <a:lnTo>
                    <a:pt x="4057410" y="3049508"/>
                  </a:lnTo>
                  <a:lnTo>
                    <a:pt x="4134654" y="3055293"/>
                  </a:lnTo>
                  <a:lnTo>
                    <a:pt x="4211897" y="3061022"/>
                  </a:lnTo>
                  <a:lnTo>
                    <a:pt x="4289141" y="3066696"/>
                  </a:lnTo>
                  <a:lnTo>
                    <a:pt x="4366385" y="3072316"/>
                  </a:lnTo>
                  <a:lnTo>
                    <a:pt x="4443628" y="3077882"/>
                  </a:lnTo>
                  <a:lnTo>
                    <a:pt x="4520872" y="3083394"/>
                  </a:lnTo>
                  <a:lnTo>
                    <a:pt x="4598115" y="3088854"/>
                  </a:lnTo>
                  <a:lnTo>
                    <a:pt x="4675359" y="3094261"/>
                  </a:lnTo>
                  <a:lnTo>
                    <a:pt x="4752602" y="3099616"/>
                  </a:lnTo>
                  <a:lnTo>
                    <a:pt x="4829846" y="3104920"/>
                  </a:lnTo>
                  <a:lnTo>
                    <a:pt x="4907090" y="3110173"/>
                  </a:lnTo>
                  <a:lnTo>
                    <a:pt x="4984333" y="3115376"/>
                  </a:lnTo>
                  <a:lnTo>
                    <a:pt x="5061577" y="3120529"/>
                  </a:lnTo>
                  <a:lnTo>
                    <a:pt x="5138820" y="3125632"/>
                  </a:lnTo>
                  <a:lnTo>
                    <a:pt x="5216064" y="31306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236504"/>
              <a:ext cx="7392041" cy="1308001"/>
            </a:xfrm>
            <a:custGeom>
              <a:avLst/>
              <a:pathLst>
                <a:path w="7392041" h="1308001">
                  <a:moveTo>
                    <a:pt x="7392041" y="1308001"/>
                  </a:moveTo>
                  <a:lnTo>
                    <a:pt x="7314797" y="1307514"/>
                  </a:lnTo>
                  <a:lnTo>
                    <a:pt x="7237554" y="1306977"/>
                  </a:lnTo>
                  <a:lnTo>
                    <a:pt x="7160310" y="1306384"/>
                  </a:lnTo>
                  <a:lnTo>
                    <a:pt x="7083066" y="1305730"/>
                  </a:lnTo>
                  <a:lnTo>
                    <a:pt x="7005823" y="1305008"/>
                  </a:lnTo>
                  <a:lnTo>
                    <a:pt x="6928579" y="1304211"/>
                  </a:lnTo>
                  <a:lnTo>
                    <a:pt x="6851336" y="1303332"/>
                  </a:lnTo>
                  <a:lnTo>
                    <a:pt x="6774092" y="1302361"/>
                  </a:lnTo>
                  <a:lnTo>
                    <a:pt x="6696849" y="1301290"/>
                  </a:lnTo>
                  <a:lnTo>
                    <a:pt x="6619605" y="1300108"/>
                  </a:lnTo>
                  <a:lnTo>
                    <a:pt x="6542361" y="1298804"/>
                  </a:lnTo>
                  <a:lnTo>
                    <a:pt x="6465118" y="1297365"/>
                  </a:lnTo>
                  <a:lnTo>
                    <a:pt x="6387874" y="1295776"/>
                  </a:lnTo>
                  <a:lnTo>
                    <a:pt x="6310631" y="1294024"/>
                  </a:lnTo>
                  <a:lnTo>
                    <a:pt x="6233387" y="1292089"/>
                  </a:lnTo>
                  <a:lnTo>
                    <a:pt x="6156144" y="1289954"/>
                  </a:lnTo>
                  <a:lnTo>
                    <a:pt x="6078900" y="1287599"/>
                  </a:lnTo>
                  <a:lnTo>
                    <a:pt x="6001656" y="1284999"/>
                  </a:lnTo>
                  <a:lnTo>
                    <a:pt x="5924413" y="1282130"/>
                  </a:lnTo>
                  <a:lnTo>
                    <a:pt x="5847169" y="1278964"/>
                  </a:lnTo>
                  <a:lnTo>
                    <a:pt x="5769926" y="1275470"/>
                  </a:lnTo>
                  <a:lnTo>
                    <a:pt x="5692682" y="1271614"/>
                  </a:lnTo>
                  <a:lnTo>
                    <a:pt x="5615439" y="1267359"/>
                  </a:lnTo>
                  <a:lnTo>
                    <a:pt x="5538195" y="1262663"/>
                  </a:lnTo>
                  <a:lnTo>
                    <a:pt x="5460951" y="1257481"/>
                  </a:lnTo>
                  <a:lnTo>
                    <a:pt x="5383708" y="1251763"/>
                  </a:lnTo>
                  <a:lnTo>
                    <a:pt x="5306464" y="1245452"/>
                  </a:lnTo>
                  <a:lnTo>
                    <a:pt x="5229221" y="1238488"/>
                  </a:lnTo>
                  <a:lnTo>
                    <a:pt x="5151977" y="1230802"/>
                  </a:lnTo>
                  <a:lnTo>
                    <a:pt x="5074734" y="1222321"/>
                  </a:lnTo>
                  <a:lnTo>
                    <a:pt x="4997490" y="1212961"/>
                  </a:lnTo>
                  <a:lnTo>
                    <a:pt x="4920246" y="1202632"/>
                  </a:lnTo>
                  <a:lnTo>
                    <a:pt x="4843003" y="1191233"/>
                  </a:lnTo>
                  <a:lnTo>
                    <a:pt x="4765759" y="1178654"/>
                  </a:lnTo>
                  <a:lnTo>
                    <a:pt x="4688516" y="1164772"/>
                  </a:lnTo>
                  <a:lnTo>
                    <a:pt x="4611272" y="1149452"/>
                  </a:lnTo>
                  <a:lnTo>
                    <a:pt x="4534029" y="1132546"/>
                  </a:lnTo>
                  <a:lnTo>
                    <a:pt x="4456785" y="1113890"/>
                  </a:lnTo>
                  <a:lnTo>
                    <a:pt x="4379541" y="1093301"/>
                  </a:lnTo>
                  <a:lnTo>
                    <a:pt x="4302298" y="1070580"/>
                  </a:lnTo>
                  <a:lnTo>
                    <a:pt x="4225054" y="1045506"/>
                  </a:lnTo>
                  <a:lnTo>
                    <a:pt x="4147811" y="1017836"/>
                  </a:lnTo>
                  <a:lnTo>
                    <a:pt x="4070567" y="987300"/>
                  </a:lnTo>
                  <a:lnTo>
                    <a:pt x="3993324" y="953602"/>
                  </a:lnTo>
                  <a:lnTo>
                    <a:pt x="3916080" y="916414"/>
                  </a:lnTo>
                  <a:lnTo>
                    <a:pt x="3838836" y="875375"/>
                  </a:lnTo>
                  <a:lnTo>
                    <a:pt x="3761593" y="830086"/>
                  </a:lnTo>
                  <a:lnTo>
                    <a:pt x="3684349" y="780107"/>
                  </a:lnTo>
                  <a:lnTo>
                    <a:pt x="3607106" y="724952"/>
                  </a:lnTo>
                  <a:lnTo>
                    <a:pt x="3529862" y="664085"/>
                  </a:lnTo>
                  <a:lnTo>
                    <a:pt x="3452619" y="596916"/>
                  </a:lnTo>
                  <a:lnTo>
                    <a:pt x="3375375" y="522790"/>
                  </a:lnTo>
                  <a:lnTo>
                    <a:pt x="3298131" y="442826"/>
                  </a:lnTo>
                  <a:lnTo>
                    <a:pt x="3220888" y="434403"/>
                  </a:lnTo>
                  <a:lnTo>
                    <a:pt x="3143644" y="425898"/>
                  </a:lnTo>
                  <a:lnTo>
                    <a:pt x="3066401" y="417310"/>
                  </a:lnTo>
                  <a:lnTo>
                    <a:pt x="2989157" y="408639"/>
                  </a:lnTo>
                  <a:lnTo>
                    <a:pt x="2911914" y="399885"/>
                  </a:lnTo>
                  <a:lnTo>
                    <a:pt x="2834670" y="391045"/>
                  </a:lnTo>
                  <a:lnTo>
                    <a:pt x="2757426" y="382120"/>
                  </a:lnTo>
                  <a:lnTo>
                    <a:pt x="2680183" y="373109"/>
                  </a:lnTo>
                  <a:lnTo>
                    <a:pt x="2602939" y="364010"/>
                  </a:lnTo>
                  <a:lnTo>
                    <a:pt x="2525696" y="354823"/>
                  </a:lnTo>
                  <a:lnTo>
                    <a:pt x="2448452" y="345547"/>
                  </a:lnTo>
                  <a:lnTo>
                    <a:pt x="2371209" y="336182"/>
                  </a:lnTo>
                  <a:lnTo>
                    <a:pt x="2293965" y="326726"/>
                  </a:lnTo>
                  <a:lnTo>
                    <a:pt x="2216721" y="317178"/>
                  </a:lnTo>
                  <a:lnTo>
                    <a:pt x="2139478" y="307537"/>
                  </a:lnTo>
                  <a:lnTo>
                    <a:pt x="2062234" y="297804"/>
                  </a:lnTo>
                  <a:lnTo>
                    <a:pt x="1984991" y="287976"/>
                  </a:lnTo>
                  <a:lnTo>
                    <a:pt x="1907747" y="278052"/>
                  </a:lnTo>
                  <a:lnTo>
                    <a:pt x="1830504" y="268033"/>
                  </a:lnTo>
                  <a:lnTo>
                    <a:pt x="1753260" y="257917"/>
                  </a:lnTo>
                  <a:lnTo>
                    <a:pt x="1676016" y="247703"/>
                  </a:lnTo>
                  <a:lnTo>
                    <a:pt x="1598773" y="237390"/>
                  </a:lnTo>
                  <a:lnTo>
                    <a:pt x="1521529" y="226977"/>
                  </a:lnTo>
                  <a:lnTo>
                    <a:pt x="1444286" y="216463"/>
                  </a:lnTo>
                  <a:lnTo>
                    <a:pt x="1367042" y="205847"/>
                  </a:lnTo>
                  <a:lnTo>
                    <a:pt x="1289799" y="195129"/>
                  </a:lnTo>
                  <a:lnTo>
                    <a:pt x="1212555" y="184307"/>
                  </a:lnTo>
                  <a:lnTo>
                    <a:pt x="1135311" y="173379"/>
                  </a:lnTo>
                  <a:lnTo>
                    <a:pt x="1058068" y="162347"/>
                  </a:lnTo>
                  <a:lnTo>
                    <a:pt x="980824" y="151207"/>
                  </a:lnTo>
                  <a:lnTo>
                    <a:pt x="903581" y="139959"/>
                  </a:lnTo>
                  <a:lnTo>
                    <a:pt x="826337" y="128603"/>
                  </a:lnTo>
                  <a:lnTo>
                    <a:pt x="749094" y="117136"/>
                  </a:lnTo>
                  <a:lnTo>
                    <a:pt x="671850" y="105559"/>
                  </a:lnTo>
                  <a:lnTo>
                    <a:pt x="594606" y="93869"/>
                  </a:lnTo>
                  <a:lnTo>
                    <a:pt x="517363" y="82067"/>
                  </a:lnTo>
                  <a:lnTo>
                    <a:pt x="440119" y="70149"/>
                  </a:lnTo>
                  <a:lnTo>
                    <a:pt x="362876" y="58117"/>
                  </a:lnTo>
                  <a:lnTo>
                    <a:pt x="285632" y="45968"/>
                  </a:lnTo>
                  <a:lnTo>
                    <a:pt x="208389" y="33701"/>
                  </a:lnTo>
                  <a:lnTo>
                    <a:pt x="131145" y="21316"/>
                  </a:lnTo>
                  <a:lnTo>
                    <a:pt x="53901" y="88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68567" y="1896563"/>
              <a:ext cx="6140991" cy="3603106"/>
            </a:xfrm>
            <a:custGeom>
              <a:avLst/>
              <a:pathLst>
                <a:path w="6140991" h="3603106">
                  <a:moveTo>
                    <a:pt x="0" y="0"/>
                  </a:moveTo>
                  <a:lnTo>
                    <a:pt x="38749" y="99076"/>
                  </a:lnTo>
                  <a:lnTo>
                    <a:pt x="115993" y="286178"/>
                  </a:lnTo>
                  <a:lnTo>
                    <a:pt x="193236" y="463428"/>
                  </a:lnTo>
                  <a:lnTo>
                    <a:pt x="270480" y="631345"/>
                  </a:lnTo>
                  <a:lnTo>
                    <a:pt x="347723" y="790422"/>
                  </a:lnTo>
                  <a:lnTo>
                    <a:pt x="424967" y="941123"/>
                  </a:lnTo>
                  <a:lnTo>
                    <a:pt x="502210" y="1083889"/>
                  </a:lnTo>
                  <a:lnTo>
                    <a:pt x="579454" y="1219138"/>
                  </a:lnTo>
                  <a:lnTo>
                    <a:pt x="656698" y="1347267"/>
                  </a:lnTo>
                  <a:lnTo>
                    <a:pt x="733941" y="1468649"/>
                  </a:lnTo>
                  <a:lnTo>
                    <a:pt x="811185" y="1583640"/>
                  </a:lnTo>
                  <a:lnTo>
                    <a:pt x="888428" y="1692576"/>
                  </a:lnTo>
                  <a:lnTo>
                    <a:pt x="965672" y="1795777"/>
                  </a:lnTo>
                  <a:lnTo>
                    <a:pt x="1042915" y="1893544"/>
                  </a:lnTo>
                  <a:lnTo>
                    <a:pt x="1120159" y="1986164"/>
                  </a:lnTo>
                  <a:lnTo>
                    <a:pt x="1197403" y="2073907"/>
                  </a:lnTo>
                  <a:lnTo>
                    <a:pt x="1274646" y="2157030"/>
                  </a:lnTo>
                  <a:lnTo>
                    <a:pt x="1351890" y="2235777"/>
                  </a:lnTo>
                  <a:lnTo>
                    <a:pt x="1429133" y="2310377"/>
                  </a:lnTo>
                  <a:lnTo>
                    <a:pt x="1506377" y="2381050"/>
                  </a:lnTo>
                  <a:lnTo>
                    <a:pt x="1583620" y="2448001"/>
                  </a:lnTo>
                  <a:lnTo>
                    <a:pt x="1660864" y="2511428"/>
                  </a:lnTo>
                  <a:lnTo>
                    <a:pt x="1738108" y="2571515"/>
                  </a:lnTo>
                  <a:lnTo>
                    <a:pt x="1815351" y="2628438"/>
                  </a:lnTo>
                  <a:lnTo>
                    <a:pt x="1892595" y="2682364"/>
                  </a:lnTo>
                  <a:lnTo>
                    <a:pt x="1969838" y="2733451"/>
                  </a:lnTo>
                  <a:lnTo>
                    <a:pt x="2047082" y="2781848"/>
                  </a:lnTo>
                  <a:lnTo>
                    <a:pt x="2124325" y="2827697"/>
                  </a:lnTo>
                  <a:lnTo>
                    <a:pt x="2201569" y="2871132"/>
                  </a:lnTo>
                  <a:lnTo>
                    <a:pt x="2278813" y="2912280"/>
                  </a:lnTo>
                  <a:lnTo>
                    <a:pt x="2356056" y="2951261"/>
                  </a:lnTo>
                  <a:lnTo>
                    <a:pt x="2433300" y="2988190"/>
                  </a:lnTo>
                  <a:lnTo>
                    <a:pt x="2510543" y="3023175"/>
                  </a:lnTo>
                  <a:lnTo>
                    <a:pt x="2587787" y="3056317"/>
                  </a:lnTo>
                  <a:lnTo>
                    <a:pt x="2665030" y="3087715"/>
                  </a:lnTo>
                  <a:lnTo>
                    <a:pt x="2742274" y="3117459"/>
                  </a:lnTo>
                  <a:lnTo>
                    <a:pt x="2819518" y="3145638"/>
                  </a:lnTo>
                  <a:lnTo>
                    <a:pt x="2896761" y="3172332"/>
                  </a:lnTo>
                  <a:lnTo>
                    <a:pt x="2974005" y="3197622"/>
                  </a:lnTo>
                  <a:lnTo>
                    <a:pt x="3051248" y="3221579"/>
                  </a:lnTo>
                  <a:lnTo>
                    <a:pt x="3128492" y="3244276"/>
                  </a:lnTo>
                  <a:lnTo>
                    <a:pt x="3205735" y="3265777"/>
                  </a:lnTo>
                  <a:lnTo>
                    <a:pt x="3282979" y="3286146"/>
                  </a:lnTo>
                  <a:lnTo>
                    <a:pt x="3360223" y="3305443"/>
                  </a:lnTo>
                  <a:lnTo>
                    <a:pt x="3437466" y="3323723"/>
                  </a:lnTo>
                  <a:lnTo>
                    <a:pt x="3514710" y="3341042"/>
                  </a:lnTo>
                  <a:lnTo>
                    <a:pt x="3591953" y="3357448"/>
                  </a:lnTo>
                  <a:lnTo>
                    <a:pt x="3669197" y="3372991"/>
                  </a:lnTo>
                  <a:lnTo>
                    <a:pt x="3746440" y="3387715"/>
                  </a:lnTo>
                  <a:lnTo>
                    <a:pt x="3823684" y="3401664"/>
                  </a:lnTo>
                  <a:lnTo>
                    <a:pt x="3900928" y="3414878"/>
                  </a:lnTo>
                  <a:lnTo>
                    <a:pt x="3978171" y="3427397"/>
                  </a:lnTo>
                  <a:lnTo>
                    <a:pt x="4055415" y="3439257"/>
                  </a:lnTo>
                  <a:lnTo>
                    <a:pt x="4132658" y="3450492"/>
                  </a:lnTo>
                  <a:lnTo>
                    <a:pt x="4209902" y="3461135"/>
                  </a:lnTo>
                  <a:lnTo>
                    <a:pt x="4287145" y="3471219"/>
                  </a:lnTo>
                  <a:lnTo>
                    <a:pt x="4364389" y="3480771"/>
                  </a:lnTo>
                  <a:lnTo>
                    <a:pt x="4441633" y="3489820"/>
                  </a:lnTo>
                  <a:lnTo>
                    <a:pt x="4518876" y="3498393"/>
                  </a:lnTo>
                  <a:lnTo>
                    <a:pt x="4596120" y="3506515"/>
                  </a:lnTo>
                  <a:lnTo>
                    <a:pt x="4673363" y="3514209"/>
                  </a:lnTo>
                  <a:lnTo>
                    <a:pt x="4750607" y="3521497"/>
                  </a:lnTo>
                  <a:lnTo>
                    <a:pt x="4827850" y="3528403"/>
                  </a:lnTo>
                  <a:lnTo>
                    <a:pt x="4905094" y="3534944"/>
                  </a:lnTo>
                  <a:lnTo>
                    <a:pt x="4982338" y="3541141"/>
                  </a:lnTo>
                  <a:lnTo>
                    <a:pt x="5059581" y="3547012"/>
                  </a:lnTo>
                  <a:lnTo>
                    <a:pt x="5136825" y="3552574"/>
                  </a:lnTo>
                  <a:lnTo>
                    <a:pt x="5214068" y="3557842"/>
                  </a:lnTo>
                  <a:lnTo>
                    <a:pt x="5291312" y="3562834"/>
                  </a:lnTo>
                  <a:lnTo>
                    <a:pt x="5368555" y="3567562"/>
                  </a:lnTo>
                  <a:lnTo>
                    <a:pt x="5445799" y="3572042"/>
                  </a:lnTo>
                  <a:lnTo>
                    <a:pt x="5523043" y="3576286"/>
                  </a:lnTo>
                  <a:lnTo>
                    <a:pt x="5600286" y="3580306"/>
                  </a:lnTo>
                  <a:lnTo>
                    <a:pt x="5677530" y="3584115"/>
                  </a:lnTo>
                  <a:lnTo>
                    <a:pt x="5754773" y="3587723"/>
                  </a:lnTo>
                  <a:lnTo>
                    <a:pt x="5832017" y="3591141"/>
                  </a:lnTo>
                  <a:lnTo>
                    <a:pt x="5909260" y="3594379"/>
                  </a:lnTo>
                  <a:lnTo>
                    <a:pt x="5986504" y="3597447"/>
                  </a:lnTo>
                  <a:lnTo>
                    <a:pt x="6063748" y="3600353"/>
                  </a:lnTo>
                  <a:lnTo>
                    <a:pt x="6140991" y="360310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44766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2026-05-26T09:08:41Z</dcterms:modified>
  <cp:category/>
</cp:coreProperties>
</file>