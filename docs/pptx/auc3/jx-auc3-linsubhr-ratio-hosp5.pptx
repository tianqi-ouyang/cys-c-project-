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79262"/>
            </a:xfrm>
            <a:custGeom>
              <a:avLst/>
              <a:pathLst>
                <a:path w="7392041" h="3479262">
                  <a:moveTo>
                    <a:pt x="2175976" y="0"/>
                  </a:moveTo>
                  <a:lnTo>
                    <a:pt x="2216721" y="180445"/>
                  </a:lnTo>
                  <a:lnTo>
                    <a:pt x="2293965" y="490428"/>
                  </a:lnTo>
                  <a:lnTo>
                    <a:pt x="2371209" y="771322"/>
                  </a:lnTo>
                  <a:lnTo>
                    <a:pt x="2448452" y="1025857"/>
                  </a:lnTo>
                  <a:lnTo>
                    <a:pt x="2525696" y="1256507"/>
                  </a:lnTo>
                  <a:lnTo>
                    <a:pt x="2602939" y="1465512"/>
                  </a:lnTo>
                  <a:lnTo>
                    <a:pt x="2680183" y="1654904"/>
                  </a:lnTo>
                  <a:lnTo>
                    <a:pt x="2757426" y="1826523"/>
                  </a:lnTo>
                  <a:lnTo>
                    <a:pt x="2834670" y="1982038"/>
                  </a:lnTo>
                  <a:lnTo>
                    <a:pt x="2911914" y="2122959"/>
                  </a:lnTo>
                  <a:lnTo>
                    <a:pt x="2989157" y="2250656"/>
                  </a:lnTo>
                  <a:lnTo>
                    <a:pt x="3066401" y="2366369"/>
                  </a:lnTo>
                  <a:lnTo>
                    <a:pt x="3143644" y="2471225"/>
                  </a:lnTo>
                  <a:lnTo>
                    <a:pt x="3220888" y="2566240"/>
                  </a:lnTo>
                  <a:lnTo>
                    <a:pt x="3298131" y="2652339"/>
                  </a:lnTo>
                  <a:lnTo>
                    <a:pt x="3375375" y="2662050"/>
                  </a:lnTo>
                  <a:lnTo>
                    <a:pt x="3452619" y="2669931"/>
                  </a:lnTo>
                  <a:lnTo>
                    <a:pt x="3529862" y="2677736"/>
                  </a:lnTo>
                  <a:lnTo>
                    <a:pt x="3607106" y="2685466"/>
                  </a:lnTo>
                  <a:lnTo>
                    <a:pt x="3684349" y="2693122"/>
                  </a:lnTo>
                  <a:lnTo>
                    <a:pt x="3761593" y="2700705"/>
                  </a:lnTo>
                  <a:lnTo>
                    <a:pt x="3838836" y="2708215"/>
                  </a:lnTo>
                  <a:lnTo>
                    <a:pt x="3916080" y="2715653"/>
                  </a:lnTo>
                  <a:lnTo>
                    <a:pt x="3993324" y="2723020"/>
                  </a:lnTo>
                  <a:lnTo>
                    <a:pt x="4070567" y="2730316"/>
                  </a:lnTo>
                  <a:lnTo>
                    <a:pt x="4147811" y="2737542"/>
                  </a:lnTo>
                  <a:lnTo>
                    <a:pt x="4225054" y="2744698"/>
                  </a:lnTo>
                  <a:lnTo>
                    <a:pt x="4302298" y="2751786"/>
                  </a:lnTo>
                  <a:lnTo>
                    <a:pt x="4379541" y="2758807"/>
                  </a:lnTo>
                  <a:lnTo>
                    <a:pt x="4456785" y="2765759"/>
                  </a:lnTo>
                  <a:lnTo>
                    <a:pt x="4534029" y="2772645"/>
                  </a:lnTo>
                  <a:lnTo>
                    <a:pt x="4611272" y="2779465"/>
                  </a:lnTo>
                  <a:lnTo>
                    <a:pt x="4688516" y="2786220"/>
                  </a:lnTo>
                  <a:lnTo>
                    <a:pt x="4765759" y="2792910"/>
                  </a:lnTo>
                  <a:lnTo>
                    <a:pt x="4843003" y="2799536"/>
                  </a:lnTo>
                  <a:lnTo>
                    <a:pt x="4920246" y="2806098"/>
                  </a:lnTo>
                  <a:lnTo>
                    <a:pt x="4997490" y="2812597"/>
                  </a:lnTo>
                  <a:lnTo>
                    <a:pt x="5074734" y="2819034"/>
                  </a:lnTo>
                  <a:lnTo>
                    <a:pt x="5151977" y="2825409"/>
                  </a:lnTo>
                  <a:lnTo>
                    <a:pt x="5229221" y="2831723"/>
                  </a:lnTo>
                  <a:lnTo>
                    <a:pt x="5306464" y="2837976"/>
                  </a:lnTo>
                  <a:lnTo>
                    <a:pt x="5383708" y="2844170"/>
                  </a:lnTo>
                  <a:lnTo>
                    <a:pt x="5460951" y="2850304"/>
                  </a:lnTo>
                  <a:lnTo>
                    <a:pt x="5538195" y="2856379"/>
                  </a:lnTo>
                  <a:lnTo>
                    <a:pt x="5615439" y="2862396"/>
                  </a:lnTo>
                  <a:lnTo>
                    <a:pt x="5692682" y="2868355"/>
                  </a:lnTo>
                  <a:lnTo>
                    <a:pt x="5769926" y="2874257"/>
                  </a:lnTo>
                  <a:lnTo>
                    <a:pt x="5847169" y="2880103"/>
                  </a:lnTo>
                  <a:lnTo>
                    <a:pt x="5924413" y="2885892"/>
                  </a:lnTo>
                  <a:lnTo>
                    <a:pt x="6001656" y="2891626"/>
                  </a:lnTo>
                  <a:lnTo>
                    <a:pt x="6078900" y="2897305"/>
                  </a:lnTo>
                  <a:lnTo>
                    <a:pt x="6156144" y="2902930"/>
                  </a:lnTo>
                  <a:lnTo>
                    <a:pt x="6233387" y="2908500"/>
                  </a:lnTo>
                  <a:lnTo>
                    <a:pt x="6310631" y="2914017"/>
                  </a:lnTo>
                  <a:lnTo>
                    <a:pt x="6387874" y="2919481"/>
                  </a:lnTo>
                  <a:lnTo>
                    <a:pt x="6465118" y="2924893"/>
                  </a:lnTo>
                  <a:lnTo>
                    <a:pt x="6542361" y="2930253"/>
                  </a:lnTo>
                  <a:lnTo>
                    <a:pt x="6619605" y="2935561"/>
                  </a:lnTo>
                  <a:lnTo>
                    <a:pt x="6696849" y="2940819"/>
                  </a:lnTo>
                  <a:lnTo>
                    <a:pt x="6774092" y="2946026"/>
                  </a:lnTo>
                  <a:lnTo>
                    <a:pt x="6851336" y="2951183"/>
                  </a:lnTo>
                  <a:lnTo>
                    <a:pt x="6928579" y="2956291"/>
                  </a:lnTo>
                  <a:lnTo>
                    <a:pt x="7005823" y="2961350"/>
                  </a:lnTo>
                  <a:lnTo>
                    <a:pt x="7083066" y="2966360"/>
                  </a:lnTo>
                  <a:lnTo>
                    <a:pt x="7160310" y="2971322"/>
                  </a:lnTo>
                  <a:lnTo>
                    <a:pt x="7237554" y="2976237"/>
                  </a:lnTo>
                  <a:lnTo>
                    <a:pt x="7314797" y="2981104"/>
                  </a:lnTo>
                  <a:lnTo>
                    <a:pt x="7392041" y="2985925"/>
                  </a:lnTo>
                  <a:lnTo>
                    <a:pt x="7392041" y="3479262"/>
                  </a:lnTo>
                  <a:lnTo>
                    <a:pt x="7314797" y="3478798"/>
                  </a:lnTo>
                  <a:lnTo>
                    <a:pt x="7237554" y="3478286"/>
                  </a:lnTo>
                  <a:lnTo>
                    <a:pt x="7160310" y="3477720"/>
                  </a:lnTo>
                  <a:lnTo>
                    <a:pt x="7083066" y="3477096"/>
                  </a:lnTo>
                  <a:lnTo>
                    <a:pt x="7005823" y="3476407"/>
                  </a:lnTo>
                  <a:lnTo>
                    <a:pt x="6928579" y="3475647"/>
                  </a:lnTo>
                  <a:lnTo>
                    <a:pt x="6851336" y="3474809"/>
                  </a:lnTo>
                  <a:lnTo>
                    <a:pt x="6774092" y="3473883"/>
                  </a:lnTo>
                  <a:lnTo>
                    <a:pt x="6696849" y="3472862"/>
                  </a:lnTo>
                  <a:lnTo>
                    <a:pt x="6619605" y="3471734"/>
                  </a:lnTo>
                  <a:lnTo>
                    <a:pt x="6542361" y="3470490"/>
                  </a:lnTo>
                  <a:lnTo>
                    <a:pt x="6465118" y="3469118"/>
                  </a:lnTo>
                  <a:lnTo>
                    <a:pt x="6387874" y="3467603"/>
                  </a:lnTo>
                  <a:lnTo>
                    <a:pt x="6310631" y="3465931"/>
                  </a:lnTo>
                  <a:lnTo>
                    <a:pt x="6233387" y="3464086"/>
                  </a:lnTo>
                  <a:lnTo>
                    <a:pt x="6156144" y="3462050"/>
                  </a:lnTo>
                  <a:lnTo>
                    <a:pt x="6078900" y="3459803"/>
                  </a:lnTo>
                  <a:lnTo>
                    <a:pt x="6001656" y="3457324"/>
                  </a:lnTo>
                  <a:lnTo>
                    <a:pt x="5924413" y="3454587"/>
                  </a:lnTo>
                  <a:lnTo>
                    <a:pt x="5847169" y="3451568"/>
                  </a:lnTo>
                  <a:lnTo>
                    <a:pt x="5769926" y="3448235"/>
                  </a:lnTo>
                  <a:lnTo>
                    <a:pt x="5692682" y="3444558"/>
                  </a:lnTo>
                  <a:lnTo>
                    <a:pt x="5615439" y="3440500"/>
                  </a:lnTo>
                  <a:lnTo>
                    <a:pt x="5538195" y="3436021"/>
                  </a:lnTo>
                  <a:lnTo>
                    <a:pt x="5460951" y="3431079"/>
                  </a:lnTo>
                  <a:lnTo>
                    <a:pt x="5383708" y="3425624"/>
                  </a:lnTo>
                  <a:lnTo>
                    <a:pt x="5306464" y="3419605"/>
                  </a:lnTo>
                  <a:lnTo>
                    <a:pt x="5229221" y="3412963"/>
                  </a:lnTo>
                  <a:lnTo>
                    <a:pt x="5151977" y="3405633"/>
                  </a:lnTo>
                  <a:lnTo>
                    <a:pt x="5074734" y="3397544"/>
                  </a:lnTo>
                  <a:lnTo>
                    <a:pt x="4997490" y="3388617"/>
                  </a:lnTo>
                  <a:lnTo>
                    <a:pt x="4920246" y="3378765"/>
                  </a:lnTo>
                  <a:lnTo>
                    <a:pt x="4843003" y="3367893"/>
                  </a:lnTo>
                  <a:lnTo>
                    <a:pt x="4765759" y="3355896"/>
                  </a:lnTo>
                  <a:lnTo>
                    <a:pt x="4688516" y="3342656"/>
                  </a:lnTo>
                  <a:lnTo>
                    <a:pt x="4611272" y="3328045"/>
                  </a:lnTo>
                  <a:lnTo>
                    <a:pt x="4534029" y="3311920"/>
                  </a:lnTo>
                  <a:lnTo>
                    <a:pt x="4456785" y="3294126"/>
                  </a:lnTo>
                  <a:lnTo>
                    <a:pt x="4379541" y="3274490"/>
                  </a:lnTo>
                  <a:lnTo>
                    <a:pt x="4302298" y="3252819"/>
                  </a:lnTo>
                  <a:lnTo>
                    <a:pt x="4225054" y="3228905"/>
                  </a:lnTo>
                  <a:lnTo>
                    <a:pt x="4147811" y="3202514"/>
                  </a:lnTo>
                  <a:lnTo>
                    <a:pt x="4070567" y="3173390"/>
                  </a:lnTo>
                  <a:lnTo>
                    <a:pt x="3993324" y="3141250"/>
                  </a:lnTo>
                  <a:lnTo>
                    <a:pt x="3916080" y="3105782"/>
                  </a:lnTo>
                  <a:lnTo>
                    <a:pt x="3838836" y="3066640"/>
                  </a:lnTo>
                  <a:lnTo>
                    <a:pt x="3761593" y="3023445"/>
                  </a:lnTo>
                  <a:lnTo>
                    <a:pt x="3684349" y="2975777"/>
                  </a:lnTo>
                  <a:lnTo>
                    <a:pt x="3607106" y="2923173"/>
                  </a:lnTo>
                  <a:lnTo>
                    <a:pt x="3529862" y="2865121"/>
                  </a:lnTo>
                  <a:lnTo>
                    <a:pt x="3452619" y="2801057"/>
                  </a:lnTo>
                  <a:lnTo>
                    <a:pt x="3375375" y="2730359"/>
                  </a:lnTo>
                  <a:lnTo>
                    <a:pt x="3298131" y="2654093"/>
                  </a:lnTo>
                  <a:lnTo>
                    <a:pt x="3220888" y="2646059"/>
                  </a:lnTo>
                  <a:lnTo>
                    <a:pt x="3143644" y="2637947"/>
                  </a:lnTo>
                  <a:lnTo>
                    <a:pt x="3066401" y="2629757"/>
                  </a:lnTo>
                  <a:lnTo>
                    <a:pt x="2989157" y="2621487"/>
                  </a:lnTo>
                  <a:lnTo>
                    <a:pt x="2911914" y="2613137"/>
                  </a:lnTo>
                  <a:lnTo>
                    <a:pt x="2834670" y="2604706"/>
                  </a:lnTo>
                  <a:lnTo>
                    <a:pt x="2757426" y="2596194"/>
                  </a:lnTo>
                  <a:lnTo>
                    <a:pt x="2680183" y="2587599"/>
                  </a:lnTo>
                  <a:lnTo>
                    <a:pt x="2602939" y="2578921"/>
                  </a:lnTo>
                  <a:lnTo>
                    <a:pt x="2525696" y="2570159"/>
                  </a:lnTo>
                  <a:lnTo>
                    <a:pt x="2448452" y="2561312"/>
                  </a:lnTo>
                  <a:lnTo>
                    <a:pt x="2371209" y="2552380"/>
                  </a:lnTo>
                  <a:lnTo>
                    <a:pt x="2293965" y="2543360"/>
                  </a:lnTo>
                  <a:lnTo>
                    <a:pt x="2216721" y="2534254"/>
                  </a:lnTo>
                  <a:lnTo>
                    <a:pt x="2139478" y="2525059"/>
                  </a:lnTo>
                  <a:lnTo>
                    <a:pt x="2062234" y="2515776"/>
                  </a:lnTo>
                  <a:lnTo>
                    <a:pt x="1984991" y="2506402"/>
                  </a:lnTo>
                  <a:lnTo>
                    <a:pt x="1907747" y="2496938"/>
                  </a:lnTo>
                  <a:lnTo>
                    <a:pt x="1830504" y="2487382"/>
                  </a:lnTo>
                  <a:lnTo>
                    <a:pt x="1753260" y="2477734"/>
                  </a:lnTo>
                  <a:lnTo>
                    <a:pt x="1676016" y="2467992"/>
                  </a:lnTo>
                  <a:lnTo>
                    <a:pt x="1598773" y="2458155"/>
                  </a:lnTo>
                  <a:lnTo>
                    <a:pt x="1521529" y="2448224"/>
                  </a:lnTo>
                  <a:lnTo>
                    <a:pt x="1444286" y="2438196"/>
                  </a:lnTo>
                  <a:lnTo>
                    <a:pt x="1367042" y="2428072"/>
                  </a:lnTo>
                  <a:lnTo>
                    <a:pt x="1289799" y="2417849"/>
                  </a:lnTo>
                  <a:lnTo>
                    <a:pt x="1212555" y="2407527"/>
                  </a:lnTo>
                  <a:lnTo>
                    <a:pt x="1135311" y="2397105"/>
                  </a:lnTo>
                  <a:lnTo>
                    <a:pt x="1058068" y="2386582"/>
                  </a:lnTo>
                  <a:lnTo>
                    <a:pt x="980824" y="2375958"/>
                  </a:lnTo>
                  <a:lnTo>
                    <a:pt x="903581" y="2365230"/>
                  </a:lnTo>
                  <a:lnTo>
                    <a:pt x="826337" y="2354399"/>
                  </a:lnTo>
                  <a:lnTo>
                    <a:pt x="749094" y="2343463"/>
                  </a:lnTo>
                  <a:lnTo>
                    <a:pt x="671850" y="2332421"/>
                  </a:lnTo>
                  <a:lnTo>
                    <a:pt x="594606" y="2321272"/>
                  </a:lnTo>
                  <a:lnTo>
                    <a:pt x="517363" y="2310014"/>
                  </a:lnTo>
                  <a:lnTo>
                    <a:pt x="440119" y="2298648"/>
                  </a:lnTo>
                  <a:lnTo>
                    <a:pt x="362876" y="2287172"/>
                  </a:lnTo>
                  <a:lnTo>
                    <a:pt x="285632" y="2275585"/>
                  </a:lnTo>
                  <a:lnTo>
                    <a:pt x="208389" y="2263886"/>
                  </a:lnTo>
                  <a:lnTo>
                    <a:pt x="131145" y="2252073"/>
                  </a:lnTo>
                  <a:lnTo>
                    <a:pt x="53901" y="2240146"/>
                  </a:lnTo>
                  <a:lnTo>
                    <a:pt x="0" y="223174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993494" y="2073503"/>
              <a:ext cx="5216064" cy="2985925"/>
            </a:xfrm>
            <a:custGeom>
              <a:avLst/>
              <a:pathLst>
                <a:path w="5216064" h="2985925">
                  <a:moveTo>
                    <a:pt x="0" y="0"/>
                  </a:moveTo>
                  <a:lnTo>
                    <a:pt x="40744" y="180445"/>
                  </a:lnTo>
                  <a:lnTo>
                    <a:pt x="117988" y="490428"/>
                  </a:lnTo>
                  <a:lnTo>
                    <a:pt x="195232" y="771322"/>
                  </a:lnTo>
                  <a:lnTo>
                    <a:pt x="272475" y="1025857"/>
                  </a:lnTo>
                  <a:lnTo>
                    <a:pt x="349719" y="1256507"/>
                  </a:lnTo>
                  <a:lnTo>
                    <a:pt x="426962" y="1465512"/>
                  </a:lnTo>
                  <a:lnTo>
                    <a:pt x="504206" y="1654904"/>
                  </a:lnTo>
                  <a:lnTo>
                    <a:pt x="581449" y="1826523"/>
                  </a:lnTo>
                  <a:lnTo>
                    <a:pt x="658693" y="1982038"/>
                  </a:lnTo>
                  <a:lnTo>
                    <a:pt x="735937" y="2122959"/>
                  </a:lnTo>
                  <a:lnTo>
                    <a:pt x="813180" y="2250656"/>
                  </a:lnTo>
                  <a:lnTo>
                    <a:pt x="890424" y="2366369"/>
                  </a:lnTo>
                  <a:lnTo>
                    <a:pt x="967667" y="2471225"/>
                  </a:lnTo>
                  <a:lnTo>
                    <a:pt x="1044911" y="2566240"/>
                  </a:lnTo>
                  <a:lnTo>
                    <a:pt x="1122154" y="2652339"/>
                  </a:lnTo>
                  <a:lnTo>
                    <a:pt x="1199398" y="2662050"/>
                  </a:lnTo>
                  <a:lnTo>
                    <a:pt x="1276642" y="2669931"/>
                  </a:lnTo>
                  <a:lnTo>
                    <a:pt x="1353885" y="2677736"/>
                  </a:lnTo>
                  <a:lnTo>
                    <a:pt x="1431129" y="2685466"/>
                  </a:lnTo>
                  <a:lnTo>
                    <a:pt x="1508372" y="2693122"/>
                  </a:lnTo>
                  <a:lnTo>
                    <a:pt x="1585616" y="2700705"/>
                  </a:lnTo>
                  <a:lnTo>
                    <a:pt x="1662859" y="2708215"/>
                  </a:lnTo>
                  <a:lnTo>
                    <a:pt x="1740103" y="2715653"/>
                  </a:lnTo>
                  <a:lnTo>
                    <a:pt x="1817347" y="2723020"/>
                  </a:lnTo>
                  <a:lnTo>
                    <a:pt x="1894590" y="2730316"/>
                  </a:lnTo>
                  <a:lnTo>
                    <a:pt x="1971834" y="2737542"/>
                  </a:lnTo>
                  <a:lnTo>
                    <a:pt x="2049077" y="2744698"/>
                  </a:lnTo>
                  <a:lnTo>
                    <a:pt x="2126321" y="2751786"/>
                  </a:lnTo>
                  <a:lnTo>
                    <a:pt x="2203564" y="2758807"/>
                  </a:lnTo>
                  <a:lnTo>
                    <a:pt x="2280808" y="2765759"/>
                  </a:lnTo>
                  <a:lnTo>
                    <a:pt x="2358052" y="2772645"/>
                  </a:lnTo>
                  <a:lnTo>
                    <a:pt x="2435295" y="2779465"/>
                  </a:lnTo>
                  <a:lnTo>
                    <a:pt x="2512539" y="2786220"/>
                  </a:lnTo>
                  <a:lnTo>
                    <a:pt x="2589782" y="2792910"/>
                  </a:lnTo>
                  <a:lnTo>
                    <a:pt x="2667026" y="2799536"/>
                  </a:lnTo>
                  <a:lnTo>
                    <a:pt x="2744269" y="2806098"/>
                  </a:lnTo>
                  <a:lnTo>
                    <a:pt x="2821513" y="2812597"/>
                  </a:lnTo>
                  <a:lnTo>
                    <a:pt x="2898757" y="2819034"/>
                  </a:lnTo>
                  <a:lnTo>
                    <a:pt x="2976000" y="2825409"/>
                  </a:lnTo>
                  <a:lnTo>
                    <a:pt x="3053244" y="2831723"/>
                  </a:lnTo>
                  <a:lnTo>
                    <a:pt x="3130487" y="2837976"/>
                  </a:lnTo>
                  <a:lnTo>
                    <a:pt x="3207731" y="2844170"/>
                  </a:lnTo>
                  <a:lnTo>
                    <a:pt x="3284974" y="2850304"/>
                  </a:lnTo>
                  <a:lnTo>
                    <a:pt x="3362218" y="2856379"/>
                  </a:lnTo>
                  <a:lnTo>
                    <a:pt x="3439462" y="2862396"/>
                  </a:lnTo>
                  <a:lnTo>
                    <a:pt x="3516705" y="2868355"/>
                  </a:lnTo>
                  <a:lnTo>
                    <a:pt x="3593949" y="2874257"/>
                  </a:lnTo>
                  <a:lnTo>
                    <a:pt x="3671192" y="2880103"/>
                  </a:lnTo>
                  <a:lnTo>
                    <a:pt x="3748436" y="2885892"/>
                  </a:lnTo>
                  <a:lnTo>
                    <a:pt x="3825679" y="2891626"/>
                  </a:lnTo>
                  <a:lnTo>
                    <a:pt x="3902923" y="2897305"/>
                  </a:lnTo>
                  <a:lnTo>
                    <a:pt x="3980167" y="2902930"/>
                  </a:lnTo>
                  <a:lnTo>
                    <a:pt x="4057410" y="2908500"/>
                  </a:lnTo>
                  <a:lnTo>
                    <a:pt x="4134654" y="2914017"/>
                  </a:lnTo>
                  <a:lnTo>
                    <a:pt x="4211897" y="2919481"/>
                  </a:lnTo>
                  <a:lnTo>
                    <a:pt x="4289141" y="2924893"/>
                  </a:lnTo>
                  <a:lnTo>
                    <a:pt x="4366385" y="2930253"/>
                  </a:lnTo>
                  <a:lnTo>
                    <a:pt x="4443628" y="2935561"/>
                  </a:lnTo>
                  <a:lnTo>
                    <a:pt x="4520872" y="2940819"/>
                  </a:lnTo>
                  <a:lnTo>
                    <a:pt x="4598115" y="2946026"/>
                  </a:lnTo>
                  <a:lnTo>
                    <a:pt x="4675359" y="2951183"/>
                  </a:lnTo>
                  <a:lnTo>
                    <a:pt x="4752602" y="2956291"/>
                  </a:lnTo>
                  <a:lnTo>
                    <a:pt x="4829846" y="2961350"/>
                  </a:lnTo>
                  <a:lnTo>
                    <a:pt x="4907090" y="2966360"/>
                  </a:lnTo>
                  <a:lnTo>
                    <a:pt x="4984333" y="2971322"/>
                  </a:lnTo>
                  <a:lnTo>
                    <a:pt x="5061577" y="2976237"/>
                  </a:lnTo>
                  <a:lnTo>
                    <a:pt x="5138820" y="2981104"/>
                  </a:lnTo>
                  <a:lnTo>
                    <a:pt x="5216064" y="29859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305245"/>
              <a:ext cx="7392041" cy="1247520"/>
            </a:xfrm>
            <a:custGeom>
              <a:avLst/>
              <a:pathLst>
                <a:path w="7392041" h="1247520">
                  <a:moveTo>
                    <a:pt x="7392041" y="1247520"/>
                  </a:moveTo>
                  <a:lnTo>
                    <a:pt x="7314797" y="1247055"/>
                  </a:lnTo>
                  <a:lnTo>
                    <a:pt x="7237554" y="1246543"/>
                  </a:lnTo>
                  <a:lnTo>
                    <a:pt x="7160310" y="1245977"/>
                  </a:lnTo>
                  <a:lnTo>
                    <a:pt x="7083066" y="1245353"/>
                  </a:lnTo>
                  <a:lnTo>
                    <a:pt x="7005823" y="1244665"/>
                  </a:lnTo>
                  <a:lnTo>
                    <a:pt x="6928579" y="1243905"/>
                  </a:lnTo>
                  <a:lnTo>
                    <a:pt x="6851336" y="1243066"/>
                  </a:lnTo>
                  <a:lnTo>
                    <a:pt x="6774092" y="1242140"/>
                  </a:lnTo>
                  <a:lnTo>
                    <a:pt x="6696849" y="1241119"/>
                  </a:lnTo>
                  <a:lnTo>
                    <a:pt x="6619605" y="1239992"/>
                  </a:lnTo>
                  <a:lnTo>
                    <a:pt x="6542361" y="1238748"/>
                  </a:lnTo>
                  <a:lnTo>
                    <a:pt x="6465118" y="1237375"/>
                  </a:lnTo>
                  <a:lnTo>
                    <a:pt x="6387874" y="1235860"/>
                  </a:lnTo>
                  <a:lnTo>
                    <a:pt x="6310631" y="1234188"/>
                  </a:lnTo>
                  <a:lnTo>
                    <a:pt x="6233387" y="1232343"/>
                  </a:lnTo>
                  <a:lnTo>
                    <a:pt x="6156144" y="1230307"/>
                  </a:lnTo>
                  <a:lnTo>
                    <a:pt x="6078900" y="1228061"/>
                  </a:lnTo>
                  <a:lnTo>
                    <a:pt x="6001656" y="1225581"/>
                  </a:lnTo>
                  <a:lnTo>
                    <a:pt x="5924413" y="1222845"/>
                  </a:lnTo>
                  <a:lnTo>
                    <a:pt x="5847169" y="1219825"/>
                  </a:lnTo>
                  <a:lnTo>
                    <a:pt x="5769926" y="1216493"/>
                  </a:lnTo>
                  <a:lnTo>
                    <a:pt x="5692682" y="1212815"/>
                  </a:lnTo>
                  <a:lnTo>
                    <a:pt x="5615439" y="1208757"/>
                  </a:lnTo>
                  <a:lnTo>
                    <a:pt x="5538195" y="1204278"/>
                  </a:lnTo>
                  <a:lnTo>
                    <a:pt x="5460951" y="1199336"/>
                  </a:lnTo>
                  <a:lnTo>
                    <a:pt x="5383708" y="1193882"/>
                  </a:lnTo>
                  <a:lnTo>
                    <a:pt x="5306464" y="1187863"/>
                  </a:lnTo>
                  <a:lnTo>
                    <a:pt x="5229221" y="1181220"/>
                  </a:lnTo>
                  <a:lnTo>
                    <a:pt x="5151977" y="1173890"/>
                  </a:lnTo>
                  <a:lnTo>
                    <a:pt x="5074734" y="1165801"/>
                  </a:lnTo>
                  <a:lnTo>
                    <a:pt x="4997490" y="1156874"/>
                  </a:lnTo>
                  <a:lnTo>
                    <a:pt x="4920246" y="1147022"/>
                  </a:lnTo>
                  <a:lnTo>
                    <a:pt x="4843003" y="1136151"/>
                  </a:lnTo>
                  <a:lnTo>
                    <a:pt x="4765759" y="1124153"/>
                  </a:lnTo>
                  <a:lnTo>
                    <a:pt x="4688516" y="1110913"/>
                  </a:lnTo>
                  <a:lnTo>
                    <a:pt x="4611272" y="1096302"/>
                  </a:lnTo>
                  <a:lnTo>
                    <a:pt x="4534029" y="1080178"/>
                  </a:lnTo>
                  <a:lnTo>
                    <a:pt x="4456785" y="1062384"/>
                  </a:lnTo>
                  <a:lnTo>
                    <a:pt x="4379541" y="1042747"/>
                  </a:lnTo>
                  <a:lnTo>
                    <a:pt x="4302298" y="1021077"/>
                  </a:lnTo>
                  <a:lnTo>
                    <a:pt x="4225054" y="997162"/>
                  </a:lnTo>
                  <a:lnTo>
                    <a:pt x="4147811" y="970771"/>
                  </a:lnTo>
                  <a:lnTo>
                    <a:pt x="4070567" y="941647"/>
                  </a:lnTo>
                  <a:lnTo>
                    <a:pt x="3993324" y="909507"/>
                  </a:lnTo>
                  <a:lnTo>
                    <a:pt x="3916080" y="874039"/>
                  </a:lnTo>
                  <a:lnTo>
                    <a:pt x="3838836" y="834898"/>
                  </a:lnTo>
                  <a:lnTo>
                    <a:pt x="3761593" y="791703"/>
                  </a:lnTo>
                  <a:lnTo>
                    <a:pt x="3684349" y="744035"/>
                  </a:lnTo>
                  <a:lnTo>
                    <a:pt x="3607106" y="691430"/>
                  </a:lnTo>
                  <a:lnTo>
                    <a:pt x="3529862" y="633378"/>
                  </a:lnTo>
                  <a:lnTo>
                    <a:pt x="3452619" y="569314"/>
                  </a:lnTo>
                  <a:lnTo>
                    <a:pt x="3375375" y="498616"/>
                  </a:lnTo>
                  <a:lnTo>
                    <a:pt x="3298131" y="422350"/>
                  </a:lnTo>
                  <a:lnTo>
                    <a:pt x="3220888" y="414316"/>
                  </a:lnTo>
                  <a:lnTo>
                    <a:pt x="3143644" y="406204"/>
                  </a:lnTo>
                  <a:lnTo>
                    <a:pt x="3066401" y="398014"/>
                  </a:lnTo>
                  <a:lnTo>
                    <a:pt x="2989157" y="389744"/>
                  </a:lnTo>
                  <a:lnTo>
                    <a:pt x="2911914" y="381394"/>
                  </a:lnTo>
                  <a:lnTo>
                    <a:pt x="2834670" y="372964"/>
                  </a:lnTo>
                  <a:lnTo>
                    <a:pt x="2757426" y="364451"/>
                  </a:lnTo>
                  <a:lnTo>
                    <a:pt x="2680183" y="355856"/>
                  </a:lnTo>
                  <a:lnTo>
                    <a:pt x="2602939" y="347178"/>
                  </a:lnTo>
                  <a:lnTo>
                    <a:pt x="2525696" y="338416"/>
                  </a:lnTo>
                  <a:lnTo>
                    <a:pt x="2448452" y="329569"/>
                  </a:lnTo>
                  <a:lnTo>
                    <a:pt x="2371209" y="320637"/>
                  </a:lnTo>
                  <a:lnTo>
                    <a:pt x="2293965" y="311618"/>
                  </a:lnTo>
                  <a:lnTo>
                    <a:pt x="2216721" y="302511"/>
                  </a:lnTo>
                  <a:lnTo>
                    <a:pt x="2139478" y="293317"/>
                  </a:lnTo>
                  <a:lnTo>
                    <a:pt x="2062234" y="284033"/>
                  </a:lnTo>
                  <a:lnTo>
                    <a:pt x="1984991" y="274660"/>
                  </a:lnTo>
                  <a:lnTo>
                    <a:pt x="1907747" y="265195"/>
                  </a:lnTo>
                  <a:lnTo>
                    <a:pt x="1830504" y="255639"/>
                  </a:lnTo>
                  <a:lnTo>
                    <a:pt x="1753260" y="245991"/>
                  </a:lnTo>
                  <a:lnTo>
                    <a:pt x="1676016" y="236249"/>
                  </a:lnTo>
                  <a:lnTo>
                    <a:pt x="1598773" y="226413"/>
                  </a:lnTo>
                  <a:lnTo>
                    <a:pt x="1521529" y="216481"/>
                  </a:lnTo>
                  <a:lnTo>
                    <a:pt x="1444286" y="206454"/>
                  </a:lnTo>
                  <a:lnTo>
                    <a:pt x="1367042" y="196329"/>
                  </a:lnTo>
                  <a:lnTo>
                    <a:pt x="1289799" y="186106"/>
                  </a:lnTo>
                  <a:lnTo>
                    <a:pt x="1212555" y="175784"/>
                  </a:lnTo>
                  <a:lnTo>
                    <a:pt x="1135311" y="165362"/>
                  </a:lnTo>
                  <a:lnTo>
                    <a:pt x="1058068" y="154840"/>
                  </a:lnTo>
                  <a:lnTo>
                    <a:pt x="980824" y="144215"/>
                  </a:lnTo>
                  <a:lnTo>
                    <a:pt x="903581" y="133488"/>
                  </a:lnTo>
                  <a:lnTo>
                    <a:pt x="826337" y="122656"/>
                  </a:lnTo>
                  <a:lnTo>
                    <a:pt x="749094" y="111720"/>
                  </a:lnTo>
                  <a:lnTo>
                    <a:pt x="671850" y="100678"/>
                  </a:lnTo>
                  <a:lnTo>
                    <a:pt x="594606" y="89529"/>
                  </a:lnTo>
                  <a:lnTo>
                    <a:pt x="517363" y="78272"/>
                  </a:lnTo>
                  <a:lnTo>
                    <a:pt x="440119" y="66906"/>
                  </a:lnTo>
                  <a:lnTo>
                    <a:pt x="362876" y="55430"/>
                  </a:lnTo>
                  <a:lnTo>
                    <a:pt x="285632" y="43842"/>
                  </a:lnTo>
                  <a:lnTo>
                    <a:pt x="208389" y="32143"/>
                  </a:lnTo>
                  <a:lnTo>
                    <a:pt x="131145" y="20330"/>
                  </a:lnTo>
                  <a:lnTo>
                    <a:pt x="53901" y="840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068567" y="2073503"/>
              <a:ext cx="6140991" cy="3436500"/>
            </a:xfrm>
            <a:custGeom>
              <a:avLst/>
              <a:pathLst>
                <a:path w="6140991" h="3436500">
                  <a:moveTo>
                    <a:pt x="0" y="0"/>
                  </a:moveTo>
                  <a:lnTo>
                    <a:pt x="38749" y="94495"/>
                  </a:lnTo>
                  <a:lnTo>
                    <a:pt x="115993" y="272945"/>
                  </a:lnTo>
                  <a:lnTo>
                    <a:pt x="193236" y="441999"/>
                  </a:lnTo>
                  <a:lnTo>
                    <a:pt x="270480" y="602152"/>
                  </a:lnTo>
                  <a:lnTo>
                    <a:pt x="347723" y="753873"/>
                  </a:lnTo>
                  <a:lnTo>
                    <a:pt x="424967" y="897606"/>
                  </a:lnTo>
                  <a:lnTo>
                    <a:pt x="502210" y="1033770"/>
                  </a:lnTo>
                  <a:lnTo>
                    <a:pt x="579454" y="1162766"/>
                  </a:lnTo>
                  <a:lnTo>
                    <a:pt x="656698" y="1284969"/>
                  </a:lnTo>
                  <a:lnTo>
                    <a:pt x="733941" y="1400739"/>
                  </a:lnTo>
                  <a:lnTo>
                    <a:pt x="811185" y="1510413"/>
                  </a:lnTo>
                  <a:lnTo>
                    <a:pt x="888428" y="1614312"/>
                  </a:lnTo>
                  <a:lnTo>
                    <a:pt x="965672" y="1712741"/>
                  </a:lnTo>
                  <a:lnTo>
                    <a:pt x="1042915" y="1805988"/>
                  </a:lnTo>
                  <a:lnTo>
                    <a:pt x="1120159" y="1894324"/>
                  </a:lnTo>
                  <a:lnTo>
                    <a:pt x="1197403" y="1978010"/>
                  </a:lnTo>
                  <a:lnTo>
                    <a:pt x="1274646" y="2057290"/>
                  </a:lnTo>
                  <a:lnTo>
                    <a:pt x="1351890" y="2132395"/>
                  </a:lnTo>
                  <a:lnTo>
                    <a:pt x="1429133" y="2203546"/>
                  </a:lnTo>
                  <a:lnTo>
                    <a:pt x="1506377" y="2270951"/>
                  </a:lnTo>
                  <a:lnTo>
                    <a:pt x="1583620" y="2334807"/>
                  </a:lnTo>
                  <a:lnTo>
                    <a:pt x="1660864" y="2395300"/>
                  </a:lnTo>
                  <a:lnTo>
                    <a:pt x="1738108" y="2452609"/>
                  </a:lnTo>
                  <a:lnTo>
                    <a:pt x="1815351" y="2506900"/>
                  </a:lnTo>
                  <a:lnTo>
                    <a:pt x="1892595" y="2558333"/>
                  </a:lnTo>
                  <a:lnTo>
                    <a:pt x="1969838" y="2607057"/>
                  </a:lnTo>
                  <a:lnTo>
                    <a:pt x="2047082" y="2653217"/>
                  </a:lnTo>
                  <a:lnTo>
                    <a:pt x="2124325" y="2696945"/>
                  </a:lnTo>
                  <a:lnTo>
                    <a:pt x="2201569" y="2738372"/>
                  </a:lnTo>
                  <a:lnTo>
                    <a:pt x="2278813" y="2777617"/>
                  </a:lnTo>
                  <a:lnTo>
                    <a:pt x="2356056" y="2814796"/>
                  </a:lnTo>
                  <a:lnTo>
                    <a:pt x="2433300" y="2850017"/>
                  </a:lnTo>
                  <a:lnTo>
                    <a:pt x="2510543" y="2883384"/>
                  </a:lnTo>
                  <a:lnTo>
                    <a:pt x="2587787" y="2914994"/>
                  </a:lnTo>
                  <a:lnTo>
                    <a:pt x="2665030" y="2944940"/>
                  </a:lnTo>
                  <a:lnTo>
                    <a:pt x="2742274" y="2973309"/>
                  </a:lnTo>
                  <a:lnTo>
                    <a:pt x="2819518" y="3000185"/>
                  </a:lnTo>
                  <a:lnTo>
                    <a:pt x="2896761" y="3025645"/>
                  </a:lnTo>
                  <a:lnTo>
                    <a:pt x="2974005" y="3049765"/>
                  </a:lnTo>
                  <a:lnTo>
                    <a:pt x="3051248" y="3072615"/>
                  </a:lnTo>
                  <a:lnTo>
                    <a:pt x="3128492" y="3094261"/>
                  </a:lnTo>
                  <a:lnTo>
                    <a:pt x="3205735" y="3114769"/>
                  </a:lnTo>
                  <a:lnTo>
                    <a:pt x="3282979" y="3134196"/>
                  </a:lnTo>
                  <a:lnTo>
                    <a:pt x="3360223" y="3152600"/>
                  </a:lnTo>
                  <a:lnTo>
                    <a:pt x="3437466" y="3170036"/>
                  </a:lnTo>
                  <a:lnTo>
                    <a:pt x="3514710" y="3186553"/>
                  </a:lnTo>
                  <a:lnTo>
                    <a:pt x="3591953" y="3202201"/>
                  </a:lnTo>
                  <a:lnTo>
                    <a:pt x="3669197" y="3217025"/>
                  </a:lnTo>
                  <a:lnTo>
                    <a:pt x="3746440" y="3231068"/>
                  </a:lnTo>
                  <a:lnTo>
                    <a:pt x="3823684" y="3244372"/>
                  </a:lnTo>
                  <a:lnTo>
                    <a:pt x="3900928" y="3256975"/>
                  </a:lnTo>
                  <a:lnTo>
                    <a:pt x="3978171" y="3268915"/>
                  </a:lnTo>
                  <a:lnTo>
                    <a:pt x="4055415" y="3280227"/>
                  </a:lnTo>
                  <a:lnTo>
                    <a:pt x="4132658" y="3290942"/>
                  </a:lnTo>
                  <a:lnTo>
                    <a:pt x="4209902" y="3301094"/>
                  </a:lnTo>
                  <a:lnTo>
                    <a:pt x="4287145" y="3310711"/>
                  </a:lnTo>
                  <a:lnTo>
                    <a:pt x="4364389" y="3319821"/>
                  </a:lnTo>
                  <a:lnTo>
                    <a:pt x="4441633" y="3328452"/>
                  </a:lnTo>
                  <a:lnTo>
                    <a:pt x="4518876" y="3336629"/>
                  </a:lnTo>
                  <a:lnTo>
                    <a:pt x="4596120" y="3344375"/>
                  </a:lnTo>
                  <a:lnTo>
                    <a:pt x="4673363" y="3351713"/>
                  </a:lnTo>
                  <a:lnTo>
                    <a:pt x="4750607" y="3358665"/>
                  </a:lnTo>
                  <a:lnTo>
                    <a:pt x="4827850" y="3365250"/>
                  </a:lnTo>
                  <a:lnTo>
                    <a:pt x="4905094" y="3371489"/>
                  </a:lnTo>
                  <a:lnTo>
                    <a:pt x="4982338" y="3377400"/>
                  </a:lnTo>
                  <a:lnTo>
                    <a:pt x="5059581" y="3382999"/>
                  </a:lnTo>
                  <a:lnTo>
                    <a:pt x="5136825" y="3388304"/>
                  </a:lnTo>
                  <a:lnTo>
                    <a:pt x="5214068" y="3393329"/>
                  </a:lnTo>
                  <a:lnTo>
                    <a:pt x="5291312" y="3398090"/>
                  </a:lnTo>
                  <a:lnTo>
                    <a:pt x="5368555" y="3402600"/>
                  </a:lnTo>
                  <a:lnTo>
                    <a:pt x="5445799" y="3406872"/>
                  </a:lnTo>
                  <a:lnTo>
                    <a:pt x="5523043" y="3410920"/>
                  </a:lnTo>
                  <a:lnTo>
                    <a:pt x="5600286" y="3414754"/>
                  </a:lnTo>
                  <a:lnTo>
                    <a:pt x="5677530" y="3418387"/>
                  </a:lnTo>
                  <a:lnTo>
                    <a:pt x="5754773" y="3421828"/>
                  </a:lnTo>
                  <a:lnTo>
                    <a:pt x="5832017" y="3425088"/>
                  </a:lnTo>
                  <a:lnTo>
                    <a:pt x="5909260" y="3428177"/>
                  </a:lnTo>
                  <a:lnTo>
                    <a:pt x="5986504" y="3431102"/>
                  </a:lnTo>
                  <a:lnTo>
                    <a:pt x="6063748" y="3433874"/>
                  </a:lnTo>
                  <a:lnTo>
                    <a:pt x="6140991" y="343650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29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1.86 (1.12-3.10), p = 0.017  |  per IQR decline (Δ = 0.30): 6.25 (1.39-28.21)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44766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2026-05-28T22:32:47Z</dcterms:modified>
  <cp:category/>
</cp:coreProperties>
</file>