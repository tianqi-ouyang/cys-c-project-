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1.04 (0.92-1.18), p = 0.515  |  per IQR decline (Δ = 22.8): 1.10 (0.83-1.46)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2026-06-08T10:33:14Z</dcterms:modified>
  <cp:category/>
</cp:coreProperties>
</file>