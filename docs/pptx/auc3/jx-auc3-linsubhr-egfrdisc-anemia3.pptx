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665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045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2425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806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97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6355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3735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1115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84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491768"/>
              <a:ext cx="7090630" cy="1540566"/>
            </a:xfrm>
            <a:custGeom>
              <a:avLst/>
              <a:pathLst>
                <a:path w="7090630" h="1540566">
                  <a:moveTo>
                    <a:pt x="0" y="0"/>
                  </a:moveTo>
                  <a:lnTo>
                    <a:pt x="71622" y="27841"/>
                  </a:lnTo>
                  <a:lnTo>
                    <a:pt x="143245" y="55308"/>
                  </a:lnTo>
                  <a:lnTo>
                    <a:pt x="214867" y="82404"/>
                  </a:lnTo>
                  <a:lnTo>
                    <a:pt x="286490" y="109135"/>
                  </a:lnTo>
                  <a:lnTo>
                    <a:pt x="358112" y="135506"/>
                  </a:lnTo>
                  <a:lnTo>
                    <a:pt x="429735" y="161521"/>
                  </a:lnTo>
                  <a:lnTo>
                    <a:pt x="501357" y="187186"/>
                  </a:lnTo>
                  <a:lnTo>
                    <a:pt x="572980" y="212505"/>
                  </a:lnTo>
                  <a:lnTo>
                    <a:pt x="644602" y="237482"/>
                  </a:lnTo>
                  <a:lnTo>
                    <a:pt x="716225" y="262123"/>
                  </a:lnTo>
                  <a:lnTo>
                    <a:pt x="787847" y="286431"/>
                  </a:lnTo>
                  <a:lnTo>
                    <a:pt x="859470" y="310412"/>
                  </a:lnTo>
                  <a:lnTo>
                    <a:pt x="931092" y="334070"/>
                  </a:lnTo>
                  <a:lnTo>
                    <a:pt x="1002715" y="357409"/>
                  </a:lnTo>
                  <a:lnTo>
                    <a:pt x="1074337" y="380433"/>
                  </a:lnTo>
                  <a:lnTo>
                    <a:pt x="1145960" y="403146"/>
                  </a:lnTo>
                  <a:lnTo>
                    <a:pt x="1217582" y="425554"/>
                  </a:lnTo>
                  <a:lnTo>
                    <a:pt x="1289205" y="447660"/>
                  </a:lnTo>
                  <a:lnTo>
                    <a:pt x="1360827" y="469467"/>
                  </a:lnTo>
                  <a:lnTo>
                    <a:pt x="1432450" y="490981"/>
                  </a:lnTo>
                  <a:lnTo>
                    <a:pt x="1504073" y="512204"/>
                  </a:lnTo>
                  <a:lnTo>
                    <a:pt x="1575695" y="533142"/>
                  </a:lnTo>
                  <a:lnTo>
                    <a:pt x="1647318" y="553797"/>
                  </a:lnTo>
                  <a:lnTo>
                    <a:pt x="1718940" y="574174"/>
                  </a:lnTo>
                  <a:lnTo>
                    <a:pt x="1790563" y="594276"/>
                  </a:lnTo>
                  <a:lnTo>
                    <a:pt x="1862185" y="614108"/>
                  </a:lnTo>
                  <a:lnTo>
                    <a:pt x="1933808" y="633672"/>
                  </a:lnTo>
                  <a:lnTo>
                    <a:pt x="2005430" y="652972"/>
                  </a:lnTo>
                  <a:lnTo>
                    <a:pt x="2077053" y="672012"/>
                  </a:lnTo>
                  <a:lnTo>
                    <a:pt x="2148675" y="690795"/>
                  </a:lnTo>
                  <a:lnTo>
                    <a:pt x="2220298" y="709326"/>
                  </a:lnTo>
                  <a:lnTo>
                    <a:pt x="2291920" y="727606"/>
                  </a:lnTo>
                  <a:lnTo>
                    <a:pt x="2363543" y="745640"/>
                  </a:lnTo>
                  <a:lnTo>
                    <a:pt x="2435165" y="763431"/>
                  </a:lnTo>
                  <a:lnTo>
                    <a:pt x="2506788" y="780982"/>
                  </a:lnTo>
                  <a:lnTo>
                    <a:pt x="2578410" y="798297"/>
                  </a:lnTo>
                  <a:lnTo>
                    <a:pt x="2650033" y="815378"/>
                  </a:lnTo>
                  <a:lnTo>
                    <a:pt x="2721655" y="832229"/>
                  </a:lnTo>
                  <a:lnTo>
                    <a:pt x="2793278" y="848852"/>
                  </a:lnTo>
                  <a:lnTo>
                    <a:pt x="2864901" y="865252"/>
                  </a:lnTo>
                  <a:lnTo>
                    <a:pt x="2936523" y="881431"/>
                  </a:lnTo>
                  <a:lnTo>
                    <a:pt x="3008146" y="897391"/>
                  </a:lnTo>
                  <a:lnTo>
                    <a:pt x="3079768" y="913137"/>
                  </a:lnTo>
                  <a:lnTo>
                    <a:pt x="3151391" y="928670"/>
                  </a:lnTo>
                  <a:lnTo>
                    <a:pt x="3223013" y="943993"/>
                  </a:lnTo>
                  <a:lnTo>
                    <a:pt x="3294636" y="959111"/>
                  </a:lnTo>
                  <a:lnTo>
                    <a:pt x="3366258" y="974024"/>
                  </a:lnTo>
                  <a:lnTo>
                    <a:pt x="3437881" y="988736"/>
                  </a:lnTo>
                  <a:lnTo>
                    <a:pt x="3509503" y="1003251"/>
                  </a:lnTo>
                  <a:lnTo>
                    <a:pt x="3581126" y="1017569"/>
                  </a:lnTo>
                  <a:lnTo>
                    <a:pt x="3652748" y="1031694"/>
                  </a:lnTo>
                  <a:lnTo>
                    <a:pt x="3724371" y="1045629"/>
                  </a:lnTo>
                  <a:lnTo>
                    <a:pt x="3795993" y="1059377"/>
                  </a:lnTo>
                  <a:lnTo>
                    <a:pt x="3867616" y="1072939"/>
                  </a:lnTo>
                  <a:lnTo>
                    <a:pt x="3939238" y="1086318"/>
                  </a:lnTo>
                  <a:lnTo>
                    <a:pt x="4010861" y="1099516"/>
                  </a:lnTo>
                  <a:lnTo>
                    <a:pt x="4082483" y="1112537"/>
                  </a:lnTo>
                  <a:lnTo>
                    <a:pt x="4154106" y="1125382"/>
                  </a:lnTo>
                  <a:lnTo>
                    <a:pt x="4225729" y="1138055"/>
                  </a:lnTo>
                  <a:lnTo>
                    <a:pt x="4297351" y="1150556"/>
                  </a:lnTo>
                  <a:lnTo>
                    <a:pt x="4368974" y="1162889"/>
                  </a:lnTo>
                  <a:lnTo>
                    <a:pt x="4440596" y="1175055"/>
                  </a:lnTo>
                  <a:lnTo>
                    <a:pt x="4512219" y="1187058"/>
                  </a:lnTo>
                  <a:lnTo>
                    <a:pt x="4583841" y="1198899"/>
                  </a:lnTo>
                  <a:lnTo>
                    <a:pt x="4655464" y="1210580"/>
                  </a:lnTo>
                  <a:lnTo>
                    <a:pt x="4727086" y="1222104"/>
                  </a:lnTo>
                  <a:lnTo>
                    <a:pt x="4798709" y="1233472"/>
                  </a:lnTo>
                  <a:lnTo>
                    <a:pt x="4870331" y="1231635"/>
                  </a:lnTo>
                  <a:lnTo>
                    <a:pt x="4941954" y="1225940"/>
                  </a:lnTo>
                  <a:lnTo>
                    <a:pt x="5013576" y="1220207"/>
                  </a:lnTo>
                  <a:lnTo>
                    <a:pt x="5085199" y="1214434"/>
                  </a:lnTo>
                  <a:lnTo>
                    <a:pt x="5156821" y="1208622"/>
                  </a:lnTo>
                  <a:lnTo>
                    <a:pt x="5228444" y="1202771"/>
                  </a:lnTo>
                  <a:lnTo>
                    <a:pt x="5300066" y="1196879"/>
                  </a:lnTo>
                  <a:lnTo>
                    <a:pt x="5371689" y="1190947"/>
                  </a:lnTo>
                  <a:lnTo>
                    <a:pt x="5443311" y="1184975"/>
                  </a:lnTo>
                  <a:lnTo>
                    <a:pt x="5514934" y="1178961"/>
                  </a:lnTo>
                  <a:lnTo>
                    <a:pt x="5586557" y="1172907"/>
                  </a:lnTo>
                  <a:lnTo>
                    <a:pt x="5658179" y="1166811"/>
                  </a:lnTo>
                  <a:lnTo>
                    <a:pt x="5729802" y="1160674"/>
                  </a:lnTo>
                  <a:lnTo>
                    <a:pt x="5801424" y="1154495"/>
                  </a:lnTo>
                  <a:lnTo>
                    <a:pt x="5873047" y="1148274"/>
                  </a:lnTo>
                  <a:lnTo>
                    <a:pt x="5944669" y="1142010"/>
                  </a:lnTo>
                  <a:lnTo>
                    <a:pt x="6016292" y="1135703"/>
                  </a:lnTo>
                  <a:lnTo>
                    <a:pt x="6087914" y="1129353"/>
                  </a:lnTo>
                  <a:lnTo>
                    <a:pt x="6159537" y="1122960"/>
                  </a:lnTo>
                  <a:lnTo>
                    <a:pt x="6231159" y="1116523"/>
                  </a:lnTo>
                  <a:lnTo>
                    <a:pt x="6302782" y="1110043"/>
                  </a:lnTo>
                  <a:lnTo>
                    <a:pt x="6374404" y="1103518"/>
                  </a:lnTo>
                  <a:lnTo>
                    <a:pt x="6446027" y="1096948"/>
                  </a:lnTo>
                  <a:lnTo>
                    <a:pt x="6517649" y="1090334"/>
                  </a:lnTo>
                  <a:lnTo>
                    <a:pt x="6589272" y="1083674"/>
                  </a:lnTo>
                  <a:lnTo>
                    <a:pt x="6660894" y="1076969"/>
                  </a:lnTo>
                  <a:lnTo>
                    <a:pt x="6732517" y="1070219"/>
                  </a:lnTo>
                  <a:lnTo>
                    <a:pt x="6804139" y="1063422"/>
                  </a:lnTo>
                  <a:lnTo>
                    <a:pt x="6875762" y="1056578"/>
                  </a:lnTo>
                  <a:lnTo>
                    <a:pt x="6947385" y="1049688"/>
                  </a:lnTo>
                  <a:lnTo>
                    <a:pt x="7019007" y="1042751"/>
                  </a:lnTo>
                  <a:lnTo>
                    <a:pt x="7090630" y="1035766"/>
                  </a:lnTo>
                  <a:lnTo>
                    <a:pt x="7090630" y="1526564"/>
                  </a:lnTo>
                  <a:lnTo>
                    <a:pt x="7019007" y="1519200"/>
                  </a:lnTo>
                  <a:lnTo>
                    <a:pt x="6947385" y="1511736"/>
                  </a:lnTo>
                  <a:lnTo>
                    <a:pt x="6875762" y="1504169"/>
                  </a:lnTo>
                  <a:lnTo>
                    <a:pt x="6804139" y="1496500"/>
                  </a:lnTo>
                  <a:lnTo>
                    <a:pt x="6732517" y="1488725"/>
                  </a:lnTo>
                  <a:lnTo>
                    <a:pt x="6660894" y="1480845"/>
                  </a:lnTo>
                  <a:lnTo>
                    <a:pt x="6589272" y="1472856"/>
                  </a:lnTo>
                  <a:lnTo>
                    <a:pt x="6517649" y="1464759"/>
                  </a:lnTo>
                  <a:lnTo>
                    <a:pt x="6446027" y="1456551"/>
                  </a:lnTo>
                  <a:lnTo>
                    <a:pt x="6374404" y="1448230"/>
                  </a:lnTo>
                  <a:lnTo>
                    <a:pt x="6302782" y="1439796"/>
                  </a:lnTo>
                  <a:lnTo>
                    <a:pt x="6231159" y="1431247"/>
                  </a:lnTo>
                  <a:lnTo>
                    <a:pt x="6159537" y="1422581"/>
                  </a:lnTo>
                  <a:lnTo>
                    <a:pt x="6087914" y="1413797"/>
                  </a:lnTo>
                  <a:lnTo>
                    <a:pt x="6016292" y="1404892"/>
                  </a:lnTo>
                  <a:lnTo>
                    <a:pt x="5944669" y="1395866"/>
                  </a:lnTo>
                  <a:lnTo>
                    <a:pt x="5873047" y="1386717"/>
                  </a:lnTo>
                  <a:lnTo>
                    <a:pt x="5801424" y="1377442"/>
                  </a:lnTo>
                  <a:lnTo>
                    <a:pt x="5729802" y="1368041"/>
                  </a:lnTo>
                  <a:lnTo>
                    <a:pt x="5658179" y="1358511"/>
                  </a:lnTo>
                  <a:lnTo>
                    <a:pt x="5586557" y="1348851"/>
                  </a:lnTo>
                  <a:lnTo>
                    <a:pt x="5514934" y="1339059"/>
                  </a:lnTo>
                  <a:lnTo>
                    <a:pt x="5443311" y="1329134"/>
                  </a:lnTo>
                  <a:lnTo>
                    <a:pt x="5371689" y="1319073"/>
                  </a:lnTo>
                  <a:lnTo>
                    <a:pt x="5300066" y="1308874"/>
                  </a:lnTo>
                  <a:lnTo>
                    <a:pt x="5228444" y="1298536"/>
                  </a:lnTo>
                  <a:lnTo>
                    <a:pt x="5156821" y="1288056"/>
                  </a:lnTo>
                  <a:lnTo>
                    <a:pt x="5085199" y="1277434"/>
                  </a:lnTo>
                  <a:lnTo>
                    <a:pt x="5013576" y="1266666"/>
                  </a:lnTo>
                  <a:lnTo>
                    <a:pt x="4941954" y="1255751"/>
                  </a:lnTo>
                  <a:lnTo>
                    <a:pt x="4870331" y="1244687"/>
                  </a:lnTo>
                  <a:lnTo>
                    <a:pt x="4798709" y="1237291"/>
                  </a:lnTo>
                  <a:lnTo>
                    <a:pt x="4727086" y="1242909"/>
                  </a:lnTo>
                  <a:lnTo>
                    <a:pt x="4655464" y="1248488"/>
                  </a:lnTo>
                  <a:lnTo>
                    <a:pt x="4583841" y="1254030"/>
                  </a:lnTo>
                  <a:lnTo>
                    <a:pt x="4512219" y="1259534"/>
                  </a:lnTo>
                  <a:lnTo>
                    <a:pt x="4440596" y="1265000"/>
                  </a:lnTo>
                  <a:lnTo>
                    <a:pt x="4368974" y="1270430"/>
                  </a:lnTo>
                  <a:lnTo>
                    <a:pt x="4297351" y="1275823"/>
                  </a:lnTo>
                  <a:lnTo>
                    <a:pt x="4225729" y="1281179"/>
                  </a:lnTo>
                  <a:lnTo>
                    <a:pt x="4154106" y="1286499"/>
                  </a:lnTo>
                  <a:lnTo>
                    <a:pt x="4082483" y="1291783"/>
                  </a:lnTo>
                  <a:lnTo>
                    <a:pt x="4010861" y="1297031"/>
                  </a:lnTo>
                  <a:lnTo>
                    <a:pt x="3939238" y="1302243"/>
                  </a:lnTo>
                  <a:lnTo>
                    <a:pt x="3867616" y="1307420"/>
                  </a:lnTo>
                  <a:lnTo>
                    <a:pt x="3795993" y="1312562"/>
                  </a:lnTo>
                  <a:lnTo>
                    <a:pt x="3724371" y="1317669"/>
                  </a:lnTo>
                  <a:lnTo>
                    <a:pt x="3652748" y="1322741"/>
                  </a:lnTo>
                  <a:lnTo>
                    <a:pt x="3581126" y="1327779"/>
                  </a:lnTo>
                  <a:lnTo>
                    <a:pt x="3509503" y="1332783"/>
                  </a:lnTo>
                  <a:lnTo>
                    <a:pt x="3437881" y="1337753"/>
                  </a:lnTo>
                  <a:lnTo>
                    <a:pt x="3366258" y="1342689"/>
                  </a:lnTo>
                  <a:lnTo>
                    <a:pt x="3294636" y="1347592"/>
                  </a:lnTo>
                  <a:lnTo>
                    <a:pt x="3223013" y="1352461"/>
                  </a:lnTo>
                  <a:lnTo>
                    <a:pt x="3151391" y="1357298"/>
                  </a:lnTo>
                  <a:lnTo>
                    <a:pt x="3079768" y="1362101"/>
                  </a:lnTo>
                  <a:lnTo>
                    <a:pt x="3008146" y="1366872"/>
                  </a:lnTo>
                  <a:lnTo>
                    <a:pt x="2936523" y="1371611"/>
                  </a:lnTo>
                  <a:lnTo>
                    <a:pt x="2864901" y="1376317"/>
                  </a:lnTo>
                  <a:lnTo>
                    <a:pt x="2793278" y="1380992"/>
                  </a:lnTo>
                  <a:lnTo>
                    <a:pt x="2721655" y="1385635"/>
                  </a:lnTo>
                  <a:lnTo>
                    <a:pt x="2650033" y="1390246"/>
                  </a:lnTo>
                  <a:lnTo>
                    <a:pt x="2578410" y="1394826"/>
                  </a:lnTo>
                  <a:lnTo>
                    <a:pt x="2506788" y="1399375"/>
                  </a:lnTo>
                  <a:lnTo>
                    <a:pt x="2435165" y="1403893"/>
                  </a:lnTo>
                  <a:lnTo>
                    <a:pt x="2363543" y="1408381"/>
                  </a:lnTo>
                  <a:lnTo>
                    <a:pt x="2291920" y="1412838"/>
                  </a:lnTo>
                  <a:lnTo>
                    <a:pt x="2220298" y="1417265"/>
                  </a:lnTo>
                  <a:lnTo>
                    <a:pt x="2148675" y="1421662"/>
                  </a:lnTo>
                  <a:lnTo>
                    <a:pt x="2077053" y="1426029"/>
                  </a:lnTo>
                  <a:lnTo>
                    <a:pt x="2005430" y="1430366"/>
                  </a:lnTo>
                  <a:lnTo>
                    <a:pt x="1933808" y="1434674"/>
                  </a:lnTo>
                  <a:lnTo>
                    <a:pt x="1862185" y="1438953"/>
                  </a:lnTo>
                  <a:lnTo>
                    <a:pt x="1790563" y="1443203"/>
                  </a:lnTo>
                  <a:lnTo>
                    <a:pt x="1718940" y="1447423"/>
                  </a:lnTo>
                  <a:lnTo>
                    <a:pt x="1647318" y="1451616"/>
                  </a:lnTo>
                  <a:lnTo>
                    <a:pt x="1575695" y="1455780"/>
                  </a:lnTo>
                  <a:lnTo>
                    <a:pt x="1504073" y="1459915"/>
                  </a:lnTo>
                  <a:lnTo>
                    <a:pt x="1432450" y="1464023"/>
                  </a:lnTo>
                  <a:lnTo>
                    <a:pt x="1360827" y="1468102"/>
                  </a:lnTo>
                  <a:lnTo>
                    <a:pt x="1289205" y="1472154"/>
                  </a:lnTo>
                  <a:lnTo>
                    <a:pt x="1217582" y="1476179"/>
                  </a:lnTo>
                  <a:lnTo>
                    <a:pt x="1145960" y="1480176"/>
                  </a:lnTo>
                  <a:lnTo>
                    <a:pt x="1074337" y="1484146"/>
                  </a:lnTo>
                  <a:lnTo>
                    <a:pt x="1002715" y="1488089"/>
                  </a:lnTo>
                  <a:lnTo>
                    <a:pt x="931092" y="1492006"/>
                  </a:lnTo>
                  <a:lnTo>
                    <a:pt x="859470" y="1495896"/>
                  </a:lnTo>
                  <a:lnTo>
                    <a:pt x="787847" y="1499759"/>
                  </a:lnTo>
                  <a:lnTo>
                    <a:pt x="716225" y="1503596"/>
                  </a:lnTo>
                  <a:lnTo>
                    <a:pt x="644602" y="1507408"/>
                  </a:lnTo>
                  <a:lnTo>
                    <a:pt x="572980" y="1511193"/>
                  </a:lnTo>
                  <a:lnTo>
                    <a:pt x="501357" y="1514953"/>
                  </a:lnTo>
                  <a:lnTo>
                    <a:pt x="429735" y="1518687"/>
                  </a:lnTo>
                  <a:lnTo>
                    <a:pt x="358112" y="1522396"/>
                  </a:lnTo>
                  <a:lnTo>
                    <a:pt x="286490" y="1526079"/>
                  </a:lnTo>
                  <a:lnTo>
                    <a:pt x="214867" y="1529738"/>
                  </a:lnTo>
                  <a:lnTo>
                    <a:pt x="143245" y="1533372"/>
                  </a:lnTo>
                  <a:lnTo>
                    <a:pt x="71622" y="1536981"/>
                  </a:lnTo>
                  <a:lnTo>
                    <a:pt x="0" y="154056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491768"/>
              <a:ext cx="7090630" cy="1233472"/>
            </a:xfrm>
            <a:custGeom>
              <a:avLst/>
              <a:pathLst>
                <a:path w="7090630" h="1233472">
                  <a:moveTo>
                    <a:pt x="0" y="0"/>
                  </a:moveTo>
                  <a:lnTo>
                    <a:pt x="71622" y="27841"/>
                  </a:lnTo>
                  <a:lnTo>
                    <a:pt x="143245" y="55308"/>
                  </a:lnTo>
                  <a:lnTo>
                    <a:pt x="214867" y="82404"/>
                  </a:lnTo>
                  <a:lnTo>
                    <a:pt x="286490" y="109135"/>
                  </a:lnTo>
                  <a:lnTo>
                    <a:pt x="358112" y="135506"/>
                  </a:lnTo>
                  <a:lnTo>
                    <a:pt x="429735" y="161521"/>
                  </a:lnTo>
                  <a:lnTo>
                    <a:pt x="501357" y="187186"/>
                  </a:lnTo>
                  <a:lnTo>
                    <a:pt x="572980" y="212505"/>
                  </a:lnTo>
                  <a:lnTo>
                    <a:pt x="644602" y="237482"/>
                  </a:lnTo>
                  <a:lnTo>
                    <a:pt x="716225" y="262123"/>
                  </a:lnTo>
                  <a:lnTo>
                    <a:pt x="787847" y="286431"/>
                  </a:lnTo>
                  <a:lnTo>
                    <a:pt x="859470" y="310412"/>
                  </a:lnTo>
                  <a:lnTo>
                    <a:pt x="931092" y="334070"/>
                  </a:lnTo>
                  <a:lnTo>
                    <a:pt x="1002715" y="357409"/>
                  </a:lnTo>
                  <a:lnTo>
                    <a:pt x="1074337" y="380433"/>
                  </a:lnTo>
                  <a:lnTo>
                    <a:pt x="1145960" y="403146"/>
                  </a:lnTo>
                  <a:lnTo>
                    <a:pt x="1217582" y="425554"/>
                  </a:lnTo>
                  <a:lnTo>
                    <a:pt x="1289205" y="447660"/>
                  </a:lnTo>
                  <a:lnTo>
                    <a:pt x="1360827" y="469467"/>
                  </a:lnTo>
                  <a:lnTo>
                    <a:pt x="1432450" y="490981"/>
                  </a:lnTo>
                  <a:lnTo>
                    <a:pt x="1504073" y="512204"/>
                  </a:lnTo>
                  <a:lnTo>
                    <a:pt x="1575695" y="533142"/>
                  </a:lnTo>
                  <a:lnTo>
                    <a:pt x="1647318" y="553797"/>
                  </a:lnTo>
                  <a:lnTo>
                    <a:pt x="1718940" y="574174"/>
                  </a:lnTo>
                  <a:lnTo>
                    <a:pt x="1790563" y="594276"/>
                  </a:lnTo>
                  <a:lnTo>
                    <a:pt x="1862185" y="614108"/>
                  </a:lnTo>
                  <a:lnTo>
                    <a:pt x="1933808" y="633672"/>
                  </a:lnTo>
                  <a:lnTo>
                    <a:pt x="2005430" y="652972"/>
                  </a:lnTo>
                  <a:lnTo>
                    <a:pt x="2077053" y="672012"/>
                  </a:lnTo>
                  <a:lnTo>
                    <a:pt x="2148675" y="690795"/>
                  </a:lnTo>
                  <a:lnTo>
                    <a:pt x="2220298" y="709326"/>
                  </a:lnTo>
                  <a:lnTo>
                    <a:pt x="2291920" y="727606"/>
                  </a:lnTo>
                  <a:lnTo>
                    <a:pt x="2363543" y="745640"/>
                  </a:lnTo>
                  <a:lnTo>
                    <a:pt x="2435165" y="763431"/>
                  </a:lnTo>
                  <a:lnTo>
                    <a:pt x="2506788" y="780982"/>
                  </a:lnTo>
                  <a:lnTo>
                    <a:pt x="2578410" y="798297"/>
                  </a:lnTo>
                  <a:lnTo>
                    <a:pt x="2650033" y="815378"/>
                  </a:lnTo>
                  <a:lnTo>
                    <a:pt x="2721655" y="832229"/>
                  </a:lnTo>
                  <a:lnTo>
                    <a:pt x="2793278" y="848852"/>
                  </a:lnTo>
                  <a:lnTo>
                    <a:pt x="2864901" y="865252"/>
                  </a:lnTo>
                  <a:lnTo>
                    <a:pt x="2936523" y="881431"/>
                  </a:lnTo>
                  <a:lnTo>
                    <a:pt x="3008146" y="897391"/>
                  </a:lnTo>
                  <a:lnTo>
                    <a:pt x="3079768" y="913137"/>
                  </a:lnTo>
                  <a:lnTo>
                    <a:pt x="3151391" y="928670"/>
                  </a:lnTo>
                  <a:lnTo>
                    <a:pt x="3223013" y="943993"/>
                  </a:lnTo>
                  <a:lnTo>
                    <a:pt x="3294636" y="959111"/>
                  </a:lnTo>
                  <a:lnTo>
                    <a:pt x="3366258" y="974024"/>
                  </a:lnTo>
                  <a:lnTo>
                    <a:pt x="3437881" y="988736"/>
                  </a:lnTo>
                  <a:lnTo>
                    <a:pt x="3509503" y="1003251"/>
                  </a:lnTo>
                  <a:lnTo>
                    <a:pt x="3581126" y="1017569"/>
                  </a:lnTo>
                  <a:lnTo>
                    <a:pt x="3652748" y="1031694"/>
                  </a:lnTo>
                  <a:lnTo>
                    <a:pt x="3724371" y="1045629"/>
                  </a:lnTo>
                  <a:lnTo>
                    <a:pt x="3795993" y="1059377"/>
                  </a:lnTo>
                  <a:lnTo>
                    <a:pt x="3867616" y="1072939"/>
                  </a:lnTo>
                  <a:lnTo>
                    <a:pt x="3939238" y="1086318"/>
                  </a:lnTo>
                  <a:lnTo>
                    <a:pt x="4010861" y="1099516"/>
                  </a:lnTo>
                  <a:lnTo>
                    <a:pt x="4082483" y="1112537"/>
                  </a:lnTo>
                  <a:lnTo>
                    <a:pt x="4154106" y="1125382"/>
                  </a:lnTo>
                  <a:lnTo>
                    <a:pt x="4225729" y="1138055"/>
                  </a:lnTo>
                  <a:lnTo>
                    <a:pt x="4297351" y="1150556"/>
                  </a:lnTo>
                  <a:lnTo>
                    <a:pt x="4368974" y="1162889"/>
                  </a:lnTo>
                  <a:lnTo>
                    <a:pt x="4440596" y="1175055"/>
                  </a:lnTo>
                  <a:lnTo>
                    <a:pt x="4512219" y="1187058"/>
                  </a:lnTo>
                  <a:lnTo>
                    <a:pt x="4583841" y="1198899"/>
                  </a:lnTo>
                  <a:lnTo>
                    <a:pt x="4655464" y="1210580"/>
                  </a:lnTo>
                  <a:lnTo>
                    <a:pt x="4727086" y="1222104"/>
                  </a:lnTo>
                  <a:lnTo>
                    <a:pt x="4798709" y="1233472"/>
                  </a:lnTo>
                  <a:lnTo>
                    <a:pt x="4870331" y="1231635"/>
                  </a:lnTo>
                  <a:lnTo>
                    <a:pt x="4941954" y="1225940"/>
                  </a:lnTo>
                  <a:lnTo>
                    <a:pt x="5013576" y="1220207"/>
                  </a:lnTo>
                  <a:lnTo>
                    <a:pt x="5085199" y="1214434"/>
                  </a:lnTo>
                  <a:lnTo>
                    <a:pt x="5156821" y="1208622"/>
                  </a:lnTo>
                  <a:lnTo>
                    <a:pt x="5228444" y="1202771"/>
                  </a:lnTo>
                  <a:lnTo>
                    <a:pt x="5300066" y="1196879"/>
                  </a:lnTo>
                  <a:lnTo>
                    <a:pt x="5371689" y="1190947"/>
                  </a:lnTo>
                  <a:lnTo>
                    <a:pt x="5443311" y="1184975"/>
                  </a:lnTo>
                  <a:lnTo>
                    <a:pt x="5514934" y="1178961"/>
                  </a:lnTo>
                  <a:lnTo>
                    <a:pt x="5586557" y="1172907"/>
                  </a:lnTo>
                  <a:lnTo>
                    <a:pt x="5658179" y="1166811"/>
                  </a:lnTo>
                  <a:lnTo>
                    <a:pt x="5729802" y="1160674"/>
                  </a:lnTo>
                  <a:lnTo>
                    <a:pt x="5801424" y="1154495"/>
                  </a:lnTo>
                  <a:lnTo>
                    <a:pt x="5873047" y="1148274"/>
                  </a:lnTo>
                  <a:lnTo>
                    <a:pt x="5944669" y="1142010"/>
                  </a:lnTo>
                  <a:lnTo>
                    <a:pt x="6016292" y="1135703"/>
                  </a:lnTo>
                  <a:lnTo>
                    <a:pt x="6087914" y="1129353"/>
                  </a:lnTo>
                  <a:lnTo>
                    <a:pt x="6159537" y="1122960"/>
                  </a:lnTo>
                  <a:lnTo>
                    <a:pt x="6231159" y="1116523"/>
                  </a:lnTo>
                  <a:lnTo>
                    <a:pt x="6302782" y="1110043"/>
                  </a:lnTo>
                  <a:lnTo>
                    <a:pt x="6374404" y="1103518"/>
                  </a:lnTo>
                  <a:lnTo>
                    <a:pt x="6446027" y="1096948"/>
                  </a:lnTo>
                  <a:lnTo>
                    <a:pt x="6517649" y="1090334"/>
                  </a:lnTo>
                  <a:lnTo>
                    <a:pt x="6589272" y="1083674"/>
                  </a:lnTo>
                  <a:lnTo>
                    <a:pt x="6660894" y="1076969"/>
                  </a:lnTo>
                  <a:lnTo>
                    <a:pt x="6732517" y="1070219"/>
                  </a:lnTo>
                  <a:lnTo>
                    <a:pt x="6804139" y="1063422"/>
                  </a:lnTo>
                  <a:lnTo>
                    <a:pt x="6875762" y="1056578"/>
                  </a:lnTo>
                  <a:lnTo>
                    <a:pt x="6947385" y="1049688"/>
                  </a:lnTo>
                  <a:lnTo>
                    <a:pt x="7019007" y="1042751"/>
                  </a:lnTo>
                  <a:lnTo>
                    <a:pt x="7090630" y="10357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29059"/>
              <a:ext cx="7090630" cy="303275"/>
            </a:xfrm>
            <a:custGeom>
              <a:avLst/>
              <a:pathLst>
                <a:path w="7090630" h="303275">
                  <a:moveTo>
                    <a:pt x="7090630" y="289272"/>
                  </a:moveTo>
                  <a:lnTo>
                    <a:pt x="7019007" y="281908"/>
                  </a:lnTo>
                  <a:lnTo>
                    <a:pt x="6947385" y="274444"/>
                  </a:lnTo>
                  <a:lnTo>
                    <a:pt x="6875762" y="266878"/>
                  </a:lnTo>
                  <a:lnTo>
                    <a:pt x="6804139" y="259208"/>
                  </a:lnTo>
                  <a:lnTo>
                    <a:pt x="6732517" y="251434"/>
                  </a:lnTo>
                  <a:lnTo>
                    <a:pt x="6660894" y="243553"/>
                  </a:lnTo>
                  <a:lnTo>
                    <a:pt x="6589272" y="235565"/>
                  </a:lnTo>
                  <a:lnTo>
                    <a:pt x="6517649" y="227467"/>
                  </a:lnTo>
                  <a:lnTo>
                    <a:pt x="6446027" y="219259"/>
                  </a:lnTo>
                  <a:lnTo>
                    <a:pt x="6374404" y="210939"/>
                  </a:lnTo>
                  <a:lnTo>
                    <a:pt x="6302782" y="202505"/>
                  </a:lnTo>
                  <a:lnTo>
                    <a:pt x="6231159" y="193956"/>
                  </a:lnTo>
                  <a:lnTo>
                    <a:pt x="6159537" y="185290"/>
                  </a:lnTo>
                  <a:lnTo>
                    <a:pt x="6087914" y="176505"/>
                  </a:lnTo>
                  <a:lnTo>
                    <a:pt x="6016292" y="167601"/>
                  </a:lnTo>
                  <a:lnTo>
                    <a:pt x="5944669" y="158575"/>
                  </a:lnTo>
                  <a:lnTo>
                    <a:pt x="5873047" y="149425"/>
                  </a:lnTo>
                  <a:lnTo>
                    <a:pt x="5801424" y="140151"/>
                  </a:lnTo>
                  <a:lnTo>
                    <a:pt x="5729802" y="130749"/>
                  </a:lnTo>
                  <a:lnTo>
                    <a:pt x="5658179" y="121220"/>
                  </a:lnTo>
                  <a:lnTo>
                    <a:pt x="5586557" y="111560"/>
                  </a:lnTo>
                  <a:lnTo>
                    <a:pt x="5514934" y="101768"/>
                  </a:lnTo>
                  <a:lnTo>
                    <a:pt x="5443311" y="91842"/>
                  </a:lnTo>
                  <a:lnTo>
                    <a:pt x="5371689" y="81781"/>
                  </a:lnTo>
                  <a:lnTo>
                    <a:pt x="5300066" y="71582"/>
                  </a:lnTo>
                  <a:lnTo>
                    <a:pt x="5228444" y="61244"/>
                  </a:lnTo>
                  <a:lnTo>
                    <a:pt x="5156821" y="50765"/>
                  </a:lnTo>
                  <a:lnTo>
                    <a:pt x="5085199" y="40142"/>
                  </a:lnTo>
                  <a:lnTo>
                    <a:pt x="5013576" y="29375"/>
                  </a:lnTo>
                  <a:lnTo>
                    <a:pt x="4941954" y="18460"/>
                  </a:lnTo>
                  <a:lnTo>
                    <a:pt x="4870331" y="7396"/>
                  </a:lnTo>
                  <a:lnTo>
                    <a:pt x="4798709" y="0"/>
                  </a:lnTo>
                  <a:lnTo>
                    <a:pt x="4727086" y="5617"/>
                  </a:lnTo>
                  <a:lnTo>
                    <a:pt x="4655464" y="11197"/>
                  </a:lnTo>
                  <a:lnTo>
                    <a:pt x="4583841" y="16738"/>
                  </a:lnTo>
                  <a:lnTo>
                    <a:pt x="4512219" y="22242"/>
                  </a:lnTo>
                  <a:lnTo>
                    <a:pt x="4440596" y="27709"/>
                  </a:lnTo>
                  <a:lnTo>
                    <a:pt x="4368974" y="33139"/>
                  </a:lnTo>
                  <a:lnTo>
                    <a:pt x="4297351" y="38531"/>
                  </a:lnTo>
                  <a:lnTo>
                    <a:pt x="4225729" y="43888"/>
                  </a:lnTo>
                  <a:lnTo>
                    <a:pt x="4154106" y="49207"/>
                  </a:lnTo>
                  <a:lnTo>
                    <a:pt x="4082483" y="54491"/>
                  </a:lnTo>
                  <a:lnTo>
                    <a:pt x="4010861" y="59739"/>
                  </a:lnTo>
                  <a:lnTo>
                    <a:pt x="3939238" y="64952"/>
                  </a:lnTo>
                  <a:lnTo>
                    <a:pt x="3867616" y="70129"/>
                  </a:lnTo>
                  <a:lnTo>
                    <a:pt x="3795993" y="75271"/>
                  </a:lnTo>
                  <a:lnTo>
                    <a:pt x="3724371" y="80378"/>
                  </a:lnTo>
                  <a:lnTo>
                    <a:pt x="3652748" y="85450"/>
                  </a:lnTo>
                  <a:lnTo>
                    <a:pt x="3581126" y="90488"/>
                  </a:lnTo>
                  <a:lnTo>
                    <a:pt x="3509503" y="95492"/>
                  </a:lnTo>
                  <a:lnTo>
                    <a:pt x="3437881" y="100462"/>
                  </a:lnTo>
                  <a:lnTo>
                    <a:pt x="3366258" y="105398"/>
                  </a:lnTo>
                  <a:lnTo>
                    <a:pt x="3294636" y="110300"/>
                  </a:lnTo>
                  <a:lnTo>
                    <a:pt x="3223013" y="115170"/>
                  </a:lnTo>
                  <a:lnTo>
                    <a:pt x="3151391" y="120006"/>
                  </a:lnTo>
                  <a:lnTo>
                    <a:pt x="3079768" y="124810"/>
                  </a:lnTo>
                  <a:lnTo>
                    <a:pt x="3008146" y="129581"/>
                  </a:lnTo>
                  <a:lnTo>
                    <a:pt x="2936523" y="134319"/>
                  </a:lnTo>
                  <a:lnTo>
                    <a:pt x="2864901" y="139026"/>
                  </a:lnTo>
                  <a:lnTo>
                    <a:pt x="2793278" y="143700"/>
                  </a:lnTo>
                  <a:lnTo>
                    <a:pt x="2721655" y="148343"/>
                  </a:lnTo>
                  <a:lnTo>
                    <a:pt x="2650033" y="152955"/>
                  </a:lnTo>
                  <a:lnTo>
                    <a:pt x="2578410" y="157535"/>
                  </a:lnTo>
                  <a:lnTo>
                    <a:pt x="2506788" y="162084"/>
                  </a:lnTo>
                  <a:lnTo>
                    <a:pt x="2435165" y="166602"/>
                  </a:lnTo>
                  <a:lnTo>
                    <a:pt x="2363543" y="171089"/>
                  </a:lnTo>
                  <a:lnTo>
                    <a:pt x="2291920" y="175547"/>
                  </a:lnTo>
                  <a:lnTo>
                    <a:pt x="2220298" y="179973"/>
                  </a:lnTo>
                  <a:lnTo>
                    <a:pt x="2148675" y="184370"/>
                  </a:lnTo>
                  <a:lnTo>
                    <a:pt x="2077053" y="188737"/>
                  </a:lnTo>
                  <a:lnTo>
                    <a:pt x="2005430" y="193075"/>
                  </a:lnTo>
                  <a:lnTo>
                    <a:pt x="1933808" y="197383"/>
                  </a:lnTo>
                  <a:lnTo>
                    <a:pt x="1862185" y="201661"/>
                  </a:lnTo>
                  <a:lnTo>
                    <a:pt x="1790563" y="205911"/>
                  </a:lnTo>
                  <a:lnTo>
                    <a:pt x="1718940" y="210132"/>
                  </a:lnTo>
                  <a:lnTo>
                    <a:pt x="1647318" y="214324"/>
                  </a:lnTo>
                  <a:lnTo>
                    <a:pt x="1575695" y="218488"/>
                  </a:lnTo>
                  <a:lnTo>
                    <a:pt x="1504073" y="222624"/>
                  </a:lnTo>
                  <a:lnTo>
                    <a:pt x="1432450" y="226731"/>
                  </a:lnTo>
                  <a:lnTo>
                    <a:pt x="1360827" y="230811"/>
                  </a:lnTo>
                  <a:lnTo>
                    <a:pt x="1289205" y="234863"/>
                  </a:lnTo>
                  <a:lnTo>
                    <a:pt x="1217582" y="238887"/>
                  </a:lnTo>
                  <a:lnTo>
                    <a:pt x="1145960" y="242885"/>
                  </a:lnTo>
                  <a:lnTo>
                    <a:pt x="1074337" y="246855"/>
                  </a:lnTo>
                  <a:lnTo>
                    <a:pt x="1002715" y="250798"/>
                  </a:lnTo>
                  <a:lnTo>
                    <a:pt x="931092" y="254714"/>
                  </a:lnTo>
                  <a:lnTo>
                    <a:pt x="859470" y="258604"/>
                  </a:lnTo>
                  <a:lnTo>
                    <a:pt x="787847" y="262468"/>
                  </a:lnTo>
                  <a:lnTo>
                    <a:pt x="716225" y="266305"/>
                  </a:lnTo>
                  <a:lnTo>
                    <a:pt x="644602" y="270116"/>
                  </a:lnTo>
                  <a:lnTo>
                    <a:pt x="572980" y="273901"/>
                  </a:lnTo>
                  <a:lnTo>
                    <a:pt x="501357" y="277661"/>
                  </a:lnTo>
                  <a:lnTo>
                    <a:pt x="429735" y="281395"/>
                  </a:lnTo>
                  <a:lnTo>
                    <a:pt x="358112" y="285104"/>
                  </a:lnTo>
                  <a:lnTo>
                    <a:pt x="286490" y="288788"/>
                  </a:lnTo>
                  <a:lnTo>
                    <a:pt x="214867" y="292447"/>
                  </a:lnTo>
                  <a:lnTo>
                    <a:pt x="143245" y="296081"/>
                  </a:lnTo>
                  <a:lnTo>
                    <a:pt x="71622" y="299690"/>
                  </a:lnTo>
                  <a:lnTo>
                    <a:pt x="0" y="30327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515999"/>
              <a:ext cx="7090630" cy="296313"/>
            </a:xfrm>
            <a:custGeom>
              <a:avLst/>
              <a:pathLst>
                <a:path w="7090630" h="296313">
                  <a:moveTo>
                    <a:pt x="0" y="0"/>
                  </a:moveTo>
                  <a:lnTo>
                    <a:pt x="71622" y="3516"/>
                  </a:lnTo>
                  <a:lnTo>
                    <a:pt x="143245" y="7020"/>
                  </a:lnTo>
                  <a:lnTo>
                    <a:pt x="214867" y="10512"/>
                  </a:lnTo>
                  <a:lnTo>
                    <a:pt x="286490" y="13993"/>
                  </a:lnTo>
                  <a:lnTo>
                    <a:pt x="358112" y="17462"/>
                  </a:lnTo>
                  <a:lnTo>
                    <a:pt x="429735" y="20919"/>
                  </a:lnTo>
                  <a:lnTo>
                    <a:pt x="501357" y="24365"/>
                  </a:lnTo>
                  <a:lnTo>
                    <a:pt x="572980" y="27799"/>
                  </a:lnTo>
                  <a:lnTo>
                    <a:pt x="644602" y="31221"/>
                  </a:lnTo>
                  <a:lnTo>
                    <a:pt x="716225" y="34632"/>
                  </a:lnTo>
                  <a:lnTo>
                    <a:pt x="787847" y="38031"/>
                  </a:lnTo>
                  <a:lnTo>
                    <a:pt x="859470" y="41419"/>
                  </a:lnTo>
                  <a:lnTo>
                    <a:pt x="931092" y="44795"/>
                  </a:lnTo>
                  <a:lnTo>
                    <a:pt x="1002715" y="48160"/>
                  </a:lnTo>
                  <a:lnTo>
                    <a:pt x="1074337" y="51514"/>
                  </a:lnTo>
                  <a:lnTo>
                    <a:pt x="1145960" y="54856"/>
                  </a:lnTo>
                  <a:lnTo>
                    <a:pt x="1217582" y="58187"/>
                  </a:lnTo>
                  <a:lnTo>
                    <a:pt x="1289205" y="61506"/>
                  </a:lnTo>
                  <a:lnTo>
                    <a:pt x="1360827" y="64815"/>
                  </a:lnTo>
                  <a:lnTo>
                    <a:pt x="1432450" y="68112"/>
                  </a:lnTo>
                  <a:lnTo>
                    <a:pt x="1504073" y="71398"/>
                  </a:lnTo>
                  <a:lnTo>
                    <a:pt x="1575695" y="74674"/>
                  </a:lnTo>
                  <a:lnTo>
                    <a:pt x="1647318" y="77938"/>
                  </a:lnTo>
                  <a:lnTo>
                    <a:pt x="1718940" y="81191"/>
                  </a:lnTo>
                  <a:lnTo>
                    <a:pt x="1790563" y="84433"/>
                  </a:lnTo>
                  <a:lnTo>
                    <a:pt x="1862185" y="87664"/>
                  </a:lnTo>
                  <a:lnTo>
                    <a:pt x="1933808" y="90884"/>
                  </a:lnTo>
                  <a:lnTo>
                    <a:pt x="2005430" y="94093"/>
                  </a:lnTo>
                  <a:lnTo>
                    <a:pt x="2077053" y="97291"/>
                  </a:lnTo>
                  <a:lnTo>
                    <a:pt x="2148675" y="100479"/>
                  </a:lnTo>
                  <a:lnTo>
                    <a:pt x="2220298" y="103656"/>
                  </a:lnTo>
                  <a:lnTo>
                    <a:pt x="2291920" y="106822"/>
                  </a:lnTo>
                  <a:lnTo>
                    <a:pt x="2363543" y="109978"/>
                  </a:lnTo>
                  <a:lnTo>
                    <a:pt x="2435165" y="113122"/>
                  </a:lnTo>
                  <a:lnTo>
                    <a:pt x="2506788" y="116257"/>
                  </a:lnTo>
                  <a:lnTo>
                    <a:pt x="2578410" y="119380"/>
                  </a:lnTo>
                  <a:lnTo>
                    <a:pt x="2650033" y="122493"/>
                  </a:lnTo>
                  <a:lnTo>
                    <a:pt x="2721655" y="125596"/>
                  </a:lnTo>
                  <a:lnTo>
                    <a:pt x="2793278" y="128688"/>
                  </a:lnTo>
                  <a:lnTo>
                    <a:pt x="2864901" y="131769"/>
                  </a:lnTo>
                  <a:lnTo>
                    <a:pt x="2936523" y="134841"/>
                  </a:lnTo>
                  <a:lnTo>
                    <a:pt x="3008146" y="137901"/>
                  </a:lnTo>
                  <a:lnTo>
                    <a:pt x="3079768" y="140952"/>
                  </a:lnTo>
                  <a:lnTo>
                    <a:pt x="3151391" y="143992"/>
                  </a:lnTo>
                  <a:lnTo>
                    <a:pt x="3223013" y="147022"/>
                  </a:lnTo>
                  <a:lnTo>
                    <a:pt x="3294636" y="150042"/>
                  </a:lnTo>
                  <a:lnTo>
                    <a:pt x="3366258" y="153051"/>
                  </a:lnTo>
                  <a:lnTo>
                    <a:pt x="3437881" y="156051"/>
                  </a:lnTo>
                  <a:lnTo>
                    <a:pt x="3509503" y="159040"/>
                  </a:lnTo>
                  <a:lnTo>
                    <a:pt x="3581126" y="162019"/>
                  </a:lnTo>
                  <a:lnTo>
                    <a:pt x="3652748" y="164988"/>
                  </a:lnTo>
                  <a:lnTo>
                    <a:pt x="3724371" y="167947"/>
                  </a:lnTo>
                  <a:lnTo>
                    <a:pt x="3795993" y="170896"/>
                  </a:lnTo>
                  <a:lnTo>
                    <a:pt x="3867616" y="173835"/>
                  </a:lnTo>
                  <a:lnTo>
                    <a:pt x="3939238" y="176764"/>
                  </a:lnTo>
                  <a:lnTo>
                    <a:pt x="4010861" y="179684"/>
                  </a:lnTo>
                  <a:lnTo>
                    <a:pt x="4082483" y="182593"/>
                  </a:lnTo>
                  <a:lnTo>
                    <a:pt x="4154106" y="185493"/>
                  </a:lnTo>
                  <a:lnTo>
                    <a:pt x="4225729" y="188382"/>
                  </a:lnTo>
                  <a:lnTo>
                    <a:pt x="4297351" y="191263"/>
                  </a:lnTo>
                  <a:lnTo>
                    <a:pt x="4368974" y="194133"/>
                  </a:lnTo>
                  <a:lnTo>
                    <a:pt x="4440596" y="196993"/>
                  </a:lnTo>
                  <a:lnTo>
                    <a:pt x="4512219" y="199844"/>
                  </a:lnTo>
                  <a:lnTo>
                    <a:pt x="4583841" y="202686"/>
                  </a:lnTo>
                  <a:lnTo>
                    <a:pt x="4655464" y="205517"/>
                  </a:lnTo>
                  <a:lnTo>
                    <a:pt x="4727086" y="208340"/>
                  </a:lnTo>
                  <a:lnTo>
                    <a:pt x="4798709" y="211152"/>
                  </a:lnTo>
                  <a:lnTo>
                    <a:pt x="4870331" y="213955"/>
                  </a:lnTo>
                  <a:lnTo>
                    <a:pt x="4941954" y="216749"/>
                  </a:lnTo>
                  <a:lnTo>
                    <a:pt x="5013576" y="219533"/>
                  </a:lnTo>
                  <a:lnTo>
                    <a:pt x="5085199" y="222308"/>
                  </a:lnTo>
                  <a:lnTo>
                    <a:pt x="5156821" y="225074"/>
                  </a:lnTo>
                  <a:lnTo>
                    <a:pt x="5228444" y="227830"/>
                  </a:lnTo>
                  <a:lnTo>
                    <a:pt x="5300066" y="230577"/>
                  </a:lnTo>
                  <a:lnTo>
                    <a:pt x="5371689" y="233314"/>
                  </a:lnTo>
                  <a:lnTo>
                    <a:pt x="5443311" y="236043"/>
                  </a:lnTo>
                  <a:lnTo>
                    <a:pt x="5514934" y="238762"/>
                  </a:lnTo>
                  <a:lnTo>
                    <a:pt x="5586557" y="241472"/>
                  </a:lnTo>
                  <a:lnTo>
                    <a:pt x="5658179" y="244172"/>
                  </a:lnTo>
                  <a:lnTo>
                    <a:pt x="5729802" y="246864"/>
                  </a:lnTo>
                  <a:lnTo>
                    <a:pt x="5801424" y="249546"/>
                  </a:lnTo>
                  <a:lnTo>
                    <a:pt x="5873047" y="252220"/>
                  </a:lnTo>
                  <a:lnTo>
                    <a:pt x="5944669" y="254884"/>
                  </a:lnTo>
                  <a:lnTo>
                    <a:pt x="6016292" y="257540"/>
                  </a:lnTo>
                  <a:lnTo>
                    <a:pt x="6087914" y="260186"/>
                  </a:lnTo>
                  <a:lnTo>
                    <a:pt x="6159537" y="262824"/>
                  </a:lnTo>
                  <a:lnTo>
                    <a:pt x="6231159" y="265453"/>
                  </a:lnTo>
                  <a:lnTo>
                    <a:pt x="6302782" y="268072"/>
                  </a:lnTo>
                  <a:lnTo>
                    <a:pt x="6374404" y="270683"/>
                  </a:lnTo>
                  <a:lnTo>
                    <a:pt x="6446027" y="273285"/>
                  </a:lnTo>
                  <a:lnTo>
                    <a:pt x="6517649" y="275879"/>
                  </a:lnTo>
                  <a:lnTo>
                    <a:pt x="6589272" y="278463"/>
                  </a:lnTo>
                  <a:lnTo>
                    <a:pt x="6660894" y="281039"/>
                  </a:lnTo>
                  <a:lnTo>
                    <a:pt x="6732517" y="283606"/>
                  </a:lnTo>
                  <a:lnTo>
                    <a:pt x="6804139" y="286165"/>
                  </a:lnTo>
                  <a:lnTo>
                    <a:pt x="6875762" y="288715"/>
                  </a:lnTo>
                  <a:lnTo>
                    <a:pt x="6947385" y="291256"/>
                  </a:lnTo>
                  <a:lnTo>
                    <a:pt x="7019007" y="293789"/>
                  </a:lnTo>
                  <a:lnTo>
                    <a:pt x="7090630" y="29631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869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9553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380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81674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55476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927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0805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78744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896563"/>
              <a:ext cx="626446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1.04 (0.92-1.18), p = 0.515  |  per IQR decline (Δ = 22.8): 1.10 (0.83-1.46)  |  IQR: [-13.3, 9.5]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17517" y="1669789"/>
              <a:ext cx="29131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2026-05-28T22:32:43Z</dcterms:modified>
  <cp:category/>
</cp:coreProperties>
</file>