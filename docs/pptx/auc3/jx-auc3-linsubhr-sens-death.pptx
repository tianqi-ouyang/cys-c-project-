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0501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1506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512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351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452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6004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00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801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901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795657" y="2143092"/>
              <a:ext cx="6403759" cy="1256890"/>
            </a:xfrm>
            <a:custGeom>
              <a:avLst/>
              <a:pathLst>
                <a:path w="6403759" h="1256890">
                  <a:moveTo>
                    <a:pt x="1690274" y="0"/>
                  </a:moveTo>
                  <a:lnTo>
                    <a:pt x="1690678" y="950"/>
                  </a:lnTo>
                  <a:lnTo>
                    <a:pt x="1761022" y="147337"/>
                  </a:lnTo>
                  <a:lnTo>
                    <a:pt x="1831367" y="276666"/>
                  </a:lnTo>
                  <a:lnTo>
                    <a:pt x="1901711" y="390925"/>
                  </a:lnTo>
                  <a:lnTo>
                    <a:pt x="1972056" y="491870"/>
                  </a:lnTo>
                  <a:lnTo>
                    <a:pt x="2042400" y="581052"/>
                  </a:lnTo>
                  <a:lnTo>
                    <a:pt x="2112745" y="659842"/>
                  </a:lnTo>
                  <a:lnTo>
                    <a:pt x="2183089" y="729450"/>
                  </a:lnTo>
                  <a:lnTo>
                    <a:pt x="2253434" y="790948"/>
                  </a:lnTo>
                  <a:lnTo>
                    <a:pt x="2323778" y="845279"/>
                  </a:lnTo>
                  <a:lnTo>
                    <a:pt x="2394123" y="893279"/>
                  </a:lnTo>
                  <a:lnTo>
                    <a:pt x="2464467" y="935686"/>
                  </a:lnTo>
                  <a:lnTo>
                    <a:pt x="2534812" y="962927"/>
                  </a:lnTo>
                  <a:lnTo>
                    <a:pt x="2605156" y="974550"/>
                  </a:lnTo>
                  <a:lnTo>
                    <a:pt x="2675501" y="985714"/>
                  </a:lnTo>
                  <a:lnTo>
                    <a:pt x="2745845" y="996437"/>
                  </a:lnTo>
                  <a:lnTo>
                    <a:pt x="2816190" y="1006736"/>
                  </a:lnTo>
                  <a:lnTo>
                    <a:pt x="2886534" y="1016629"/>
                  </a:lnTo>
                  <a:lnTo>
                    <a:pt x="2956879" y="1026130"/>
                  </a:lnTo>
                  <a:lnTo>
                    <a:pt x="3027223" y="1035257"/>
                  </a:lnTo>
                  <a:lnTo>
                    <a:pt x="3097568" y="1044023"/>
                  </a:lnTo>
                  <a:lnTo>
                    <a:pt x="3167912" y="1052443"/>
                  </a:lnTo>
                  <a:lnTo>
                    <a:pt x="3238257" y="1060530"/>
                  </a:lnTo>
                  <a:lnTo>
                    <a:pt x="3308601" y="1068298"/>
                  </a:lnTo>
                  <a:lnTo>
                    <a:pt x="3378946" y="1075759"/>
                  </a:lnTo>
                  <a:lnTo>
                    <a:pt x="3449290" y="1082926"/>
                  </a:lnTo>
                  <a:lnTo>
                    <a:pt x="3519635" y="1089809"/>
                  </a:lnTo>
                  <a:lnTo>
                    <a:pt x="3589979" y="1096420"/>
                  </a:lnTo>
                  <a:lnTo>
                    <a:pt x="3660324" y="1102771"/>
                  </a:lnTo>
                  <a:lnTo>
                    <a:pt x="3730668" y="1108870"/>
                  </a:lnTo>
                  <a:lnTo>
                    <a:pt x="3801012" y="1114729"/>
                  </a:lnTo>
                  <a:lnTo>
                    <a:pt x="3871357" y="1120356"/>
                  </a:lnTo>
                  <a:lnTo>
                    <a:pt x="3941701" y="1125761"/>
                  </a:lnTo>
                  <a:lnTo>
                    <a:pt x="4012046" y="1130952"/>
                  </a:lnTo>
                  <a:lnTo>
                    <a:pt x="4082390" y="1135939"/>
                  </a:lnTo>
                  <a:lnTo>
                    <a:pt x="4152735" y="1140728"/>
                  </a:lnTo>
                  <a:lnTo>
                    <a:pt x="4223079" y="1145329"/>
                  </a:lnTo>
                  <a:lnTo>
                    <a:pt x="4293424" y="1149747"/>
                  </a:lnTo>
                  <a:lnTo>
                    <a:pt x="4363768" y="1153991"/>
                  </a:lnTo>
                  <a:lnTo>
                    <a:pt x="4434113" y="1158068"/>
                  </a:lnTo>
                  <a:lnTo>
                    <a:pt x="4504457" y="1161983"/>
                  </a:lnTo>
                  <a:lnTo>
                    <a:pt x="4574802" y="1165744"/>
                  </a:lnTo>
                  <a:lnTo>
                    <a:pt x="4645146" y="1169356"/>
                  </a:lnTo>
                  <a:lnTo>
                    <a:pt x="4715491" y="1172826"/>
                  </a:lnTo>
                  <a:lnTo>
                    <a:pt x="4785835" y="1176159"/>
                  </a:lnTo>
                  <a:lnTo>
                    <a:pt x="4856180" y="1179360"/>
                  </a:lnTo>
                  <a:lnTo>
                    <a:pt x="4926524" y="1182434"/>
                  </a:lnTo>
                  <a:lnTo>
                    <a:pt x="4996869" y="1185387"/>
                  </a:lnTo>
                  <a:lnTo>
                    <a:pt x="5067213" y="1188224"/>
                  </a:lnTo>
                  <a:lnTo>
                    <a:pt x="5137558" y="1190948"/>
                  </a:lnTo>
                  <a:lnTo>
                    <a:pt x="5207902" y="1193565"/>
                  </a:lnTo>
                  <a:lnTo>
                    <a:pt x="5278247" y="1196078"/>
                  </a:lnTo>
                  <a:lnTo>
                    <a:pt x="5348591" y="1198492"/>
                  </a:lnTo>
                  <a:lnTo>
                    <a:pt x="5418936" y="1200811"/>
                  </a:lnTo>
                  <a:lnTo>
                    <a:pt x="5489280" y="1203038"/>
                  </a:lnTo>
                  <a:lnTo>
                    <a:pt x="5559625" y="1205178"/>
                  </a:lnTo>
                  <a:lnTo>
                    <a:pt x="5629969" y="1207233"/>
                  </a:lnTo>
                  <a:lnTo>
                    <a:pt x="5700314" y="1209206"/>
                  </a:lnTo>
                  <a:lnTo>
                    <a:pt x="5770658" y="1211102"/>
                  </a:lnTo>
                  <a:lnTo>
                    <a:pt x="5841003" y="1212923"/>
                  </a:lnTo>
                  <a:lnTo>
                    <a:pt x="5911347" y="1214671"/>
                  </a:lnTo>
                  <a:lnTo>
                    <a:pt x="5981692" y="1216351"/>
                  </a:lnTo>
                  <a:lnTo>
                    <a:pt x="6052036" y="1217965"/>
                  </a:lnTo>
                  <a:lnTo>
                    <a:pt x="6122381" y="1219514"/>
                  </a:lnTo>
                  <a:lnTo>
                    <a:pt x="6192725" y="1221003"/>
                  </a:lnTo>
                  <a:lnTo>
                    <a:pt x="6263070" y="1222433"/>
                  </a:lnTo>
                  <a:lnTo>
                    <a:pt x="6333414" y="1223806"/>
                  </a:lnTo>
                  <a:lnTo>
                    <a:pt x="6403759" y="1225125"/>
                  </a:lnTo>
                  <a:lnTo>
                    <a:pt x="6403759" y="1256890"/>
                  </a:lnTo>
                  <a:lnTo>
                    <a:pt x="6333414" y="1256849"/>
                  </a:lnTo>
                  <a:lnTo>
                    <a:pt x="6263070" y="1256802"/>
                  </a:lnTo>
                  <a:lnTo>
                    <a:pt x="6192725" y="1256749"/>
                  </a:lnTo>
                  <a:lnTo>
                    <a:pt x="6122381" y="1256690"/>
                  </a:lnTo>
                  <a:lnTo>
                    <a:pt x="6052036" y="1256622"/>
                  </a:lnTo>
                  <a:lnTo>
                    <a:pt x="5981692" y="1256546"/>
                  </a:lnTo>
                  <a:lnTo>
                    <a:pt x="5911347" y="1256459"/>
                  </a:lnTo>
                  <a:lnTo>
                    <a:pt x="5841003" y="1256361"/>
                  </a:lnTo>
                  <a:lnTo>
                    <a:pt x="5770658" y="1256251"/>
                  </a:lnTo>
                  <a:lnTo>
                    <a:pt x="5700314" y="1256125"/>
                  </a:lnTo>
                  <a:lnTo>
                    <a:pt x="5629969" y="1255983"/>
                  </a:lnTo>
                  <a:lnTo>
                    <a:pt x="5559625" y="1255822"/>
                  </a:lnTo>
                  <a:lnTo>
                    <a:pt x="5489280" y="1255640"/>
                  </a:lnTo>
                  <a:lnTo>
                    <a:pt x="5418936" y="1255434"/>
                  </a:lnTo>
                  <a:lnTo>
                    <a:pt x="5348591" y="1255201"/>
                  </a:lnTo>
                  <a:lnTo>
                    <a:pt x="5278247" y="1254938"/>
                  </a:lnTo>
                  <a:lnTo>
                    <a:pt x="5207902" y="1254639"/>
                  </a:lnTo>
                  <a:lnTo>
                    <a:pt x="5137558" y="1254301"/>
                  </a:lnTo>
                  <a:lnTo>
                    <a:pt x="5067213" y="1253918"/>
                  </a:lnTo>
                  <a:lnTo>
                    <a:pt x="4996869" y="1253485"/>
                  </a:lnTo>
                  <a:lnTo>
                    <a:pt x="4926524" y="1252995"/>
                  </a:lnTo>
                  <a:lnTo>
                    <a:pt x="4856180" y="1252440"/>
                  </a:lnTo>
                  <a:lnTo>
                    <a:pt x="4785835" y="1251812"/>
                  </a:lnTo>
                  <a:lnTo>
                    <a:pt x="4715491" y="1251101"/>
                  </a:lnTo>
                  <a:lnTo>
                    <a:pt x="4645146" y="1250296"/>
                  </a:lnTo>
                  <a:lnTo>
                    <a:pt x="4574802" y="1249386"/>
                  </a:lnTo>
                  <a:lnTo>
                    <a:pt x="4504457" y="1248355"/>
                  </a:lnTo>
                  <a:lnTo>
                    <a:pt x="4434113" y="1247188"/>
                  </a:lnTo>
                  <a:lnTo>
                    <a:pt x="4363768" y="1245867"/>
                  </a:lnTo>
                  <a:lnTo>
                    <a:pt x="4293424" y="1244372"/>
                  </a:lnTo>
                  <a:lnTo>
                    <a:pt x="4223079" y="1242680"/>
                  </a:lnTo>
                  <a:lnTo>
                    <a:pt x="4152735" y="1240764"/>
                  </a:lnTo>
                  <a:lnTo>
                    <a:pt x="4082390" y="1238596"/>
                  </a:lnTo>
                  <a:lnTo>
                    <a:pt x="4012046" y="1236142"/>
                  </a:lnTo>
                  <a:lnTo>
                    <a:pt x="3941701" y="1233364"/>
                  </a:lnTo>
                  <a:lnTo>
                    <a:pt x="3871357" y="1230220"/>
                  </a:lnTo>
                  <a:lnTo>
                    <a:pt x="3801012" y="1226661"/>
                  </a:lnTo>
                  <a:lnTo>
                    <a:pt x="3730668" y="1222633"/>
                  </a:lnTo>
                  <a:lnTo>
                    <a:pt x="3660324" y="1218074"/>
                  </a:lnTo>
                  <a:lnTo>
                    <a:pt x="3589979" y="1212913"/>
                  </a:lnTo>
                  <a:lnTo>
                    <a:pt x="3519635" y="1207071"/>
                  </a:lnTo>
                  <a:lnTo>
                    <a:pt x="3449290" y="1200459"/>
                  </a:lnTo>
                  <a:lnTo>
                    <a:pt x="3378946" y="1192975"/>
                  </a:lnTo>
                  <a:lnTo>
                    <a:pt x="3308601" y="1184504"/>
                  </a:lnTo>
                  <a:lnTo>
                    <a:pt x="3238257" y="1174915"/>
                  </a:lnTo>
                  <a:lnTo>
                    <a:pt x="3167912" y="1164062"/>
                  </a:lnTo>
                  <a:lnTo>
                    <a:pt x="3097568" y="1151777"/>
                  </a:lnTo>
                  <a:lnTo>
                    <a:pt x="3027223" y="1137872"/>
                  </a:lnTo>
                  <a:lnTo>
                    <a:pt x="2956879" y="1122133"/>
                  </a:lnTo>
                  <a:lnTo>
                    <a:pt x="2886534" y="1104318"/>
                  </a:lnTo>
                  <a:lnTo>
                    <a:pt x="2816190" y="1084153"/>
                  </a:lnTo>
                  <a:lnTo>
                    <a:pt x="2745845" y="1061329"/>
                  </a:lnTo>
                  <a:lnTo>
                    <a:pt x="2675501" y="1035493"/>
                  </a:lnTo>
                  <a:lnTo>
                    <a:pt x="2605156" y="1006251"/>
                  </a:lnTo>
                  <a:lnTo>
                    <a:pt x="2534812" y="973151"/>
                  </a:lnTo>
                  <a:lnTo>
                    <a:pt x="2464467" y="950826"/>
                  </a:lnTo>
                  <a:lnTo>
                    <a:pt x="2394123" y="938228"/>
                  </a:lnTo>
                  <a:lnTo>
                    <a:pt x="2323778" y="925111"/>
                  </a:lnTo>
                  <a:lnTo>
                    <a:pt x="2253434" y="911456"/>
                  </a:lnTo>
                  <a:lnTo>
                    <a:pt x="2183089" y="897238"/>
                  </a:lnTo>
                  <a:lnTo>
                    <a:pt x="2112745" y="882436"/>
                  </a:lnTo>
                  <a:lnTo>
                    <a:pt x="2042400" y="867026"/>
                  </a:lnTo>
                  <a:lnTo>
                    <a:pt x="1972056" y="850981"/>
                  </a:lnTo>
                  <a:lnTo>
                    <a:pt x="1901711" y="834277"/>
                  </a:lnTo>
                  <a:lnTo>
                    <a:pt x="1831367" y="816886"/>
                  </a:lnTo>
                  <a:lnTo>
                    <a:pt x="1761022" y="798780"/>
                  </a:lnTo>
                  <a:lnTo>
                    <a:pt x="1690678" y="779929"/>
                  </a:lnTo>
                  <a:lnTo>
                    <a:pt x="1620333" y="760303"/>
                  </a:lnTo>
                  <a:lnTo>
                    <a:pt x="1549989" y="739871"/>
                  </a:lnTo>
                  <a:lnTo>
                    <a:pt x="1479644" y="718597"/>
                  </a:lnTo>
                  <a:lnTo>
                    <a:pt x="1409300" y="696450"/>
                  </a:lnTo>
                  <a:lnTo>
                    <a:pt x="1338955" y="673391"/>
                  </a:lnTo>
                  <a:lnTo>
                    <a:pt x="1268611" y="649384"/>
                  </a:lnTo>
                  <a:lnTo>
                    <a:pt x="1198266" y="624390"/>
                  </a:lnTo>
                  <a:lnTo>
                    <a:pt x="1127922" y="598369"/>
                  </a:lnTo>
                  <a:lnTo>
                    <a:pt x="1057577" y="571277"/>
                  </a:lnTo>
                  <a:lnTo>
                    <a:pt x="987233" y="543071"/>
                  </a:lnTo>
                  <a:lnTo>
                    <a:pt x="916888" y="513705"/>
                  </a:lnTo>
                  <a:lnTo>
                    <a:pt x="846544" y="483132"/>
                  </a:lnTo>
                  <a:lnTo>
                    <a:pt x="776199" y="451302"/>
                  </a:lnTo>
                  <a:lnTo>
                    <a:pt x="705855" y="418162"/>
                  </a:lnTo>
                  <a:lnTo>
                    <a:pt x="635510" y="383660"/>
                  </a:lnTo>
                  <a:lnTo>
                    <a:pt x="565166" y="347740"/>
                  </a:lnTo>
                  <a:lnTo>
                    <a:pt x="494821" y="310342"/>
                  </a:lnTo>
                  <a:lnTo>
                    <a:pt x="424477" y="271406"/>
                  </a:lnTo>
                  <a:lnTo>
                    <a:pt x="354132" y="230870"/>
                  </a:lnTo>
                  <a:lnTo>
                    <a:pt x="283788" y="188666"/>
                  </a:lnTo>
                  <a:lnTo>
                    <a:pt x="213443" y="144727"/>
                  </a:lnTo>
                  <a:lnTo>
                    <a:pt x="143099" y="98981"/>
                  </a:lnTo>
                  <a:lnTo>
                    <a:pt x="72754" y="51354"/>
                  </a:lnTo>
                  <a:lnTo>
                    <a:pt x="2410" y="1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85932" y="2143092"/>
              <a:ext cx="4713484" cy="1225125"/>
            </a:xfrm>
            <a:custGeom>
              <a:avLst/>
              <a:pathLst>
                <a:path w="4713484" h="1225125">
                  <a:moveTo>
                    <a:pt x="0" y="0"/>
                  </a:moveTo>
                  <a:lnTo>
                    <a:pt x="403" y="950"/>
                  </a:lnTo>
                  <a:lnTo>
                    <a:pt x="70747" y="147337"/>
                  </a:lnTo>
                  <a:lnTo>
                    <a:pt x="141092" y="276666"/>
                  </a:lnTo>
                  <a:lnTo>
                    <a:pt x="211436" y="390925"/>
                  </a:lnTo>
                  <a:lnTo>
                    <a:pt x="281781" y="491870"/>
                  </a:lnTo>
                  <a:lnTo>
                    <a:pt x="352125" y="581052"/>
                  </a:lnTo>
                  <a:lnTo>
                    <a:pt x="422470" y="659842"/>
                  </a:lnTo>
                  <a:lnTo>
                    <a:pt x="492814" y="729450"/>
                  </a:lnTo>
                  <a:lnTo>
                    <a:pt x="563159" y="790948"/>
                  </a:lnTo>
                  <a:lnTo>
                    <a:pt x="633503" y="845279"/>
                  </a:lnTo>
                  <a:lnTo>
                    <a:pt x="703848" y="893279"/>
                  </a:lnTo>
                  <a:lnTo>
                    <a:pt x="774192" y="935686"/>
                  </a:lnTo>
                  <a:lnTo>
                    <a:pt x="844537" y="962927"/>
                  </a:lnTo>
                  <a:lnTo>
                    <a:pt x="914881" y="974550"/>
                  </a:lnTo>
                  <a:lnTo>
                    <a:pt x="985226" y="985714"/>
                  </a:lnTo>
                  <a:lnTo>
                    <a:pt x="1055570" y="996437"/>
                  </a:lnTo>
                  <a:lnTo>
                    <a:pt x="1125915" y="1006736"/>
                  </a:lnTo>
                  <a:lnTo>
                    <a:pt x="1196259" y="1016629"/>
                  </a:lnTo>
                  <a:lnTo>
                    <a:pt x="1266604" y="1026130"/>
                  </a:lnTo>
                  <a:lnTo>
                    <a:pt x="1336948" y="1035257"/>
                  </a:lnTo>
                  <a:lnTo>
                    <a:pt x="1407293" y="1044023"/>
                  </a:lnTo>
                  <a:lnTo>
                    <a:pt x="1477637" y="1052443"/>
                  </a:lnTo>
                  <a:lnTo>
                    <a:pt x="1547982" y="1060530"/>
                  </a:lnTo>
                  <a:lnTo>
                    <a:pt x="1618326" y="1068298"/>
                  </a:lnTo>
                  <a:lnTo>
                    <a:pt x="1688671" y="1075759"/>
                  </a:lnTo>
                  <a:lnTo>
                    <a:pt x="1759015" y="1082926"/>
                  </a:lnTo>
                  <a:lnTo>
                    <a:pt x="1829360" y="1089809"/>
                  </a:lnTo>
                  <a:lnTo>
                    <a:pt x="1899704" y="1096420"/>
                  </a:lnTo>
                  <a:lnTo>
                    <a:pt x="1970049" y="1102771"/>
                  </a:lnTo>
                  <a:lnTo>
                    <a:pt x="2040393" y="1108870"/>
                  </a:lnTo>
                  <a:lnTo>
                    <a:pt x="2110738" y="1114729"/>
                  </a:lnTo>
                  <a:lnTo>
                    <a:pt x="2181082" y="1120356"/>
                  </a:lnTo>
                  <a:lnTo>
                    <a:pt x="2251427" y="1125761"/>
                  </a:lnTo>
                  <a:lnTo>
                    <a:pt x="2321771" y="1130952"/>
                  </a:lnTo>
                  <a:lnTo>
                    <a:pt x="2392116" y="1135939"/>
                  </a:lnTo>
                  <a:lnTo>
                    <a:pt x="2462460" y="1140728"/>
                  </a:lnTo>
                  <a:lnTo>
                    <a:pt x="2532805" y="1145329"/>
                  </a:lnTo>
                  <a:lnTo>
                    <a:pt x="2603149" y="1149747"/>
                  </a:lnTo>
                  <a:lnTo>
                    <a:pt x="2673493" y="1153991"/>
                  </a:lnTo>
                  <a:lnTo>
                    <a:pt x="2743838" y="1158068"/>
                  </a:lnTo>
                  <a:lnTo>
                    <a:pt x="2814182" y="1161983"/>
                  </a:lnTo>
                  <a:lnTo>
                    <a:pt x="2884527" y="1165744"/>
                  </a:lnTo>
                  <a:lnTo>
                    <a:pt x="2954871" y="1169356"/>
                  </a:lnTo>
                  <a:lnTo>
                    <a:pt x="3025216" y="1172826"/>
                  </a:lnTo>
                  <a:lnTo>
                    <a:pt x="3095560" y="1176159"/>
                  </a:lnTo>
                  <a:lnTo>
                    <a:pt x="3165905" y="1179360"/>
                  </a:lnTo>
                  <a:lnTo>
                    <a:pt x="3236249" y="1182434"/>
                  </a:lnTo>
                  <a:lnTo>
                    <a:pt x="3306594" y="1185387"/>
                  </a:lnTo>
                  <a:lnTo>
                    <a:pt x="3376938" y="1188224"/>
                  </a:lnTo>
                  <a:lnTo>
                    <a:pt x="3447283" y="1190948"/>
                  </a:lnTo>
                  <a:lnTo>
                    <a:pt x="3517627" y="1193565"/>
                  </a:lnTo>
                  <a:lnTo>
                    <a:pt x="3587972" y="1196078"/>
                  </a:lnTo>
                  <a:lnTo>
                    <a:pt x="3658316" y="1198492"/>
                  </a:lnTo>
                  <a:lnTo>
                    <a:pt x="3728661" y="1200811"/>
                  </a:lnTo>
                  <a:lnTo>
                    <a:pt x="3799005" y="1203038"/>
                  </a:lnTo>
                  <a:lnTo>
                    <a:pt x="3869350" y="1205178"/>
                  </a:lnTo>
                  <a:lnTo>
                    <a:pt x="3939694" y="1207233"/>
                  </a:lnTo>
                  <a:lnTo>
                    <a:pt x="4010039" y="1209206"/>
                  </a:lnTo>
                  <a:lnTo>
                    <a:pt x="4080383" y="1211102"/>
                  </a:lnTo>
                  <a:lnTo>
                    <a:pt x="4150728" y="1212923"/>
                  </a:lnTo>
                  <a:lnTo>
                    <a:pt x="4221072" y="1214671"/>
                  </a:lnTo>
                  <a:lnTo>
                    <a:pt x="4291417" y="1216351"/>
                  </a:lnTo>
                  <a:lnTo>
                    <a:pt x="4361761" y="1217965"/>
                  </a:lnTo>
                  <a:lnTo>
                    <a:pt x="4432106" y="1219514"/>
                  </a:lnTo>
                  <a:lnTo>
                    <a:pt x="4502450" y="1221003"/>
                  </a:lnTo>
                  <a:lnTo>
                    <a:pt x="4572795" y="1222433"/>
                  </a:lnTo>
                  <a:lnTo>
                    <a:pt x="4643139" y="1223806"/>
                  </a:lnTo>
                  <a:lnTo>
                    <a:pt x="4713484" y="1225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95657" y="2143092"/>
              <a:ext cx="6403759" cy="1256890"/>
            </a:xfrm>
            <a:custGeom>
              <a:avLst/>
              <a:pathLst>
                <a:path w="6403759" h="1256890">
                  <a:moveTo>
                    <a:pt x="6403759" y="1256890"/>
                  </a:moveTo>
                  <a:lnTo>
                    <a:pt x="6333414" y="1256849"/>
                  </a:lnTo>
                  <a:lnTo>
                    <a:pt x="6263070" y="1256802"/>
                  </a:lnTo>
                  <a:lnTo>
                    <a:pt x="6192725" y="1256749"/>
                  </a:lnTo>
                  <a:lnTo>
                    <a:pt x="6122381" y="1256690"/>
                  </a:lnTo>
                  <a:lnTo>
                    <a:pt x="6052036" y="1256622"/>
                  </a:lnTo>
                  <a:lnTo>
                    <a:pt x="5981692" y="1256546"/>
                  </a:lnTo>
                  <a:lnTo>
                    <a:pt x="5911347" y="1256459"/>
                  </a:lnTo>
                  <a:lnTo>
                    <a:pt x="5841003" y="1256361"/>
                  </a:lnTo>
                  <a:lnTo>
                    <a:pt x="5770658" y="1256251"/>
                  </a:lnTo>
                  <a:lnTo>
                    <a:pt x="5700314" y="1256125"/>
                  </a:lnTo>
                  <a:lnTo>
                    <a:pt x="5629969" y="1255983"/>
                  </a:lnTo>
                  <a:lnTo>
                    <a:pt x="5559625" y="1255822"/>
                  </a:lnTo>
                  <a:lnTo>
                    <a:pt x="5489280" y="1255640"/>
                  </a:lnTo>
                  <a:lnTo>
                    <a:pt x="5418936" y="1255434"/>
                  </a:lnTo>
                  <a:lnTo>
                    <a:pt x="5348591" y="1255201"/>
                  </a:lnTo>
                  <a:lnTo>
                    <a:pt x="5278247" y="1254938"/>
                  </a:lnTo>
                  <a:lnTo>
                    <a:pt x="5207902" y="1254639"/>
                  </a:lnTo>
                  <a:lnTo>
                    <a:pt x="5137558" y="1254301"/>
                  </a:lnTo>
                  <a:lnTo>
                    <a:pt x="5067213" y="1253918"/>
                  </a:lnTo>
                  <a:lnTo>
                    <a:pt x="4996869" y="1253485"/>
                  </a:lnTo>
                  <a:lnTo>
                    <a:pt x="4926524" y="1252995"/>
                  </a:lnTo>
                  <a:lnTo>
                    <a:pt x="4856180" y="1252440"/>
                  </a:lnTo>
                  <a:lnTo>
                    <a:pt x="4785835" y="1251812"/>
                  </a:lnTo>
                  <a:lnTo>
                    <a:pt x="4715491" y="1251101"/>
                  </a:lnTo>
                  <a:lnTo>
                    <a:pt x="4645146" y="1250296"/>
                  </a:lnTo>
                  <a:lnTo>
                    <a:pt x="4574802" y="1249386"/>
                  </a:lnTo>
                  <a:lnTo>
                    <a:pt x="4504457" y="1248355"/>
                  </a:lnTo>
                  <a:lnTo>
                    <a:pt x="4434113" y="1247188"/>
                  </a:lnTo>
                  <a:lnTo>
                    <a:pt x="4363768" y="1245867"/>
                  </a:lnTo>
                  <a:lnTo>
                    <a:pt x="4293424" y="1244372"/>
                  </a:lnTo>
                  <a:lnTo>
                    <a:pt x="4223079" y="1242680"/>
                  </a:lnTo>
                  <a:lnTo>
                    <a:pt x="4152735" y="1240764"/>
                  </a:lnTo>
                  <a:lnTo>
                    <a:pt x="4082390" y="1238596"/>
                  </a:lnTo>
                  <a:lnTo>
                    <a:pt x="4012046" y="1236142"/>
                  </a:lnTo>
                  <a:lnTo>
                    <a:pt x="3941701" y="1233364"/>
                  </a:lnTo>
                  <a:lnTo>
                    <a:pt x="3871357" y="1230220"/>
                  </a:lnTo>
                  <a:lnTo>
                    <a:pt x="3801012" y="1226661"/>
                  </a:lnTo>
                  <a:lnTo>
                    <a:pt x="3730668" y="1222633"/>
                  </a:lnTo>
                  <a:lnTo>
                    <a:pt x="3660324" y="1218074"/>
                  </a:lnTo>
                  <a:lnTo>
                    <a:pt x="3589979" y="1212913"/>
                  </a:lnTo>
                  <a:lnTo>
                    <a:pt x="3519635" y="1207071"/>
                  </a:lnTo>
                  <a:lnTo>
                    <a:pt x="3449290" y="1200459"/>
                  </a:lnTo>
                  <a:lnTo>
                    <a:pt x="3378946" y="1192975"/>
                  </a:lnTo>
                  <a:lnTo>
                    <a:pt x="3308601" y="1184504"/>
                  </a:lnTo>
                  <a:lnTo>
                    <a:pt x="3238257" y="1174915"/>
                  </a:lnTo>
                  <a:lnTo>
                    <a:pt x="3167912" y="1164062"/>
                  </a:lnTo>
                  <a:lnTo>
                    <a:pt x="3097568" y="1151777"/>
                  </a:lnTo>
                  <a:lnTo>
                    <a:pt x="3027223" y="1137872"/>
                  </a:lnTo>
                  <a:lnTo>
                    <a:pt x="2956879" y="1122133"/>
                  </a:lnTo>
                  <a:lnTo>
                    <a:pt x="2886534" y="1104318"/>
                  </a:lnTo>
                  <a:lnTo>
                    <a:pt x="2816190" y="1084153"/>
                  </a:lnTo>
                  <a:lnTo>
                    <a:pt x="2745845" y="1061329"/>
                  </a:lnTo>
                  <a:lnTo>
                    <a:pt x="2675501" y="1035493"/>
                  </a:lnTo>
                  <a:lnTo>
                    <a:pt x="2605156" y="1006251"/>
                  </a:lnTo>
                  <a:lnTo>
                    <a:pt x="2534812" y="973151"/>
                  </a:lnTo>
                  <a:lnTo>
                    <a:pt x="2464467" y="950826"/>
                  </a:lnTo>
                  <a:lnTo>
                    <a:pt x="2394123" y="938228"/>
                  </a:lnTo>
                  <a:lnTo>
                    <a:pt x="2323778" y="925111"/>
                  </a:lnTo>
                  <a:lnTo>
                    <a:pt x="2253434" y="911456"/>
                  </a:lnTo>
                  <a:lnTo>
                    <a:pt x="2183089" y="897238"/>
                  </a:lnTo>
                  <a:lnTo>
                    <a:pt x="2112745" y="882436"/>
                  </a:lnTo>
                  <a:lnTo>
                    <a:pt x="2042400" y="867026"/>
                  </a:lnTo>
                  <a:lnTo>
                    <a:pt x="1972056" y="850981"/>
                  </a:lnTo>
                  <a:lnTo>
                    <a:pt x="1901711" y="834277"/>
                  </a:lnTo>
                  <a:lnTo>
                    <a:pt x="1831367" y="816886"/>
                  </a:lnTo>
                  <a:lnTo>
                    <a:pt x="1761022" y="798780"/>
                  </a:lnTo>
                  <a:lnTo>
                    <a:pt x="1690678" y="779929"/>
                  </a:lnTo>
                  <a:lnTo>
                    <a:pt x="1620333" y="760303"/>
                  </a:lnTo>
                  <a:lnTo>
                    <a:pt x="1549989" y="739871"/>
                  </a:lnTo>
                  <a:lnTo>
                    <a:pt x="1479644" y="718597"/>
                  </a:lnTo>
                  <a:lnTo>
                    <a:pt x="1409300" y="696450"/>
                  </a:lnTo>
                  <a:lnTo>
                    <a:pt x="1338955" y="673391"/>
                  </a:lnTo>
                  <a:lnTo>
                    <a:pt x="1268611" y="649384"/>
                  </a:lnTo>
                  <a:lnTo>
                    <a:pt x="1198266" y="624390"/>
                  </a:lnTo>
                  <a:lnTo>
                    <a:pt x="1127922" y="598369"/>
                  </a:lnTo>
                  <a:lnTo>
                    <a:pt x="1057577" y="571277"/>
                  </a:lnTo>
                  <a:lnTo>
                    <a:pt x="987233" y="543071"/>
                  </a:lnTo>
                  <a:lnTo>
                    <a:pt x="916888" y="513705"/>
                  </a:lnTo>
                  <a:lnTo>
                    <a:pt x="846544" y="483132"/>
                  </a:lnTo>
                  <a:lnTo>
                    <a:pt x="776199" y="451302"/>
                  </a:lnTo>
                  <a:lnTo>
                    <a:pt x="705855" y="418162"/>
                  </a:lnTo>
                  <a:lnTo>
                    <a:pt x="635510" y="383660"/>
                  </a:lnTo>
                  <a:lnTo>
                    <a:pt x="565166" y="347740"/>
                  </a:lnTo>
                  <a:lnTo>
                    <a:pt x="494821" y="310342"/>
                  </a:lnTo>
                  <a:lnTo>
                    <a:pt x="424477" y="271406"/>
                  </a:lnTo>
                  <a:lnTo>
                    <a:pt x="354132" y="230870"/>
                  </a:lnTo>
                  <a:lnTo>
                    <a:pt x="283788" y="188666"/>
                  </a:lnTo>
                  <a:lnTo>
                    <a:pt x="213443" y="144727"/>
                  </a:lnTo>
                  <a:lnTo>
                    <a:pt x="143099" y="98981"/>
                  </a:lnTo>
                  <a:lnTo>
                    <a:pt x="72754" y="51354"/>
                  </a:lnTo>
                  <a:lnTo>
                    <a:pt x="2410" y="1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071310" y="2143092"/>
              <a:ext cx="5128105" cy="1254039"/>
            </a:xfrm>
            <a:custGeom>
              <a:avLst/>
              <a:pathLst>
                <a:path w="5128105" h="1254039">
                  <a:moveTo>
                    <a:pt x="0" y="0"/>
                  </a:moveTo>
                  <a:lnTo>
                    <a:pt x="63302" y="89878"/>
                  </a:lnTo>
                  <a:lnTo>
                    <a:pt x="133647" y="181882"/>
                  </a:lnTo>
                  <a:lnTo>
                    <a:pt x="203991" y="266636"/>
                  </a:lnTo>
                  <a:lnTo>
                    <a:pt x="274336" y="344709"/>
                  </a:lnTo>
                  <a:lnTo>
                    <a:pt x="344680" y="416628"/>
                  </a:lnTo>
                  <a:lnTo>
                    <a:pt x="415025" y="482880"/>
                  </a:lnTo>
                  <a:lnTo>
                    <a:pt x="485369" y="543909"/>
                  </a:lnTo>
                  <a:lnTo>
                    <a:pt x="555713" y="600129"/>
                  </a:lnTo>
                  <a:lnTo>
                    <a:pt x="626058" y="651917"/>
                  </a:lnTo>
                  <a:lnTo>
                    <a:pt x="696402" y="699624"/>
                  </a:lnTo>
                  <a:lnTo>
                    <a:pt x="766747" y="743570"/>
                  </a:lnTo>
                  <a:lnTo>
                    <a:pt x="837091" y="784053"/>
                  </a:lnTo>
                  <a:lnTo>
                    <a:pt x="907436" y="821345"/>
                  </a:lnTo>
                  <a:lnTo>
                    <a:pt x="977780" y="855698"/>
                  </a:lnTo>
                  <a:lnTo>
                    <a:pt x="1048125" y="887343"/>
                  </a:lnTo>
                  <a:lnTo>
                    <a:pt x="1118469" y="916494"/>
                  </a:lnTo>
                  <a:lnTo>
                    <a:pt x="1188814" y="943347"/>
                  </a:lnTo>
                  <a:lnTo>
                    <a:pt x="1259158" y="968084"/>
                  </a:lnTo>
                  <a:lnTo>
                    <a:pt x="1329503" y="990872"/>
                  </a:lnTo>
                  <a:lnTo>
                    <a:pt x="1399847" y="1011863"/>
                  </a:lnTo>
                  <a:lnTo>
                    <a:pt x="1470192" y="1031200"/>
                  </a:lnTo>
                  <a:lnTo>
                    <a:pt x="1540536" y="1049013"/>
                  </a:lnTo>
                  <a:lnTo>
                    <a:pt x="1610881" y="1065421"/>
                  </a:lnTo>
                  <a:lnTo>
                    <a:pt x="1681225" y="1080537"/>
                  </a:lnTo>
                  <a:lnTo>
                    <a:pt x="1751570" y="1094461"/>
                  </a:lnTo>
                  <a:lnTo>
                    <a:pt x="1821914" y="1107288"/>
                  </a:lnTo>
                  <a:lnTo>
                    <a:pt x="1892259" y="1119103"/>
                  </a:lnTo>
                  <a:lnTo>
                    <a:pt x="1962603" y="1129988"/>
                  </a:lnTo>
                  <a:lnTo>
                    <a:pt x="2032948" y="1140014"/>
                  </a:lnTo>
                  <a:lnTo>
                    <a:pt x="2103292" y="1149251"/>
                  </a:lnTo>
                  <a:lnTo>
                    <a:pt x="2173637" y="1157759"/>
                  </a:lnTo>
                  <a:lnTo>
                    <a:pt x="2243981" y="1165597"/>
                  </a:lnTo>
                  <a:lnTo>
                    <a:pt x="2314326" y="1172817"/>
                  </a:lnTo>
                  <a:lnTo>
                    <a:pt x="2384670" y="1179468"/>
                  </a:lnTo>
                  <a:lnTo>
                    <a:pt x="2455015" y="1185595"/>
                  </a:lnTo>
                  <a:lnTo>
                    <a:pt x="2525359" y="1191238"/>
                  </a:lnTo>
                  <a:lnTo>
                    <a:pt x="2595704" y="1196437"/>
                  </a:lnTo>
                  <a:lnTo>
                    <a:pt x="2666048" y="1201227"/>
                  </a:lnTo>
                  <a:lnTo>
                    <a:pt x="2736393" y="1205638"/>
                  </a:lnTo>
                  <a:lnTo>
                    <a:pt x="2806737" y="1209702"/>
                  </a:lnTo>
                  <a:lnTo>
                    <a:pt x="2877082" y="1213446"/>
                  </a:lnTo>
                  <a:lnTo>
                    <a:pt x="2947426" y="1216895"/>
                  </a:lnTo>
                  <a:lnTo>
                    <a:pt x="3017771" y="1220072"/>
                  </a:lnTo>
                  <a:lnTo>
                    <a:pt x="3088115" y="1222998"/>
                  </a:lnTo>
                  <a:lnTo>
                    <a:pt x="3158460" y="1225694"/>
                  </a:lnTo>
                  <a:lnTo>
                    <a:pt x="3228804" y="1228177"/>
                  </a:lnTo>
                  <a:lnTo>
                    <a:pt x="3299149" y="1230465"/>
                  </a:lnTo>
                  <a:lnTo>
                    <a:pt x="3369493" y="1232572"/>
                  </a:lnTo>
                  <a:lnTo>
                    <a:pt x="3439838" y="1234514"/>
                  </a:lnTo>
                  <a:lnTo>
                    <a:pt x="3510182" y="1236302"/>
                  </a:lnTo>
                  <a:lnTo>
                    <a:pt x="3580527" y="1237949"/>
                  </a:lnTo>
                  <a:lnTo>
                    <a:pt x="3650871" y="1239466"/>
                  </a:lnTo>
                  <a:lnTo>
                    <a:pt x="3721216" y="1240864"/>
                  </a:lnTo>
                  <a:lnTo>
                    <a:pt x="3791560" y="1242152"/>
                  </a:lnTo>
                  <a:lnTo>
                    <a:pt x="3861905" y="1243338"/>
                  </a:lnTo>
                  <a:lnTo>
                    <a:pt x="3932249" y="1244431"/>
                  </a:lnTo>
                  <a:lnTo>
                    <a:pt x="4002594" y="1245437"/>
                  </a:lnTo>
                  <a:lnTo>
                    <a:pt x="4072938" y="1246365"/>
                  </a:lnTo>
                  <a:lnTo>
                    <a:pt x="4143282" y="1247219"/>
                  </a:lnTo>
                  <a:lnTo>
                    <a:pt x="4213627" y="1248006"/>
                  </a:lnTo>
                  <a:lnTo>
                    <a:pt x="4283971" y="1248730"/>
                  </a:lnTo>
                  <a:lnTo>
                    <a:pt x="4354316" y="1249398"/>
                  </a:lnTo>
                  <a:lnTo>
                    <a:pt x="4424660" y="1250013"/>
                  </a:lnTo>
                  <a:lnTo>
                    <a:pt x="4495005" y="1250580"/>
                  </a:lnTo>
                  <a:lnTo>
                    <a:pt x="4565349" y="1251102"/>
                  </a:lnTo>
                  <a:lnTo>
                    <a:pt x="4635694" y="1251582"/>
                  </a:lnTo>
                  <a:lnTo>
                    <a:pt x="4706038" y="1252025"/>
                  </a:lnTo>
                  <a:lnTo>
                    <a:pt x="4776383" y="1252433"/>
                  </a:lnTo>
                  <a:lnTo>
                    <a:pt x="4846727" y="1252809"/>
                  </a:lnTo>
                  <a:lnTo>
                    <a:pt x="4917072" y="1253155"/>
                  </a:lnTo>
                  <a:lnTo>
                    <a:pt x="4987416" y="1253474"/>
                  </a:lnTo>
                  <a:lnTo>
                    <a:pt x="5057761" y="1253768"/>
                  </a:lnTo>
                  <a:lnTo>
                    <a:pt x="5128105" y="12540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30071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037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428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7925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89308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9057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28020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250689" y="2751517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69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2.71 (1.63-4.51), p_Bonf = &lt;0.001 (n = 6)  |  per IQR decline (Δ = 28.1 %): 16.47 (3.96-68.58)  |  IQR: [-30.1, -2.1]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9775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325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875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425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39760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2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766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6268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1771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0501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6004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1506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00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512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801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351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901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452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795657" y="4336484"/>
              <a:ext cx="6403759" cy="1256890"/>
            </a:xfrm>
            <a:custGeom>
              <a:avLst/>
              <a:pathLst>
                <a:path w="6403759" h="1256890">
                  <a:moveTo>
                    <a:pt x="1690274" y="0"/>
                  </a:moveTo>
                  <a:lnTo>
                    <a:pt x="1690678" y="950"/>
                  </a:lnTo>
                  <a:lnTo>
                    <a:pt x="1761022" y="147337"/>
                  </a:lnTo>
                  <a:lnTo>
                    <a:pt x="1831367" y="276666"/>
                  </a:lnTo>
                  <a:lnTo>
                    <a:pt x="1901711" y="390925"/>
                  </a:lnTo>
                  <a:lnTo>
                    <a:pt x="1972056" y="491870"/>
                  </a:lnTo>
                  <a:lnTo>
                    <a:pt x="2042400" y="581052"/>
                  </a:lnTo>
                  <a:lnTo>
                    <a:pt x="2112745" y="659842"/>
                  </a:lnTo>
                  <a:lnTo>
                    <a:pt x="2183089" y="729450"/>
                  </a:lnTo>
                  <a:lnTo>
                    <a:pt x="2253434" y="790948"/>
                  </a:lnTo>
                  <a:lnTo>
                    <a:pt x="2323778" y="845279"/>
                  </a:lnTo>
                  <a:lnTo>
                    <a:pt x="2394123" y="893279"/>
                  </a:lnTo>
                  <a:lnTo>
                    <a:pt x="2464467" y="935686"/>
                  </a:lnTo>
                  <a:lnTo>
                    <a:pt x="2534812" y="962927"/>
                  </a:lnTo>
                  <a:lnTo>
                    <a:pt x="2605156" y="974550"/>
                  </a:lnTo>
                  <a:lnTo>
                    <a:pt x="2675501" y="985714"/>
                  </a:lnTo>
                  <a:lnTo>
                    <a:pt x="2745845" y="996437"/>
                  </a:lnTo>
                  <a:lnTo>
                    <a:pt x="2816190" y="1006736"/>
                  </a:lnTo>
                  <a:lnTo>
                    <a:pt x="2886534" y="1016629"/>
                  </a:lnTo>
                  <a:lnTo>
                    <a:pt x="2956879" y="1026130"/>
                  </a:lnTo>
                  <a:lnTo>
                    <a:pt x="3027223" y="1035257"/>
                  </a:lnTo>
                  <a:lnTo>
                    <a:pt x="3097568" y="1044023"/>
                  </a:lnTo>
                  <a:lnTo>
                    <a:pt x="3167912" y="1052443"/>
                  </a:lnTo>
                  <a:lnTo>
                    <a:pt x="3238257" y="1060530"/>
                  </a:lnTo>
                  <a:lnTo>
                    <a:pt x="3308601" y="1068298"/>
                  </a:lnTo>
                  <a:lnTo>
                    <a:pt x="3378946" y="1075759"/>
                  </a:lnTo>
                  <a:lnTo>
                    <a:pt x="3449290" y="1082926"/>
                  </a:lnTo>
                  <a:lnTo>
                    <a:pt x="3519635" y="1089809"/>
                  </a:lnTo>
                  <a:lnTo>
                    <a:pt x="3589979" y="1096420"/>
                  </a:lnTo>
                  <a:lnTo>
                    <a:pt x="3660324" y="1102771"/>
                  </a:lnTo>
                  <a:lnTo>
                    <a:pt x="3730668" y="1108870"/>
                  </a:lnTo>
                  <a:lnTo>
                    <a:pt x="3801012" y="1114729"/>
                  </a:lnTo>
                  <a:lnTo>
                    <a:pt x="3871357" y="1120356"/>
                  </a:lnTo>
                  <a:lnTo>
                    <a:pt x="3941701" y="1125761"/>
                  </a:lnTo>
                  <a:lnTo>
                    <a:pt x="4012046" y="1130952"/>
                  </a:lnTo>
                  <a:lnTo>
                    <a:pt x="4082390" y="1135939"/>
                  </a:lnTo>
                  <a:lnTo>
                    <a:pt x="4152735" y="1140728"/>
                  </a:lnTo>
                  <a:lnTo>
                    <a:pt x="4223079" y="1145329"/>
                  </a:lnTo>
                  <a:lnTo>
                    <a:pt x="4293424" y="1149747"/>
                  </a:lnTo>
                  <a:lnTo>
                    <a:pt x="4363768" y="1153991"/>
                  </a:lnTo>
                  <a:lnTo>
                    <a:pt x="4434113" y="1158068"/>
                  </a:lnTo>
                  <a:lnTo>
                    <a:pt x="4504457" y="1161983"/>
                  </a:lnTo>
                  <a:lnTo>
                    <a:pt x="4574802" y="1165744"/>
                  </a:lnTo>
                  <a:lnTo>
                    <a:pt x="4645146" y="1169356"/>
                  </a:lnTo>
                  <a:lnTo>
                    <a:pt x="4715491" y="1172826"/>
                  </a:lnTo>
                  <a:lnTo>
                    <a:pt x="4785835" y="1176159"/>
                  </a:lnTo>
                  <a:lnTo>
                    <a:pt x="4856180" y="1179360"/>
                  </a:lnTo>
                  <a:lnTo>
                    <a:pt x="4926524" y="1182434"/>
                  </a:lnTo>
                  <a:lnTo>
                    <a:pt x="4996869" y="1185387"/>
                  </a:lnTo>
                  <a:lnTo>
                    <a:pt x="5067213" y="1188224"/>
                  </a:lnTo>
                  <a:lnTo>
                    <a:pt x="5137558" y="1190948"/>
                  </a:lnTo>
                  <a:lnTo>
                    <a:pt x="5207902" y="1193565"/>
                  </a:lnTo>
                  <a:lnTo>
                    <a:pt x="5278247" y="1196078"/>
                  </a:lnTo>
                  <a:lnTo>
                    <a:pt x="5348591" y="1198492"/>
                  </a:lnTo>
                  <a:lnTo>
                    <a:pt x="5418936" y="1200811"/>
                  </a:lnTo>
                  <a:lnTo>
                    <a:pt x="5489280" y="1203038"/>
                  </a:lnTo>
                  <a:lnTo>
                    <a:pt x="5559625" y="1205178"/>
                  </a:lnTo>
                  <a:lnTo>
                    <a:pt x="5629969" y="1207233"/>
                  </a:lnTo>
                  <a:lnTo>
                    <a:pt x="5700314" y="1209206"/>
                  </a:lnTo>
                  <a:lnTo>
                    <a:pt x="5770658" y="1211102"/>
                  </a:lnTo>
                  <a:lnTo>
                    <a:pt x="5841003" y="1212923"/>
                  </a:lnTo>
                  <a:lnTo>
                    <a:pt x="5911347" y="1214671"/>
                  </a:lnTo>
                  <a:lnTo>
                    <a:pt x="5981692" y="1216351"/>
                  </a:lnTo>
                  <a:lnTo>
                    <a:pt x="6052036" y="1217965"/>
                  </a:lnTo>
                  <a:lnTo>
                    <a:pt x="6122381" y="1219514"/>
                  </a:lnTo>
                  <a:lnTo>
                    <a:pt x="6192725" y="1221003"/>
                  </a:lnTo>
                  <a:lnTo>
                    <a:pt x="6263070" y="1222433"/>
                  </a:lnTo>
                  <a:lnTo>
                    <a:pt x="6333414" y="1223806"/>
                  </a:lnTo>
                  <a:lnTo>
                    <a:pt x="6403759" y="1225125"/>
                  </a:lnTo>
                  <a:lnTo>
                    <a:pt x="6403759" y="1256890"/>
                  </a:lnTo>
                  <a:lnTo>
                    <a:pt x="6333414" y="1256849"/>
                  </a:lnTo>
                  <a:lnTo>
                    <a:pt x="6263070" y="1256802"/>
                  </a:lnTo>
                  <a:lnTo>
                    <a:pt x="6192725" y="1256749"/>
                  </a:lnTo>
                  <a:lnTo>
                    <a:pt x="6122381" y="1256690"/>
                  </a:lnTo>
                  <a:lnTo>
                    <a:pt x="6052036" y="1256622"/>
                  </a:lnTo>
                  <a:lnTo>
                    <a:pt x="5981692" y="1256546"/>
                  </a:lnTo>
                  <a:lnTo>
                    <a:pt x="5911347" y="1256459"/>
                  </a:lnTo>
                  <a:lnTo>
                    <a:pt x="5841003" y="1256361"/>
                  </a:lnTo>
                  <a:lnTo>
                    <a:pt x="5770658" y="1256251"/>
                  </a:lnTo>
                  <a:lnTo>
                    <a:pt x="5700314" y="1256125"/>
                  </a:lnTo>
                  <a:lnTo>
                    <a:pt x="5629969" y="1255983"/>
                  </a:lnTo>
                  <a:lnTo>
                    <a:pt x="5559625" y="1255822"/>
                  </a:lnTo>
                  <a:lnTo>
                    <a:pt x="5489280" y="1255640"/>
                  </a:lnTo>
                  <a:lnTo>
                    <a:pt x="5418936" y="1255434"/>
                  </a:lnTo>
                  <a:lnTo>
                    <a:pt x="5348591" y="1255201"/>
                  </a:lnTo>
                  <a:lnTo>
                    <a:pt x="5278247" y="1254938"/>
                  </a:lnTo>
                  <a:lnTo>
                    <a:pt x="5207902" y="1254639"/>
                  </a:lnTo>
                  <a:lnTo>
                    <a:pt x="5137558" y="1254301"/>
                  </a:lnTo>
                  <a:lnTo>
                    <a:pt x="5067213" y="1253918"/>
                  </a:lnTo>
                  <a:lnTo>
                    <a:pt x="4996869" y="1253485"/>
                  </a:lnTo>
                  <a:lnTo>
                    <a:pt x="4926524" y="1252995"/>
                  </a:lnTo>
                  <a:lnTo>
                    <a:pt x="4856180" y="1252440"/>
                  </a:lnTo>
                  <a:lnTo>
                    <a:pt x="4785835" y="1251812"/>
                  </a:lnTo>
                  <a:lnTo>
                    <a:pt x="4715491" y="1251101"/>
                  </a:lnTo>
                  <a:lnTo>
                    <a:pt x="4645146" y="1250296"/>
                  </a:lnTo>
                  <a:lnTo>
                    <a:pt x="4574802" y="1249386"/>
                  </a:lnTo>
                  <a:lnTo>
                    <a:pt x="4504457" y="1248355"/>
                  </a:lnTo>
                  <a:lnTo>
                    <a:pt x="4434113" y="1247188"/>
                  </a:lnTo>
                  <a:lnTo>
                    <a:pt x="4363768" y="1245867"/>
                  </a:lnTo>
                  <a:lnTo>
                    <a:pt x="4293424" y="1244372"/>
                  </a:lnTo>
                  <a:lnTo>
                    <a:pt x="4223079" y="1242680"/>
                  </a:lnTo>
                  <a:lnTo>
                    <a:pt x="4152735" y="1240764"/>
                  </a:lnTo>
                  <a:lnTo>
                    <a:pt x="4082390" y="1238596"/>
                  </a:lnTo>
                  <a:lnTo>
                    <a:pt x="4012046" y="1236142"/>
                  </a:lnTo>
                  <a:lnTo>
                    <a:pt x="3941701" y="1233364"/>
                  </a:lnTo>
                  <a:lnTo>
                    <a:pt x="3871357" y="1230220"/>
                  </a:lnTo>
                  <a:lnTo>
                    <a:pt x="3801012" y="1226661"/>
                  </a:lnTo>
                  <a:lnTo>
                    <a:pt x="3730668" y="1222633"/>
                  </a:lnTo>
                  <a:lnTo>
                    <a:pt x="3660324" y="1218074"/>
                  </a:lnTo>
                  <a:lnTo>
                    <a:pt x="3589979" y="1212913"/>
                  </a:lnTo>
                  <a:lnTo>
                    <a:pt x="3519635" y="1207071"/>
                  </a:lnTo>
                  <a:lnTo>
                    <a:pt x="3449290" y="1200459"/>
                  </a:lnTo>
                  <a:lnTo>
                    <a:pt x="3378946" y="1192975"/>
                  </a:lnTo>
                  <a:lnTo>
                    <a:pt x="3308601" y="1184504"/>
                  </a:lnTo>
                  <a:lnTo>
                    <a:pt x="3238257" y="1174915"/>
                  </a:lnTo>
                  <a:lnTo>
                    <a:pt x="3167912" y="1164062"/>
                  </a:lnTo>
                  <a:lnTo>
                    <a:pt x="3097568" y="1151777"/>
                  </a:lnTo>
                  <a:lnTo>
                    <a:pt x="3027223" y="1137872"/>
                  </a:lnTo>
                  <a:lnTo>
                    <a:pt x="2956879" y="1122133"/>
                  </a:lnTo>
                  <a:lnTo>
                    <a:pt x="2886534" y="1104318"/>
                  </a:lnTo>
                  <a:lnTo>
                    <a:pt x="2816190" y="1084153"/>
                  </a:lnTo>
                  <a:lnTo>
                    <a:pt x="2745845" y="1061329"/>
                  </a:lnTo>
                  <a:lnTo>
                    <a:pt x="2675501" y="1035493"/>
                  </a:lnTo>
                  <a:lnTo>
                    <a:pt x="2605156" y="1006251"/>
                  </a:lnTo>
                  <a:lnTo>
                    <a:pt x="2534812" y="973151"/>
                  </a:lnTo>
                  <a:lnTo>
                    <a:pt x="2464467" y="950826"/>
                  </a:lnTo>
                  <a:lnTo>
                    <a:pt x="2394123" y="938228"/>
                  </a:lnTo>
                  <a:lnTo>
                    <a:pt x="2323778" y="925111"/>
                  </a:lnTo>
                  <a:lnTo>
                    <a:pt x="2253434" y="911456"/>
                  </a:lnTo>
                  <a:lnTo>
                    <a:pt x="2183089" y="897238"/>
                  </a:lnTo>
                  <a:lnTo>
                    <a:pt x="2112745" y="882436"/>
                  </a:lnTo>
                  <a:lnTo>
                    <a:pt x="2042400" y="867026"/>
                  </a:lnTo>
                  <a:lnTo>
                    <a:pt x="1972056" y="850981"/>
                  </a:lnTo>
                  <a:lnTo>
                    <a:pt x="1901711" y="834277"/>
                  </a:lnTo>
                  <a:lnTo>
                    <a:pt x="1831367" y="816886"/>
                  </a:lnTo>
                  <a:lnTo>
                    <a:pt x="1761022" y="798780"/>
                  </a:lnTo>
                  <a:lnTo>
                    <a:pt x="1690678" y="779929"/>
                  </a:lnTo>
                  <a:lnTo>
                    <a:pt x="1620333" y="760303"/>
                  </a:lnTo>
                  <a:lnTo>
                    <a:pt x="1549989" y="739871"/>
                  </a:lnTo>
                  <a:lnTo>
                    <a:pt x="1479644" y="718597"/>
                  </a:lnTo>
                  <a:lnTo>
                    <a:pt x="1409300" y="696450"/>
                  </a:lnTo>
                  <a:lnTo>
                    <a:pt x="1338955" y="673391"/>
                  </a:lnTo>
                  <a:lnTo>
                    <a:pt x="1268611" y="649384"/>
                  </a:lnTo>
                  <a:lnTo>
                    <a:pt x="1198266" y="624390"/>
                  </a:lnTo>
                  <a:lnTo>
                    <a:pt x="1127922" y="598369"/>
                  </a:lnTo>
                  <a:lnTo>
                    <a:pt x="1057577" y="571277"/>
                  </a:lnTo>
                  <a:lnTo>
                    <a:pt x="987233" y="543071"/>
                  </a:lnTo>
                  <a:lnTo>
                    <a:pt x="916888" y="513705"/>
                  </a:lnTo>
                  <a:lnTo>
                    <a:pt x="846544" y="483132"/>
                  </a:lnTo>
                  <a:lnTo>
                    <a:pt x="776199" y="451302"/>
                  </a:lnTo>
                  <a:lnTo>
                    <a:pt x="705855" y="418162"/>
                  </a:lnTo>
                  <a:lnTo>
                    <a:pt x="635510" y="383660"/>
                  </a:lnTo>
                  <a:lnTo>
                    <a:pt x="565166" y="347740"/>
                  </a:lnTo>
                  <a:lnTo>
                    <a:pt x="494821" y="310342"/>
                  </a:lnTo>
                  <a:lnTo>
                    <a:pt x="424477" y="271406"/>
                  </a:lnTo>
                  <a:lnTo>
                    <a:pt x="354132" y="230870"/>
                  </a:lnTo>
                  <a:lnTo>
                    <a:pt x="283788" y="188666"/>
                  </a:lnTo>
                  <a:lnTo>
                    <a:pt x="213443" y="144727"/>
                  </a:lnTo>
                  <a:lnTo>
                    <a:pt x="143099" y="98981"/>
                  </a:lnTo>
                  <a:lnTo>
                    <a:pt x="72754" y="51354"/>
                  </a:lnTo>
                  <a:lnTo>
                    <a:pt x="2410" y="1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3485932" y="4336484"/>
              <a:ext cx="4713484" cy="1225125"/>
            </a:xfrm>
            <a:custGeom>
              <a:avLst/>
              <a:pathLst>
                <a:path w="4713484" h="1225125">
                  <a:moveTo>
                    <a:pt x="0" y="0"/>
                  </a:moveTo>
                  <a:lnTo>
                    <a:pt x="403" y="950"/>
                  </a:lnTo>
                  <a:lnTo>
                    <a:pt x="70747" y="147337"/>
                  </a:lnTo>
                  <a:lnTo>
                    <a:pt x="141092" y="276666"/>
                  </a:lnTo>
                  <a:lnTo>
                    <a:pt x="211436" y="390925"/>
                  </a:lnTo>
                  <a:lnTo>
                    <a:pt x="281781" y="491870"/>
                  </a:lnTo>
                  <a:lnTo>
                    <a:pt x="352125" y="581052"/>
                  </a:lnTo>
                  <a:lnTo>
                    <a:pt x="422470" y="659842"/>
                  </a:lnTo>
                  <a:lnTo>
                    <a:pt x="492814" y="729450"/>
                  </a:lnTo>
                  <a:lnTo>
                    <a:pt x="563159" y="790948"/>
                  </a:lnTo>
                  <a:lnTo>
                    <a:pt x="633503" y="845279"/>
                  </a:lnTo>
                  <a:lnTo>
                    <a:pt x="703848" y="893279"/>
                  </a:lnTo>
                  <a:lnTo>
                    <a:pt x="774192" y="935686"/>
                  </a:lnTo>
                  <a:lnTo>
                    <a:pt x="844537" y="962927"/>
                  </a:lnTo>
                  <a:lnTo>
                    <a:pt x="914881" y="974550"/>
                  </a:lnTo>
                  <a:lnTo>
                    <a:pt x="985226" y="985714"/>
                  </a:lnTo>
                  <a:lnTo>
                    <a:pt x="1055570" y="996437"/>
                  </a:lnTo>
                  <a:lnTo>
                    <a:pt x="1125915" y="1006736"/>
                  </a:lnTo>
                  <a:lnTo>
                    <a:pt x="1196259" y="1016629"/>
                  </a:lnTo>
                  <a:lnTo>
                    <a:pt x="1266604" y="1026130"/>
                  </a:lnTo>
                  <a:lnTo>
                    <a:pt x="1336948" y="1035257"/>
                  </a:lnTo>
                  <a:lnTo>
                    <a:pt x="1407293" y="1044023"/>
                  </a:lnTo>
                  <a:lnTo>
                    <a:pt x="1477637" y="1052443"/>
                  </a:lnTo>
                  <a:lnTo>
                    <a:pt x="1547982" y="1060530"/>
                  </a:lnTo>
                  <a:lnTo>
                    <a:pt x="1618326" y="1068298"/>
                  </a:lnTo>
                  <a:lnTo>
                    <a:pt x="1688671" y="1075759"/>
                  </a:lnTo>
                  <a:lnTo>
                    <a:pt x="1759015" y="1082926"/>
                  </a:lnTo>
                  <a:lnTo>
                    <a:pt x="1829360" y="1089809"/>
                  </a:lnTo>
                  <a:lnTo>
                    <a:pt x="1899704" y="1096420"/>
                  </a:lnTo>
                  <a:lnTo>
                    <a:pt x="1970049" y="1102771"/>
                  </a:lnTo>
                  <a:lnTo>
                    <a:pt x="2040393" y="1108870"/>
                  </a:lnTo>
                  <a:lnTo>
                    <a:pt x="2110738" y="1114729"/>
                  </a:lnTo>
                  <a:lnTo>
                    <a:pt x="2181082" y="1120356"/>
                  </a:lnTo>
                  <a:lnTo>
                    <a:pt x="2251427" y="1125761"/>
                  </a:lnTo>
                  <a:lnTo>
                    <a:pt x="2321771" y="1130952"/>
                  </a:lnTo>
                  <a:lnTo>
                    <a:pt x="2392116" y="1135939"/>
                  </a:lnTo>
                  <a:lnTo>
                    <a:pt x="2462460" y="1140728"/>
                  </a:lnTo>
                  <a:lnTo>
                    <a:pt x="2532805" y="1145329"/>
                  </a:lnTo>
                  <a:lnTo>
                    <a:pt x="2603149" y="1149747"/>
                  </a:lnTo>
                  <a:lnTo>
                    <a:pt x="2673493" y="1153991"/>
                  </a:lnTo>
                  <a:lnTo>
                    <a:pt x="2743838" y="1158068"/>
                  </a:lnTo>
                  <a:lnTo>
                    <a:pt x="2814182" y="1161983"/>
                  </a:lnTo>
                  <a:lnTo>
                    <a:pt x="2884527" y="1165744"/>
                  </a:lnTo>
                  <a:lnTo>
                    <a:pt x="2954871" y="1169356"/>
                  </a:lnTo>
                  <a:lnTo>
                    <a:pt x="3025216" y="1172826"/>
                  </a:lnTo>
                  <a:lnTo>
                    <a:pt x="3095560" y="1176159"/>
                  </a:lnTo>
                  <a:lnTo>
                    <a:pt x="3165905" y="1179360"/>
                  </a:lnTo>
                  <a:lnTo>
                    <a:pt x="3236249" y="1182434"/>
                  </a:lnTo>
                  <a:lnTo>
                    <a:pt x="3306594" y="1185387"/>
                  </a:lnTo>
                  <a:lnTo>
                    <a:pt x="3376938" y="1188224"/>
                  </a:lnTo>
                  <a:lnTo>
                    <a:pt x="3447283" y="1190948"/>
                  </a:lnTo>
                  <a:lnTo>
                    <a:pt x="3517627" y="1193565"/>
                  </a:lnTo>
                  <a:lnTo>
                    <a:pt x="3587972" y="1196078"/>
                  </a:lnTo>
                  <a:lnTo>
                    <a:pt x="3658316" y="1198492"/>
                  </a:lnTo>
                  <a:lnTo>
                    <a:pt x="3728661" y="1200811"/>
                  </a:lnTo>
                  <a:lnTo>
                    <a:pt x="3799005" y="1203038"/>
                  </a:lnTo>
                  <a:lnTo>
                    <a:pt x="3869350" y="1205178"/>
                  </a:lnTo>
                  <a:lnTo>
                    <a:pt x="3939694" y="1207233"/>
                  </a:lnTo>
                  <a:lnTo>
                    <a:pt x="4010039" y="1209206"/>
                  </a:lnTo>
                  <a:lnTo>
                    <a:pt x="4080383" y="1211102"/>
                  </a:lnTo>
                  <a:lnTo>
                    <a:pt x="4150728" y="1212923"/>
                  </a:lnTo>
                  <a:lnTo>
                    <a:pt x="4221072" y="1214671"/>
                  </a:lnTo>
                  <a:lnTo>
                    <a:pt x="4291417" y="1216351"/>
                  </a:lnTo>
                  <a:lnTo>
                    <a:pt x="4361761" y="1217965"/>
                  </a:lnTo>
                  <a:lnTo>
                    <a:pt x="4432106" y="1219514"/>
                  </a:lnTo>
                  <a:lnTo>
                    <a:pt x="4502450" y="1221003"/>
                  </a:lnTo>
                  <a:lnTo>
                    <a:pt x="4572795" y="1222433"/>
                  </a:lnTo>
                  <a:lnTo>
                    <a:pt x="4643139" y="1223806"/>
                  </a:lnTo>
                  <a:lnTo>
                    <a:pt x="4713484" y="1225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795657" y="4336484"/>
              <a:ext cx="6403759" cy="1256890"/>
            </a:xfrm>
            <a:custGeom>
              <a:avLst/>
              <a:pathLst>
                <a:path w="6403759" h="1256890">
                  <a:moveTo>
                    <a:pt x="6403759" y="1256890"/>
                  </a:moveTo>
                  <a:lnTo>
                    <a:pt x="6333414" y="1256849"/>
                  </a:lnTo>
                  <a:lnTo>
                    <a:pt x="6263070" y="1256802"/>
                  </a:lnTo>
                  <a:lnTo>
                    <a:pt x="6192725" y="1256749"/>
                  </a:lnTo>
                  <a:lnTo>
                    <a:pt x="6122381" y="1256690"/>
                  </a:lnTo>
                  <a:lnTo>
                    <a:pt x="6052036" y="1256622"/>
                  </a:lnTo>
                  <a:lnTo>
                    <a:pt x="5981692" y="1256546"/>
                  </a:lnTo>
                  <a:lnTo>
                    <a:pt x="5911347" y="1256459"/>
                  </a:lnTo>
                  <a:lnTo>
                    <a:pt x="5841003" y="1256361"/>
                  </a:lnTo>
                  <a:lnTo>
                    <a:pt x="5770658" y="1256251"/>
                  </a:lnTo>
                  <a:lnTo>
                    <a:pt x="5700314" y="1256125"/>
                  </a:lnTo>
                  <a:lnTo>
                    <a:pt x="5629969" y="1255983"/>
                  </a:lnTo>
                  <a:lnTo>
                    <a:pt x="5559625" y="1255822"/>
                  </a:lnTo>
                  <a:lnTo>
                    <a:pt x="5489280" y="1255640"/>
                  </a:lnTo>
                  <a:lnTo>
                    <a:pt x="5418936" y="1255434"/>
                  </a:lnTo>
                  <a:lnTo>
                    <a:pt x="5348591" y="1255201"/>
                  </a:lnTo>
                  <a:lnTo>
                    <a:pt x="5278247" y="1254938"/>
                  </a:lnTo>
                  <a:lnTo>
                    <a:pt x="5207902" y="1254639"/>
                  </a:lnTo>
                  <a:lnTo>
                    <a:pt x="5137558" y="1254301"/>
                  </a:lnTo>
                  <a:lnTo>
                    <a:pt x="5067213" y="1253918"/>
                  </a:lnTo>
                  <a:lnTo>
                    <a:pt x="4996869" y="1253485"/>
                  </a:lnTo>
                  <a:lnTo>
                    <a:pt x="4926524" y="1252995"/>
                  </a:lnTo>
                  <a:lnTo>
                    <a:pt x="4856180" y="1252440"/>
                  </a:lnTo>
                  <a:lnTo>
                    <a:pt x="4785835" y="1251812"/>
                  </a:lnTo>
                  <a:lnTo>
                    <a:pt x="4715491" y="1251101"/>
                  </a:lnTo>
                  <a:lnTo>
                    <a:pt x="4645146" y="1250296"/>
                  </a:lnTo>
                  <a:lnTo>
                    <a:pt x="4574802" y="1249386"/>
                  </a:lnTo>
                  <a:lnTo>
                    <a:pt x="4504457" y="1248355"/>
                  </a:lnTo>
                  <a:lnTo>
                    <a:pt x="4434113" y="1247188"/>
                  </a:lnTo>
                  <a:lnTo>
                    <a:pt x="4363768" y="1245867"/>
                  </a:lnTo>
                  <a:lnTo>
                    <a:pt x="4293424" y="1244372"/>
                  </a:lnTo>
                  <a:lnTo>
                    <a:pt x="4223079" y="1242680"/>
                  </a:lnTo>
                  <a:lnTo>
                    <a:pt x="4152735" y="1240764"/>
                  </a:lnTo>
                  <a:lnTo>
                    <a:pt x="4082390" y="1238596"/>
                  </a:lnTo>
                  <a:lnTo>
                    <a:pt x="4012046" y="1236142"/>
                  </a:lnTo>
                  <a:lnTo>
                    <a:pt x="3941701" y="1233364"/>
                  </a:lnTo>
                  <a:lnTo>
                    <a:pt x="3871357" y="1230220"/>
                  </a:lnTo>
                  <a:lnTo>
                    <a:pt x="3801012" y="1226661"/>
                  </a:lnTo>
                  <a:lnTo>
                    <a:pt x="3730668" y="1222633"/>
                  </a:lnTo>
                  <a:lnTo>
                    <a:pt x="3660324" y="1218074"/>
                  </a:lnTo>
                  <a:lnTo>
                    <a:pt x="3589979" y="1212913"/>
                  </a:lnTo>
                  <a:lnTo>
                    <a:pt x="3519635" y="1207071"/>
                  </a:lnTo>
                  <a:lnTo>
                    <a:pt x="3449290" y="1200459"/>
                  </a:lnTo>
                  <a:lnTo>
                    <a:pt x="3378946" y="1192975"/>
                  </a:lnTo>
                  <a:lnTo>
                    <a:pt x="3308601" y="1184504"/>
                  </a:lnTo>
                  <a:lnTo>
                    <a:pt x="3238257" y="1174915"/>
                  </a:lnTo>
                  <a:lnTo>
                    <a:pt x="3167912" y="1164062"/>
                  </a:lnTo>
                  <a:lnTo>
                    <a:pt x="3097568" y="1151777"/>
                  </a:lnTo>
                  <a:lnTo>
                    <a:pt x="3027223" y="1137872"/>
                  </a:lnTo>
                  <a:lnTo>
                    <a:pt x="2956879" y="1122133"/>
                  </a:lnTo>
                  <a:lnTo>
                    <a:pt x="2886534" y="1104318"/>
                  </a:lnTo>
                  <a:lnTo>
                    <a:pt x="2816190" y="1084153"/>
                  </a:lnTo>
                  <a:lnTo>
                    <a:pt x="2745845" y="1061329"/>
                  </a:lnTo>
                  <a:lnTo>
                    <a:pt x="2675501" y="1035493"/>
                  </a:lnTo>
                  <a:lnTo>
                    <a:pt x="2605156" y="1006251"/>
                  </a:lnTo>
                  <a:lnTo>
                    <a:pt x="2534812" y="973151"/>
                  </a:lnTo>
                  <a:lnTo>
                    <a:pt x="2464467" y="950826"/>
                  </a:lnTo>
                  <a:lnTo>
                    <a:pt x="2394123" y="938228"/>
                  </a:lnTo>
                  <a:lnTo>
                    <a:pt x="2323778" y="925111"/>
                  </a:lnTo>
                  <a:lnTo>
                    <a:pt x="2253434" y="911456"/>
                  </a:lnTo>
                  <a:lnTo>
                    <a:pt x="2183089" y="897238"/>
                  </a:lnTo>
                  <a:lnTo>
                    <a:pt x="2112745" y="882436"/>
                  </a:lnTo>
                  <a:lnTo>
                    <a:pt x="2042400" y="867026"/>
                  </a:lnTo>
                  <a:lnTo>
                    <a:pt x="1972056" y="850981"/>
                  </a:lnTo>
                  <a:lnTo>
                    <a:pt x="1901711" y="834277"/>
                  </a:lnTo>
                  <a:lnTo>
                    <a:pt x="1831367" y="816886"/>
                  </a:lnTo>
                  <a:lnTo>
                    <a:pt x="1761022" y="798780"/>
                  </a:lnTo>
                  <a:lnTo>
                    <a:pt x="1690678" y="779929"/>
                  </a:lnTo>
                  <a:lnTo>
                    <a:pt x="1620333" y="760303"/>
                  </a:lnTo>
                  <a:lnTo>
                    <a:pt x="1549989" y="739871"/>
                  </a:lnTo>
                  <a:lnTo>
                    <a:pt x="1479644" y="718597"/>
                  </a:lnTo>
                  <a:lnTo>
                    <a:pt x="1409300" y="696450"/>
                  </a:lnTo>
                  <a:lnTo>
                    <a:pt x="1338955" y="673391"/>
                  </a:lnTo>
                  <a:lnTo>
                    <a:pt x="1268611" y="649384"/>
                  </a:lnTo>
                  <a:lnTo>
                    <a:pt x="1198266" y="624390"/>
                  </a:lnTo>
                  <a:lnTo>
                    <a:pt x="1127922" y="598369"/>
                  </a:lnTo>
                  <a:lnTo>
                    <a:pt x="1057577" y="571277"/>
                  </a:lnTo>
                  <a:lnTo>
                    <a:pt x="987233" y="543071"/>
                  </a:lnTo>
                  <a:lnTo>
                    <a:pt x="916888" y="513705"/>
                  </a:lnTo>
                  <a:lnTo>
                    <a:pt x="846544" y="483132"/>
                  </a:lnTo>
                  <a:lnTo>
                    <a:pt x="776199" y="451302"/>
                  </a:lnTo>
                  <a:lnTo>
                    <a:pt x="705855" y="418162"/>
                  </a:lnTo>
                  <a:lnTo>
                    <a:pt x="635510" y="383660"/>
                  </a:lnTo>
                  <a:lnTo>
                    <a:pt x="565166" y="347740"/>
                  </a:lnTo>
                  <a:lnTo>
                    <a:pt x="494821" y="310342"/>
                  </a:lnTo>
                  <a:lnTo>
                    <a:pt x="424477" y="271406"/>
                  </a:lnTo>
                  <a:lnTo>
                    <a:pt x="354132" y="230870"/>
                  </a:lnTo>
                  <a:lnTo>
                    <a:pt x="283788" y="188666"/>
                  </a:lnTo>
                  <a:lnTo>
                    <a:pt x="213443" y="144727"/>
                  </a:lnTo>
                  <a:lnTo>
                    <a:pt x="143099" y="98981"/>
                  </a:lnTo>
                  <a:lnTo>
                    <a:pt x="72754" y="51354"/>
                  </a:lnTo>
                  <a:lnTo>
                    <a:pt x="2410" y="1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3071310" y="4336484"/>
              <a:ext cx="5128105" cy="1254039"/>
            </a:xfrm>
            <a:custGeom>
              <a:avLst/>
              <a:pathLst>
                <a:path w="5128105" h="1254039">
                  <a:moveTo>
                    <a:pt x="0" y="0"/>
                  </a:moveTo>
                  <a:lnTo>
                    <a:pt x="63302" y="89878"/>
                  </a:lnTo>
                  <a:lnTo>
                    <a:pt x="133647" y="181882"/>
                  </a:lnTo>
                  <a:lnTo>
                    <a:pt x="203991" y="266636"/>
                  </a:lnTo>
                  <a:lnTo>
                    <a:pt x="274336" y="344709"/>
                  </a:lnTo>
                  <a:lnTo>
                    <a:pt x="344680" y="416628"/>
                  </a:lnTo>
                  <a:lnTo>
                    <a:pt x="415025" y="482880"/>
                  </a:lnTo>
                  <a:lnTo>
                    <a:pt x="485369" y="543909"/>
                  </a:lnTo>
                  <a:lnTo>
                    <a:pt x="555713" y="600129"/>
                  </a:lnTo>
                  <a:lnTo>
                    <a:pt x="626058" y="651917"/>
                  </a:lnTo>
                  <a:lnTo>
                    <a:pt x="696402" y="699624"/>
                  </a:lnTo>
                  <a:lnTo>
                    <a:pt x="766747" y="743570"/>
                  </a:lnTo>
                  <a:lnTo>
                    <a:pt x="837091" y="784053"/>
                  </a:lnTo>
                  <a:lnTo>
                    <a:pt x="907436" y="821345"/>
                  </a:lnTo>
                  <a:lnTo>
                    <a:pt x="977780" y="855698"/>
                  </a:lnTo>
                  <a:lnTo>
                    <a:pt x="1048125" y="887343"/>
                  </a:lnTo>
                  <a:lnTo>
                    <a:pt x="1118469" y="916494"/>
                  </a:lnTo>
                  <a:lnTo>
                    <a:pt x="1188814" y="943347"/>
                  </a:lnTo>
                  <a:lnTo>
                    <a:pt x="1259158" y="968084"/>
                  </a:lnTo>
                  <a:lnTo>
                    <a:pt x="1329503" y="990872"/>
                  </a:lnTo>
                  <a:lnTo>
                    <a:pt x="1399847" y="1011863"/>
                  </a:lnTo>
                  <a:lnTo>
                    <a:pt x="1470192" y="1031200"/>
                  </a:lnTo>
                  <a:lnTo>
                    <a:pt x="1540536" y="1049013"/>
                  </a:lnTo>
                  <a:lnTo>
                    <a:pt x="1610881" y="1065421"/>
                  </a:lnTo>
                  <a:lnTo>
                    <a:pt x="1681225" y="1080537"/>
                  </a:lnTo>
                  <a:lnTo>
                    <a:pt x="1751570" y="1094461"/>
                  </a:lnTo>
                  <a:lnTo>
                    <a:pt x="1821914" y="1107288"/>
                  </a:lnTo>
                  <a:lnTo>
                    <a:pt x="1892259" y="1119103"/>
                  </a:lnTo>
                  <a:lnTo>
                    <a:pt x="1962603" y="1129988"/>
                  </a:lnTo>
                  <a:lnTo>
                    <a:pt x="2032948" y="1140014"/>
                  </a:lnTo>
                  <a:lnTo>
                    <a:pt x="2103292" y="1149251"/>
                  </a:lnTo>
                  <a:lnTo>
                    <a:pt x="2173637" y="1157759"/>
                  </a:lnTo>
                  <a:lnTo>
                    <a:pt x="2243981" y="1165597"/>
                  </a:lnTo>
                  <a:lnTo>
                    <a:pt x="2314326" y="1172817"/>
                  </a:lnTo>
                  <a:lnTo>
                    <a:pt x="2384670" y="1179468"/>
                  </a:lnTo>
                  <a:lnTo>
                    <a:pt x="2455015" y="1185595"/>
                  </a:lnTo>
                  <a:lnTo>
                    <a:pt x="2525359" y="1191238"/>
                  </a:lnTo>
                  <a:lnTo>
                    <a:pt x="2595704" y="1196437"/>
                  </a:lnTo>
                  <a:lnTo>
                    <a:pt x="2666048" y="1201227"/>
                  </a:lnTo>
                  <a:lnTo>
                    <a:pt x="2736393" y="1205638"/>
                  </a:lnTo>
                  <a:lnTo>
                    <a:pt x="2806737" y="1209702"/>
                  </a:lnTo>
                  <a:lnTo>
                    <a:pt x="2877082" y="1213446"/>
                  </a:lnTo>
                  <a:lnTo>
                    <a:pt x="2947426" y="1216895"/>
                  </a:lnTo>
                  <a:lnTo>
                    <a:pt x="3017771" y="1220072"/>
                  </a:lnTo>
                  <a:lnTo>
                    <a:pt x="3088115" y="1222998"/>
                  </a:lnTo>
                  <a:lnTo>
                    <a:pt x="3158460" y="1225694"/>
                  </a:lnTo>
                  <a:lnTo>
                    <a:pt x="3228804" y="1228177"/>
                  </a:lnTo>
                  <a:lnTo>
                    <a:pt x="3299149" y="1230465"/>
                  </a:lnTo>
                  <a:lnTo>
                    <a:pt x="3369493" y="1232572"/>
                  </a:lnTo>
                  <a:lnTo>
                    <a:pt x="3439838" y="1234514"/>
                  </a:lnTo>
                  <a:lnTo>
                    <a:pt x="3510182" y="1236302"/>
                  </a:lnTo>
                  <a:lnTo>
                    <a:pt x="3580527" y="1237949"/>
                  </a:lnTo>
                  <a:lnTo>
                    <a:pt x="3650871" y="1239466"/>
                  </a:lnTo>
                  <a:lnTo>
                    <a:pt x="3721216" y="1240864"/>
                  </a:lnTo>
                  <a:lnTo>
                    <a:pt x="3791560" y="1242152"/>
                  </a:lnTo>
                  <a:lnTo>
                    <a:pt x="3861905" y="1243338"/>
                  </a:lnTo>
                  <a:lnTo>
                    <a:pt x="3932249" y="1244431"/>
                  </a:lnTo>
                  <a:lnTo>
                    <a:pt x="4002594" y="1245437"/>
                  </a:lnTo>
                  <a:lnTo>
                    <a:pt x="4072938" y="1246365"/>
                  </a:lnTo>
                  <a:lnTo>
                    <a:pt x="4143282" y="1247219"/>
                  </a:lnTo>
                  <a:lnTo>
                    <a:pt x="4213627" y="1248006"/>
                  </a:lnTo>
                  <a:lnTo>
                    <a:pt x="4283971" y="1248730"/>
                  </a:lnTo>
                  <a:lnTo>
                    <a:pt x="4354316" y="1249398"/>
                  </a:lnTo>
                  <a:lnTo>
                    <a:pt x="4424660" y="1250013"/>
                  </a:lnTo>
                  <a:lnTo>
                    <a:pt x="4495005" y="1250580"/>
                  </a:lnTo>
                  <a:lnTo>
                    <a:pt x="4565349" y="1251102"/>
                  </a:lnTo>
                  <a:lnTo>
                    <a:pt x="4635694" y="1251582"/>
                  </a:lnTo>
                  <a:lnTo>
                    <a:pt x="4706038" y="1252025"/>
                  </a:lnTo>
                  <a:lnTo>
                    <a:pt x="4776383" y="1252433"/>
                  </a:lnTo>
                  <a:lnTo>
                    <a:pt x="4846727" y="1252809"/>
                  </a:lnTo>
                  <a:lnTo>
                    <a:pt x="4917072" y="1253155"/>
                  </a:lnTo>
                  <a:lnTo>
                    <a:pt x="4987416" y="1253474"/>
                  </a:lnTo>
                  <a:lnTo>
                    <a:pt x="5057761" y="1253768"/>
                  </a:lnTo>
                  <a:lnTo>
                    <a:pt x="5128105" y="12540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300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037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42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24230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7925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3428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8930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433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9057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7299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2802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830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250689" y="4944909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6969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2.71 (1.63-4.51), p_Bonf = &lt;0.001 (n = 6)  |  per IQR decline (Δ = 28.1 %): 16.47 (3.96-68.58)  |  IQR: [-30.1, -2.1]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2026-07-22T08:00:25Z</dcterms:modified>
  <cp:category/>
</cp:coreProperties>
</file>