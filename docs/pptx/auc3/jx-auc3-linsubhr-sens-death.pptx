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2.71 (1.63-4.51), p_Bonf = &lt;0.001 (n = 6)  |  per IQR decline (Δ = 28.1 %): 16.47 (3.96-68.58)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2026-07-19T08:45:48Z</dcterms:modified>
  <cp:category/>
</cp:coreProperties>
</file>