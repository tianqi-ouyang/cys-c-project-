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152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878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60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9331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015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2742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0468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8195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817517" y="2547109"/>
              <a:ext cx="7392041" cy="2842380"/>
            </a:xfrm>
            <a:custGeom>
              <a:avLst/>
              <a:pathLst>
                <a:path w="7392041" h="2842380">
                  <a:moveTo>
                    <a:pt x="0" y="0"/>
                  </a:moveTo>
                  <a:lnTo>
                    <a:pt x="53901" y="62990"/>
                  </a:lnTo>
                  <a:lnTo>
                    <a:pt x="131145" y="150574"/>
                  </a:lnTo>
                  <a:lnTo>
                    <a:pt x="208389" y="235556"/>
                  </a:lnTo>
                  <a:lnTo>
                    <a:pt x="285632" y="318013"/>
                  </a:lnTo>
                  <a:lnTo>
                    <a:pt x="362876" y="398019"/>
                  </a:lnTo>
                  <a:lnTo>
                    <a:pt x="440119" y="475647"/>
                  </a:lnTo>
                  <a:lnTo>
                    <a:pt x="517363" y="550968"/>
                  </a:lnTo>
                  <a:lnTo>
                    <a:pt x="594606" y="624051"/>
                  </a:lnTo>
                  <a:lnTo>
                    <a:pt x="671850" y="694962"/>
                  </a:lnTo>
                  <a:lnTo>
                    <a:pt x="749094" y="763765"/>
                  </a:lnTo>
                  <a:lnTo>
                    <a:pt x="826337" y="830524"/>
                  </a:lnTo>
                  <a:lnTo>
                    <a:pt x="903581" y="895299"/>
                  </a:lnTo>
                  <a:lnTo>
                    <a:pt x="980824" y="958149"/>
                  </a:lnTo>
                  <a:lnTo>
                    <a:pt x="1058068" y="1019131"/>
                  </a:lnTo>
                  <a:lnTo>
                    <a:pt x="1135311" y="1078301"/>
                  </a:lnTo>
                  <a:lnTo>
                    <a:pt x="1212555" y="1135712"/>
                  </a:lnTo>
                  <a:lnTo>
                    <a:pt x="1289799" y="1191417"/>
                  </a:lnTo>
                  <a:lnTo>
                    <a:pt x="1367042" y="1245467"/>
                  </a:lnTo>
                  <a:lnTo>
                    <a:pt x="1444286" y="1297910"/>
                  </a:lnTo>
                  <a:lnTo>
                    <a:pt x="1521529" y="1348795"/>
                  </a:lnTo>
                  <a:lnTo>
                    <a:pt x="1598773" y="1398168"/>
                  </a:lnTo>
                  <a:lnTo>
                    <a:pt x="1676016" y="1446073"/>
                  </a:lnTo>
                  <a:lnTo>
                    <a:pt x="1753260" y="1492555"/>
                  </a:lnTo>
                  <a:lnTo>
                    <a:pt x="1830504" y="1537655"/>
                  </a:lnTo>
                  <a:lnTo>
                    <a:pt x="1907747" y="1581415"/>
                  </a:lnTo>
                  <a:lnTo>
                    <a:pt x="1984991" y="1623875"/>
                  </a:lnTo>
                  <a:lnTo>
                    <a:pt x="2062234" y="1665072"/>
                  </a:lnTo>
                  <a:lnTo>
                    <a:pt x="2139478" y="1705046"/>
                  </a:lnTo>
                  <a:lnTo>
                    <a:pt x="2216721" y="1743831"/>
                  </a:lnTo>
                  <a:lnTo>
                    <a:pt x="2293965" y="1781464"/>
                  </a:lnTo>
                  <a:lnTo>
                    <a:pt x="2371209" y="1817978"/>
                  </a:lnTo>
                  <a:lnTo>
                    <a:pt x="2448452" y="1853407"/>
                  </a:lnTo>
                  <a:lnTo>
                    <a:pt x="2525696" y="1887784"/>
                  </a:lnTo>
                  <a:lnTo>
                    <a:pt x="2602939" y="1921139"/>
                  </a:lnTo>
                  <a:lnTo>
                    <a:pt x="2680183" y="1953502"/>
                  </a:lnTo>
                  <a:lnTo>
                    <a:pt x="2757426" y="1984904"/>
                  </a:lnTo>
                  <a:lnTo>
                    <a:pt x="2834670" y="2015372"/>
                  </a:lnTo>
                  <a:lnTo>
                    <a:pt x="2911914" y="2044935"/>
                  </a:lnTo>
                  <a:lnTo>
                    <a:pt x="2989157" y="2073620"/>
                  </a:lnTo>
                  <a:lnTo>
                    <a:pt x="3066401" y="2101452"/>
                  </a:lnTo>
                  <a:lnTo>
                    <a:pt x="3143644" y="2128456"/>
                  </a:lnTo>
                  <a:lnTo>
                    <a:pt x="3220888" y="2154659"/>
                  </a:lnTo>
                  <a:lnTo>
                    <a:pt x="3298131" y="2180082"/>
                  </a:lnTo>
                  <a:lnTo>
                    <a:pt x="3375375" y="2190822"/>
                  </a:lnTo>
                  <a:lnTo>
                    <a:pt x="3452619" y="2201086"/>
                  </a:lnTo>
                  <a:lnTo>
                    <a:pt x="3529862" y="2211221"/>
                  </a:lnTo>
                  <a:lnTo>
                    <a:pt x="3607106" y="2221229"/>
                  </a:lnTo>
                  <a:lnTo>
                    <a:pt x="3684349" y="2231112"/>
                  </a:lnTo>
                  <a:lnTo>
                    <a:pt x="3761593" y="2240871"/>
                  </a:lnTo>
                  <a:lnTo>
                    <a:pt x="3838836" y="2250507"/>
                  </a:lnTo>
                  <a:lnTo>
                    <a:pt x="3916080" y="2260023"/>
                  </a:lnTo>
                  <a:lnTo>
                    <a:pt x="3993324" y="2269420"/>
                  </a:lnTo>
                  <a:lnTo>
                    <a:pt x="4070567" y="2278699"/>
                  </a:lnTo>
                  <a:lnTo>
                    <a:pt x="4147811" y="2287862"/>
                  </a:lnTo>
                  <a:lnTo>
                    <a:pt x="4225054" y="2296910"/>
                  </a:lnTo>
                  <a:lnTo>
                    <a:pt x="4302298" y="2305845"/>
                  </a:lnTo>
                  <a:lnTo>
                    <a:pt x="4379541" y="2314667"/>
                  </a:lnTo>
                  <a:lnTo>
                    <a:pt x="4456785" y="2323380"/>
                  </a:lnTo>
                  <a:lnTo>
                    <a:pt x="4534029" y="2331983"/>
                  </a:lnTo>
                  <a:lnTo>
                    <a:pt x="4611272" y="2340478"/>
                  </a:lnTo>
                  <a:lnTo>
                    <a:pt x="4688516" y="2348867"/>
                  </a:lnTo>
                  <a:lnTo>
                    <a:pt x="4765759" y="2357151"/>
                  </a:lnTo>
                  <a:lnTo>
                    <a:pt x="4843003" y="2365331"/>
                  </a:lnTo>
                  <a:lnTo>
                    <a:pt x="4920246" y="2373408"/>
                  </a:lnTo>
                  <a:lnTo>
                    <a:pt x="4997490" y="2381385"/>
                  </a:lnTo>
                  <a:lnTo>
                    <a:pt x="5074734" y="2389261"/>
                  </a:lnTo>
                  <a:lnTo>
                    <a:pt x="5151977" y="2397039"/>
                  </a:lnTo>
                  <a:lnTo>
                    <a:pt x="5229221" y="2404719"/>
                  </a:lnTo>
                  <a:lnTo>
                    <a:pt x="5306464" y="2412303"/>
                  </a:lnTo>
                  <a:lnTo>
                    <a:pt x="5383708" y="2419792"/>
                  </a:lnTo>
                  <a:lnTo>
                    <a:pt x="5460951" y="2427188"/>
                  </a:lnTo>
                  <a:lnTo>
                    <a:pt x="5538195" y="2434490"/>
                  </a:lnTo>
                  <a:lnTo>
                    <a:pt x="5615439" y="2441702"/>
                  </a:lnTo>
                  <a:lnTo>
                    <a:pt x="5692682" y="2448822"/>
                  </a:lnTo>
                  <a:lnTo>
                    <a:pt x="5769926" y="2455854"/>
                  </a:lnTo>
                  <a:lnTo>
                    <a:pt x="5847169" y="2462798"/>
                  </a:lnTo>
                  <a:lnTo>
                    <a:pt x="5924413" y="2469654"/>
                  </a:lnTo>
                  <a:lnTo>
                    <a:pt x="6001656" y="2476425"/>
                  </a:lnTo>
                  <a:lnTo>
                    <a:pt x="6078900" y="2483111"/>
                  </a:lnTo>
                  <a:lnTo>
                    <a:pt x="6156144" y="2489713"/>
                  </a:lnTo>
                  <a:lnTo>
                    <a:pt x="6233387" y="2496232"/>
                  </a:lnTo>
                  <a:lnTo>
                    <a:pt x="6310631" y="2502670"/>
                  </a:lnTo>
                  <a:lnTo>
                    <a:pt x="6387874" y="2509027"/>
                  </a:lnTo>
                  <a:lnTo>
                    <a:pt x="6465118" y="2515305"/>
                  </a:lnTo>
                  <a:lnTo>
                    <a:pt x="6542361" y="2521504"/>
                  </a:lnTo>
                  <a:lnTo>
                    <a:pt x="6619605" y="2527625"/>
                  </a:lnTo>
                  <a:lnTo>
                    <a:pt x="6696849" y="2533669"/>
                  </a:lnTo>
                  <a:lnTo>
                    <a:pt x="6774092" y="2539638"/>
                  </a:lnTo>
                  <a:lnTo>
                    <a:pt x="6851336" y="2545532"/>
                  </a:lnTo>
                  <a:lnTo>
                    <a:pt x="6928579" y="2551352"/>
                  </a:lnTo>
                  <a:lnTo>
                    <a:pt x="7005823" y="2557099"/>
                  </a:lnTo>
                  <a:lnTo>
                    <a:pt x="7083066" y="2562775"/>
                  </a:lnTo>
                  <a:lnTo>
                    <a:pt x="7160310" y="2568379"/>
                  </a:lnTo>
                  <a:lnTo>
                    <a:pt x="7237554" y="2573913"/>
                  </a:lnTo>
                  <a:lnTo>
                    <a:pt x="7314797" y="2579377"/>
                  </a:lnTo>
                  <a:lnTo>
                    <a:pt x="7392041" y="2584774"/>
                  </a:lnTo>
                  <a:lnTo>
                    <a:pt x="7392041" y="2842380"/>
                  </a:lnTo>
                  <a:lnTo>
                    <a:pt x="7314797" y="2837241"/>
                  </a:lnTo>
                  <a:lnTo>
                    <a:pt x="7237554" y="2831946"/>
                  </a:lnTo>
                  <a:lnTo>
                    <a:pt x="7160310" y="2826488"/>
                  </a:lnTo>
                  <a:lnTo>
                    <a:pt x="7083066" y="2820863"/>
                  </a:lnTo>
                  <a:lnTo>
                    <a:pt x="7005823" y="2815066"/>
                  </a:lnTo>
                  <a:lnTo>
                    <a:pt x="6928579" y="2809091"/>
                  </a:lnTo>
                  <a:lnTo>
                    <a:pt x="6851336" y="2802933"/>
                  </a:lnTo>
                  <a:lnTo>
                    <a:pt x="6774092" y="2796586"/>
                  </a:lnTo>
                  <a:lnTo>
                    <a:pt x="6696849" y="2790045"/>
                  </a:lnTo>
                  <a:lnTo>
                    <a:pt x="6619605" y="2783304"/>
                  </a:lnTo>
                  <a:lnTo>
                    <a:pt x="6542361" y="2776356"/>
                  </a:lnTo>
                  <a:lnTo>
                    <a:pt x="6465118" y="2769196"/>
                  </a:lnTo>
                  <a:lnTo>
                    <a:pt x="6387874" y="2761816"/>
                  </a:lnTo>
                  <a:lnTo>
                    <a:pt x="6310631" y="2754210"/>
                  </a:lnTo>
                  <a:lnTo>
                    <a:pt x="6233387" y="2746371"/>
                  </a:lnTo>
                  <a:lnTo>
                    <a:pt x="6156144" y="2738293"/>
                  </a:lnTo>
                  <a:lnTo>
                    <a:pt x="6078900" y="2729966"/>
                  </a:lnTo>
                  <a:lnTo>
                    <a:pt x="6001656" y="2721385"/>
                  </a:lnTo>
                  <a:lnTo>
                    <a:pt x="5924413" y="2712541"/>
                  </a:lnTo>
                  <a:lnTo>
                    <a:pt x="5847169" y="2703426"/>
                  </a:lnTo>
                  <a:lnTo>
                    <a:pt x="5769926" y="2694031"/>
                  </a:lnTo>
                  <a:lnTo>
                    <a:pt x="5692682" y="2684349"/>
                  </a:lnTo>
                  <a:lnTo>
                    <a:pt x="5615439" y="2674371"/>
                  </a:lnTo>
                  <a:lnTo>
                    <a:pt x="5538195" y="2664087"/>
                  </a:lnTo>
                  <a:lnTo>
                    <a:pt x="5460951" y="2653487"/>
                  </a:lnTo>
                  <a:lnTo>
                    <a:pt x="5383708" y="2642563"/>
                  </a:lnTo>
                  <a:lnTo>
                    <a:pt x="5306464" y="2631305"/>
                  </a:lnTo>
                  <a:lnTo>
                    <a:pt x="5229221" y="2619702"/>
                  </a:lnTo>
                  <a:lnTo>
                    <a:pt x="5151977" y="2607743"/>
                  </a:lnTo>
                  <a:lnTo>
                    <a:pt x="5074734" y="2595418"/>
                  </a:lnTo>
                  <a:lnTo>
                    <a:pt x="4997490" y="2582716"/>
                  </a:lnTo>
                  <a:lnTo>
                    <a:pt x="4920246" y="2569624"/>
                  </a:lnTo>
                  <a:lnTo>
                    <a:pt x="4843003" y="2556132"/>
                  </a:lnTo>
                  <a:lnTo>
                    <a:pt x="4765759" y="2542226"/>
                  </a:lnTo>
                  <a:lnTo>
                    <a:pt x="4688516" y="2527895"/>
                  </a:lnTo>
                  <a:lnTo>
                    <a:pt x="4611272" y="2513124"/>
                  </a:lnTo>
                  <a:lnTo>
                    <a:pt x="4534029" y="2497901"/>
                  </a:lnTo>
                  <a:lnTo>
                    <a:pt x="4456785" y="2482212"/>
                  </a:lnTo>
                  <a:lnTo>
                    <a:pt x="4379541" y="2466042"/>
                  </a:lnTo>
                  <a:lnTo>
                    <a:pt x="4302298" y="2449377"/>
                  </a:lnTo>
                  <a:lnTo>
                    <a:pt x="4225054" y="2432202"/>
                  </a:lnTo>
                  <a:lnTo>
                    <a:pt x="4147811" y="2414500"/>
                  </a:lnTo>
                  <a:lnTo>
                    <a:pt x="4070567" y="2396257"/>
                  </a:lnTo>
                  <a:lnTo>
                    <a:pt x="3993324" y="2377454"/>
                  </a:lnTo>
                  <a:lnTo>
                    <a:pt x="3916080" y="2358076"/>
                  </a:lnTo>
                  <a:lnTo>
                    <a:pt x="3838836" y="2338104"/>
                  </a:lnTo>
                  <a:lnTo>
                    <a:pt x="3761593" y="2317520"/>
                  </a:lnTo>
                  <a:lnTo>
                    <a:pt x="3684349" y="2296306"/>
                  </a:lnTo>
                  <a:lnTo>
                    <a:pt x="3607106" y="2274442"/>
                  </a:lnTo>
                  <a:lnTo>
                    <a:pt x="3529862" y="2251909"/>
                  </a:lnTo>
                  <a:lnTo>
                    <a:pt x="3452619" y="2228685"/>
                  </a:lnTo>
                  <a:lnTo>
                    <a:pt x="3375375" y="2204750"/>
                  </a:lnTo>
                  <a:lnTo>
                    <a:pt x="3298131" y="2180428"/>
                  </a:lnTo>
                  <a:lnTo>
                    <a:pt x="3220888" y="2169903"/>
                  </a:lnTo>
                  <a:lnTo>
                    <a:pt x="3143644" y="2159244"/>
                  </a:lnTo>
                  <a:lnTo>
                    <a:pt x="3066401" y="2148449"/>
                  </a:lnTo>
                  <a:lnTo>
                    <a:pt x="2989157" y="2137518"/>
                  </a:lnTo>
                  <a:lnTo>
                    <a:pt x="2911914" y="2126448"/>
                  </a:lnTo>
                  <a:lnTo>
                    <a:pt x="2834670" y="2115237"/>
                  </a:lnTo>
                  <a:lnTo>
                    <a:pt x="2757426" y="2103884"/>
                  </a:lnTo>
                  <a:lnTo>
                    <a:pt x="2680183" y="2092388"/>
                  </a:lnTo>
                  <a:lnTo>
                    <a:pt x="2602939" y="2080745"/>
                  </a:lnTo>
                  <a:lnTo>
                    <a:pt x="2525696" y="2068955"/>
                  </a:lnTo>
                  <a:lnTo>
                    <a:pt x="2448452" y="2057015"/>
                  </a:lnTo>
                  <a:lnTo>
                    <a:pt x="2371209" y="2044924"/>
                  </a:lnTo>
                  <a:lnTo>
                    <a:pt x="2293965" y="2032679"/>
                  </a:lnTo>
                  <a:lnTo>
                    <a:pt x="2216721" y="2020279"/>
                  </a:lnTo>
                  <a:lnTo>
                    <a:pt x="2139478" y="2007722"/>
                  </a:lnTo>
                  <a:lnTo>
                    <a:pt x="2062234" y="1995005"/>
                  </a:lnTo>
                  <a:lnTo>
                    <a:pt x="1984991" y="1982127"/>
                  </a:lnTo>
                  <a:lnTo>
                    <a:pt x="1907747" y="1969086"/>
                  </a:lnTo>
                  <a:lnTo>
                    <a:pt x="1830504" y="1955879"/>
                  </a:lnTo>
                  <a:lnTo>
                    <a:pt x="1753260" y="1942505"/>
                  </a:lnTo>
                  <a:lnTo>
                    <a:pt x="1676016" y="1928961"/>
                  </a:lnTo>
                  <a:lnTo>
                    <a:pt x="1598773" y="1915245"/>
                  </a:lnTo>
                  <a:lnTo>
                    <a:pt x="1521529" y="1901355"/>
                  </a:lnTo>
                  <a:lnTo>
                    <a:pt x="1444286" y="1887289"/>
                  </a:lnTo>
                  <a:lnTo>
                    <a:pt x="1367042" y="1873045"/>
                  </a:lnTo>
                  <a:lnTo>
                    <a:pt x="1289799" y="1858619"/>
                  </a:lnTo>
                  <a:lnTo>
                    <a:pt x="1212555" y="1844011"/>
                  </a:lnTo>
                  <a:lnTo>
                    <a:pt x="1135311" y="1829218"/>
                  </a:lnTo>
                  <a:lnTo>
                    <a:pt x="1058068" y="1814237"/>
                  </a:lnTo>
                  <a:lnTo>
                    <a:pt x="980824" y="1799065"/>
                  </a:lnTo>
                  <a:lnTo>
                    <a:pt x="903581" y="1783702"/>
                  </a:lnTo>
                  <a:lnTo>
                    <a:pt x="826337" y="1768143"/>
                  </a:lnTo>
                  <a:lnTo>
                    <a:pt x="749094" y="1752387"/>
                  </a:lnTo>
                  <a:lnTo>
                    <a:pt x="671850" y="1736432"/>
                  </a:lnTo>
                  <a:lnTo>
                    <a:pt x="594606" y="1720273"/>
                  </a:lnTo>
                  <a:lnTo>
                    <a:pt x="517363" y="1703910"/>
                  </a:lnTo>
                  <a:lnTo>
                    <a:pt x="440119" y="1687339"/>
                  </a:lnTo>
                  <a:lnTo>
                    <a:pt x="362876" y="1670558"/>
                  </a:lnTo>
                  <a:lnTo>
                    <a:pt x="285632" y="1653564"/>
                  </a:lnTo>
                  <a:lnTo>
                    <a:pt x="208389" y="1636355"/>
                  </a:lnTo>
                  <a:lnTo>
                    <a:pt x="131145" y="1618927"/>
                  </a:lnTo>
                  <a:lnTo>
                    <a:pt x="53901" y="1601278"/>
                  </a:lnTo>
                  <a:lnTo>
                    <a:pt x="0" y="158880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547109"/>
              <a:ext cx="7392041" cy="2584774"/>
            </a:xfrm>
            <a:custGeom>
              <a:avLst/>
              <a:pathLst>
                <a:path w="7392041" h="2584774">
                  <a:moveTo>
                    <a:pt x="0" y="0"/>
                  </a:moveTo>
                  <a:lnTo>
                    <a:pt x="53901" y="62990"/>
                  </a:lnTo>
                  <a:lnTo>
                    <a:pt x="131145" y="150574"/>
                  </a:lnTo>
                  <a:lnTo>
                    <a:pt x="208389" y="235556"/>
                  </a:lnTo>
                  <a:lnTo>
                    <a:pt x="285632" y="318013"/>
                  </a:lnTo>
                  <a:lnTo>
                    <a:pt x="362876" y="398019"/>
                  </a:lnTo>
                  <a:lnTo>
                    <a:pt x="440119" y="475647"/>
                  </a:lnTo>
                  <a:lnTo>
                    <a:pt x="517363" y="550968"/>
                  </a:lnTo>
                  <a:lnTo>
                    <a:pt x="594606" y="624051"/>
                  </a:lnTo>
                  <a:lnTo>
                    <a:pt x="671850" y="694962"/>
                  </a:lnTo>
                  <a:lnTo>
                    <a:pt x="749094" y="763765"/>
                  </a:lnTo>
                  <a:lnTo>
                    <a:pt x="826337" y="830524"/>
                  </a:lnTo>
                  <a:lnTo>
                    <a:pt x="903581" y="895299"/>
                  </a:lnTo>
                  <a:lnTo>
                    <a:pt x="980824" y="958149"/>
                  </a:lnTo>
                  <a:lnTo>
                    <a:pt x="1058068" y="1019131"/>
                  </a:lnTo>
                  <a:lnTo>
                    <a:pt x="1135311" y="1078301"/>
                  </a:lnTo>
                  <a:lnTo>
                    <a:pt x="1212555" y="1135712"/>
                  </a:lnTo>
                  <a:lnTo>
                    <a:pt x="1289799" y="1191417"/>
                  </a:lnTo>
                  <a:lnTo>
                    <a:pt x="1367042" y="1245467"/>
                  </a:lnTo>
                  <a:lnTo>
                    <a:pt x="1444286" y="1297910"/>
                  </a:lnTo>
                  <a:lnTo>
                    <a:pt x="1521529" y="1348795"/>
                  </a:lnTo>
                  <a:lnTo>
                    <a:pt x="1598773" y="1398168"/>
                  </a:lnTo>
                  <a:lnTo>
                    <a:pt x="1676016" y="1446073"/>
                  </a:lnTo>
                  <a:lnTo>
                    <a:pt x="1753260" y="1492555"/>
                  </a:lnTo>
                  <a:lnTo>
                    <a:pt x="1830504" y="1537655"/>
                  </a:lnTo>
                  <a:lnTo>
                    <a:pt x="1907747" y="1581415"/>
                  </a:lnTo>
                  <a:lnTo>
                    <a:pt x="1984991" y="1623875"/>
                  </a:lnTo>
                  <a:lnTo>
                    <a:pt x="2062234" y="1665072"/>
                  </a:lnTo>
                  <a:lnTo>
                    <a:pt x="2139478" y="1705046"/>
                  </a:lnTo>
                  <a:lnTo>
                    <a:pt x="2216721" y="1743831"/>
                  </a:lnTo>
                  <a:lnTo>
                    <a:pt x="2293965" y="1781464"/>
                  </a:lnTo>
                  <a:lnTo>
                    <a:pt x="2371209" y="1817978"/>
                  </a:lnTo>
                  <a:lnTo>
                    <a:pt x="2448452" y="1853407"/>
                  </a:lnTo>
                  <a:lnTo>
                    <a:pt x="2525696" y="1887784"/>
                  </a:lnTo>
                  <a:lnTo>
                    <a:pt x="2602939" y="1921139"/>
                  </a:lnTo>
                  <a:lnTo>
                    <a:pt x="2680183" y="1953502"/>
                  </a:lnTo>
                  <a:lnTo>
                    <a:pt x="2757426" y="1984904"/>
                  </a:lnTo>
                  <a:lnTo>
                    <a:pt x="2834670" y="2015372"/>
                  </a:lnTo>
                  <a:lnTo>
                    <a:pt x="2911914" y="2044935"/>
                  </a:lnTo>
                  <a:lnTo>
                    <a:pt x="2989157" y="2073620"/>
                  </a:lnTo>
                  <a:lnTo>
                    <a:pt x="3066401" y="2101452"/>
                  </a:lnTo>
                  <a:lnTo>
                    <a:pt x="3143644" y="2128456"/>
                  </a:lnTo>
                  <a:lnTo>
                    <a:pt x="3220888" y="2154659"/>
                  </a:lnTo>
                  <a:lnTo>
                    <a:pt x="3298131" y="2180082"/>
                  </a:lnTo>
                  <a:lnTo>
                    <a:pt x="3375375" y="2190822"/>
                  </a:lnTo>
                  <a:lnTo>
                    <a:pt x="3452619" y="2201086"/>
                  </a:lnTo>
                  <a:lnTo>
                    <a:pt x="3529862" y="2211221"/>
                  </a:lnTo>
                  <a:lnTo>
                    <a:pt x="3607106" y="2221229"/>
                  </a:lnTo>
                  <a:lnTo>
                    <a:pt x="3684349" y="2231112"/>
                  </a:lnTo>
                  <a:lnTo>
                    <a:pt x="3761593" y="2240871"/>
                  </a:lnTo>
                  <a:lnTo>
                    <a:pt x="3838836" y="2250507"/>
                  </a:lnTo>
                  <a:lnTo>
                    <a:pt x="3916080" y="2260023"/>
                  </a:lnTo>
                  <a:lnTo>
                    <a:pt x="3993324" y="2269420"/>
                  </a:lnTo>
                  <a:lnTo>
                    <a:pt x="4070567" y="2278699"/>
                  </a:lnTo>
                  <a:lnTo>
                    <a:pt x="4147811" y="2287862"/>
                  </a:lnTo>
                  <a:lnTo>
                    <a:pt x="4225054" y="2296910"/>
                  </a:lnTo>
                  <a:lnTo>
                    <a:pt x="4302298" y="2305845"/>
                  </a:lnTo>
                  <a:lnTo>
                    <a:pt x="4379541" y="2314667"/>
                  </a:lnTo>
                  <a:lnTo>
                    <a:pt x="4456785" y="2323380"/>
                  </a:lnTo>
                  <a:lnTo>
                    <a:pt x="4534029" y="2331983"/>
                  </a:lnTo>
                  <a:lnTo>
                    <a:pt x="4611272" y="2340478"/>
                  </a:lnTo>
                  <a:lnTo>
                    <a:pt x="4688516" y="2348867"/>
                  </a:lnTo>
                  <a:lnTo>
                    <a:pt x="4765759" y="2357151"/>
                  </a:lnTo>
                  <a:lnTo>
                    <a:pt x="4843003" y="2365331"/>
                  </a:lnTo>
                  <a:lnTo>
                    <a:pt x="4920246" y="2373408"/>
                  </a:lnTo>
                  <a:lnTo>
                    <a:pt x="4997490" y="2381385"/>
                  </a:lnTo>
                  <a:lnTo>
                    <a:pt x="5074734" y="2389261"/>
                  </a:lnTo>
                  <a:lnTo>
                    <a:pt x="5151977" y="2397039"/>
                  </a:lnTo>
                  <a:lnTo>
                    <a:pt x="5229221" y="2404719"/>
                  </a:lnTo>
                  <a:lnTo>
                    <a:pt x="5306464" y="2412303"/>
                  </a:lnTo>
                  <a:lnTo>
                    <a:pt x="5383708" y="2419792"/>
                  </a:lnTo>
                  <a:lnTo>
                    <a:pt x="5460951" y="2427188"/>
                  </a:lnTo>
                  <a:lnTo>
                    <a:pt x="5538195" y="2434490"/>
                  </a:lnTo>
                  <a:lnTo>
                    <a:pt x="5615439" y="2441702"/>
                  </a:lnTo>
                  <a:lnTo>
                    <a:pt x="5692682" y="2448822"/>
                  </a:lnTo>
                  <a:lnTo>
                    <a:pt x="5769926" y="2455854"/>
                  </a:lnTo>
                  <a:lnTo>
                    <a:pt x="5847169" y="2462798"/>
                  </a:lnTo>
                  <a:lnTo>
                    <a:pt x="5924413" y="2469654"/>
                  </a:lnTo>
                  <a:lnTo>
                    <a:pt x="6001656" y="2476425"/>
                  </a:lnTo>
                  <a:lnTo>
                    <a:pt x="6078900" y="2483111"/>
                  </a:lnTo>
                  <a:lnTo>
                    <a:pt x="6156144" y="2489713"/>
                  </a:lnTo>
                  <a:lnTo>
                    <a:pt x="6233387" y="2496232"/>
                  </a:lnTo>
                  <a:lnTo>
                    <a:pt x="6310631" y="2502670"/>
                  </a:lnTo>
                  <a:lnTo>
                    <a:pt x="6387874" y="2509027"/>
                  </a:lnTo>
                  <a:lnTo>
                    <a:pt x="6465118" y="2515305"/>
                  </a:lnTo>
                  <a:lnTo>
                    <a:pt x="6542361" y="2521504"/>
                  </a:lnTo>
                  <a:lnTo>
                    <a:pt x="6619605" y="2527625"/>
                  </a:lnTo>
                  <a:lnTo>
                    <a:pt x="6696849" y="2533669"/>
                  </a:lnTo>
                  <a:lnTo>
                    <a:pt x="6774092" y="2539638"/>
                  </a:lnTo>
                  <a:lnTo>
                    <a:pt x="6851336" y="2545532"/>
                  </a:lnTo>
                  <a:lnTo>
                    <a:pt x="6928579" y="2551352"/>
                  </a:lnTo>
                  <a:lnTo>
                    <a:pt x="7005823" y="2557099"/>
                  </a:lnTo>
                  <a:lnTo>
                    <a:pt x="7083066" y="2562775"/>
                  </a:lnTo>
                  <a:lnTo>
                    <a:pt x="7160310" y="2568379"/>
                  </a:lnTo>
                  <a:lnTo>
                    <a:pt x="7237554" y="2573913"/>
                  </a:lnTo>
                  <a:lnTo>
                    <a:pt x="7314797" y="2579377"/>
                  </a:lnTo>
                  <a:lnTo>
                    <a:pt x="7392041" y="258477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4135915"/>
              <a:ext cx="7392041" cy="1253573"/>
            </a:xfrm>
            <a:custGeom>
              <a:avLst/>
              <a:pathLst>
                <a:path w="7392041" h="1253573">
                  <a:moveTo>
                    <a:pt x="7392041" y="1253573"/>
                  </a:moveTo>
                  <a:lnTo>
                    <a:pt x="7314797" y="1248435"/>
                  </a:lnTo>
                  <a:lnTo>
                    <a:pt x="7237554" y="1243139"/>
                  </a:lnTo>
                  <a:lnTo>
                    <a:pt x="7160310" y="1237681"/>
                  </a:lnTo>
                  <a:lnTo>
                    <a:pt x="7083066" y="1232056"/>
                  </a:lnTo>
                  <a:lnTo>
                    <a:pt x="7005823" y="1226259"/>
                  </a:lnTo>
                  <a:lnTo>
                    <a:pt x="6928579" y="1220284"/>
                  </a:lnTo>
                  <a:lnTo>
                    <a:pt x="6851336" y="1214126"/>
                  </a:lnTo>
                  <a:lnTo>
                    <a:pt x="6774092" y="1207779"/>
                  </a:lnTo>
                  <a:lnTo>
                    <a:pt x="6696849" y="1201239"/>
                  </a:lnTo>
                  <a:lnTo>
                    <a:pt x="6619605" y="1194497"/>
                  </a:lnTo>
                  <a:lnTo>
                    <a:pt x="6542361" y="1187550"/>
                  </a:lnTo>
                  <a:lnTo>
                    <a:pt x="6465118" y="1180389"/>
                  </a:lnTo>
                  <a:lnTo>
                    <a:pt x="6387874" y="1173009"/>
                  </a:lnTo>
                  <a:lnTo>
                    <a:pt x="6310631" y="1165403"/>
                  </a:lnTo>
                  <a:lnTo>
                    <a:pt x="6233387" y="1157565"/>
                  </a:lnTo>
                  <a:lnTo>
                    <a:pt x="6156144" y="1149486"/>
                  </a:lnTo>
                  <a:lnTo>
                    <a:pt x="6078900" y="1141159"/>
                  </a:lnTo>
                  <a:lnTo>
                    <a:pt x="6001656" y="1132578"/>
                  </a:lnTo>
                  <a:lnTo>
                    <a:pt x="5924413" y="1123734"/>
                  </a:lnTo>
                  <a:lnTo>
                    <a:pt x="5847169" y="1114619"/>
                  </a:lnTo>
                  <a:lnTo>
                    <a:pt x="5769926" y="1105224"/>
                  </a:lnTo>
                  <a:lnTo>
                    <a:pt x="5692682" y="1095542"/>
                  </a:lnTo>
                  <a:lnTo>
                    <a:pt x="5615439" y="1085564"/>
                  </a:lnTo>
                  <a:lnTo>
                    <a:pt x="5538195" y="1075280"/>
                  </a:lnTo>
                  <a:lnTo>
                    <a:pt x="5460951" y="1064680"/>
                  </a:lnTo>
                  <a:lnTo>
                    <a:pt x="5383708" y="1053757"/>
                  </a:lnTo>
                  <a:lnTo>
                    <a:pt x="5306464" y="1042498"/>
                  </a:lnTo>
                  <a:lnTo>
                    <a:pt x="5229221" y="1030895"/>
                  </a:lnTo>
                  <a:lnTo>
                    <a:pt x="5151977" y="1018936"/>
                  </a:lnTo>
                  <a:lnTo>
                    <a:pt x="5074734" y="1006611"/>
                  </a:lnTo>
                  <a:lnTo>
                    <a:pt x="4997490" y="993909"/>
                  </a:lnTo>
                  <a:lnTo>
                    <a:pt x="4920246" y="980818"/>
                  </a:lnTo>
                  <a:lnTo>
                    <a:pt x="4843003" y="967325"/>
                  </a:lnTo>
                  <a:lnTo>
                    <a:pt x="4765759" y="953419"/>
                  </a:lnTo>
                  <a:lnTo>
                    <a:pt x="4688516" y="939088"/>
                  </a:lnTo>
                  <a:lnTo>
                    <a:pt x="4611272" y="924317"/>
                  </a:lnTo>
                  <a:lnTo>
                    <a:pt x="4534029" y="909094"/>
                  </a:lnTo>
                  <a:lnTo>
                    <a:pt x="4456785" y="893405"/>
                  </a:lnTo>
                  <a:lnTo>
                    <a:pt x="4379541" y="877235"/>
                  </a:lnTo>
                  <a:lnTo>
                    <a:pt x="4302298" y="860570"/>
                  </a:lnTo>
                  <a:lnTo>
                    <a:pt x="4225054" y="843395"/>
                  </a:lnTo>
                  <a:lnTo>
                    <a:pt x="4147811" y="825693"/>
                  </a:lnTo>
                  <a:lnTo>
                    <a:pt x="4070567" y="807450"/>
                  </a:lnTo>
                  <a:lnTo>
                    <a:pt x="3993324" y="788647"/>
                  </a:lnTo>
                  <a:lnTo>
                    <a:pt x="3916080" y="769269"/>
                  </a:lnTo>
                  <a:lnTo>
                    <a:pt x="3838836" y="749297"/>
                  </a:lnTo>
                  <a:lnTo>
                    <a:pt x="3761593" y="728713"/>
                  </a:lnTo>
                  <a:lnTo>
                    <a:pt x="3684349" y="707499"/>
                  </a:lnTo>
                  <a:lnTo>
                    <a:pt x="3607106" y="685636"/>
                  </a:lnTo>
                  <a:lnTo>
                    <a:pt x="3529862" y="663102"/>
                  </a:lnTo>
                  <a:lnTo>
                    <a:pt x="3452619" y="639878"/>
                  </a:lnTo>
                  <a:lnTo>
                    <a:pt x="3375375" y="615943"/>
                  </a:lnTo>
                  <a:lnTo>
                    <a:pt x="3298131" y="591622"/>
                  </a:lnTo>
                  <a:lnTo>
                    <a:pt x="3220888" y="581096"/>
                  </a:lnTo>
                  <a:lnTo>
                    <a:pt x="3143644" y="570437"/>
                  </a:lnTo>
                  <a:lnTo>
                    <a:pt x="3066401" y="559642"/>
                  </a:lnTo>
                  <a:lnTo>
                    <a:pt x="2989157" y="548711"/>
                  </a:lnTo>
                  <a:lnTo>
                    <a:pt x="2911914" y="537641"/>
                  </a:lnTo>
                  <a:lnTo>
                    <a:pt x="2834670" y="526430"/>
                  </a:lnTo>
                  <a:lnTo>
                    <a:pt x="2757426" y="515078"/>
                  </a:lnTo>
                  <a:lnTo>
                    <a:pt x="2680183" y="503581"/>
                  </a:lnTo>
                  <a:lnTo>
                    <a:pt x="2602939" y="491938"/>
                  </a:lnTo>
                  <a:lnTo>
                    <a:pt x="2525696" y="480148"/>
                  </a:lnTo>
                  <a:lnTo>
                    <a:pt x="2448452" y="468208"/>
                  </a:lnTo>
                  <a:lnTo>
                    <a:pt x="2371209" y="456117"/>
                  </a:lnTo>
                  <a:lnTo>
                    <a:pt x="2293965" y="443872"/>
                  </a:lnTo>
                  <a:lnTo>
                    <a:pt x="2216721" y="431472"/>
                  </a:lnTo>
                  <a:lnTo>
                    <a:pt x="2139478" y="418915"/>
                  </a:lnTo>
                  <a:lnTo>
                    <a:pt x="2062234" y="406198"/>
                  </a:lnTo>
                  <a:lnTo>
                    <a:pt x="1984991" y="393320"/>
                  </a:lnTo>
                  <a:lnTo>
                    <a:pt x="1907747" y="380279"/>
                  </a:lnTo>
                  <a:lnTo>
                    <a:pt x="1830504" y="367072"/>
                  </a:lnTo>
                  <a:lnTo>
                    <a:pt x="1753260" y="353698"/>
                  </a:lnTo>
                  <a:lnTo>
                    <a:pt x="1676016" y="340154"/>
                  </a:lnTo>
                  <a:lnTo>
                    <a:pt x="1598773" y="326438"/>
                  </a:lnTo>
                  <a:lnTo>
                    <a:pt x="1521529" y="312548"/>
                  </a:lnTo>
                  <a:lnTo>
                    <a:pt x="1444286" y="298482"/>
                  </a:lnTo>
                  <a:lnTo>
                    <a:pt x="1367042" y="284238"/>
                  </a:lnTo>
                  <a:lnTo>
                    <a:pt x="1289799" y="269813"/>
                  </a:lnTo>
                  <a:lnTo>
                    <a:pt x="1212555" y="255204"/>
                  </a:lnTo>
                  <a:lnTo>
                    <a:pt x="1135311" y="240411"/>
                  </a:lnTo>
                  <a:lnTo>
                    <a:pt x="1058068" y="225430"/>
                  </a:lnTo>
                  <a:lnTo>
                    <a:pt x="980824" y="210259"/>
                  </a:lnTo>
                  <a:lnTo>
                    <a:pt x="903581" y="194895"/>
                  </a:lnTo>
                  <a:lnTo>
                    <a:pt x="826337" y="179336"/>
                  </a:lnTo>
                  <a:lnTo>
                    <a:pt x="749094" y="163580"/>
                  </a:lnTo>
                  <a:lnTo>
                    <a:pt x="671850" y="147625"/>
                  </a:lnTo>
                  <a:lnTo>
                    <a:pt x="594606" y="131466"/>
                  </a:lnTo>
                  <a:lnTo>
                    <a:pt x="517363" y="115103"/>
                  </a:lnTo>
                  <a:lnTo>
                    <a:pt x="440119" y="98532"/>
                  </a:lnTo>
                  <a:lnTo>
                    <a:pt x="362876" y="81751"/>
                  </a:lnTo>
                  <a:lnTo>
                    <a:pt x="285632" y="64758"/>
                  </a:lnTo>
                  <a:lnTo>
                    <a:pt x="208389" y="47548"/>
                  </a:lnTo>
                  <a:lnTo>
                    <a:pt x="131145" y="30120"/>
                  </a:lnTo>
                  <a:lnTo>
                    <a:pt x="53901" y="1247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3488833"/>
              <a:ext cx="7392041" cy="1801283"/>
            </a:xfrm>
            <a:custGeom>
              <a:avLst/>
              <a:pathLst>
                <a:path w="7392041" h="1801283">
                  <a:moveTo>
                    <a:pt x="0" y="0"/>
                  </a:moveTo>
                  <a:lnTo>
                    <a:pt x="53901" y="30739"/>
                  </a:lnTo>
                  <a:lnTo>
                    <a:pt x="131145" y="73857"/>
                  </a:lnTo>
                  <a:lnTo>
                    <a:pt x="208389" y="116063"/>
                  </a:lnTo>
                  <a:lnTo>
                    <a:pt x="285632" y="157376"/>
                  </a:lnTo>
                  <a:lnTo>
                    <a:pt x="362876" y="197814"/>
                  </a:lnTo>
                  <a:lnTo>
                    <a:pt x="440119" y="237397"/>
                  </a:lnTo>
                  <a:lnTo>
                    <a:pt x="517363" y="276142"/>
                  </a:lnTo>
                  <a:lnTo>
                    <a:pt x="594606" y="314068"/>
                  </a:lnTo>
                  <a:lnTo>
                    <a:pt x="671850" y="351191"/>
                  </a:lnTo>
                  <a:lnTo>
                    <a:pt x="749094" y="387528"/>
                  </a:lnTo>
                  <a:lnTo>
                    <a:pt x="826337" y="423096"/>
                  </a:lnTo>
                  <a:lnTo>
                    <a:pt x="903581" y="457912"/>
                  </a:lnTo>
                  <a:lnTo>
                    <a:pt x="980824" y="491991"/>
                  </a:lnTo>
                  <a:lnTo>
                    <a:pt x="1058068" y="525349"/>
                  </a:lnTo>
                  <a:lnTo>
                    <a:pt x="1135311" y="558001"/>
                  </a:lnTo>
                  <a:lnTo>
                    <a:pt x="1212555" y="589962"/>
                  </a:lnTo>
                  <a:lnTo>
                    <a:pt x="1289799" y="621247"/>
                  </a:lnTo>
                  <a:lnTo>
                    <a:pt x="1367042" y="651870"/>
                  </a:lnTo>
                  <a:lnTo>
                    <a:pt x="1444286" y="681845"/>
                  </a:lnTo>
                  <a:lnTo>
                    <a:pt x="1521529" y="711185"/>
                  </a:lnTo>
                  <a:lnTo>
                    <a:pt x="1598773" y="739905"/>
                  </a:lnTo>
                  <a:lnTo>
                    <a:pt x="1676016" y="768017"/>
                  </a:lnTo>
                  <a:lnTo>
                    <a:pt x="1753260" y="795534"/>
                  </a:lnTo>
                  <a:lnTo>
                    <a:pt x="1830504" y="822469"/>
                  </a:lnTo>
                  <a:lnTo>
                    <a:pt x="1907747" y="848834"/>
                  </a:lnTo>
                  <a:lnTo>
                    <a:pt x="1984991" y="874641"/>
                  </a:lnTo>
                  <a:lnTo>
                    <a:pt x="2062234" y="899901"/>
                  </a:lnTo>
                  <a:lnTo>
                    <a:pt x="2139478" y="924628"/>
                  </a:lnTo>
                  <a:lnTo>
                    <a:pt x="2216721" y="948831"/>
                  </a:lnTo>
                  <a:lnTo>
                    <a:pt x="2293965" y="972522"/>
                  </a:lnTo>
                  <a:lnTo>
                    <a:pt x="2371209" y="995712"/>
                  </a:lnTo>
                  <a:lnTo>
                    <a:pt x="2448452" y="1018411"/>
                  </a:lnTo>
                  <a:lnTo>
                    <a:pt x="2525696" y="1040629"/>
                  </a:lnTo>
                  <a:lnTo>
                    <a:pt x="2602939" y="1062378"/>
                  </a:lnTo>
                  <a:lnTo>
                    <a:pt x="2680183" y="1083666"/>
                  </a:lnTo>
                  <a:lnTo>
                    <a:pt x="2757426" y="1104504"/>
                  </a:lnTo>
                  <a:lnTo>
                    <a:pt x="2834670" y="1124901"/>
                  </a:lnTo>
                  <a:lnTo>
                    <a:pt x="2911914" y="1144866"/>
                  </a:lnTo>
                  <a:lnTo>
                    <a:pt x="2989157" y="1164409"/>
                  </a:lnTo>
                  <a:lnTo>
                    <a:pt x="3066401" y="1183538"/>
                  </a:lnTo>
                  <a:lnTo>
                    <a:pt x="3143644" y="1202262"/>
                  </a:lnTo>
                  <a:lnTo>
                    <a:pt x="3220888" y="1220591"/>
                  </a:lnTo>
                  <a:lnTo>
                    <a:pt x="3298131" y="1238531"/>
                  </a:lnTo>
                  <a:lnTo>
                    <a:pt x="3375375" y="1256092"/>
                  </a:lnTo>
                  <a:lnTo>
                    <a:pt x="3452619" y="1273281"/>
                  </a:lnTo>
                  <a:lnTo>
                    <a:pt x="3529862" y="1290106"/>
                  </a:lnTo>
                  <a:lnTo>
                    <a:pt x="3607106" y="1306576"/>
                  </a:lnTo>
                  <a:lnTo>
                    <a:pt x="3684349" y="1322697"/>
                  </a:lnTo>
                  <a:lnTo>
                    <a:pt x="3761593" y="1338476"/>
                  </a:lnTo>
                  <a:lnTo>
                    <a:pt x="3838836" y="1353922"/>
                  </a:lnTo>
                  <a:lnTo>
                    <a:pt x="3916080" y="1369041"/>
                  </a:lnTo>
                  <a:lnTo>
                    <a:pt x="3993324" y="1383841"/>
                  </a:lnTo>
                  <a:lnTo>
                    <a:pt x="4070567" y="1398326"/>
                  </a:lnTo>
                  <a:lnTo>
                    <a:pt x="4147811" y="1412506"/>
                  </a:lnTo>
                  <a:lnTo>
                    <a:pt x="4225054" y="1426385"/>
                  </a:lnTo>
                  <a:lnTo>
                    <a:pt x="4302298" y="1439971"/>
                  </a:lnTo>
                  <a:lnTo>
                    <a:pt x="4379541" y="1453269"/>
                  </a:lnTo>
                  <a:lnTo>
                    <a:pt x="4456785" y="1466286"/>
                  </a:lnTo>
                  <a:lnTo>
                    <a:pt x="4534029" y="1479027"/>
                  </a:lnTo>
                  <a:lnTo>
                    <a:pt x="4611272" y="1491499"/>
                  </a:lnTo>
                  <a:lnTo>
                    <a:pt x="4688516" y="1503707"/>
                  </a:lnTo>
                  <a:lnTo>
                    <a:pt x="4765759" y="1515656"/>
                  </a:lnTo>
                  <a:lnTo>
                    <a:pt x="4843003" y="1527353"/>
                  </a:lnTo>
                  <a:lnTo>
                    <a:pt x="4920246" y="1538802"/>
                  </a:lnTo>
                  <a:lnTo>
                    <a:pt x="4997490" y="1550009"/>
                  </a:lnTo>
                  <a:lnTo>
                    <a:pt x="5074734" y="1560979"/>
                  </a:lnTo>
                  <a:lnTo>
                    <a:pt x="5151977" y="1571717"/>
                  </a:lnTo>
                  <a:lnTo>
                    <a:pt x="5229221" y="1582227"/>
                  </a:lnTo>
                  <a:lnTo>
                    <a:pt x="5306464" y="1592515"/>
                  </a:lnTo>
                  <a:lnTo>
                    <a:pt x="5383708" y="1602585"/>
                  </a:lnTo>
                  <a:lnTo>
                    <a:pt x="5460951" y="1612442"/>
                  </a:lnTo>
                  <a:lnTo>
                    <a:pt x="5538195" y="1622091"/>
                  </a:lnTo>
                  <a:lnTo>
                    <a:pt x="5615439" y="1631536"/>
                  </a:lnTo>
                  <a:lnTo>
                    <a:pt x="5692682" y="1640780"/>
                  </a:lnTo>
                  <a:lnTo>
                    <a:pt x="5769926" y="1649829"/>
                  </a:lnTo>
                  <a:lnTo>
                    <a:pt x="5847169" y="1658687"/>
                  </a:lnTo>
                  <a:lnTo>
                    <a:pt x="5924413" y="1667357"/>
                  </a:lnTo>
                  <a:lnTo>
                    <a:pt x="6001656" y="1675843"/>
                  </a:lnTo>
                  <a:lnTo>
                    <a:pt x="6078900" y="1684150"/>
                  </a:lnTo>
                  <a:lnTo>
                    <a:pt x="6156144" y="1692282"/>
                  </a:lnTo>
                  <a:lnTo>
                    <a:pt x="6233387" y="1700241"/>
                  </a:lnTo>
                  <a:lnTo>
                    <a:pt x="6310631" y="1708032"/>
                  </a:lnTo>
                  <a:lnTo>
                    <a:pt x="6387874" y="1715657"/>
                  </a:lnTo>
                  <a:lnTo>
                    <a:pt x="6465118" y="1723122"/>
                  </a:lnTo>
                  <a:lnTo>
                    <a:pt x="6542361" y="1730429"/>
                  </a:lnTo>
                  <a:lnTo>
                    <a:pt x="6619605" y="1737581"/>
                  </a:lnTo>
                  <a:lnTo>
                    <a:pt x="6696849" y="1744581"/>
                  </a:lnTo>
                  <a:lnTo>
                    <a:pt x="6774092" y="1751434"/>
                  </a:lnTo>
                  <a:lnTo>
                    <a:pt x="6851336" y="1758141"/>
                  </a:lnTo>
                  <a:lnTo>
                    <a:pt x="6928579" y="1764707"/>
                  </a:lnTo>
                  <a:lnTo>
                    <a:pt x="7005823" y="1771133"/>
                  </a:lnTo>
                  <a:lnTo>
                    <a:pt x="7083066" y="1777424"/>
                  </a:lnTo>
                  <a:lnTo>
                    <a:pt x="7160310" y="1783582"/>
                  </a:lnTo>
                  <a:lnTo>
                    <a:pt x="7237554" y="1789609"/>
                  </a:lnTo>
                  <a:lnTo>
                    <a:pt x="7314797" y="1795509"/>
                  </a:lnTo>
                  <a:lnTo>
                    <a:pt x="7392041" y="180128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1748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423864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96521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69179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41836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1.4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879271" y="5925448"/>
              <a:ext cx="167618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CKD-EPI Cr-Cys / CG ratio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899879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0.1 ratio decline: 1.28 (1.16-1.41), p_Bonf = &lt;0.001 (n = 6)  |  per IQR decline (Δ = 0.30): 2.06 (1.53-2.78)  |  IQR: [0.84, 1.14]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349968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2026-07-03T17:30:33Z</dcterms:modified>
  <cp:category/>
</cp:coreProperties>
</file>