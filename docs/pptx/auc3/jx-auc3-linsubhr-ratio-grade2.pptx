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200325"/>
              <a:ext cx="6964104" cy="1139427"/>
            </a:xfrm>
            <a:custGeom>
              <a:avLst/>
              <a:pathLst>
                <a:path w="6964104" h="1139427">
                  <a:moveTo>
                    <a:pt x="0" y="0"/>
                  </a:moveTo>
                  <a:lnTo>
                    <a:pt x="70344" y="35661"/>
                  </a:lnTo>
                  <a:lnTo>
                    <a:pt x="140688" y="70262"/>
                  </a:lnTo>
                  <a:lnTo>
                    <a:pt x="211033" y="103835"/>
                  </a:lnTo>
                  <a:lnTo>
                    <a:pt x="281377" y="136411"/>
                  </a:lnTo>
                  <a:lnTo>
                    <a:pt x="351722" y="168018"/>
                  </a:lnTo>
                  <a:lnTo>
                    <a:pt x="422066" y="198686"/>
                  </a:lnTo>
                  <a:lnTo>
                    <a:pt x="492411" y="228442"/>
                  </a:lnTo>
                  <a:lnTo>
                    <a:pt x="562755" y="257315"/>
                  </a:lnTo>
                  <a:lnTo>
                    <a:pt x="633100" y="285329"/>
                  </a:lnTo>
                  <a:lnTo>
                    <a:pt x="703444" y="312511"/>
                  </a:lnTo>
                  <a:lnTo>
                    <a:pt x="773789" y="338884"/>
                  </a:lnTo>
                  <a:lnTo>
                    <a:pt x="844133" y="364475"/>
                  </a:lnTo>
                  <a:lnTo>
                    <a:pt x="914478" y="389304"/>
                  </a:lnTo>
                  <a:lnTo>
                    <a:pt x="984822" y="413396"/>
                  </a:lnTo>
                  <a:lnTo>
                    <a:pt x="1055167" y="436772"/>
                  </a:lnTo>
                  <a:lnTo>
                    <a:pt x="1125511" y="459453"/>
                  </a:lnTo>
                  <a:lnTo>
                    <a:pt x="1195856" y="481460"/>
                  </a:lnTo>
                  <a:lnTo>
                    <a:pt x="1266200" y="502813"/>
                  </a:lnTo>
                  <a:lnTo>
                    <a:pt x="1336545" y="523531"/>
                  </a:lnTo>
                  <a:lnTo>
                    <a:pt x="1406889" y="543634"/>
                  </a:lnTo>
                  <a:lnTo>
                    <a:pt x="1477234" y="563139"/>
                  </a:lnTo>
                  <a:lnTo>
                    <a:pt x="1547578" y="582064"/>
                  </a:lnTo>
                  <a:lnTo>
                    <a:pt x="1617923" y="600428"/>
                  </a:lnTo>
                  <a:lnTo>
                    <a:pt x="1688267" y="618245"/>
                  </a:lnTo>
                  <a:lnTo>
                    <a:pt x="1758612" y="635533"/>
                  </a:lnTo>
                  <a:lnTo>
                    <a:pt x="1828956" y="652307"/>
                  </a:lnTo>
                  <a:lnTo>
                    <a:pt x="1899301" y="668583"/>
                  </a:lnTo>
                  <a:lnTo>
                    <a:pt x="1969645" y="684375"/>
                  </a:lnTo>
                  <a:lnTo>
                    <a:pt x="2039990" y="699697"/>
                  </a:lnTo>
                  <a:lnTo>
                    <a:pt x="2110334" y="714565"/>
                  </a:lnTo>
                  <a:lnTo>
                    <a:pt x="2180679" y="728990"/>
                  </a:lnTo>
                  <a:lnTo>
                    <a:pt x="2251023" y="742987"/>
                  </a:lnTo>
                  <a:lnTo>
                    <a:pt x="2321368" y="756568"/>
                  </a:lnTo>
                  <a:lnTo>
                    <a:pt x="2391712" y="769745"/>
                  </a:lnTo>
                  <a:lnTo>
                    <a:pt x="2462057" y="782530"/>
                  </a:lnTo>
                  <a:lnTo>
                    <a:pt x="2532401" y="794936"/>
                  </a:lnTo>
                  <a:lnTo>
                    <a:pt x="2602746" y="806973"/>
                  </a:lnTo>
                  <a:lnTo>
                    <a:pt x="2673090" y="818652"/>
                  </a:lnTo>
                  <a:lnTo>
                    <a:pt x="2743435" y="829984"/>
                  </a:lnTo>
                  <a:lnTo>
                    <a:pt x="2813779" y="840980"/>
                  </a:lnTo>
                  <a:lnTo>
                    <a:pt x="2884124" y="851648"/>
                  </a:lnTo>
                  <a:lnTo>
                    <a:pt x="2954468" y="862000"/>
                  </a:lnTo>
                  <a:lnTo>
                    <a:pt x="3024813" y="872044"/>
                  </a:lnTo>
                  <a:lnTo>
                    <a:pt x="3095157" y="881789"/>
                  </a:lnTo>
                  <a:lnTo>
                    <a:pt x="3165502" y="891245"/>
                  </a:lnTo>
                  <a:lnTo>
                    <a:pt x="3235846" y="900420"/>
                  </a:lnTo>
                  <a:lnTo>
                    <a:pt x="3306191" y="904295"/>
                  </a:lnTo>
                  <a:lnTo>
                    <a:pt x="3376535" y="907999"/>
                  </a:lnTo>
                  <a:lnTo>
                    <a:pt x="3446880" y="911657"/>
                  </a:lnTo>
                  <a:lnTo>
                    <a:pt x="3517224" y="915268"/>
                  </a:lnTo>
                  <a:lnTo>
                    <a:pt x="3587569" y="918835"/>
                  </a:lnTo>
                  <a:lnTo>
                    <a:pt x="3657913" y="922357"/>
                  </a:lnTo>
                  <a:lnTo>
                    <a:pt x="3728257" y="925834"/>
                  </a:lnTo>
                  <a:lnTo>
                    <a:pt x="3798602" y="929268"/>
                  </a:lnTo>
                  <a:lnTo>
                    <a:pt x="3868946" y="932659"/>
                  </a:lnTo>
                  <a:lnTo>
                    <a:pt x="3939291" y="936008"/>
                  </a:lnTo>
                  <a:lnTo>
                    <a:pt x="4009635" y="939315"/>
                  </a:lnTo>
                  <a:lnTo>
                    <a:pt x="4079980" y="942580"/>
                  </a:lnTo>
                  <a:lnTo>
                    <a:pt x="4150324" y="945804"/>
                  </a:lnTo>
                  <a:lnTo>
                    <a:pt x="4220669" y="948988"/>
                  </a:lnTo>
                  <a:lnTo>
                    <a:pt x="4291013" y="952132"/>
                  </a:lnTo>
                  <a:lnTo>
                    <a:pt x="4361358" y="955237"/>
                  </a:lnTo>
                  <a:lnTo>
                    <a:pt x="4431702" y="958303"/>
                  </a:lnTo>
                  <a:lnTo>
                    <a:pt x="4502047" y="961330"/>
                  </a:lnTo>
                  <a:lnTo>
                    <a:pt x="4572391" y="964319"/>
                  </a:lnTo>
                  <a:lnTo>
                    <a:pt x="4642736" y="967271"/>
                  </a:lnTo>
                  <a:lnTo>
                    <a:pt x="4713080" y="970186"/>
                  </a:lnTo>
                  <a:lnTo>
                    <a:pt x="4783425" y="973065"/>
                  </a:lnTo>
                  <a:lnTo>
                    <a:pt x="4853769" y="975907"/>
                  </a:lnTo>
                  <a:lnTo>
                    <a:pt x="4924114" y="978714"/>
                  </a:lnTo>
                  <a:lnTo>
                    <a:pt x="4994458" y="981486"/>
                  </a:lnTo>
                  <a:lnTo>
                    <a:pt x="5064803" y="984223"/>
                  </a:lnTo>
                  <a:lnTo>
                    <a:pt x="5135147" y="986925"/>
                  </a:lnTo>
                  <a:lnTo>
                    <a:pt x="5205492" y="989594"/>
                  </a:lnTo>
                  <a:lnTo>
                    <a:pt x="5275836" y="992229"/>
                  </a:lnTo>
                  <a:lnTo>
                    <a:pt x="5346181" y="994832"/>
                  </a:lnTo>
                  <a:lnTo>
                    <a:pt x="5416525" y="997402"/>
                  </a:lnTo>
                  <a:lnTo>
                    <a:pt x="5486870" y="999939"/>
                  </a:lnTo>
                  <a:lnTo>
                    <a:pt x="5557214" y="1002445"/>
                  </a:lnTo>
                  <a:lnTo>
                    <a:pt x="5627559" y="1004919"/>
                  </a:lnTo>
                  <a:lnTo>
                    <a:pt x="5697903" y="1007363"/>
                  </a:lnTo>
                  <a:lnTo>
                    <a:pt x="5768248" y="1009775"/>
                  </a:lnTo>
                  <a:lnTo>
                    <a:pt x="5838592" y="1012158"/>
                  </a:lnTo>
                  <a:lnTo>
                    <a:pt x="5908937" y="1014511"/>
                  </a:lnTo>
                  <a:lnTo>
                    <a:pt x="5979281" y="1016834"/>
                  </a:lnTo>
                  <a:lnTo>
                    <a:pt x="6049626" y="1019128"/>
                  </a:lnTo>
                  <a:lnTo>
                    <a:pt x="6119970" y="1021393"/>
                  </a:lnTo>
                  <a:lnTo>
                    <a:pt x="6190315" y="1023630"/>
                  </a:lnTo>
                  <a:lnTo>
                    <a:pt x="6260659" y="1025839"/>
                  </a:lnTo>
                  <a:lnTo>
                    <a:pt x="6331004" y="1028021"/>
                  </a:lnTo>
                  <a:lnTo>
                    <a:pt x="6401348" y="1030175"/>
                  </a:lnTo>
                  <a:lnTo>
                    <a:pt x="6471693" y="1032302"/>
                  </a:lnTo>
                  <a:lnTo>
                    <a:pt x="6542037" y="1034402"/>
                  </a:lnTo>
                  <a:lnTo>
                    <a:pt x="6612382" y="1036476"/>
                  </a:lnTo>
                  <a:lnTo>
                    <a:pt x="6682726" y="1038524"/>
                  </a:lnTo>
                  <a:lnTo>
                    <a:pt x="6753071" y="1040547"/>
                  </a:lnTo>
                  <a:lnTo>
                    <a:pt x="6823415" y="1042544"/>
                  </a:lnTo>
                  <a:lnTo>
                    <a:pt x="6893760" y="1044516"/>
                  </a:lnTo>
                  <a:lnTo>
                    <a:pt x="6964104" y="1046463"/>
                  </a:lnTo>
                  <a:lnTo>
                    <a:pt x="6964104" y="1139427"/>
                  </a:lnTo>
                  <a:lnTo>
                    <a:pt x="6893760" y="1137573"/>
                  </a:lnTo>
                  <a:lnTo>
                    <a:pt x="6823415" y="1135662"/>
                  </a:lnTo>
                  <a:lnTo>
                    <a:pt x="6753071" y="1133692"/>
                  </a:lnTo>
                  <a:lnTo>
                    <a:pt x="6682726" y="1131662"/>
                  </a:lnTo>
                  <a:lnTo>
                    <a:pt x="6612382" y="1129570"/>
                  </a:lnTo>
                  <a:lnTo>
                    <a:pt x="6542037" y="1127414"/>
                  </a:lnTo>
                  <a:lnTo>
                    <a:pt x="6471693" y="1125192"/>
                  </a:lnTo>
                  <a:lnTo>
                    <a:pt x="6401348" y="1122901"/>
                  </a:lnTo>
                  <a:lnTo>
                    <a:pt x="6331004" y="1120541"/>
                  </a:lnTo>
                  <a:lnTo>
                    <a:pt x="6260659" y="1118108"/>
                  </a:lnTo>
                  <a:lnTo>
                    <a:pt x="6190315" y="1115601"/>
                  </a:lnTo>
                  <a:lnTo>
                    <a:pt x="6119970" y="1113017"/>
                  </a:lnTo>
                  <a:lnTo>
                    <a:pt x="6049626" y="1110354"/>
                  </a:lnTo>
                  <a:lnTo>
                    <a:pt x="5979281" y="1107609"/>
                  </a:lnTo>
                  <a:lnTo>
                    <a:pt x="5908937" y="1104780"/>
                  </a:lnTo>
                  <a:lnTo>
                    <a:pt x="5838592" y="1101865"/>
                  </a:lnTo>
                  <a:lnTo>
                    <a:pt x="5768248" y="1098860"/>
                  </a:lnTo>
                  <a:lnTo>
                    <a:pt x="5697903" y="1095763"/>
                  </a:lnTo>
                  <a:lnTo>
                    <a:pt x="5627559" y="1092571"/>
                  </a:lnTo>
                  <a:lnTo>
                    <a:pt x="5557214" y="1089282"/>
                  </a:lnTo>
                  <a:lnTo>
                    <a:pt x="5486870" y="1085892"/>
                  </a:lnTo>
                  <a:lnTo>
                    <a:pt x="5416525" y="1082398"/>
                  </a:lnTo>
                  <a:lnTo>
                    <a:pt x="5346181" y="1078797"/>
                  </a:lnTo>
                  <a:lnTo>
                    <a:pt x="5275836" y="1075085"/>
                  </a:lnTo>
                  <a:lnTo>
                    <a:pt x="5205492" y="1071260"/>
                  </a:lnTo>
                  <a:lnTo>
                    <a:pt x="5135147" y="1067318"/>
                  </a:lnTo>
                  <a:lnTo>
                    <a:pt x="5064803" y="1063255"/>
                  </a:lnTo>
                  <a:lnTo>
                    <a:pt x="4994458" y="1059068"/>
                  </a:lnTo>
                  <a:lnTo>
                    <a:pt x="4924114" y="1054752"/>
                  </a:lnTo>
                  <a:lnTo>
                    <a:pt x="4853769" y="1050305"/>
                  </a:lnTo>
                  <a:lnTo>
                    <a:pt x="4783425" y="1045721"/>
                  </a:lnTo>
                  <a:lnTo>
                    <a:pt x="4713080" y="1040996"/>
                  </a:lnTo>
                  <a:lnTo>
                    <a:pt x="4642736" y="1036127"/>
                  </a:lnTo>
                  <a:lnTo>
                    <a:pt x="4572391" y="1031109"/>
                  </a:lnTo>
                  <a:lnTo>
                    <a:pt x="4502047" y="1025937"/>
                  </a:lnTo>
                  <a:lnTo>
                    <a:pt x="4431702" y="1020607"/>
                  </a:lnTo>
                  <a:lnTo>
                    <a:pt x="4361358" y="1015113"/>
                  </a:lnTo>
                  <a:lnTo>
                    <a:pt x="4291013" y="1009451"/>
                  </a:lnTo>
                  <a:lnTo>
                    <a:pt x="4220669" y="1003616"/>
                  </a:lnTo>
                  <a:lnTo>
                    <a:pt x="4150324" y="997602"/>
                  </a:lnTo>
                  <a:lnTo>
                    <a:pt x="4079980" y="991404"/>
                  </a:lnTo>
                  <a:lnTo>
                    <a:pt x="4009635" y="985016"/>
                  </a:lnTo>
                  <a:lnTo>
                    <a:pt x="3939291" y="978432"/>
                  </a:lnTo>
                  <a:lnTo>
                    <a:pt x="3868946" y="971646"/>
                  </a:lnTo>
                  <a:lnTo>
                    <a:pt x="3798602" y="964653"/>
                  </a:lnTo>
                  <a:lnTo>
                    <a:pt x="3728257" y="957446"/>
                  </a:lnTo>
                  <a:lnTo>
                    <a:pt x="3657913" y="950018"/>
                  </a:lnTo>
                  <a:lnTo>
                    <a:pt x="3587569" y="942362"/>
                  </a:lnTo>
                  <a:lnTo>
                    <a:pt x="3517224" y="934472"/>
                  </a:lnTo>
                  <a:lnTo>
                    <a:pt x="3446880" y="926340"/>
                  </a:lnTo>
                  <a:lnTo>
                    <a:pt x="3376535" y="917959"/>
                  </a:lnTo>
                  <a:lnTo>
                    <a:pt x="3306191" y="909322"/>
                  </a:lnTo>
                  <a:lnTo>
                    <a:pt x="3235846" y="900544"/>
                  </a:lnTo>
                  <a:lnTo>
                    <a:pt x="3165502" y="896746"/>
                  </a:lnTo>
                  <a:lnTo>
                    <a:pt x="3095157" y="892899"/>
                  </a:lnTo>
                  <a:lnTo>
                    <a:pt x="3024813" y="889004"/>
                  </a:lnTo>
                  <a:lnTo>
                    <a:pt x="2954468" y="885059"/>
                  </a:lnTo>
                  <a:lnTo>
                    <a:pt x="2884124" y="881064"/>
                  </a:lnTo>
                  <a:lnTo>
                    <a:pt x="2813779" y="877018"/>
                  </a:lnTo>
                  <a:lnTo>
                    <a:pt x="2743435" y="872922"/>
                  </a:lnTo>
                  <a:lnTo>
                    <a:pt x="2673090" y="868773"/>
                  </a:lnTo>
                  <a:lnTo>
                    <a:pt x="2602746" y="864571"/>
                  </a:lnTo>
                  <a:lnTo>
                    <a:pt x="2532401" y="860316"/>
                  </a:lnTo>
                  <a:lnTo>
                    <a:pt x="2462057" y="856007"/>
                  </a:lnTo>
                  <a:lnTo>
                    <a:pt x="2391712" y="851644"/>
                  </a:lnTo>
                  <a:lnTo>
                    <a:pt x="2321368" y="847225"/>
                  </a:lnTo>
                  <a:lnTo>
                    <a:pt x="2251023" y="842750"/>
                  </a:lnTo>
                  <a:lnTo>
                    <a:pt x="2180679" y="838219"/>
                  </a:lnTo>
                  <a:lnTo>
                    <a:pt x="2110334" y="833630"/>
                  </a:lnTo>
                  <a:lnTo>
                    <a:pt x="2039990" y="828982"/>
                  </a:lnTo>
                  <a:lnTo>
                    <a:pt x="1969645" y="824276"/>
                  </a:lnTo>
                  <a:lnTo>
                    <a:pt x="1899301" y="819510"/>
                  </a:lnTo>
                  <a:lnTo>
                    <a:pt x="1828956" y="814683"/>
                  </a:lnTo>
                  <a:lnTo>
                    <a:pt x="1758612" y="809796"/>
                  </a:lnTo>
                  <a:lnTo>
                    <a:pt x="1688267" y="804846"/>
                  </a:lnTo>
                  <a:lnTo>
                    <a:pt x="1617923" y="799833"/>
                  </a:lnTo>
                  <a:lnTo>
                    <a:pt x="1547578" y="794757"/>
                  </a:lnTo>
                  <a:lnTo>
                    <a:pt x="1477234" y="789617"/>
                  </a:lnTo>
                  <a:lnTo>
                    <a:pt x="1406889" y="784411"/>
                  </a:lnTo>
                  <a:lnTo>
                    <a:pt x="1336545" y="779139"/>
                  </a:lnTo>
                  <a:lnTo>
                    <a:pt x="1266200" y="773801"/>
                  </a:lnTo>
                  <a:lnTo>
                    <a:pt x="1195856" y="768394"/>
                  </a:lnTo>
                  <a:lnTo>
                    <a:pt x="1125511" y="762920"/>
                  </a:lnTo>
                  <a:lnTo>
                    <a:pt x="1055167" y="757375"/>
                  </a:lnTo>
                  <a:lnTo>
                    <a:pt x="984822" y="751760"/>
                  </a:lnTo>
                  <a:lnTo>
                    <a:pt x="914478" y="746075"/>
                  </a:lnTo>
                  <a:lnTo>
                    <a:pt x="844133" y="740316"/>
                  </a:lnTo>
                  <a:lnTo>
                    <a:pt x="773789" y="734485"/>
                  </a:lnTo>
                  <a:lnTo>
                    <a:pt x="703444" y="728580"/>
                  </a:lnTo>
                  <a:lnTo>
                    <a:pt x="633100" y="722600"/>
                  </a:lnTo>
                  <a:lnTo>
                    <a:pt x="562755" y="716544"/>
                  </a:lnTo>
                  <a:lnTo>
                    <a:pt x="492411" y="710412"/>
                  </a:lnTo>
                  <a:lnTo>
                    <a:pt x="422066" y="704201"/>
                  </a:lnTo>
                  <a:lnTo>
                    <a:pt x="351722" y="697912"/>
                  </a:lnTo>
                  <a:lnTo>
                    <a:pt x="281377" y="691543"/>
                  </a:lnTo>
                  <a:lnTo>
                    <a:pt x="211033" y="685093"/>
                  </a:lnTo>
                  <a:lnTo>
                    <a:pt x="140688" y="678561"/>
                  </a:lnTo>
                  <a:lnTo>
                    <a:pt x="70344" y="671947"/>
                  </a:lnTo>
                  <a:lnTo>
                    <a:pt x="0" y="6652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200325"/>
              <a:ext cx="6964104" cy="1046463"/>
            </a:xfrm>
            <a:custGeom>
              <a:avLst/>
              <a:pathLst>
                <a:path w="6964104" h="1046463">
                  <a:moveTo>
                    <a:pt x="0" y="0"/>
                  </a:moveTo>
                  <a:lnTo>
                    <a:pt x="70344" y="35661"/>
                  </a:lnTo>
                  <a:lnTo>
                    <a:pt x="140688" y="70262"/>
                  </a:lnTo>
                  <a:lnTo>
                    <a:pt x="211033" y="103835"/>
                  </a:lnTo>
                  <a:lnTo>
                    <a:pt x="281377" y="136411"/>
                  </a:lnTo>
                  <a:lnTo>
                    <a:pt x="351722" y="168018"/>
                  </a:lnTo>
                  <a:lnTo>
                    <a:pt x="422066" y="198686"/>
                  </a:lnTo>
                  <a:lnTo>
                    <a:pt x="492411" y="228442"/>
                  </a:lnTo>
                  <a:lnTo>
                    <a:pt x="562755" y="257315"/>
                  </a:lnTo>
                  <a:lnTo>
                    <a:pt x="633100" y="285329"/>
                  </a:lnTo>
                  <a:lnTo>
                    <a:pt x="703444" y="312511"/>
                  </a:lnTo>
                  <a:lnTo>
                    <a:pt x="773789" y="338884"/>
                  </a:lnTo>
                  <a:lnTo>
                    <a:pt x="844133" y="364475"/>
                  </a:lnTo>
                  <a:lnTo>
                    <a:pt x="914478" y="389304"/>
                  </a:lnTo>
                  <a:lnTo>
                    <a:pt x="984822" y="413396"/>
                  </a:lnTo>
                  <a:lnTo>
                    <a:pt x="1055167" y="436772"/>
                  </a:lnTo>
                  <a:lnTo>
                    <a:pt x="1125511" y="459453"/>
                  </a:lnTo>
                  <a:lnTo>
                    <a:pt x="1195856" y="481460"/>
                  </a:lnTo>
                  <a:lnTo>
                    <a:pt x="1266200" y="502813"/>
                  </a:lnTo>
                  <a:lnTo>
                    <a:pt x="1336545" y="523531"/>
                  </a:lnTo>
                  <a:lnTo>
                    <a:pt x="1406889" y="543634"/>
                  </a:lnTo>
                  <a:lnTo>
                    <a:pt x="1477234" y="563139"/>
                  </a:lnTo>
                  <a:lnTo>
                    <a:pt x="1547578" y="582064"/>
                  </a:lnTo>
                  <a:lnTo>
                    <a:pt x="1617923" y="600428"/>
                  </a:lnTo>
                  <a:lnTo>
                    <a:pt x="1688267" y="618245"/>
                  </a:lnTo>
                  <a:lnTo>
                    <a:pt x="1758612" y="635533"/>
                  </a:lnTo>
                  <a:lnTo>
                    <a:pt x="1828956" y="652307"/>
                  </a:lnTo>
                  <a:lnTo>
                    <a:pt x="1899301" y="668583"/>
                  </a:lnTo>
                  <a:lnTo>
                    <a:pt x="1969645" y="684375"/>
                  </a:lnTo>
                  <a:lnTo>
                    <a:pt x="2039990" y="699697"/>
                  </a:lnTo>
                  <a:lnTo>
                    <a:pt x="2110334" y="714565"/>
                  </a:lnTo>
                  <a:lnTo>
                    <a:pt x="2180679" y="728990"/>
                  </a:lnTo>
                  <a:lnTo>
                    <a:pt x="2251023" y="742987"/>
                  </a:lnTo>
                  <a:lnTo>
                    <a:pt x="2321368" y="756568"/>
                  </a:lnTo>
                  <a:lnTo>
                    <a:pt x="2391712" y="769745"/>
                  </a:lnTo>
                  <a:lnTo>
                    <a:pt x="2462057" y="782530"/>
                  </a:lnTo>
                  <a:lnTo>
                    <a:pt x="2532401" y="794936"/>
                  </a:lnTo>
                  <a:lnTo>
                    <a:pt x="2602746" y="806973"/>
                  </a:lnTo>
                  <a:lnTo>
                    <a:pt x="2673090" y="818652"/>
                  </a:lnTo>
                  <a:lnTo>
                    <a:pt x="2743435" y="829984"/>
                  </a:lnTo>
                  <a:lnTo>
                    <a:pt x="2813779" y="840980"/>
                  </a:lnTo>
                  <a:lnTo>
                    <a:pt x="2884124" y="851648"/>
                  </a:lnTo>
                  <a:lnTo>
                    <a:pt x="2954468" y="862000"/>
                  </a:lnTo>
                  <a:lnTo>
                    <a:pt x="3024813" y="872044"/>
                  </a:lnTo>
                  <a:lnTo>
                    <a:pt x="3095157" y="881789"/>
                  </a:lnTo>
                  <a:lnTo>
                    <a:pt x="3165502" y="891245"/>
                  </a:lnTo>
                  <a:lnTo>
                    <a:pt x="3235846" y="900420"/>
                  </a:lnTo>
                  <a:lnTo>
                    <a:pt x="3306191" y="904295"/>
                  </a:lnTo>
                  <a:lnTo>
                    <a:pt x="3376535" y="907999"/>
                  </a:lnTo>
                  <a:lnTo>
                    <a:pt x="3446880" y="911657"/>
                  </a:lnTo>
                  <a:lnTo>
                    <a:pt x="3517224" y="915268"/>
                  </a:lnTo>
                  <a:lnTo>
                    <a:pt x="3587569" y="918835"/>
                  </a:lnTo>
                  <a:lnTo>
                    <a:pt x="3657913" y="922357"/>
                  </a:lnTo>
                  <a:lnTo>
                    <a:pt x="3728257" y="925834"/>
                  </a:lnTo>
                  <a:lnTo>
                    <a:pt x="3798602" y="929268"/>
                  </a:lnTo>
                  <a:lnTo>
                    <a:pt x="3868946" y="932659"/>
                  </a:lnTo>
                  <a:lnTo>
                    <a:pt x="3939291" y="936008"/>
                  </a:lnTo>
                  <a:lnTo>
                    <a:pt x="4009635" y="939315"/>
                  </a:lnTo>
                  <a:lnTo>
                    <a:pt x="4079980" y="942580"/>
                  </a:lnTo>
                  <a:lnTo>
                    <a:pt x="4150324" y="945804"/>
                  </a:lnTo>
                  <a:lnTo>
                    <a:pt x="4220669" y="948988"/>
                  </a:lnTo>
                  <a:lnTo>
                    <a:pt x="4291013" y="952132"/>
                  </a:lnTo>
                  <a:lnTo>
                    <a:pt x="4361358" y="955237"/>
                  </a:lnTo>
                  <a:lnTo>
                    <a:pt x="4431702" y="958303"/>
                  </a:lnTo>
                  <a:lnTo>
                    <a:pt x="4502047" y="961330"/>
                  </a:lnTo>
                  <a:lnTo>
                    <a:pt x="4572391" y="964319"/>
                  </a:lnTo>
                  <a:lnTo>
                    <a:pt x="4642736" y="967271"/>
                  </a:lnTo>
                  <a:lnTo>
                    <a:pt x="4713080" y="970186"/>
                  </a:lnTo>
                  <a:lnTo>
                    <a:pt x="4783425" y="973065"/>
                  </a:lnTo>
                  <a:lnTo>
                    <a:pt x="4853769" y="975907"/>
                  </a:lnTo>
                  <a:lnTo>
                    <a:pt x="4924114" y="978714"/>
                  </a:lnTo>
                  <a:lnTo>
                    <a:pt x="4994458" y="981486"/>
                  </a:lnTo>
                  <a:lnTo>
                    <a:pt x="5064803" y="984223"/>
                  </a:lnTo>
                  <a:lnTo>
                    <a:pt x="5135147" y="986925"/>
                  </a:lnTo>
                  <a:lnTo>
                    <a:pt x="5205492" y="989594"/>
                  </a:lnTo>
                  <a:lnTo>
                    <a:pt x="5275836" y="992229"/>
                  </a:lnTo>
                  <a:lnTo>
                    <a:pt x="5346181" y="994832"/>
                  </a:lnTo>
                  <a:lnTo>
                    <a:pt x="5416525" y="997402"/>
                  </a:lnTo>
                  <a:lnTo>
                    <a:pt x="5486870" y="999939"/>
                  </a:lnTo>
                  <a:lnTo>
                    <a:pt x="5557214" y="1002445"/>
                  </a:lnTo>
                  <a:lnTo>
                    <a:pt x="5627559" y="1004919"/>
                  </a:lnTo>
                  <a:lnTo>
                    <a:pt x="5697903" y="1007363"/>
                  </a:lnTo>
                  <a:lnTo>
                    <a:pt x="5768248" y="1009775"/>
                  </a:lnTo>
                  <a:lnTo>
                    <a:pt x="5838592" y="1012158"/>
                  </a:lnTo>
                  <a:lnTo>
                    <a:pt x="5908937" y="1014511"/>
                  </a:lnTo>
                  <a:lnTo>
                    <a:pt x="5979281" y="1016834"/>
                  </a:lnTo>
                  <a:lnTo>
                    <a:pt x="6049626" y="1019128"/>
                  </a:lnTo>
                  <a:lnTo>
                    <a:pt x="6119970" y="1021393"/>
                  </a:lnTo>
                  <a:lnTo>
                    <a:pt x="6190315" y="1023630"/>
                  </a:lnTo>
                  <a:lnTo>
                    <a:pt x="6260659" y="1025839"/>
                  </a:lnTo>
                  <a:lnTo>
                    <a:pt x="6331004" y="1028021"/>
                  </a:lnTo>
                  <a:lnTo>
                    <a:pt x="6401348" y="1030175"/>
                  </a:lnTo>
                  <a:lnTo>
                    <a:pt x="6471693" y="1032302"/>
                  </a:lnTo>
                  <a:lnTo>
                    <a:pt x="6542037" y="1034402"/>
                  </a:lnTo>
                  <a:lnTo>
                    <a:pt x="6612382" y="1036476"/>
                  </a:lnTo>
                  <a:lnTo>
                    <a:pt x="6682726" y="1038524"/>
                  </a:lnTo>
                  <a:lnTo>
                    <a:pt x="6753071" y="1040547"/>
                  </a:lnTo>
                  <a:lnTo>
                    <a:pt x="6823415" y="1042544"/>
                  </a:lnTo>
                  <a:lnTo>
                    <a:pt x="6893760" y="1044516"/>
                  </a:lnTo>
                  <a:lnTo>
                    <a:pt x="6964104" y="1046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65574"/>
              <a:ext cx="6964104" cy="474178"/>
            </a:xfrm>
            <a:custGeom>
              <a:avLst/>
              <a:pathLst>
                <a:path w="6964104" h="474178">
                  <a:moveTo>
                    <a:pt x="6964104" y="474178"/>
                  </a:moveTo>
                  <a:lnTo>
                    <a:pt x="6893760" y="472324"/>
                  </a:lnTo>
                  <a:lnTo>
                    <a:pt x="6823415" y="470413"/>
                  </a:lnTo>
                  <a:lnTo>
                    <a:pt x="6753071" y="468443"/>
                  </a:lnTo>
                  <a:lnTo>
                    <a:pt x="6682726" y="466413"/>
                  </a:lnTo>
                  <a:lnTo>
                    <a:pt x="6612382" y="464321"/>
                  </a:lnTo>
                  <a:lnTo>
                    <a:pt x="6542037" y="462165"/>
                  </a:lnTo>
                  <a:lnTo>
                    <a:pt x="6471693" y="459943"/>
                  </a:lnTo>
                  <a:lnTo>
                    <a:pt x="6401348" y="457653"/>
                  </a:lnTo>
                  <a:lnTo>
                    <a:pt x="6331004" y="455292"/>
                  </a:lnTo>
                  <a:lnTo>
                    <a:pt x="6260659" y="452859"/>
                  </a:lnTo>
                  <a:lnTo>
                    <a:pt x="6190315" y="450352"/>
                  </a:lnTo>
                  <a:lnTo>
                    <a:pt x="6119970" y="447768"/>
                  </a:lnTo>
                  <a:lnTo>
                    <a:pt x="6049626" y="445105"/>
                  </a:lnTo>
                  <a:lnTo>
                    <a:pt x="5979281" y="442360"/>
                  </a:lnTo>
                  <a:lnTo>
                    <a:pt x="5908937" y="439531"/>
                  </a:lnTo>
                  <a:lnTo>
                    <a:pt x="5838592" y="436616"/>
                  </a:lnTo>
                  <a:lnTo>
                    <a:pt x="5768248" y="433611"/>
                  </a:lnTo>
                  <a:lnTo>
                    <a:pt x="5697903" y="430514"/>
                  </a:lnTo>
                  <a:lnTo>
                    <a:pt x="5627559" y="427322"/>
                  </a:lnTo>
                  <a:lnTo>
                    <a:pt x="5557214" y="424033"/>
                  </a:lnTo>
                  <a:lnTo>
                    <a:pt x="5486870" y="420643"/>
                  </a:lnTo>
                  <a:lnTo>
                    <a:pt x="5416525" y="417149"/>
                  </a:lnTo>
                  <a:lnTo>
                    <a:pt x="5346181" y="413548"/>
                  </a:lnTo>
                  <a:lnTo>
                    <a:pt x="5275836" y="409837"/>
                  </a:lnTo>
                  <a:lnTo>
                    <a:pt x="5205492" y="406012"/>
                  </a:lnTo>
                  <a:lnTo>
                    <a:pt x="5135147" y="402069"/>
                  </a:lnTo>
                  <a:lnTo>
                    <a:pt x="5064803" y="398006"/>
                  </a:lnTo>
                  <a:lnTo>
                    <a:pt x="4994458" y="393819"/>
                  </a:lnTo>
                  <a:lnTo>
                    <a:pt x="4924114" y="389504"/>
                  </a:lnTo>
                  <a:lnTo>
                    <a:pt x="4853769" y="385056"/>
                  </a:lnTo>
                  <a:lnTo>
                    <a:pt x="4783425" y="380472"/>
                  </a:lnTo>
                  <a:lnTo>
                    <a:pt x="4713080" y="375747"/>
                  </a:lnTo>
                  <a:lnTo>
                    <a:pt x="4642736" y="370878"/>
                  </a:lnTo>
                  <a:lnTo>
                    <a:pt x="4572391" y="365860"/>
                  </a:lnTo>
                  <a:lnTo>
                    <a:pt x="4502047" y="360688"/>
                  </a:lnTo>
                  <a:lnTo>
                    <a:pt x="4431702" y="355358"/>
                  </a:lnTo>
                  <a:lnTo>
                    <a:pt x="4361358" y="349864"/>
                  </a:lnTo>
                  <a:lnTo>
                    <a:pt x="4291013" y="344202"/>
                  </a:lnTo>
                  <a:lnTo>
                    <a:pt x="4220669" y="338367"/>
                  </a:lnTo>
                  <a:lnTo>
                    <a:pt x="4150324" y="332353"/>
                  </a:lnTo>
                  <a:lnTo>
                    <a:pt x="4079980" y="326155"/>
                  </a:lnTo>
                  <a:lnTo>
                    <a:pt x="4009635" y="319767"/>
                  </a:lnTo>
                  <a:lnTo>
                    <a:pt x="3939291" y="313183"/>
                  </a:lnTo>
                  <a:lnTo>
                    <a:pt x="3868946" y="306398"/>
                  </a:lnTo>
                  <a:lnTo>
                    <a:pt x="3798602" y="299404"/>
                  </a:lnTo>
                  <a:lnTo>
                    <a:pt x="3728257" y="292197"/>
                  </a:lnTo>
                  <a:lnTo>
                    <a:pt x="3657913" y="284769"/>
                  </a:lnTo>
                  <a:lnTo>
                    <a:pt x="3587569" y="277113"/>
                  </a:lnTo>
                  <a:lnTo>
                    <a:pt x="3517224" y="269223"/>
                  </a:lnTo>
                  <a:lnTo>
                    <a:pt x="3446880" y="261091"/>
                  </a:lnTo>
                  <a:lnTo>
                    <a:pt x="3376535" y="252710"/>
                  </a:lnTo>
                  <a:lnTo>
                    <a:pt x="3306191" y="244073"/>
                  </a:lnTo>
                  <a:lnTo>
                    <a:pt x="3235846" y="235296"/>
                  </a:lnTo>
                  <a:lnTo>
                    <a:pt x="3165502" y="231497"/>
                  </a:lnTo>
                  <a:lnTo>
                    <a:pt x="3095157" y="227651"/>
                  </a:lnTo>
                  <a:lnTo>
                    <a:pt x="3024813" y="223755"/>
                  </a:lnTo>
                  <a:lnTo>
                    <a:pt x="2954468" y="219810"/>
                  </a:lnTo>
                  <a:lnTo>
                    <a:pt x="2884124" y="215815"/>
                  </a:lnTo>
                  <a:lnTo>
                    <a:pt x="2813779" y="211770"/>
                  </a:lnTo>
                  <a:lnTo>
                    <a:pt x="2743435" y="207673"/>
                  </a:lnTo>
                  <a:lnTo>
                    <a:pt x="2673090" y="203524"/>
                  </a:lnTo>
                  <a:lnTo>
                    <a:pt x="2602746" y="199322"/>
                  </a:lnTo>
                  <a:lnTo>
                    <a:pt x="2532401" y="195068"/>
                  </a:lnTo>
                  <a:lnTo>
                    <a:pt x="2462057" y="190759"/>
                  </a:lnTo>
                  <a:lnTo>
                    <a:pt x="2391712" y="186395"/>
                  </a:lnTo>
                  <a:lnTo>
                    <a:pt x="2321368" y="181976"/>
                  </a:lnTo>
                  <a:lnTo>
                    <a:pt x="2251023" y="177502"/>
                  </a:lnTo>
                  <a:lnTo>
                    <a:pt x="2180679" y="172970"/>
                  </a:lnTo>
                  <a:lnTo>
                    <a:pt x="2110334" y="168381"/>
                  </a:lnTo>
                  <a:lnTo>
                    <a:pt x="2039990" y="163733"/>
                  </a:lnTo>
                  <a:lnTo>
                    <a:pt x="1969645" y="159027"/>
                  </a:lnTo>
                  <a:lnTo>
                    <a:pt x="1899301" y="154261"/>
                  </a:lnTo>
                  <a:lnTo>
                    <a:pt x="1828956" y="149435"/>
                  </a:lnTo>
                  <a:lnTo>
                    <a:pt x="1758612" y="144547"/>
                  </a:lnTo>
                  <a:lnTo>
                    <a:pt x="1688267" y="139597"/>
                  </a:lnTo>
                  <a:lnTo>
                    <a:pt x="1617923" y="134585"/>
                  </a:lnTo>
                  <a:lnTo>
                    <a:pt x="1547578" y="129509"/>
                  </a:lnTo>
                  <a:lnTo>
                    <a:pt x="1477234" y="124368"/>
                  </a:lnTo>
                  <a:lnTo>
                    <a:pt x="1406889" y="119162"/>
                  </a:lnTo>
                  <a:lnTo>
                    <a:pt x="1336545" y="113891"/>
                  </a:lnTo>
                  <a:lnTo>
                    <a:pt x="1266200" y="108552"/>
                  </a:lnTo>
                  <a:lnTo>
                    <a:pt x="1195856" y="103146"/>
                  </a:lnTo>
                  <a:lnTo>
                    <a:pt x="1125511" y="97671"/>
                  </a:lnTo>
                  <a:lnTo>
                    <a:pt x="1055167" y="92126"/>
                  </a:lnTo>
                  <a:lnTo>
                    <a:pt x="984822" y="86512"/>
                  </a:lnTo>
                  <a:lnTo>
                    <a:pt x="914478" y="80826"/>
                  </a:lnTo>
                  <a:lnTo>
                    <a:pt x="844133" y="75068"/>
                  </a:lnTo>
                  <a:lnTo>
                    <a:pt x="773789" y="69237"/>
                  </a:lnTo>
                  <a:lnTo>
                    <a:pt x="703444" y="63331"/>
                  </a:lnTo>
                  <a:lnTo>
                    <a:pt x="633100" y="57351"/>
                  </a:lnTo>
                  <a:lnTo>
                    <a:pt x="562755" y="51296"/>
                  </a:lnTo>
                  <a:lnTo>
                    <a:pt x="492411" y="45163"/>
                  </a:lnTo>
                  <a:lnTo>
                    <a:pt x="422066" y="38952"/>
                  </a:lnTo>
                  <a:lnTo>
                    <a:pt x="351722" y="32663"/>
                  </a:lnTo>
                  <a:lnTo>
                    <a:pt x="281377" y="26294"/>
                  </a:lnTo>
                  <a:lnTo>
                    <a:pt x="211033" y="19844"/>
                  </a:lnTo>
                  <a:lnTo>
                    <a:pt x="140688" y="13313"/>
                  </a:lnTo>
                  <a:lnTo>
                    <a:pt x="70344" y="66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99265"/>
              <a:ext cx="6964104" cy="704626"/>
            </a:xfrm>
            <a:custGeom>
              <a:avLst/>
              <a:pathLst>
                <a:path w="6964104" h="704626">
                  <a:moveTo>
                    <a:pt x="0" y="0"/>
                  </a:moveTo>
                  <a:lnTo>
                    <a:pt x="70344" y="16950"/>
                  </a:lnTo>
                  <a:lnTo>
                    <a:pt x="140688" y="33541"/>
                  </a:lnTo>
                  <a:lnTo>
                    <a:pt x="211033" y="49782"/>
                  </a:lnTo>
                  <a:lnTo>
                    <a:pt x="281377" y="65678"/>
                  </a:lnTo>
                  <a:lnTo>
                    <a:pt x="351722" y="81239"/>
                  </a:lnTo>
                  <a:lnTo>
                    <a:pt x="422066" y="96470"/>
                  </a:lnTo>
                  <a:lnTo>
                    <a:pt x="492411" y="111379"/>
                  </a:lnTo>
                  <a:lnTo>
                    <a:pt x="562755" y="125972"/>
                  </a:lnTo>
                  <a:lnTo>
                    <a:pt x="633100" y="140256"/>
                  </a:lnTo>
                  <a:lnTo>
                    <a:pt x="703444" y="154239"/>
                  </a:lnTo>
                  <a:lnTo>
                    <a:pt x="773789" y="167925"/>
                  </a:lnTo>
                  <a:lnTo>
                    <a:pt x="844133" y="181322"/>
                  </a:lnTo>
                  <a:lnTo>
                    <a:pt x="914478" y="194435"/>
                  </a:lnTo>
                  <a:lnTo>
                    <a:pt x="984822" y="207271"/>
                  </a:lnTo>
                  <a:lnTo>
                    <a:pt x="1055167" y="219835"/>
                  </a:lnTo>
                  <a:lnTo>
                    <a:pt x="1125511" y="232133"/>
                  </a:lnTo>
                  <a:lnTo>
                    <a:pt x="1195856" y="244172"/>
                  </a:lnTo>
                  <a:lnTo>
                    <a:pt x="1266200" y="255955"/>
                  </a:lnTo>
                  <a:lnTo>
                    <a:pt x="1336545" y="267489"/>
                  </a:lnTo>
                  <a:lnTo>
                    <a:pt x="1406889" y="278779"/>
                  </a:lnTo>
                  <a:lnTo>
                    <a:pt x="1477234" y="289830"/>
                  </a:lnTo>
                  <a:lnTo>
                    <a:pt x="1547578" y="300647"/>
                  </a:lnTo>
                  <a:lnTo>
                    <a:pt x="1617923" y="311235"/>
                  </a:lnTo>
                  <a:lnTo>
                    <a:pt x="1688267" y="321600"/>
                  </a:lnTo>
                  <a:lnTo>
                    <a:pt x="1758612" y="331745"/>
                  </a:lnTo>
                  <a:lnTo>
                    <a:pt x="1828956" y="341675"/>
                  </a:lnTo>
                  <a:lnTo>
                    <a:pt x="1899301" y="351395"/>
                  </a:lnTo>
                  <a:lnTo>
                    <a:pt x="1969645" y="360910"/>
                  </a:lnTo>
                  <a:lnTo>
                    <a:pt x="2039990" y="370223"/>
                  </a:lnTo>
                  <a:lnTo>
                    <a:pt x="2110334" y="379339"/>
                  </a:lnTo>
                  <a:lnTo>
                    <a:pt x="2180679" y="388262"/>
                  </a:lnTo>
                  <a:lnTo>
                    <a:pt x="2251023" y="396996"/>
                  </a:lnTo>
                  <a:lnTo>
                    <a:pt x="2321368" y="405546"/>
                  </a:lnTo>
                  <a:lnTo>
                    <a:pt x="2391712" y="413914"/>
                  </a:lnTo>
                  <a:lnTo>
                    <a:pt x="2462057" y="422106"/>
                  </a:lnTo>
                  <a:lnTo>
                    <a:pt x="2532401" y="430124"/>
                  </a:lnTo>
                  <a:lnTo>
                    <a:pt x="2602746" y="437973"/>
                  </a:lnTo>
                  <a:lnTo>
                    <a:pt x="2673090" y="445655"/>
                  </a:lnTo>
                  <a:lnTo>
                    <a:pt x="2743435" y="453175"/>
                  </a:lnTo>
                  <a:lnTo>
                    <a:pt x="2813779" y="460536"/>
                  </a:lnTo>
                  <a:lnTo>
                    <a:pt x="2884124" y="467741"/>
                  </a:lnTo>
                  <a:lnTo>
                    <a:pt x="2954468" y="474793"/>
                  </a:lnTo>
                  <a:lnTo>
                    <a:pt x="3024813" y="481696"/>
                  </a:lnTo>
                  <a:lnTo>
                    <a:pt x="3095157" y="488454"/>
                  </a:lnTo>
                  <a:lnTo>
                    <a:pt x="3165502" y="495068"/>
                  </a:lnTo>
                  <a:lnTo>
                    <a:pt x="3235846" y="501542"/>
                  </a:lnTo>
                  <a:lnTo>
                    <a:pt x="3306191" y="507879"/>
                  </a:lnTo>
                  <a:lnTo>
                    <a:pt x="3376535" y="514083"/>
                  </a:lnTo>
                  <a:lnTo>
                    <a:pt x="3446880" y="520154"/>
                  </a:lnTo>
                  <a:lnTo>
                    <a:pt x="3517224" y="526098"/>
                  </a:lnTo>
                  <a:lnTo>
                    <a:pt x="3587569" y="531916"/>
                  </a:lnTo>
                  <a:lnTo>
                    <a:pt x="3657913" y="537610"/>
                  </a:lnTo>
                  <a:lnTo>
                    <a:pt x="3728257" y="543184"/>
                  </a:lnTo>
                  <a:lnTo>
                    <a:pt x="3798602" y="548640"/>
                  </a:lnTo>
                  <a:lnTo>
                    <a:pt x="3868946" y="553981"/>
                  </a:lnTo>
                  <a:lnTo>
                    <a:pt x="3939291" y="559209"/>
                  </a:lnTo>
                  <a:lnTo>
                    <a:pt x="4009635" y="564326"/>
                  </a:lnTo>
                  <a:lnTo>
                    <a:pt x="4079980" y="569334"/>
                  </a:lnTo>
                  <a:lnTo>
                    <a:pt x="4150324" y="574237"/>
                  </a:lnTo>
                  <a:lnTo>
                    <a:pt x="4220669" y="579036"/>
                  </a:lnTo>
                  <a:lnTo>
                    <a:pt x="4291013" y="583734"/>
                  </a:lnTo>
                  <a:lnTo>
                    <a:pt x="4361358" y="588332"/>
                  </a:lnTo>
                  <a:lnTo>
                    <a:pt x="4431702" y="592832"/>
                  </a:lnTo>
                  <a:lnTo>
                    <a:pt x="4502047" y="597238"/>
                  </a:lnTo>
                  <a:lnTo>
                    <a:pt x="4572391" y="601550"/>
                  </a:lnTo>
                  <a:lnTo>
                    <a:pt x="4642736" y="605771"/>
                  </a:lnTo>
                  <a:lnTo>
                    <a:pt x="4713080" y="609903"/>
                  </a:lnTo>
                  <a:lnTo>
                    <a:pt x="4783425" y="613947"/>
                  </a:lnTo>
                  <a:lnTo>
                    <a:pt x="4853769" y="617906"/>
                  </a:lnTo>
                  <a:lnTo>
                    <a:pt x="4924114" y="621781"/>
                  </a:lnTo>
                  <a:lnTo>
                    <a:pt x="4994458" y="625574"/>
                  </a:lnTo>
                  <a:lnTo>
                    <a:pt x="5064803" y="629287"/>
                  </a:lnTo>
                  <a:lnTo>
                    <a:pt x="5135147" y="632921"/>
                  </a:lnTo>
                  <a:lnTo>
                    <a:pt x="5205492" y="636478"/>
                  </a:lnTo>
                  <a:lnTo>
                    <a:pt x="5275836" y="639960"/>
                  </a:lnTo>
                  <a:lnTo>
                    <a:pt x="5346181" y="643368"/>
                  </a:lnTo>
                  <a:lnTo>
                    <a:pt x="5416525" y="646704"/>
                  </a:lnTo>
                  <a:lnTo>
                    <a:pt x="5486870" y="649970"/>
                  </a:lnTo>
                  <a:lnTo>
                    <a:pt x="5557214" y="653166"/>
                  </a:lnTo>
                  <a:lnTo>
                    <a:pt x="5627559" y="656295"/>
                  </a:lnTo>
                  <a:lnTo>
                    <a:pt x="5697903" y="659358"/>
                  </a:lnTo>
                  <a:lnTo>
                    <a:pt x="5768248" y="662356"/>
                  </a:lnTo>
                  <a:lnTo>
                    <a:pt x="5838592" y="665290"/>
                  </a:lnTo>
                  <a:lnTo>
                    <a:pt x="5908937" y="668162"/>
                  </a:lnTo>
                  <a:lnTo>
                    <a:pt x="5979281" y="670974"/>
                  </a:lnTo>
                  <a:lnTo>
                    <a:pt x="6049626" y="673726"/>
                  </a:lnTo>
                  <a:lnTo>
                    <a:pt x="6119970" y="676420"/>
                  </a:lnTo>
                  <a:lnTo>
                    <a:pt x="6190315" y="679056"/>
                  </a:lnTo>
                  <a:lnTo>
                    <a:pt x="6260659" y="681637"/>
                  </a:lnTo>
                  <a:lnTo>
                    <a:pt x="6331004" y="684164"/>
                  </a:lnTo>
                  <a:lnTo>
                    <a:pt x="6401348" y="686637"/>
                  </a:lnTo>
                  <a:lnTo>
                    <a:pt x="6471693" y="689057"/>
                  </a:lnTo>
                  <a:lnTo>
                    <a:pt x="6542037" y="691427"/>
                  </a:lnTo>
                  <a:lnTo>
                    <a:pt x="6612382" y="693746"/>
                  </a:lnTo>
                  <a:lnTo>
                    <a:pt x="6682726" y="696016"/>
                  </a:lnTo>
                  <a:lnTo>
                    <a:pt x="6753071" y="698238"/>
                  </a:lnTo>
                  <a:lnTo>
                    <a:pt x="6823415" y="700413"/>
                  </a:lnTo>
                  <a:lnTo>
                    <a:pt x="6893760" y="702542"/>
                  </a:lnTo>
                  <a:lnTo>
                    <a:pt x="6964104" y="7046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(1.16-1.41), p_Bonf = &lt;0.001 (n = 6)  |  per IQR decline (Δ = 29.5 %): 2.06 (1.53-2.78)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93718"/>
              <a:ext cx="6964104" cy="1139427"/>
            </a:xfrm>
            <a:custGeom>
              <a:avLst/>
              <a:pathLst>
                <a:path w="6964104" h="1139427">
                  <a:moveTo>
                    <a:pt x="0" y="0"/>
                  </a:moveTo>
                  <a:lnTo>
                    <a:pt x="70344" y="35661"/>
                  </a:lnTo>
                  <a:lnTo>
                    <a:pt x="140688" y="70262"/>
                  </a:lnTo>
                  <a:lnTo>
                    <a:pt x="211033" y="103835"/>
                  </a:lnTo>
                  <a:lnTo>
                    <a:pt x="281377" y="136411"/>
                  </a:lnTo>
                  <a:lnTo>
                    <a:pt x="351722" y="168018"/>
                  </a:lnTo>
                  <a:lnTo>
                    <a:pt x="422066" y="198686"/>
                  </a:lnTo>
                  <a:lnTo>
                    <a:pt x="492411" y="228442"/>
                  </a:lnTo>
                  <a:lnTo>
                    <a:pt x="562755" y="257315"/>
                  </a:lnTo>
                  <a:lnTo>
                    <a:pt x="633100" y="285329"/>
                  </a:lnTo>
                  <a:lnTo>
                    <a:pt x="703444" y="312511"/>
                  </a:lnTo>
                  <a:lnTo>
                    <a:pt x="773789" y="338884"/>
                  </a:lnTo>
                  <a:lnTo>
                    <a:pt x="844133" y="364475"/>
                  </a:lnTo>
                  <a:lnTo>
                    <a:pt x="914478" y="389304"/>
                  </a:lnTo>
                  <a:lnTo>
                    <a:pt x="984822" y="413396"/>
                  </a:lnTo>
                  <a:lnTo>
                    <a:pt x="1055167" y="436772"/>
                  </a:lnTo>
                  <a:lnTo>
                    <a:pt x="1125511" y="459453"/>
                  </a:lnTo>
                  <a:lnTo>
                    <a:pt x="1195856" y="481460"/>
                  </a:lnTo>
                  <a:lnTo>
                    <a:pt x="1266200" y="502813"/>
                  </a:lnTo>
                  <a:lnTo>
                    <a:pt x="1336545" y="523531"/>
                  </a:lnTo>
                  <a:lnTo>
                    <a:pt x="1406889" y="543634"/>
                  </a:lnTo>
                  <a:lnTo>
                    <a:pt x="1477234" y="563139"/>
                  </a:lnTo>
                  <a:lnTo>
                    <a:pt x="1547578" y="582064"/>
                  </a:lnTo>
                  <a:lnTo>
                    <a:pt x="1617923" y="600428"/>
                  </a:lnTo>
                  <a:lnTo>
                    <a:pt x="1688267" y="618245"/>
                  </a:lnTo>
                  <a:lnTo>
                    <a:pt x="1758612" y="635533"/>
                  </a:lnTo>
                  <a:lnTo>
                    <a:pt x="1828956" y="652307"/>
                  </a:lnTo>
                  <a:lnTo>
                    <a:pt x="1899301" y="668583"/>
                  </a:lnTo>
                  <a:lnTo>
                    <a:pt x="1969645" y="684375"/>
                  </a:lnTo>
                  <a:lnTo>
                    <a:pt x="2039990" y="699697"/>
                  </a:lnTo>
                  <a:lnTo>
                    <a:pt x="2110334" y="714565"/>
                  </a:lnTo>
                  <a:lnTo>
                    <a:pt x="2180679" y="728990"/>
                  </a:lnTo>
                  <a:lnTo>
                    <a:pt x="2251023" y="742987"/>
                  </a:lnTo>
                  <a:lnTo>
                    <a:pt x="2321368" y="756568"/>
                  </a:lnTo>
                  <a:lnTo>
                    <a:pt x="2391712" y="769745"/>
                  </a:lnTo>
                  <a:lnTo>
                    <a:pt x="2462057" y="782530"/>
                  </a:lnTo>
                  <a:lnTo>
                    <a:pt x="2532401" y="794936"/>
                  </a:lnTo>
                  <a:lnTo>
                    <a:pt x="2602746" y="806973"/>
                  </a:lnTo>
                  <a:lnTo>
                    <a:pt x="2673090" y="818652"/>
                  </a:lnTo>
                  <a:lnTo>
                    <a:pt x="2743435" y="829984"/>
                  </a:lnTo>
                  <a:lnTo>
                    <a:pt x="2813779" y="840980"/>
                  </a:lnTo>
                  <a:lnTo>
                    <a:pt x="2884124" y="851648"/>
                  </a:lnTo>
                  <a:lnTo>
                    <a:pt x="2954468" y="862000"/>
                  </a:lnTo>
                  <a:lnTo>
                    <a:pt x="3024813" y="872044"/>
                  </a:lnTo>
                  <a:lnTo>
                    <a:pt x="3095157" y="881789"/>
                  </a:lnTo>
                  <a:lnTo>
                    <a:pt x="3165502" y="891245"/>
                  </a:lnTo>
                  <a:lnTo>
                    <a:pt x="3235846" y="900420"/>
                  </a:lnTo>
                  <a:lnTo>
                    <a:pt x="3306191" y="904295"/>
                  </a:lnTo>
                  <a:lnTo>
                    <a:pt x="3376535" y="907999"/>
                  </a:lnTo>
                  <a:lnTo>
                    <a:pt x="3446880" y="911657"/>
                  </a:lnTo>
                  <a:lnTo>
                    <a:pt x="3517224" y="915268"/>
                  </a:lnTo>
                  <a:lnTo>
                    <a:pt x="3587569" y="918835"/>
                  </a:lnTo>
                  <a:lnTo>
                    <a:pt x="3657913" y="922357"/>
                  </a:lnTo>
                  <a:lnTo>
                    <a:pt x="3728257" y="925834"/>
                  </a:lnTo>
                  <a:lnTo>
                    <a:pt x="3798602" y="929268"/>
                  </a:lnTo>
                  <a:lnTo>
                    <a:pt x="3868946" y="932659"/>
                  </a:lnTo>
                  <a:lnTo>
                    <a:pt x="3939291" y="936008"/>
                  </a:lnTo>
                  <a:lnTo>
                    <a:pt x="4009635" y="939315"/>
                  </a:lnTo>
                  <a:lnTo>
                    <a:pt x="4079980" y="942580"/>
                  </a:lnTo>
                  <a:lnTo>
                    <a:pt x="4150324" y="945804"/>
                  </a:lnTo>
                  <a:lnTo>
                    <a:pt x="4220669" y="948988"/>
                  </a:lnTo>
                  <a:lnTo>
                    <a:pt x="4291013" y="952132"/>
                  </a:lnTo>
                  <a:lnTo>
                    <a:pt x="4361358" y="955237"/>
                  </a:lnTo>
                  <a:lnTo>
                    <a:pt x="4431702" y="958303"/>
                  </a:lnTo>
                  <a:lnTo>
                    <a:pt x="4502047" y="961330"/>
                  </a:lnTo>
                  <a:lnTo>
                    <a:pt x="4572391" y="964319"/>
                  </a:lnTo>
                  <a:lnTo>
                    <a:pt x="4642736" y="967271"/>
                  </a:lnTo>
                  <a:lnTo>
                    <a:pt x="4713080" y="970186"/>
                  </a:lnTo>
                  <a:lnTo>
                    <a:pt x="4783425" y="973065"/>
                  </a:lnTo>
                  <a:lnTo>
                    <a:pt x="4853769" y="975907"/>
                  </a:lnTo>
                  <a:lnTo>
                    <a:pt x="4924114" y="978714"/>
                  </a:lnTo>
                  <a:lnTo>
                    <a:pt x="4994458" y="981486"/>
                  </a:lnTo>
                  <a:lnTo>
                    <a:pt x="5064803" y="984223"/>
                  </a:lnTo>
                  <a:lnTo>
                    <a:pt x="5135147" y="986925"/>
                  </a:lnTo>
                  <a:lnTo>
                    <a:pt x="5205492" y="989594"/>
                  </a:lnTo>
                  <a:lnTo>
                    <a:pt x="5275836" y="992229"/>
                  </a:lnTo>
                  <a:lnTo>
                    <a:pt x="5346181" y="994832"/>
                  </a:lnTo>
                  <a:lnTo>
                    <a:pt x="5416525" y="997402"/>
                  </a:lnTo>
                  <a:lnTo>
                    <a:pt x="5486870" y="999939"/>
                  </a:lnTo>
                  <a:lnTo>
                    <a:pt x="5557214" y="1002445"/>
                  </a:lnTo>
                  <a:lnTo>
                    <a:pt x="5627559" y="1004919"/>
                  </a:lnTo>
                  <a:lnTo>
                    <a:pt x="5697903" y="1007363"/>
                  </a:lnTo>
                  <a:lnTo>
                    <a:pt x="5768248" y="1009775"/>
                  </a:lnTo>
                  <a:lnTo>
                    <a:pt x="5838592" y="1012158"/>
                  </a:lnTo>
                  <a:lnTo>
                    <a:pt x="5908937" y="1014511"/>
                  </a:lnTo>
                  <a:lnTo>
                    <a:pt x="5979281" y="1016834"/>
                  </a:lnTo>
                  <a:lnTo>
                    <a:pt x="6049626" y="1019128"/>
                  </a:lnTo>
                  <a:lnTo>
                    <a:pt x="6119970" y="1021393"/>
                  </a:lnTo>
                  <a:lnTo>
                    <a:pt x="6190315" y="1023630"/>
                  </a:lnTo>
                  <a:lnTo>
                    <a:pt x="6260659" y="1025839"/>
                  </a:lnTo>
                  <a:lnTo>
                    <a:pt x="6331004" y="1028021"/>
                  </a:lnTo>
                  <a:lnTo>
                    <a:pt x="6401348" y="1030175"/>
                  </a:lnTo>
                  <a:lnTo>
                    <a:pt x="6471693" y="1032302"/>
                  </a:lnTo>
                  <a:lnTo>
                    <a:pt x="6542037" y="1034402"/>
                  </a:lnTo>
                  <a:lnTo>
                    <a:pt x="6612382" y="1036476"/>
                  </a:lnTo>
                  <a:lnTo>
                    <a:pt x="6682726" y="1038524"/>
                  </a:lnTo>
                  <a:lnTo>
                    <a:pt x="6753071" y="1040547"/>
                  </a:lnTo>
                  <a:lnTo>
                    <a:pt x="6823415" y="1042544"/>
                  </a:lnTo>
                  <a:lnTo>
                    <a:pt x="6893760" y="1044516"/>
                  </a:lnTo>
                  <a:lnTo>
                    <a:pt x="6964104" y="1046463"/>
                  </a:lnTo>
                  <a:lnTo>
                    <a:pt x="6964104" y="1139427"/>
                  </a:lnTo>
                  <a:lnTo>
                    <a:pt x="6893760" y="1137573"/>
                  </a:lnTo>
                  <a:lnTo>
                    <a:pt x="6823415" y="1135662"/>
                  </a:lnTo>
                  <a:lnTo>
                    <a:pt x="6753071" y="1133692"/>
                  </a:lnTo>
                  <a:lnTo>
                    <a:pt x="6682726" y="1131662"/>
                  </a:lnTo>
                  <a:lnTo>
                    <a:pt x="6612382" y="1129570"/>
                  </a:lnTo>
                  <a:lnTo>
                    <a:pt x="6542037" y="1127414"/>
                  </a:lnTo>
                  <a:lnTo>
                    <a:pt x="6471693" y="1125192"/>
                  </a:lnTo>
                  <a:lnTo>
                    <a:pt x="6401348" y="1122901"/>
                  </a:lnTo>
                  <a:lnTo>
                    <a:pt x="6331004" y="1120541"/>
                  </a:lnTo>
                  <a:lnTo>
                    <a:pt x="6260659" y="1118108"/>
                  </a:lnTo>
                  <a:lnTo>
                    <a:pt x="6190315" y="1115601"/>
                  </a:lnTo>
                  <a:lnTo>
                    <a:pt x="6119970" y="1113017"/>
                  </a:lnTo>
                  <a:lnTo>
                    <a:pt x="6049626" y="1110354"/>
                  </a:lnTo>
                  <a:lnTo>
                    <a:pt x="5979281" y="1107609"/>
                  </a:lnTo>
                  <a:lnTo>
                    <a:pt x="5908937" y="1104780"/>
                  </a:lnTo>
                  <a:lnTo>
                    <a:pt x="5838592" y="1101865"/>
                  </a:lnTo>
                  <a:lnTo>
                    <a:pt x="5768248" y="1098860"/>
                  </a:lnTo>
                  <a:lnTo>
                    <a:pt x="5697903" y="1095763"/>
                  </a:lnTo>
                  <a:lnTo>
                    <a:pt x="5627559" y="1092571"/>
                  </a:lnTo>
                  <a:lnTo>
                    <a:pt x="5557214" y="1089282"/>
                  </a:lnTo>
                  <a:lnTo>
                    <a:pt x="5486870" y="1085892"/>
                  </a:lnTo>
                  <a:lnTo>
                    <a:pt x="5416525" y="1082398"/>
                  </a:lnTo>
                  <a:lnTo>
                    <a:pt x="5346181" y="1078797"/>
                  </a:lnTo>
                  <a:lnTo>
                    <a:pt x="5275836" y="1075085"/>
                  </a:lnTo>
                  <a:lnTo>
                    <a:pt x="5205492" y="1071260"/>
                  </a:lnTo>
                  <a:lnTo>
                    <a:pt x="5135147" y="1067318"/>
                  </a:lnTo>
                  <a:lnTo>
                    <a:pt x="5064803" y="1063255"/>
                  </a:lnTo>
                  <a:lnTo>
                    <a:pt x="4994458" y="1059068"/>
                  </a:lnTo>
                  <a:lnTo>
                    <a:pt x="4924114" y="1054752"/>
                  </a:lnTo>
                  <a:lnTo>
                    <a:pt x="4853769" y="1050305"/>
                  </a:lnTo>
                  <a:lnTo>
                    <a:pt x="4783425" y="1045721"/>
                  </a:lnTo>
                  <a:lnTo>
                    <a:pt x="4713080" y="1040996"/>
                  </a:lnTo>
                  <a:lnTo>
                    <a:pt x="4642736" y="1036127"/>
                  </a:lnTo>
                  <a:lnTo>
                    <a:pt x="4572391" y="1031109"/>
                  </a:lnTo>
                  <a:lnTo>
                    <a:pt x="4502047" y="1025937"/>
                  </a:lnTo>
                  <a:lnTo>
                    <a:pt x="4431702" y="1020607"/>
                  </a:lnTo>
                  <a:lnTo>
                    <a:pt x="4361358" y="1015113"/>
                  </a:lnTo>
                  <a:lnTo>
                    <a:pt x="4291013" y="1009451"/>
                  </a:lnTo>
                  <a:lnTo>
                    <a:pt x="4220669" y="1003616"/>
                  </a:lnTo>
                  <a:lnTo>
                    <a:pt x="4150324" y="997602"/>
                  </a:lnTo>
                  <a:lnTo>
                    <a:pt x="4079980" y="991404"/>
                  </a:lnTo>
                  <a:lnTo>
                    <a:pt x="4009635" y="985016"/>
                  </a:lnTo>
                  <a:lnTo>
                    <a:pt x="3939291" y="978432"/>
                  </a:lnTo>
                  <a:lnTo>
                    <a:pt x="3868946" y="971646"/>
                  </a:lnTo>
                  <a:lnTo>
                    <a:pt x="3798602" y="964653"/>
                  </a:lnTo>
                  <a:lnTo>
                    <a:pt x="3728257" y="957446"/>
                  </a:lnTo>
                  <a:lnTo>
                    <a:pt x="3657913" y="950018"/>
                  </a:lnTo>
                  <a:lnTo>
                    <a:pt x="3587569" y="942362"/>
                  </a:lnTo>
                  <a:lnTo>
                    <a:pt x="3517224" y="934472"/>
                  </a:lnTo>
                  <a:lnTo>
                    <a:pt x="3446880" y="926340"/>
                  </a:lnTo>
                  <a:lnTo>
                    <a:pt x="3376535" y="917959"/>
                  </a:lnTo>
                  <a:lnTo>
                    <a:pt x="3306191" y="909322"/>
                  </a:lnTo>
                  <a:lnTo>
                    <a:pt x="3235846" y="900544"/>
                  </a:lnTo>
                  <a:lnTo>
                    <a:pt x="3165502" y="896746"/>
                  </a:lnTo>
                  <a:lnTo>
                    <a:pt x="3095157" y="892899"/>
                  </a:lnTo>
                  <a:lnTo>
                    <a:pt x="3024813" y="889004"/>
                  </a:lnTo>
                  <a:lnTo>
                    <a:pt x="2954468" y="885059"/>
                  </a:lnTo>
                  <a:lnTo>
                    <a:pt x="2884124" y="881064"/>
                  </a:lnTo>
                  <a:lnTo>
                    <a:pt x="2813779" y="877018"/>
                  </a:lnTo>
                  <a:lnTo>
                    <a:pt x="2743435" y="872922"/>
                  </a:lnTo>
                  <a:lnTo>
                    <a:pt x="2673090" y="868773"/>
                  </a:lnTo>
                  <a:lnTo>
                    <a:pt x="2602746" y="864571"/>
                  </a:lnTo>
                  <a:lnTo>
                    <a:pt x="2532401" y="860316"/>
                  </a:lnTo>
                  <a:lnTo>
                    <a:pt x="2462057" y="856007"/>
                  </a:lnTo>
                  <a:lnTo>
                    <a:pt x="2391712" y="851644"/>
                  </a:lnTo>
                  <a:lnTo>
                    <a:pt x="2321368" y="847225"/>
                  </a:lnTo>
                  <a:lnTo>
                    <a:pt x="2251023" y="842750"/>
                  </a:lnTo>
                  <a:lnTo>
                    <a:pt x="2180679" y="838219"/>
                  </a:lnTo>
                  <a:lnTo>
                    <a:pt x="2110334" y="833630"/>
                  </a:lnTo>
                  <a:lnTo>
                    <a:pt x="2039990" y="828982"/>
                  </a:lnTo>
                  <a:lnTo>
                    <a:pt x="1969645" y="824276"/>
                  </a:lnTo>
                  <a:lnTo>
                    <a:pt x="1899301" y="819510"/>
                  </a:lnTo>
                  <a:lnTo>
                    <a:pt x="1828956" y="814683"/>
                  </a:lnTo>
                  <a:lnTo>
                    <a:pt x="1758612" y="809796"/>
                  </a:lnTo>
                  <a:lnTo>
                    <a:pt x="1688267" y="804846"/>
                  </a:lnTo>
                  <a:lnTo>
                    <a:pt x="1617923" y="799833"/>
                  </a:lnTo>
                  <a:lnTo>
                    <a:pt x="1547578" y="794757"/>
                  </a:lnTo>
                  <a:lnTo>
                    <a:pt x="1477234" y="789617"/>
                  </a:lnTo>
                  <a:lnTo>
                    <a:pt x="1406889" y="784411"/>
                  </a:lnTo>
                  <a:lnTo>
                    <a:pt x="1336545" y="779139"/>
                  </a:lnTo>
                  <a:lnTo>
                    <a:pt x="1266200" y="773801"/>
                  </a:lnTo>
                  <a:lnTo>
                    <a:pt x="1195856" y="768394"/>
                  </a:lnTo>
                  <a:lnTo>
                    <a:pt x="1125511" y="762920"/>
                  </a:lnTo>
                  <a:lnTo>
                    <a:pt x="1055167" y="757375"/>
                  </a:lnTo>
                  <a:lnTo>
                    <a:pt x="984822" y="751760"/>
                  </a:lnTo>
                  <a:lnTo>
                    <a:pt x="914478" y="746075"/>
                  </a:lnTo>
                  <a:lnTo>
                    <a:pt x="844133" y="740316"/>
                  </a:lnTo>
                  <a:lnTo>
                    <a:pt x="773789" y="734485"/>
                  </a:lnTo>
                  <a:lnTo>
                    <a:pt x="703444" y="728580"/>
                  </a:lnTo>
                  <a:lnTo>
                    <a:pt x="633100" y="722600"/>
                  </a:lnTo>
                  <a:lnTo>
                    <a:pt x="562755" y="716544"/>
                  </a:lnTo>
                  <a:lnTo>
                    <a:pt x="492411" y="710412"/>
                  </a:lnTo>
                  <a:lnTo>
                    <a:pt x="422066" y="704201"/>
                  </a:lnTo>
                  <a:lnTo>
                    <a:pt x="351722" y="697912"/>
                  </a:lnTo>
                  <a:lnTo>
                    <a:pt x="281377" y="691543"/>
                  </a:lnTo>
                  <a:lnTo>
                    <a:pt x="211033" y="685093"/>
                  </a:lnTo>
                  <a:lnTo>
                    <a:pt x="140688" y="678561"/>
                  </a:lnTo>
                  <a:lnTo>
                    <a:pt x="70344" y="671947"/>
                  </a:lnTo>
                  <a:lnTo>
                    <a:pt x="0" y="6652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393718"/>
              <a:ext cx="6964104" cy="1046463"/>
            </a:xfrm>
            <a:custGeom>
              <a:avLst/>
              <a:pathLst>
                <a:path w="6964104" h="1046463">
                  <a:moveTo>
                    <a:pt x="0" y="0"/>
                  </a:moveTo>
                  <a:lnTo>
                    <a:pt x="70344" y="35661"/>
                  </a:lnTo>
                  <a:lnTo>
                    <a:pt x="140688" y="70262"/>
                  </a:lnTo>
                  <a:lnTo>
                    <a:pt x="211033" y="103835"/>
                  </a:lnTo>
                  <a:lnTo>
                    <a:pt x="281377" y="136411"/>
                  </a:lnTo>
                  <a:lnTo>
                    <a:pt x="351722" y="168018"/>
                  </a:lnTo>
                  <a:lnTo>
                    <a:pt x="422066" y="198686"/>
                  </a:lnTo>
                  <a:lnTo>
                    <a:pt x="492411" y="228442"/>
                  </a:lnTo>
                  <a:lnTo>
                    <a:pt x="562755" y="257315"/>
                  </a:lnTo>
                  <a:lnTo>
                    <a:pt x="633100" y="285329"/>
                  </a:lnTo>
                  <a:lnTo>
                    <a:pt x="703444" y="312511"/>
                  </a:lnTo>
                  <a:lnTo>
                    <a:pt x="773789" y="338884"/>
                  </a:lnTo>
                  <a:lnTo>
                    <a:pt x="844133" y="364475"/>
                  </a:lnTo>
                  <a:lnTo>
                    <a:pt x="914478" y="389304"/>
                  </a:lnTo>
                  <a:lnTo>
                    <a:pt x="984822" y="413396"/>
                  </a:lnTo>
                  <a:lnTo>
                    <a:pt x="1055167" y="436772"/>
                  </a:lnTo>
                  <a:lnTo>
                    <a:pt x="1125511" y="459453"/>
                  </a:lnTo>
                  <a:lnTo>
                    <a:pt x="1195856" y="481460"/>
                  </a:lnTo>
                  <a:lnTo>
                    <a:pt x="1266200" y="502813"/>
                  </a:lnTo>
                  <a:lnTo>
                    <a:pt x="1336545" y="523531"/>
                  </a:lnTo>
                  <a:lnTo>
                    <a:pt x="1406889" y="543634"/>
                  </a:lnTo>
                  <a:lnTo>
                    <a:pt x="1477234" y="563139"/>
                  </a:lnTo>
                  <a:lnTo>
                    <a:pt x="1547578" y="582064"/>
                  </a:lnTo>
                  <a:lnTo>
                    <a:pt x="1617923" y="600428"/>
                  </a:lnTo>
                  <a:lnTo>
                    <a:pt x="1688267" y="618245"/>
                  </a:lnTo>
                  <a:lnTo>
                    <a:pt x="1758612" y="635533"/>
                  </a:lnTo>
                  <a:lnTo>
                    <a:pt x="1828956" y="652307"/>
                  </a:lnTo>
                  <a:lnTo>
                    <a:pt x="1899301" y="668583"/>
                  </a:lnTo>
                  <a:lnTo>
                    <a:pt x="1969645" y="684375"/>
                  </a:lnTo>
                  <a:lnTo>
                    <a:pt x="2039990" y="699697"/>
                  </a:lnTo>
                  <a:lnTo>
                    <a:pt x="2110334" y="714565"/>
                  </a:lnTo>
                  <a:lnTo>
                    <a:pt x="2180679" y="728990"/>
                  </a:lnTo>
                  <a:lnTo>
                    <a:pt x="2251023" y="742987"/>
                  </a:lnTo>
                  <a:lnTo>
                    <a:pt x="2321368" y="756568"/>
                  </a:lnTo>
                  <a:lnTo>
                    <a:pt x="2391712" y="769745"/>
                  </a:lnTo>
                  <a:lnTo>
                    <a:pt x="2462057" y="782530"/>
                  </a:lnTo>
                  <a:lnTo>
                    <a:pt x="2532401" y="794936"/>
                  </a:lnTo>
                  <a:lnTo>
                    <a:pt x="2602746" y="806973"/>
                  </a:lnTo>
                  <a:lnTo>
                    <a:pt x="2673090" y="818652"/>
                  </a:lnTo>
                  <a:lnTo>
                    <a:pt x="2743435" y="829984"/>
                  </a:lnTo>
                  <a:lnTo>
                    <a:pt x="2813779" y="840980"/>
                  </a:lnTo>
                  <a:lnTo>
                    <a:pt x="2884124" y="851648"/>
                  </a:lnTo>
                  <a:lnTo>
                    <a:pt x="2954468" y="862000"/>
                  </a:lnTo>
                  <a:lnTo>
                    <a:pt x="3024813" y="872044"/>
                  </a:lnTo>
                  <a:lnTo>
                    <a:pt x="3095157" y="881789"/>
                  </a:lnTo>
                  <a:lnTo>
                    <a:pt x="3165502" y="891245"/>
                  </a:lnTo>
                  <a:lnTo>
                    <a:pt x="3235846" y="900420"/>
                  </a:lnTo>
                  <a:lnTo>
                    <a:pt x="3306191" y="904295"/>
                  </a:lnTo>
                  <a:lnTo>
                    <a:pt x="3376535" y="907999"/>
                  </a:lnTo>
                  <a:lnTo>
                    <a:pt x="3446880" y="911657"/>
                  </a:lnTo>
                  <a:lnTo>
                    <a:pt x="3517224" y="915268"/>
                  </a:lnTo>
                  <a:lnTo>
                    <a:pt x="3587569" y="918835"/>
                  </a:lnTo>
                  <a:lnTo>
                    <a:pt x="3657913" y="922357"/>
                  </a:lnTo>
                  <a:lnTo>
                    <a:pt x="3728257" y="925834"/>
                  </a:lnTo>
                  <a:lnTo>
                    <a:pt x="3798602" y="929268"/>
                  </a:lnTo>
                  <a:lnTo>
                    <a:pt x="3868946" y="932659"/>
                  </a:lnTo>
                  <a:lnTo>
                    <a:pt x="3939291" y="936008"/>
                  </a:lnTo>
                  <a:lnTo>
                    <a:pt x="4009635" y="939315"/>
                  </a:lnTo>
                  <a:lnTo>
                    <a:pt x="4079980" y="942580"/>
                  </a:lnTo>
                  <a:lnTo>
                    <a:pt x="4150324" y="945804"/>
                  </a:lnTo>
                  <a:lnTo>
                    <a:pt x="4220669" y="948988"/>
                  </a:lnTo>
                  <a:lnTo>
                    <a:pt x="4291013" y="952132"/>
                  </a:lnTo>
                  <a:lnTo>
                    <a:pt x="4361358" y="955237"/>
                  </a:lnTo>
                  <a:lnTo>
                    <a:pt x="4431702" y="958303"/>
                  </a:lnTo>
                  <a:lnTo>
                    <a:pt x="4502047" y="961330"/>
                  </a:lnTo>
                  <a:lnTo>
                    <a:pt x="4572391" y="964319"/>
                  </a:lnTo>
                  <a:lnTo>
                    <a:pt x="4642736" y="967271"/>
                  </a:lnTo>
                  <a:lnTo>
                    <a:pt x="4713080" y="970186"/>
                  </a:lnTo>
                  <a:lnTo>
                    <a:pt x="4783425" y="973065"/>
                  </a:lnTo>
                  <a:lnTo>
                    <a:pt x="4853769" y="975907"/>
                  </a:lnTo>
                  <a:lnTo>
                    <a:pt x="4924114" y="978714"/>
                  </a:lnTo>
                  <a:lnTo>
                    <a:pt x="4994458" y="981486"/>
                  </a:lnTo>
                  <a:lnTo>
                    <a:pt x="5064803" y="984223"/>
                  </a:lnTo>
                  <a:lnTo>
                    <a:pt x="5135147" y="986925"/>
                  </a:lnTo>
                  <a:lnTo>
                    <a:pt x="5205492" y="989594"/>
                  </a:lnTo>
                  <a:lnTo>
                    <a:pt x="5275836" y="992229"/>
                  </a:lnTo>
                  <a:lnTo>
                    <a:pt x="5346181" y="994832"/>
                  </a:lnTo>
                  <a:lnTo>
                    <a:pt x="5416525" y="997402"/>
                  </a:lnTo>
                  <a:lnTo>
                    <a:pt x="5486870" y="999939"/>
                  </a:lnTo>
                  <a:lnTo>
                    <a:pt x="5557214" y="1002445"/>
                  </a:lnTo>
                  <a:lnTo>
                    <a:pt x="5627559" y="1004919"/>
                  </a:lnTo>
                  <a:lnTo>
                    <a:pt x="5697903" y="1007363"/>
                  </a:lnTo>
                  <a:lnTo>
                    <a:pt x="5768248" y="1009775"/>
                  </a:lnTo>
                  <a:lnTo>
                    <a:pt x="5838592" y="1012158"/>
                  </a:lnTo>
                  <a:lnTo>
                    <a:pt x="5908937" y="1014511"/>
                  </a:lnTo>
                  <a:lnTo>
                    <a:pt x="5979281" y="1016834"/>
                  </a:lnTo>
                  <a:lnTo>
                    <a:pt x="6049626" y="1019128"/>
                  </a:lnTo>
                  <a:lnTo>
                    <a:pt x="6119970" y="1021393"/>
                  </a:lnTo>
                  <a:lnTo>
                    <a:pt x="6190315" y="1023630"/>
                  </a:lnTo>
                  <a:lnTo>
                    <a:pt x="6260659" y="1025839"/>
                  </a:lnTo>
                  <a:lnTo>
                    <a:pt x="6331004" y="1028021"/>
                  </a:lnTo>
                  <a:lnTo>
                    <a:pt x="6401348" y="1030175"/>
                  </a:lnTo>
                  <a:lnTo>
                    <a:pt x="6471693" y="1032302"/>
                  </a:lnTo>
                  <a:lnTo>
                    <a:pt x="6542037" y="1034402"/>
                  </a:lnTo>
                  <a:lnTo>
                    <a:pt x="6612382" y="1036476"/>
                  </a:lnTo>
                  <a:lnTo>
                    <a:pt x="6682726" y="1038524"/>
                  </a:lnTo>
                  <a:lnTo>
                    <a:pt x="6753071" y="1040547"/>
                  </a:lnTo>
                  <a:lnTo>
                    <a:pt x="6823415" y="1042544"/>
                  </a:lnTo>
                  <a:lnTo>
                    <a:pt x="6893760" y="1044516"/>
                  </a:lnTo>
                  <a:lnTo>
                    <a:pt x="6964104" y="1046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058967"/>
              <a:ext cx="6964104" cy="474178"/>
            </a:xfrm>
            <a:custGeom>
              <a:avLst/>
              <a:pathLst>
                <a:path w="6964104" h="474178">
                  <a:moveTo>
                    <a:pt x="6964104" y="474178"/>
                  </a:moveTo>
                  <a:lnTo>
                    <a:pt x="6893760" y="472324"/>
                  </a:lnTo>
                  <a:lnTo>
                    <a:pt x="6823415" y="470413"/>
                  </a:lnTo>
                  <a:lnTo>
                    <a:pt x="6753071" y="468443"/>
                  </a:lnTo>
                  <a:lnTo>
                    <a:pt x="6682726" y="466413"/>
                  </a:lnTo>
                  <a:lnTo>
                    <a:pt x="6612382" y="464321"/>
                  </a:lnTo>
                  <a:lnTo>
                    <a:pt x="6542037" y="462165"/>
                  </a:lnTo>
                  <a:lnTo>
                    <a:pt x="6471693" y="459943"/>
                  </a:lnTo>
                  <a:lnTo>
                    <a:pt x="6401348" y="457653"/>
                  </a:lnTo>
                  <a:lnTo>
                    <a:pt x="6331004" y="455292"/>
                  </a:lnTo>
                  <a:lnTo>
                    <a:pt x="6260659" y="452859"/>
                  </a:lnTo>
                  <a:lnTo>
                    <a:pt x="6190315" y="450352"/>
                  </a:lnTo>
                  <a:lnTo>
                    <a:pt x="6119970" y="447768"/>
                  </a:lnTo>
                  <a:lnTo>
                    <a:pt x="6049626" y="445105"/>
                  </a:lnTo>
                  <a:lnTo>
                    <a:pt x="5979281" y="442360"/>
                  </a:lnTo>
                  <a:lnTo>
                    <a:pt x="5908937" y="439531"/>
                  </a:lnTo>
                  <a:lnTo>
                    <a:pt x="5838592" y="436616"/>
                  </a:lnTo>
                  <a:lnTo>
                    <a:pt x="5768248" y="433611"/>
                  </a:lnTo>
                  <a:lnTo>
                    <a:pt x="5697903" y="430514"/>
                  </a:lnTo>
                  <a:lnTo>
                    <a:pt x="5627559" y="427322"/>
                  </a:lnTo>
                  <a:lnTo>
                    <a:pt x="5557214" y="424033"/>
                  </a:lnTo>
                  <a:lnTo>
                    <a:pt x="5486870" y="420643"/>
                  </a:lnTo>
                  <a:lnTo>
                    <a:pt x="5416525" y="417149"/>
                  </a:lnTo>
                  <a:lnTo>
                    <a:pt x="5346181" y="413548"/>
                  </a:lnTo>
                  <a:lnTo>
                    <a:pt x="5275836" y="409837"/>
                  </a:lnTo>
                  <a:lnTo>
                    <a:pt x="5205492" y="406012"/>
                  </a:lnTo>
                  <a:lnTo>
                    <a:pt x="5135147" y="402069"/>
                  </a:lnTo>
                  <a:lnTo>
                    <a:pt x="5064803" y="398006"/>
                  </a:lnTo>
                  <a:lnTo>
                    <a:pt x="4994458" y="393819"/>
                  </a:lnTo>
                  <a:lnTo>
                    <a:pt x="4924114" y="389504"/>
                  </a:lnTo>
                  <a:lnTo>
                    <a:pt x="4853769" y="385056"/>
                  </a:lnTo>
                  <a:lnTo>
                    <a:pt x="4783425" y="380472"/>
                  </a:lnTo>
                  <a:lnTo>
                    <a:pt x="4713080" y="375747"/>
                  </a:lnTo>
                  <a:lnTo>
                    <a:pt x="4642736" y="370878"/>
                  </a:lnTo>
                  <a:lnTo>
                    <a:pt x="4572391" y="365860"/>
                  </a:lnTo>
                  <a:lnTo>
                    <a:pt x="4502047" y="360688"/>
                  </a:lnTo>
                  <a:lnTo>
                    <a:pt x="4431702" y="355358"/>
                  </a:lnTo>
                  <a:lnTo>
                    <a:pt x="4361358" y="349864"/>
                  </a:lnTo>
                  <a:lnTo>
                    <a:pt x="4291013" y="344202"/>
                  </a:lnTo>
                  <a:lnTo>
                    <a:pt x="4220669" y="338367"/>
                  </a:lnTo>
                  <a:lnTo>
                    <a:pt x="4150324" y="332353"/>
                  </a:lnTo>
                  <a:lnTo>
                    <a:pt x="4079980" y="326155"/>
                  </a:lnTo>
                  <a:lnTo>
                    <a:pt x="4009635" y="319767"/>
                  </a:lnTo>
                  <a:lnTo>
                    <a:pt x="3939291" y="313183"/>
                  </a:lnTo>
                  <a:lnTo>
                    <a:pt x="3868946" y="306398"/>
                  </a:lnTo>
                  <a:lnTo>
                    <a:pt x="3798602" y="299404"/>
                  </a:lnTo>
                  <a:lnTo>
                    <a:pt x="3728257" y="292197"/>
                  </a:lnTo>
                  <a:lnTo>
                    <a:pt x="3657913" y="284769"/>
                  </a:lnTo>
                  <a:lnTo>
                    <a:pt x="3587569" y="277113"/>
                  </a:lnTo>
                  <a:lnTo>
                    <a:pt x="3517224" y="269223"/>
                  </a:lnTo>
                  <a:lnTo>
                    <a:pt x="3446880" y="261091"/>
                  </a:lnTo>
                  <a:lnTo>
                    <a:pt x="3376535" y="252710"/>
                  </a:lnTo>
                  <a:lnTo>
                    <a:pt x="3306191" y="244073"/>
                  </a:lnTo>
                  <a:lnTo>
                    <a:pt x="3235846" y="235296"/>
                  </a:lnTo>
                  <a:lnTo>
                    <a:pt x="3165502" y="231497"/>
                  </a:lnTo>
                  <a:lnTo>
                    <a:pt x="3095157" y="227651"/>
                  </a:lnTo>
                  <a:lnTo>
                    <a:pt x="3024813" y="223755"/>
                  </a:lnTo>
                  <a:lnTo>
                    <a:pt x="2954468" y="219810"/>
                  </a:lnTo>
                  <a:lnTo>
                    <a:pt x="2884124" y="215815"/>
                  </a:lnTo>
                  <a:lnTo>
                    <a:pt x="2813779" y="211770"/>
                  </a:lnTo>
                  <a:lnTo>
                    <a:pt x="2743435" y="207673"/>
                  </a:lnTo>
                  <a:lnTo>
                    <a:pt x="2673090" y="203524"/>
                  </a:lnTo>
                  <a:lnTo>
                    <a:pt x="2602746" y="199322"/>
                  </a:lnTo>
                  <a:lnTo>
                    <a:pt x="2532401" y="195068"/>
                  </a:lnTo>
                  <a:lnTo>
                    <a:pt x="2462057" y="190759"/>
                  </a:lnTo>
                  <a:lnTo>
                    <a:pt x="2391712" y="186395"/>
                  </a:lnTo>
                  <a:lnTo>
                    <a:pt x="2321368" y="181976"/>
                  </a:lnTo>
                  <a:lnTo>
                    <a:pt x="2251023" y="177502"/>
                  </a:lnTo>
                  <a:lnTo>
                    <a:pt x="2180679" y="172970"/>
                  </a:lnTo>
                  <a:lnTo>
                    <a:pt x="2110334" y="168381"/>
                  </a:lnTo>
                  <a:lnTo>
                    <a:pt x="2039990" y="163733"/>
                  </a:lnTo>
                  <a:lnTo>
                    <a:pt x="1969645" y="159027"/>
                  </a:lnTo>
                  <a:lnTo>
                    <a:pt x="1899301" y="154261"/>
                  </a:lnTo>
                  <a:lnTo>
                    <a:pt x="1828956" y="149435"/>
                  </a:lnTo>
                  <a:lnTo>
                    <a:pt x="1758612" y="144547"/>
                  </a:lnTo>
                  <a:lnTo>
                    <a:pt x="1688267" y="139597"/>
                  </a:lnTo>
                  <a:lnTo>
                    <a:pt x="1617923" y="134585"/>
                  </a:lnTo>
                  <a:lnTo>
                    <a:pt x="1547578" y="129509"/>
                  </a:lnTo>
                  <a:lnTo>
                    <a:pt x="1477234" y="124368"/>
                  </a:lnTo>
                  <a:lnTo>
                    <a:pt x="1406889" y="119162"/>
                  </a:lnTo>
                  <a:lnTo>
                    <a:pt x="1336545" y="113891"/>
                  </a:lnTo>
                  <a:lnTo>
                    <a:pt x="1266200" y="108552"/>
                  </a:lnTo>
                  <a:lnTo>
                    <a:pt x="1195856" y="103146"/>
                  </a:lnTo>
                  <a:lnTo>
                    <a:pt x="1125511" y="97671"/>
                  </a:lnTo>
                  <a:lnTo>
                    <a:pt x="1055167" y="92126"/>
                  </a:lnTo>
                  <a:lnTo>
                    <a:pt x="984822" y="86512"/>
                  </a:lnTo>
                  <a:lnTo>
                    <a:pt x="914478" y="80826"/>
                  </a:lnTo>
                  <a:lnTo>
                    <a:pt x="844133" y="75068"/>
                  </a:lnTo>
                  <a:lnTo>
                    <a:pt x="773789" y="69237"/>
                  </a:lnTo>
                  <a:lnTo>
                    <a:pt x="703444" y="63331"/>
                  </a:lnTo>
                  <a:lnTo>
                    <a:pt x="633100" y="57351"/>
                  </a:lnTo>
                  <a:lnTo>
                    <a:pt x="562755" y="51296"/>
                  </a:lnTo>
                  <a:lnTo>
                    <a:pt x="492411" y="45163"/>
                  </a:lnTo>
                  <a:lnTo>
                    <a:pt x="422066" y="38952"/>
                  </a:lnTo>
                  <a:lnTo>
                    <a:pt x="351722" y="32663"/>
                  </a:lnTo>
                  <a:lnTo>
                    <a:pt x="281377" y="26294"/>
                  </a:lnTo>
                  <a:lnTo>
                    <a:pt x="211033" y="19844"/>
                  </a:lnTo>
                  <a:lnTo>
                    <a:pt x="140688" y="13313"/>
                  </a:lnTo>
                  <a:lnTo>
                    <a:pt x="70344" y="66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792658"/>
              <a:ext cx="6964104" cy="704626"/>
            </a:xfrm>
            <a:custGeom>
              <a:avLst/>
              <a:pathLst>
                <a:path w="6964104" h="704626">
                  <a:moveTo>
                    <a:pt x="0" y="0"/>
                  </a:moveTo>
                  <a:lnTo>
                    <a:pt x="70344" y="16950"/>
                  </a:lnTo>
                  <a:lnTo>
                    <a:pt x="140688" y="33541"/>
                  </a:lnTo>
                  <a:lnTo>
                    <a:pt x="211033" y="49782"/>
                  </a:lnTo>
                  <a:lnTo>
                    <a:pt x="281377" y="65678"/>
                  </a:lnTo>
                  <a:lnTo>
                    <a:pt x="351722" y="81239"/>
                  </a:lnTo>
                  <a:lnTo>
                    <a:pt x="422066" y="96470"/>
                  </a:lnTo>
                  <a:lnTo>
                    <a:pt x="492411" y="111379"/>
                  </a:lnTo>
                  <a:lnTo>
                    <a:pt x="562755" y="125972"/>
                  </a:lnTo>
                  <a:lnTo>
                    <a:pt x="633100" y="140256"/>
                  </a:lnTo>
                  <a:lnTo>
                    <a:pt x="703444" y="154239"/>
                  </a:lnTo>
                  <a:lnTo>
                    <a:pt x="773789" y="167925"/>
                  </a:lnTo>
                  <a:lnTo>
                    <a:pt x="844133" y="181322"/>
                  </a:lnTo>
                  <a:lnTo>
                    <a:pt x="914478" y="194435"/>
                  </a:lnTo>
                  <a:lnTo>
                    <a:pt x="984822" y="207271"/>
                  </a:lnTo>
                  <a:lnTo>
                    <a:pt x="1055167" y="219835"/>
                  </a:lnTo>
                  <a:lnTo>
                    <a:pt x="1125511" y="232133"/>
                  </a:lnTo>
                  <a:lnTo>
                    <a:pt x="1195856" y="244172"/>
                  </a:lnTo>
                  <a:lnTo>
                    <a:pt x="1266200" y="255955"/>
                  </a:lnTo>
                  <a:lnTo>
                    <a:pt x="1336545" y="267489"/>
                  </a:lnTo>
                  <a:lnTo>
                    <a:pt x="1406889" y="278779"/>
                  </a:lnTo>
                  <a:lnTo>
                    <a:pt x="1477234" y="289830"/>
                  </a:lnTo>
                  <a:lnTo>
                    <a:pt x="1547578" y="300647"/>
                  </a:lnTo>
                  <a:lnTo>
                    <a:pt x="1617923" y="311235"/>
                  </a:lnTo>
                  <a:lnTo>
                    <a:pt x="1688267" y="321600"/>
                  </a:lnTo>
                  <a:lnTo>
                    <a:pt x="1758612" y="331745"/>
                  </a:lnTo>
                  <a:lnTo>
                    <a:pt x="1828956" y="341675"/>
                  </a:lnTo>
                  <a:lnTo>
                    <a:pt x="1899301" y="351395"/>
                  </a:lnTo>
                  <a:lnTo>
                    <a:pt x="1969645" y="360910"/>
                  </a:lnTo>
                  <a:lnTo>
                    <a:pt x="2039990" y="370223"/>
                  </a:lnTo>
                  <a:lnTo>
                    <a:pt x="2110334" y="379339"/>
                  </a:lnTo>
                  <a:lnTo>
                    <a:pt x="2180679" y="388262"/>
                  </a:lnTo>
                  <a:lnTo>
                    <a:pt x="2251023" y="396996"/>
                  </a:lnTo>
                  <a:lnTo>
                    <a:pt x="2321368" y="405546"/>
                  </a:lnTo>
                  <a:lnTo>
                    <a:pt x="2391712" y="413914"/>
                  </a:lnTo>
                  <a:lnTo>
                    <a:pt x="2462057" y="422106"/>
                  </a:lnTo>
                  <a:lnTo>
                    <a:pt x="2532401" y="430124"/>
                  </a:lnTo>
                  <a:lnTo>
                    <a:pt x="2602746" y="437973"/>
                  </a:lnTo>
                  <a:lnTo>
                    <a:pt x="2673090" y="445655"/>
                  </a:lnTo>
                  <a:lnTo>
                    <a:pt x="2743435" y="453175"/>
                  </a:lnTo>
                  <a:lnTo>
                    <a:pt x="2813779" y="460536"/>
                  </a:lnTo>
                  <a:lnTo>
                    <a:pt x="2884124" y="467741"/>
                  </a:lnTo>
                  <a:lnTo>
                    <a:pt x="2954468" y="474793"/>
                  </a:lnTo>
                  <a:lnTo>
                    <a:pt x="3024813" y="481696"/>
                  </a:lnTo>
                  <a:lnTo>
                    <a:pt x="3095157" y="488454"/>
                  </a:lnTo>
                  <a:lnTo>
                    <a:pt x="3165502" y="495068"/>
                  </a:lnTo>
                  <a:lnTo>
                    <a:pt x="3235846" y="501542"/>
                  </a:lnTo>
                  <a:lnTo>
                    <a:pt x="3306191" y="507879"/>
                  </a:lnTo>
                  <a:lnTo>
                    <a:pt x="3376535" y="514083"/>
                  </a:lnTo>
                  <a:lnTo>
                    <a:pt x="3446880" y="520154"/>
                  </a:lnTo>
                  <a:lnTo>
                    <a:pt x="3517224" y="526098"/>
                  </a:lnTo>
                  <a:lnTo>
                    <a:pt x="3587569" y="531916"/>
                  </a:lnTo>
                  <a:lnTo>
                    <a:pt x="3657913" y="537610"/>
                  </a:lnTo>
                  <a:lnTo>
                    <a:pt x="3728257" y="543184"/>
                  </a:lnTo>
                  <a:lnTo>
                    <a:pt x="3798602" y="548640"/>
                  </a:lnTo>
                  <a:lnTo>
                    <a:pt x="3868946" y="553981"/>
                  </a:lnTo>
                  <a:lnTo>
                    <a:pt x="3939291" y="559209"/>
                  </a:lnTo>
                  <a:lnTo>
                    <a:pt x="4009635" y="564326"/>
                  </a:lnTo>
                  <a:lnTo>
                    <a:pt x="4079980" y="569334"/>
                  </a:lnTo>
                  <a:lnTo>
                    <a:pt x="4150324" y="574237"/>
                  </a:lnTo>
                  <a:lnTo>
                    <a:pt x="4220669" y="579036"/>
                  </a:lnTo>
                  <a:lnTo>
                    <a:pt x="4291013" y="583734"/>
                  </a:lnTo>
                  <a:lnTo>
                    <a:pt x="4361358" y="588332"/>
                  </a:lnTo>
                  <a:lnTo>
                    <a:pt x="4431702" y="592832"/>
                  </a:lnTo>
                  <a:lnTo>
                    <a:pt x="4502047" y="597238"/>
                  </a:lnTo>
                  <a:lnTo>
                    <a:pt x="4572391" y="601550"/>
                  </a:lnTo>
                  <a:lnTo>
                    <a:pt x="4642736" y="605771"/>
                  </a:lnTo>
                  <a:lnTo>
                    <a:pt x="4713080" y="609903"/>
                  </a:lnTo>
                  <a:lnTo>
                    <a:pt x="4783425" y="613947"/>
                  </a:lnTo>
                  <a:lnTo>
                    <a:pt x="4853769" y="617906"/>
                  </a:lnTo>
                  <a:lnTo>
                    <a:pt x="4924114" y="621781"/>
                  </a:lnTo>
                  <a:lnTo>
                    <a:pt x="4994458" y="625574"/>
                  </a:lnTo>
                  <a:lnTo>
                    <a:pt x="5064803" y="629287"/>
                  </a:lnTo>
                  <a:lnTo>
                    <a:pt x="5135147" y="632921"/>
                  </a:lnTo>
                  <a:lnTo>
                    <a:pt x="5205492" y="636478"/>
                  </a:lnTo>
                  <a:lnTo>
                    <a:pt x="5275836" y="639960"/>
                  </a:lnTo>
                  <a:lnTo>
                    <a:pt x="5346181" y="643368"/>
                  </a:lnTo>
                  <a:lnTo>
                    <a:pt x="5416525" y="646704"/>
                  </a:lnTo>
                  <a:lnTo>
                    <a:pt x="5486870" y="649970"/>
                  </a:lnTo>
                  <a:lnTo>
                    <a:pt x="5557214" y="653166"/>
                  </a:lnTo>
                  <a:lnTo>
                    <a:pt x="5627559" y="656295"/>
                  </a:lnTo>
                  <a:lnTo>
                    <a:pt x="5697903" y="659358"/>
                  </a:lnTo>
                  <a:lnTo>
                    <a:pt x="5768248" y="662356"/>
                  </a:lnTo>
                  <a:lnTo>
                    <a:pt x="5838592" y="665290"/>
                  </a:lnTo>
                  <a:lnTo>
                    <a:pt x="5908937" y="668162"/>
                  </a:lnTo>
                  <a:lnTo>
                    <a:pt x="5979281" y="670974"/>
                  </a:lnTo>
                  <a:lnTo>
                    <a:pt x="6049626" y="673726"/>
                  </a:lnTo>
                  <a:lnTo>
                    <a:pt x="6119970" y="676420"/>
                  </a:lnTo>
                  <a:lnTo>
                    <a:pt x="6190315" y="679056"/>
                  </a:lnTo>
                  <a:lnTo>
                    <a:pt x="6260659" y="681637"/>
                  </a:lnTo>
                  <a:lnTo>
                    <a:pt x="6331004" y="684164"/>
                  </a:lnTo>
                  <a:lnTo>
                    <a:pt x="6401348" y="686637"/>
                  </a:lnTo>
                  <a:lnTo>
                    <a:pt x="6471693" y="689057"/>
                  </a:lnTo>
                  <a:lnTo>
                    <a:pt x="6542037" y="691427"/>
                  </a:lnTo>
                  <a:lnTo>
                    <a:pt x="6612382" y="693746"/>
                  </a:lnTo>
                  <a:lnTo>
                    <a:pt x="6682726" y="696016"/>
                  </a:lnTo>
                  <a:lnTo>
                    <a:pt x="6753071" y="698238"/>
                  </a:lnTo>
                  <a:lnTo>
                    <a:pt x="6823415" y="700413"/>
                  </a:lnTo>
                  <a:lnTo>
                    <a:pt x="6893760" y="702542"/>
                  </a:lnTo>
                  <a:lnTo>
                    <a:pt x="6964104" y="7046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(1.16-1.41), p_Bonf = &lt;0.001 (n = 6)  |  per IQR decline (Δ = 29.5 %): 2.06 (1.53-2.78)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2026-07-22T08:00:10Z</dcterms:modified>
  <cp:category/>
</cp:coreProperties>
</file>