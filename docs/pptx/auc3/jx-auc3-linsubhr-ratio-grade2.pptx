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93130"/>
              <a:ext cx="7392041" cy="2980182"/>
            </a:xfrm>
            <a:custGeom>
              <a:avLst/>
              <a:pathLst>
                <a:path w="7392041" h="2980182">
                  <a:moveTo>
                    <a:pt x="0" y="0"/>
                  </a:moveTo>
                  <a:lnTo>
                    <a:pt x="53901" y="66044"/>
                  </a:lnTo>
                  <a:lnTo>
                    <a:pt x="131145" y="157875"/>
                  </a:lnTo>
                  <a:lnTo>
                    <a:pt x="208389" y="246977"/>
                  </a:lnTo>
                  <a:lnTo>
                    <a:pt x="285632" y="333431"/>
                  </a:lnTo>
                  <a:lnTo>
                    <a:pt x="362876" y="417315"/>
                  </a:lnTo>
                  <a:lnTo>
                    <a:pt x="440119" y="498707"/>
                  </a:lnTo>
                  <a:lnTo>
                    <a:pt x="517363" y="577680"/>
                  </a:lnTo>
                  <a:lnTo>
                    <a:pt x="594606" y="654306"/>
                  </a:lnTo>
                  <a:lnTo>
                    <a:pt x="671850" y="728655"/>
                  </a:lnTo>
                  <a:lnTo>
                    <a:pt x="749094" y="800794"/>
                  </a:lnTo>
                  <a:lnTo>
                    <a:pt x="826337" y="870789"/>
                  </a:lnTo>
                  <a:lnTo>
                    <a:pt x="903581" y="938705"/>
                  </a:lnTo>
                  <a:lnTo>
                    <a:pt x="980824" y="1004601"/>
                  </a:lnTo>
                  <a:lnTo>
                    <a:pt x="1058068" y="1068540"/>
                  </a:lnTo>
                  <a:lnTo>
                    <a:pt x="1135311" y="1130578"/>
                  </a:lnTo>
                  <a:lnTo>
                    <a:pt x="1212555" y="1190773"/>
                  </a:lnTo>
                  <a:lnTo>
                    <a:pt x="1289799" y="1249179"/>
                  </a:lnTo>
                  <a:lnTo>
                    <a:pt x="1367042" y="1305849"/>
                  </a:lnTo>
                  <a:lnTo>
                    <a:pt x="1444286" y="1360835"/>
                  </a:lnTo>
                  <a:lnTo>
                    <a:pt x="1521529" y="1414187"/>
                  </a:lnTo>
                  <a:lnTo>
                    <a:pt x="1598773" y="1465953"/>
                  </a:lnTo>
                  <a:lnTo>
                    <a:pt x="1676016" y="1516181"/>
                  </a:lnTo>
                  <a:lnTo>
                    <a:pt x="1753260" y="1564916"/>
                  </a:lnTo>
                  <a:lnTo>
                    <a:pt x="1830504" y="1612203"/>
                  </a:lnTo>
                  <a:lnTo>
                    <a:pt x="1907747" y="1658084"/>
                  </a:lnTo>
                  <a:lnTo>
                    <a:pt x="1984991" y="1702602"/>
                  </a:lnTo>
                  <a:lnTo>
                    <a:pt x="2062234" y="1745797"/>
                  </a:lnTo>
                  <a:lnTo>
                    <a:pt x="2139478" y="1787709"/>
                  </a:lnTo>
                  <a:lnTo>
                    <a:pt x="2216721" y="1828374"/>
                  </a:lnTo>
                  <a:lnTo>
                    <a:pt x="2293965" y="1867832"/>
                  </a:lnTo>
                  <a:lnTo>
                    <a:pt x="2371209" y="1906116"/>
                  </a:lnTo>
                  <a:lnTo>
                    <a:pt x="2448452" y="1943263"/>
                  </a:lnTo>
                  <a:lnTo>
                    <a:pt x="2525696" y="1979306"/>
                  </a:lnTo>
                  <a:lnTo>
                    <a:pt x="2602939" y="2014278"/>
                  </a:lnTo>
                  <a:lnTo>
                    <a:pt x="2680183" y="2048211"/>
                  </a:lnTo>
                  <a:lnTo>
                    <a:pt x="2757426" y="2081135"/>
                  </a:lnTo>
                  <a:lnTo>
                    <a:pt x="2834670" y="2113080"/>
                  </a:lnTo>
                  <a:lnTo>
                    <a:pt x="2911914" y="2144076"/>
                  </a:lnTo>
                  <a:lnTo>
                    <a:pt x="2989157" y="2174152"/>
                  </a:lnTo>
                  <a:lnTo>
                    <a:pt x="3066401" y="2203333"/>
                  </a:lnTo>
                  <a:lnTo>
                    <a:pt x="3143644" y="2231647"/>
                  </a:lnTo>
                  <a:lnTo>
                    <a:pt x="3220888" y="2259120"/>
                  </a:lnTo>
                  <a:lnTo>
                    <a:pt x="3298131" y="2285776"/>
                  </a:lnTo>
                  <a:lnTo>
                    <a:pt x="3375375" y="2297036"/>
                  </a:lnTo>
                  <a:lnTo>
                    <a:pt x="3452619" y="2307798"/>
                  </a:lnTo>
                  <a:lnTo>
                    <a:pt x="3529862" y="2318424"/>
                  </a:lnTo>
                  <a:lnTo>
                    <a:pt x="3607106" y="2328917"/>
                  </a:lnTo>
                  <a:lnTo>
                    <a:pt x="3684349" y="2339279"/>
                  </a:lnTo>
                  <a:lnTo>
                    <a:pt x="3761593" y="2349511"/>
                  </a:lnTo>
                  <a:lnTo>
                    <a:pt x="3838836" y="2359615"/>
                  </a:lnTo>
                  <a:lnTo>
                    <a:pt x="3916080" y="2369592"/>
                  </a:lnTo>
                  <a:lnTo>
                    <a:pt x="3993324" y="2379445"/>
                  </a:lnTo>
                  <a:lnTo>
                    <a:pt x="4070567" y="2389174"/>
                  </a:lnTo>
                  <a:lnTo>
                    <a:pt x="4147811" y="2398781"/>
                  </a:lnTo>
                  <a:lnTo>
                    <a:pt x="4225054" y="2408267"/>
                  </a:lnTo>
                  <a:lnTo>
                    <a:pt x="4302298" y="2417635"/>
                  </a:lnTo>
                  <a:lnTo>
                    <a:pt x="4379541" y="2426886"/>
                  </a:lnTo>
                  <a:lnTo>
                    <a:pt x="4456785" y="2436020"/>
                  </a:lnTo>
                  <a:lnTo>
                    <a:pt x="4534029" y="2445040"/>
                  </a:lnTo>
                  <a:lnTo>
                    <a:pt x="4611272" y="2453948"/>
                  </a:lnTo>
                  <a:lnTo>
                    <a:pt x="4688516" y="2462743"/>
                  </a:lnTo>
                  <a:lnTo>
                    <a:pt x="4765759" y="2471429"/>
                  </a:lnTo>
                  <a:lnTo>
                    <a:pt x="4843003" y="2480005"/>
                  </a:lnTo>
                  <a:lnTo>
                    <a:pt x="4920246" y="2488474"/>
                  </a:lnTo>
                  <a:lnTo>
                    <a:pt x="4997490" y="2496837"/>
                  </a:lnTo>
                  <a:lnTo>
                    <a:pt x="5074734" y="2505096"/>
                  </a:lnTo>
                  <a:lnTo>
                    <a:pt x="5151977" y="2513251"/>
                  </a:lnTo>
                  <a:lnTo>
                    <a:pt x="5229221" y="2521303"/>
                  </a:lnTo>
                  <a:lnTo>
                    <a:pt x="5306464" y="2529255"/>
                  </a:lnTo>
                  <a:lnTo>
                    <a:pt x="5383708" y="2537107"/>
                  </a:lnTo>
                  <a:lnTo>
                    <a:pt x="5460951" y="2544861"/>
                  </a:lnTo>
                  <a:lnTo>
                    <a:pt x="5538195" y="2552518"/>
                  </a:lnTo>
                  <a:lnTo>
                    <a:pt x="5615439" y="2560079"/>
                  </a:lnTo>
                  <a:lnTo>
                    <a:pt x="5692682" y="2567545"/>
                  </a:lnTo>
                  <a:lnTo>
                    <a:pt x="5769926" y="2574917"/>
                  </a:lnTo>
                  <a:lnTo>
                    <a:pt x="5847169" y="2582198"/>
                  </a:lnTo>
                  <a:lnTo>
                    <a:pt x="5924413" y="2589387"/>
                  </a:lnTo>
                  <a:lnTo>
                    <a:pt x="6001656" y="2596486"/>
                  </a:lnTo>
                  <a:lnTo>
                    <a:pt x="6078900" y="2603496"/>
                  </a:lnTo>
                  <a:lnTo>
                    <a:pt x="6156144" y="2610418"/>
                  </a:lnTo>
                  <a:lnTo>
                    <a:pt x="6233387" y="2617253"/>
                  </a:lnTo>
                  <a:lnTo>
                    <a:pt x="6310631" y="2624003"/>
                  </a:lnTo>
                  <a:lnTo>
                    <a:pt x="6387874" y="2630668"/>
                  </a:lnTo>
                  <a:lnTo>
                    <a:pt x="6465118" y="2637250"/>
                  </a:lnTo>
                  <a:lnTo>
                    <a:pt x="6542361" y="2643750"/>
                  </a:lnTo>
                  <a:lnTo>
                    <a:pt x="6619605" y="2650168"/>
                  </a:lnTo>
                  <a:lnTo>
                    <a:pt x="6696849" y="2656505"/>
                  </a:lnTo>
                  <a:lnTo>
                    <a:pt x="6774092" y="2662763"/>
                  </a:lnTo>
                  <a:lnTo>
                    <a:pt x="6851336" y="2668943"/>
                  </a:lnTo>
                  <a:lnTo>
                    <a:pt x="6928579" y="2675045"/>
                  </a:lnTo>
                  <a:lnTo>
                    <a:pt x="7005823" y="2681071"/>
                  </a:lnTo>
                  <a:lnTo>
                    <a:pt x="7083066" y="2687022"/>
                  </a:lnTo>
                  <a:lnTo>
                    <a:pt x="7160310" y="2692897"/>
                  </a:lnTo>
                  <a:lnTo>
                    <a:pt x="7237554" y="2698700"/>
                  </a:lnTo>
                  <a:lnTo>
                    <a:pt x="7314797" y="2704429"/>
                  </a:lnTo>
                  <a:lnTo>
                    <a:pt x="7392041" y="2710087"/>
                  </a:lnTo>
                  <a:lnTo>
                    <a:pt x="7392041" y="2980182"/>
                  </a:lnTo>
                  <a:lnTo>
                    <a:pt x="7314797" y="2974795"/>
                  </a:lnTo>
                  <a:lnTo>
                    <a:pt x="7237554" y="2969242"/>
                  </a:lnTo>
                  <a:lnTo>
                    <a:pt x="7160310" y="2963520"/>
                  </a:lnTo>
                  <a:lnTo>
                    <a:pt x="7083066" y="2957622"/>
                  </a:lnTo>
                  <a:lnTo>
                    <a:pt x="7005823" y="2951544"/>
                  </a:lnTo>
                  <a:lnTo>
                    <a:pt x="6928579" y="2945279"/>
                  </a:lnTo>
                  <a:lnTo>
                    <a:pt x="6851336" y="2938823"/>
                  </a:lnTo>
                  <a:lnTo>
                    <a:pt x="6774092" y="2932169"/>
                  </a:lnTo>
                  <a:lnTo>
                    <a:pt x="6696849" y="2925311"/>
                  </a:lnTo>
                  <a:lnTo>
                    <a:pt x="6619605" y="2918243"/>
                  </a:lnTo>
                  <a:lnTo>
                    <a:pt x="6542361" y="2910958"/>
                  </a:lnTo>
                  <a:lnTo>
                    <a:pt x="6465118" y="2903450"/>
                  </a:lnTo>
                  <a:lnTo>
                    <a:pt x="6387874" y="2895713"/>
                  </a:lnTo>
                  <a:lnTo>
                    <a:pt x="6310631" y="2887738"/>
                  </a:lnTo>
                  <a:lnTo>
                    <a:pt x="6233387" y="2879519"/>
                  </a:lnTo>
                  <a:lnTo>
                    <a:pt x="6156144" y="2871049"/>
                  </a:lnTo>
                  <a:lnTo>
                    <a:pt x="6078900" y="2862319"/>
                  </a:lnTo>
                  <a:lnTo>
                    <a:pt x="6001656" y="2853321"/>
                  </a:lnTo>
                  <a:lnTo>
                    <a:pt x="5924413" y="2844048"/>
                  </a:lnTo>
                  <a:lnTo>
                    <a:pt x="5847169" y="2834491"/>
                  </a:lnTo>
                  <a:lnTo>
                    <a:pt x="5769926" y="2824642"/>
                  </a:lnTo>
                  <a:lnTo>
                    <a:pt x="5692682" y="2814490"/>
                  </a:lnTo>
                  <a:lnTo>
                    <a:pt x="5615439" y="2804028"/>
                  </a:lnTo>
                  <a:lnTo>
                    <a:pt x="5538195" y="2793245"/>
                  </a:lnTo>
                  <a:lnTo>
                    <a:pt x="5460951" y="2782132"/>
                  </a:lnTo>
                  <a:lnTo>
                    <a:pt x="5383708" y="2770679"/>
                  </a:lnTo>
                  <a:lnTo>
                    <a:pt x="5306464" y="2758874"/>
                  </a:lnTo>
                  <a:lnTo>
                    <a:pt x="5229221" y="2746709"/>
                  </a:lnTo>
                  <a:lnTo>
                    <a:pt x="5151977" y="2734170"/>
                  </a:lnTo>
                  <a:lnTo>
                    <a:pt x="5074734" y="2721248"/>
                  </a:lnTo>
                  <a:lnTo>
                    <a:pt x="4997490" y="2707930"/>
                  </a:lnTo>
                  <a:lnTo>
                    <a:pt x="4920246" y="2694203"/>
                  </a:lnTo>
                  <a:lnTo>
                    <a:pt x="4843003" y="2680057"/>
                  </a:lnTo>
                  <a:lnTo>
                    <a:pt x="4765759" y="2665477"/>
                  </a:lnTo>
                  <a:lnTo>
                    <a:pt x="4688516" y="2650451"/>
                  </a:lnTo>
                  <a:lnTo>
                    <a:pt x="4611272" y="2634964"/>
                  </a:lnTo>
                  <a:lnTo>
                    <a:pt x="4534029" y="2619003"/>
                  </a:lnTo>
                  <a:lnTo>
                    <a:pt x="4456785" y="2602553"/>
                  </a:lnTo>
                  <a:lnTo>
                    <a:pt x="4379541" y="2585599"/>
                  </a:lnTo>
                  <a:lnTo>
                    <a:pt x="4302298" y="2568126"/>
                  </a:lnTo>
                  <a:lnTo>
                    <a:pt x="4225054" y="2550118"/>
                  </a:lnTo>
                  <a:lnTo>
                    <a:pt x="4147811" y="2531559"/>
                  </a:lnTo>
                  <a:lnTo>
                    <a:pt x="4070567" y="2512430"/>
                  </a:lnTo>
                  <a:lnTo>
                    <a:pt x="3993324" y="2492716"/>
                  </a:lnTo>
                  <a:lnTo>
                    <a:pt x="3916080" y="2472399"/>
                  </a:lnTo>
                  <a:lnTo>
                    <a:pt x="3838836" y="2451458"/>
                  </a:lnTo>
                  <a:lnTo>
                    <a:pt x="3761593" y="2429877"/>
                  </a:lnTo>
                  <a:lnTo>
                    <a:pt x="3684349" y="2407634"/>
                  </a:lnTo>
                  <a:lnTo>
                    <a:pt x="3607106" y="2384711"/>
                  </a:lnTo>
                  <a:lnTo>
                    <a:pt x="3529862" y="2361085"/>
                  </a:lnTo>
                  <a:lnTo>
                    <a:pt x="3452619" y="2336735"/>
                  </a:lnTo>
                  <a:lnTo>
                    <a:pt x="3375375" y="2311640"/>
                  </a:lnTo>
                  <a:lnTo>
                    <a:pt x="3298131" y="2286139"/>
                  </a:lnTo>
                  <a:lnTo>
                    <a:pt x="3220888" y="2275103"/>
                  </a:lnTo>
                  <a:lnTo>
                    <a:pt x="3143644" y="2263927"/>
                  </a:lnTo>
                  <a:lnTo>
                    <a:pt x="3066401" y="2252609"/>
                  </a:lnTo>
                  <a:lnTo>
                    <a:pt x="2989157" y="2241148"/>
                  </a:lnTo>
                  <a:lnTo>
                    <a:pt x="2911914" y="2229541"/>
                  </a:lnTo>
                  <a:lnTo>
                    <a:pt x="2834670" y="2217787"/>
                  </a:lnTo>
                  <a:lnTo>
                    <a:pt x="2757426" y="2205884"/>
                  </a:lnTo>
                  <a:lnTo>
                    <a:pt x="2680183" y="2193830"/>
                  </a:lnTo>
                  <a:lnTo>
                    <a:pt x="2602939" y="2181623"/>
                  </a:lnTo>
                  <a:lnTo>
                    <a:pt x="2525696" y="2169261"/>
                  </a:lnTo>
                  <a:lnTo>
                    <a:pt x="2448452" y="2156742"/>
                  </a:lnTo>
                  <a:lnTo>
                    <a:pt x="2371209" y="2144064"/>
                  </a:lnTo>
                  <a:lnTo>
                    <a:pt x="2293965" y="2131226"/>
                  </a:lnTo>
                  <a:lnTo>
                    <a:pt x="2216721" y="2118225"/>
                  </a:lnTo>
                  <a:lnTo>
                    <a:pt x="2139478" y="2105059"/>
                  </a:lnTo>
                  <a:lnTo>
                    <a:pt x="2062234" y="2091726"/>
                  </a:lnTo>
                  <a:lnTo>
                    <a:pt x="1984991" y="2078223"/>
                  </a:lnTo>
                  <a:lnTo>
                    <a:pt x="1907747" y="2064550"/>
                  </a:lnTo>
                  <a:lnTo>
                    <a:pt x="1830504" y="2050703"/>
                  </a:lnTo>
                  <a:lnTo>
                    <a:pt x="1753260" y="2036680"/>
                  </a:lnTo>
                  <a:lnTo>
                    <a:pt x="1676016" y="2022479"/>
                  </a:lnTo>
                  <a:lnTo>
                    <a:pt x="1598773" y="2008099"/>
                  </a:lnTo>
                  <a:lnTo>
                    <a:pt x="1521529" y="1993535"/>
                  </a:lnTo>
                  <a:lnTo>
                    <a:pt x="1444286" y="1978787"/>
                  </a:lnTo>
                  <a:lnTo>
                    <a:pt x="1367042" y="1963852"/>
                  </a:lnTo>
                  <a:lnTo>
                    <a:pt x="1289799" y="1948728"/>
                  </a:lnTo>
                  <a:lnTo>
                    <a:pt x="1212555" y="1933411"/>
                  </a:lnTo>
                  <a:lnTo>
                    <a:pt x="1135311" y="1917901"/>
                  </a:lnTo>
                  <a:lnTo>
                    <a:pt x="1058068" y="1902193"/>
                  </a:lnTo>
                  <a:lnTo>
                    <a:pt x="980824" y="1886287"/>
                  </a:lnTo>
                  <a:lnTo>
                    <a:pt x="903581" y="1870178"/>
                  </a:lnTo>
                  <a:lnTo>
                    <a:pt x="826337" y="1853865"/>
                  </a:lnTo>
                  <a:lnTo>
                    <a:pt x="749094" y="1837346"/>
                  </a:lnTo>
                  <a:lnTo>
                    <a:pt x="671850" y="1820616"/>
                  </a:lnTo>
                  <a:lnTo>
                    <a:pt x="594606" y="1803675"/>
                  </a:lnTo>
                  <a:lnTo>
                    <a:pt x="517363" y="1786518"/>
                  </a:lnTo>
                  <a:lnTo>
                    <a:pt x="440119" y="1769144"/>
                  </a:lnTo>
                  <a:lnTo>
                    <a:pt x="362876" y="1751549"/>
                  </a:lnTo>
                  <a:lnTo>
                    <a:pt x="285632" y="1733732"/>
                  </a:lnTo>
                  <a:lnTo>
                    <a:pt x="208389" y="1715688"/>
                  </a:lnTo>
                  <a:lnTo>
                    <a:pt x="131145" y="1697415"/>
                  </a:lnTo>
                  <a:lnTo>
                    <a:pt x="53901" y="1678911"/>
                  </a:lnTo>
                  <a:lnTo>
                    <a:pt x="0" y="16658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93130"/>
              <a:ext cx="7392041" cy="2710087"/>
            </a:xfrm>
            <a:custGeom>
              <a:avLst/>
              <a:pathLst>
                <a:path w="7392041" h="2710087">
                  <a:moveTo>
                    <a:pt x="0" y="0"/>
                  </a:moveTo>
                  <a:lnTo>
                    <a:pt x="53901" y="66044"/>
                  </a:lnTo>
                  <a:lnTo>
                    <a:pt x="131145" y="157875"/>
                  </a:lnTo>
                  <a:lnTo>
                    <a:pt x="208389" y="246977"/>
                  </a:lnTo>
                  <a:lnTo>
                    <a:pt x="285632" y="333431"/>
                  </a:lnTo>
                  <a:lnTo>
                    <a:pt x="362876" y="417315"/>
                  </a:lnTo>
                  <a:lnTo>
                    <a:pt x="440119" y="498707"/>
                  </a:lnTo>
                  <a:lnTo>
                    <a:pt x="517363" y="577680"/>
                  </a:lnTo>
                  <a:lnTo>
                    <a:pt x="594606" y="654306"/>
                  </a:lnTo>
                  <a:lnTo>
                    <a:pt x="671850" y="728655"/>
                  </a:lnTo>
                  <a:lnTo>
                    <a:pt x="749094" y="800794"/>
                  </a:lnTo>
                  <a:lnTo>
                    <a:pt x="826337" y="870789"/>
                  </a:lnTo>
                  <a:lnTo>
                    <a:pt x="903581" y="938705"/>
                  </a:lnTo>
                  <a:lnTo>
                    <a:pt x="980824" y="1004601"/>
                  </a:lnTo>
                  <a:lnTo>
                    <a:pt x="1058068" y="1068540"/>
                  </a:lnTo>
                  <a:lnTo>
                    <a:pt x="1135311" y="1130578"/>
                  </a:lnTo>
                  <a:lnTo>
                    <a:pt x="1212555" y="1190773"/>
                  </a:lnTo>
                  <a:lnTo>
                    <a:pt x="1289799" y="1249179"/>
                  </a:lnTo>
                  <a:lnTo>
                    <a:pt x="1367042" y="1305849"/>
                  </a:lnTo>
                  <a:lnTo>
                    <a:pt x="1444286" y="1360835"/>
                  </a:lnTo>
                  <a:lnTo>
                    <a:pt x="1521529" y="1414187"/>
                  </a:lnTo>
                  <a:lnTo>
                    <a:pt x="1598773" y="1465953"/>
                  </a:lnTo>
                  <a:lnTo>
                    <a:pt x="1676016" y="1516181"/>
                  </a:lnTo>
                  <a:lnTo>
                    <a:pt x="1753260" y="1564916"/>
                  </a:lnTo>
                  <a:lnTo>
                    <a:pt x="1830504" y="1612203"/>
                  </a:lnTo>
                  <a:lnTo>
                    <a:pt x="1907747" y="1658084"/>
                  </a:lnTo>
                  <a:lnTo>
                    <a:pt x="1984991" y="1702602"/>
                  </a:lnTo>
                  <a:lnTo>
                    <a:pt x="2062234" y="1745797"/>
                  </a:lnTo>
                  <a:lnTo>
                    <a:pt x="2139478" y="1787709"/>
                  </a:lnTo>
                  <a:lnTo>
                    <a:pt x="2216721" y="1828374"/>
                  </a:lnTo>
                  <a:lnTo>
                    <a:pt x="2293965" y="1867832"/>
                  </a:lnTo>
                  <a:lnTo>
                    <a:pt x="2371209" y="1906116"/>
                  </a:lnTo>
                  <a:lnTo>
                    <a:pt x="2448452" y="1943263"/>
                  </a:lnTo>
                  <a:lnTo>
                    <a:pt x="2525696" y="1979306"/>
                  </a:lnTo>
                  <a:lnTo>
                    <a:pt x="2602939" y="2014278"/>
                  </a:lnTo>
                  <a:lnTo>
                    <a:pt x="2680183" y="2048211"/>
                  </a:lnTo>
                  <a:lnTo>
                    <a:pt x="2757426" y="2081135"/>
                  </a:lnTo>
                  <a:lnTo>
                    <a:pt x="2834670" y="2113080"/>
                  </a:lnTo>
                  <a:lnTo>
                    <a:pt x="2911914" y="2144076"/>
                  </a:lnTo>
                  <a:lnTo>
                    <a:pt x="2989157" y="2174152"/>
                  </a:lnTo>
                  <a:lnTo>
                    <a:pt x="3066401" y="2203333"/>
                  </a:lnTo>
                  <a:lnTo>
                    <a:pt x="3143644" y="2231647"/>
                  </a:lnTo>
                  <a:lnTo>
                    <a:pt x="3220888" y="2259120"/>
                  </a:lnTo>
                  <a:lnTo>
                    <a:pt x="3298131" y="2285776"/>
                  </a:lnTo>
                  <a:lnTo>
                    <a:pt x="3375375" y="2297036"/>
                  </a:lnTo>
                  <a:lnTo>
                    <a:pt x="3452619" y="2307798"/>
                  </a:lnTo>
                  <a:lnTo>
                    <a:pt x="3529862" y="2318424"/>
                  </a:lnTo>
                  <a:lnTo>
                    <a:pt x="3607106" y="2328917"/>
                  </a:lnTo>
                  <a:lnTo>
                    <a:pt x="3684349" y="2339279"/>
                  </a:lnTo>
                  <a:lnTo>
                    <a:pt x="3761593" y="2349511"/>
                  </a:lnTo>
                  <a:lnTo>
                    <a:pt x="3838836" y="2359615"/>
                  </a:lnTo>
                  <a:lnTo>
                    <a:pt x="3916080" y="2369592"/>
                  </a:lnTo>
                  <a:lnTo>
                    <a:pt x="3993324" y="2379445"/>
                  </a:lnTo>
                  <a:lnTo>
                    <a:pt x="4070567" y="2389174"/>
                  </a:lnTo>
                  <a:lnTo>
                    <a:pt x="4147811" y="2398781"/>
                  </a:lnTo>
                  <a:lnTo>
                    <a:pt x="4225054" y="2408267"/>
                  </a:lnTo>
                  <a:lnTo>
                    <a:pt x="4302298" y="2417635"/>
                  </a:lnTo>
                  <a:lnTo>
                    <a:pt x="4379541" y="2426886"/>
                  </a:lnTo>
                  <a:lnTo>
                    <a:pt x="4456785" y="2436020"/>
                  </a:lnTo>
                  <a:lnTo>
                    <a:pt x="4534029" y="2445040"/>
                  </a:lnTo>
                  <a:lnTo>
                    <a:pt x="4611272" y="2453948"/>
                  </a:lnTo>
                  <a:lnTo>
                    <a:pt x="4688516" y="2462743"/>
                  </a:lnTo>
                  <a:lnTo>
                    <a:pt x="4765759" y="2471429"/>
                  </a:lnTo>
                  <a:lnTo>
                    <a:pt x="4843003" y="2480005"/>
                  </a:lnTo>
                  <a:lnTo>
                    <a:pt x="4920246" y="2488474"/>
                  </a:lnTo>
                  <a:lnTo>
                    <a:pt x="4997490" y="2496837"/>
                  </a:lnTo>
                  <a:lnTo>
                    <a:pt x="5074734" y="2505096"/>
                  </a:lnTo>
                  <a:lnTo>
                    <a:pt x="5151977" y="2513251"/>
                  </a:lnTo>
                  <a:lnTo>
                    <a:pt x="5229221" y="2521303"/>
                  </a:lnTo>
                  <a:lnTo>
                    <a:pt x="5306464" y="2529255"/>
                  </a:lnTo>
                  <a:lnTo>
                    <a:pt x="5383708" y="2537107"/>
                  </a:lnTo>
                  <a:lnTo>
                    <a:pt x="5460951" y="2544861"/>
                  </a:lnTo>
                  <a:lnTo>
                    <a:pt x="5538195" y="2552518"/>
                  </a:lnTo>
                  <a:lnTo>
                    <a:pt x="5615439" y="2560079"/>
                  </a:lnTo>
                  <a:lnTo>
                    <a:pt x="5692682" y="2567545"/>
                  </a:lnTo>
                  <a:lnTo>
                    <a:pt x="5769926" y="2574917"/>
                  </a:lnTo>
                  <a:lnTo>
                    <a:pt x="5847169" y="2582198"/>
                  </a:lnTo>
                  <a:lnTo>
                    <a:pt x="5924413" y="2589387"/>
                  </a:lnTo>
                  <a:lnTo>
                    <a:pt x="6001656" y="2596486"/>
                  </a:lnTo>
                  <a:lnTo>
                    <a:pt x="6078900" y="2603496"/>
                  </a:lnTo>
                  <a:lnTo>
                    <a:pt x="6156144" y="2610418"/>
                  </a:lnTo>
                  <a:lnTo>
                    <a:pt x="6233387" y="2617253"/>
                  </a:lnTo>
                  <a:lnTo>
                    <a:pt x="6310631" y="2624003"/>
                  </a:lnTo>
                  <a:lnTo>
                    <a:pt x="6387874" y="2630668"/>
                  </a:lnTo>
                  <a:lnTo>
                    <a:pt x="6465118" y="2637250"/>
                  </a:lnTo>
                  <a:lnTo>
                    <a:pt x="6542361" y="2643750"/>
                  </a:lnTo>
                  <a:lnTo>
                    <a:pt x="6619605" y="2650168"/>
                  </a:lnTo>
                  <a:lnTo>
                    <a:pt x="6696849" y="2656505"/>
                  </a:lnTo>
                  <a:lnTo>
                    <a:pt x="6774092" y="2662763"/>
                  </a:lnTo>
                  <a:lnTo>
                    <a:pt x="6851336" y="2668943"/>
                  </a:lnTo>
                  <a:lnTo>
                    <a:pt x="6928579" y="2675045"/>
                  </a:lnTo>
                  <a:lnTo>
                    <a:pt x="7005823" y="2681071"/>
                  </a:lnTo>
                  <a:lnTo>
                    <a:pt x="7083066" y="2687022"/>
                  </a:lnTo>
                  <a:lnTo>
                    <a:pt x="7160310" y="2692897"/>
                  </a:lnTo>
                  <a:lnTo>
                    <a:pt x="7237554" y="2698700"/>
                  </a:lnTo>
                  <a:lnTo>
                    <a:pt x="7314797" y="2704429"/>
                  </a:lnTo>
                  <a:lnTo>
                    <a:pt x="7392041" y="271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8964"/>
              <a:ext cx="7392041" cy="1314348"/>
            </a:xfrm>
            <a:custGeom>
              <a:avLst/>
              <a:pathLst>
                <a:path w="7392041" h="1314348">
                  <a:moveTo>
                    <a:pt x="7392041" y="1314348"/>
                  </a:moveTo>
                  <a:lnTo>
                    <a:pt x="7314797" y="1308960"/>
                  </a:lnTo>
                  <a:lnTo>
                    <a:pt x="7237554" y="1303408"/>
                  </a:lnTo>
                  <a:lnTo>
                    <a:pt x="7160310" y="1297686"/>
                  </a:lnTo>
                  <a:lnTo>
                    <a:pt x="7083066" y="1291788"/>
                  </a:lnTo>
                  <a:lnTo>
                    <a:pt x="7005823" y="1285709"/>
                  </a:lnTo>
                  <a:lnTo>
                    <a:pt x="6928579" y="1279445"/>
                  </a:lnTo>
                  <a:lnTo>
                    <a:pt x="6851336" y="1272988"/>
                  </a:lnTo>
                  <a:lnTo>
                    <a:pt x="6774092" y="1266334"/>
                  </a:lnTo>
                  <a:lnTo>
                    <a:pt x="6696849" y="1259476"/>
                  </a:lnTo>
                  <a:lnTo>
                    <a:pt x="6619605" y="1252408"/>
                  </a:lnTo>
                  <a:lnTo>
                    <a:pt x="6542361" y="1245124"/>
                  </a:lnTo>
                  <a:lnTo>
                    <a:pt x="6465118" y="1237616"/>
                  </a:lnTo>
                  <a:lnTo>
                    <a:pt x="6387874" y="1229878"/>
                  </a:lnTo>
                  <a:lnTo>
                    <a:pt x="6310631" y="1221904"/>
                  </a:lnTo>
                  <a:lnTo>
                    <a:pt x="6233387" y="1213685"/>
                  </a:lnTo>
                  <a:lnTo>
                    <a:pt x="6156144" y="1205214"/>
                  </a:lnTo>
                  <a:lnTo>
                    <a:pt x="6078900" y="1196484"/>
                  </a:lnTo>
                  <a:lnTo>
                    <a:pt x="6001656" y="1187487"/>
                  </a:lnTo>
                  <a:lnTo>
                    <a:pt x="5924413" y="1178214"/>
                  </a:lnTo>
                  <a:lnTo>
                    <a:pt x="5847169" y="1168657"/>
                  </a:lnTo>
                  <a:lnTo>
                    <a:pt x="5769926" y="1158807"/>
                  </a:lnTo>
                  <a:lnTo>
                    <a:pt x="5692682" y="1148656"/>
                  </a:lnTo>
                  <a:lnTo>
                    <a:pt x="5615439" y="1138194"/>
                  </a:lnTo>
                  <a:lnTo>
                    <a:pt x="5538195" y="1127411"/>
                  </a:lnTo>
                  <a:lnTo>
                    <a:pt x="5460951" y="1116298"/>
                  </a:lnTo>
                  <a:lnTo>
                    <a:pt x="5383708" y="1104844"/>
                  </a:lnTo>
                  <a:lnTo>
                    <a:pt x="5306464" y="1093040"/>
                  </a:lnTo>
                  <a:lnTo>
                    <a:pt x="5229221" y="1080874"/>
                  </a:lnTo>
                  <a:lnTo>
                    <a:pt x="5151977" y="1068336"/>
                  </a:lnTo>
                  <a:lnTo>
                    <a:pt x="5074734" y="1055413"/>
                  </a:lnTo>
                  <a:lnTo>
                    <a:pt x="4997490" y="1042095"/>
                  </a:lnTo>
                  <a:lnTo>
                    <a:pt x="4920246" y="1028369"/>
                  </a:lnTo>
                  <a:lnTo>
                    <a:pt x="4843003" y="1014222"/>
                  </a:lnTo>
                  <a:lnTo>
                    <a:pt x="4765759" y="999643"/>
                  </a:lnTo>
                  <a:lnTo>
                    <a:pt x="4688516" y="984616"/>
                  </a:lnTo>
                  <a:lnTo>
                    <a:pt x="4611272" y="969130"/>
                  </a:lnTo>
                  <a:lnTo>
                    <a:pt x="4534029" y="953169"/>
                  </a:lnTo>
                  <a:lnTo>
                    <a:pt x="4456785" y="936719"/>
                  </a:lnTo>
                  <a:lnTo>
                    <a:pt x="4379541" y="919765"/>
                  </a:lnTo>
                  <a:lnTo>
                    <a:pt x="4302298" y="902292"/>
                  </a:lnTo>
                  <a:lnTo>
                    <a:pt x="4225054" y="884284"/>
                  </a:lnTo>
                  <a:lnTo>
                    <a:pt x="4147811" y="865724"/>
                  </a:lnTo>
                  <a:lnTo>
                    <a:pt x="4070567" y="846596"/>
                  </a:lnTo>
                  <a:lnTo>
                    <a:pt x="3993324" y="826882"/>
                  </a:lnTo>
                  <a:lnTo>
                    <a:pt x="3916080" y="806564"/>
                  </a:lnTo>
                  <a:lnTo>
                    <a:pt x="3838836" y="785624"/>
                  </a:lnTo>
                  <a:lnTo>
                    <a:pt x="3761593" y="764042"/>
                  </a:lnTo>
                  <a:lnTo>
                    <a:pt x="3684349" y="741800"/>
                  </a:lnTo>
                  <a:lnTo>
                    <a:pt x="3607106" y="718876"/>
                  </a:lnTo>
                  <a:lnTo>
                    <a:pt x="3529862" y="695250"/>
                  </a:lnTo>
                  <a:lnTo>
                    <a:pt x="3452619" y="670901"/>
                  </a:lnTo>
                  <a:lnTo>
                    <a:pt x="3375375" y="645805"/>
                  </a:lnTo>
                  <a:lnTo>
                    <a:pt x="3298131" y="620304"/>
                  </a:lnTo>
                  <a:lnTo>
                    <a:pt x="3220888" y="609268"/>
                  </a:lnTo>
                  <a:lnTo>
                    <a:pt x="3143644" y="598092"/>
                  </a:lnTo>
                  <a:lnTo>
                    <a:pt x="3066401" y="586774"/>
                  </a:lnTo>
                  <a:lnTo>
                    <a:pt x="2989157" y="575313"/>
                  </a:lnTo>
                  <a:lnTo>
                    <a:pt x="2911914" y="563706"/>
                  </a:lnTo>
                  <a:lnTo>
                    <a:pt x="2834670" y="551952"/>
                  </a:lnTo>
                  <a:lnTo>
                    <a:pt x="2757426" y="540049"/>
                  </a:lnTo>
                  <a:lnTo>
                    <a:pt x="2680183" y="527995"/>
                  </a:lnTo>
                  <a:lnTo>
                    <a:pt x="2602939" y="515788"/>
                  </a:lnTo>
                  <a:lnTo>
                    <a:pt x="2525696" y="503426"/>
                  </a:lnTo>
                  <a:lnTo>
                    <a:pt x="2448452" y="490908"/>
                  </a:lnTo>
                  <a:lnTo>
                    <a:pt x="2371209" y="478230"/>
                  </a:lnTo>
                  <a:lnTo>
                    <a:pt x="2293965" y="465392"/>
                  </a:lnTo>
                  <a:lnTo>
                    <a:pt x="2216721" y="452391"/>
                  </a:lnTo>
                  <a:lnTo>
                    <a:pt x="2139478" y="439224"/>
                  </a:lnTo>
                  <a:lnTo>
                    <a:pt x="2062234" y="425891"/>
                  </a:lnTo>
                  <a:lnTo>
                    <a:pt x="1984991" y="412389"/>
                  </a:lnTo>
                  <a:lnTo>
                    <a:pt x="1907747" y="398715"/>
                  </a:lnTo>
                  <a:lnTo>
                    <a:pt x="1830504" y="384868"/>
                  </a:lnTo>
                  <a:lnTo>
                    <a:pt x="1753260" y="370846"/>
                  </a:lnTo>
                  <a:lnTo>
                    <a:pt x="1676016" y="356645"/>
                  </a:lnTo>
                  <a:lnTo>
                    <a:pt x="1598773" y="342264"/>
                  </a:lnTo>
                  <a:lnTo>
                    <a:pt x="1521529" y="327701"/>
                  </a:lnTo>
                  <a:lnTo>
                    <a:pt x="1444286" y="312953"/>
                  </a:lnTo>
                  <a:lnTo>
                    <a:pt x="1367042" y="298018"/>
                  </a:lnTo>
                  <a:lnTo>
                    <a:pt x="1289799" y="282893"/>
                  </a:lnTo>
                  <a:lnTo>
                    <a:pt x="1212555" y="267577"/>
                  </a:lnTo>
                  <a:lnTo>
                    <a:pt x="1135311" y="252066"/>
                  </a:lnTo>
                  <a:lnTo>
                    <a:pt x="1058068" y="236359"/>
                  </a:lnTo>
                  <a:lnTo>
                    <a:pt x="980824" y="220452"/>
                  </a:lnTo>
                  <a:lnTo>
                    <a:pt x="903581" y="204344"/>
                  </a:lnTo>
                  <a:lnTo>
                    <a:pt x="826337" y="188031"/>
                  </a:lnTo>
                  <a:lnTo>
                    <a:pt x="749094" y="171511"/>
                  </a:lnTo>
                  <a:lnTo>
                    <a:pt x="671850" y="154782"/>
                  </a:lnTo>
                  <a:lnTo>
                    <a:pt x="594606" y="137840"/>
                  </a:lnTo>
                  <a:lnTo>
                    <a:pt x="517363" y="120684"/>
                  </a:lnTo>
                  <a:lnTo>
                    <a:pt x="440119" y="103309"/>
                  </a:lnTo>
                  <a:lnTo>
                    <a:pt x="362876" y="85715"/>
                  </a:lnTo>
                  <a:lnTo>
                    <a:pt x="285632" y="67897"/>
                  </a:lnTo>
                  <a:lnTo>
                    <a:pt x="208389" y="49853"/>
                  </a:lnTo>
                  <a:lnTo>
                    <a:pt x="131145" y="31581"/>
                  </a:lnTo>
                  <a:lnTo>
                    <a:pt x="53901" y="13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80511"/>
              <a:ext cx="7392041" cy="1888612"/>
            </a:xfrm>
            <a:custGeom>
              <a:avLst/>
              <a:pathLst>
                <a:path w="7392041" h="1888612">
                  <a:moveTo>
                    <a:pt x="0" y="0"/>
                  </a:moveTo>
                  <a:lnTo>
                    <a:pt x="53901" y="32229"/>
                  </a:lnTo>
                  <a:lnTo>
                    <a:pt x="131145" y="77438"/>
                  </a:lnTo>
                  <a:lnTo>
                    <a:pt x="208389" y="121690"/>
                  </a:lnTo>
                  <a:lnTo>
                    <a:pt x="285632" y="165005"/>
                  </a:lnTo>
                  <a:lnTo>
                    <a:pt x="362876" y="207404"/>
                  </a:lnTo>
                  <a:lnTo>
                    <a:pt x="440119" y="248906"/>
                  </a:lnTo>
                  <a:lnTo>
                    <a:pt x="517363" y="289530"/>
                  </a:lnTo>
                  <a:lnTo>
                    <a:pt x="594606" y="329294"/>
                  </a:lnTo>
                  <a:lnTo>
                    <a:pt x="671850" y="368217"/>
                  </a:lnTo>
                  <a:lnTo>
                    <a:pt x="749094" y="406316"/>
                  </a:lnTo>
                  <a:lnTo>
                    <a:pt x="826337" y="443609"/>
                  </a:lnTo>
                  <a:lnTo>
                    <a:pt x="903581" y="480112"/>
                  </a:lnTo>
                  <a:lnTo>
                    <a:pt x="980824" y="515844"/>
                  </a:lnTo>
                  <a:lnTo>
                    <a:pt x="1058068" y="550819"/>
                  </a:lnTo>
                  <a:lnTo>
                    <a:pt x="1135311" y="585054"/>
                  </a:lnTo>
                  <a:lnTo>
                    <a:pt x="1212555" y="618564"/>
                  </a:lnTo>
                  <a:lnTo>
                    <a:pt x="1289799" y="651366"/>
                  </a:lnTo>
                  <a:lnTo>
                    <a:pt x="1367042" y="683473"/>
                  </a:lnTo>
                  <a:lnTo>
                    <a:pt x="1444286" y="714901"/>
                  </a:lnTo>
                  <a:lnTo>
                    <a:pt x="1521529" y="745664"/>
                  </a:lnTo>
                  <a:lnTo>
                    <a:pt x="1598773" y="775777"/>
                  </a:lnTo>
                  <a:lnTo>
                    <a:pt x="1676016" y="805251"/>
                  </a:lnTo>
                  <a:lnTo>
                    <a:pt x="1753260" y="834103"/>
                  </a:lnTo>
                  <a:lnTo>
                    <a:pt x="1830504" y="862343"/>
                  </a:lnTo>
                  <a:lnTo>
                    <a:pt x="1907747" y="889986"/>
                  </a:lnTo>
                  <a:lnTo>
                    <a:pt x="1984991" y="917044"/>
                  </a:lnTo>
                  <a:lnTo>
                    <a:pt x="2062234" y="943530"/>
                  </a:lnTo>
                  <a:lnTo>
                    <a:pt x="2139478" y="969455"/>
                  </a:lnTo>
                  <a:lnTo>
                    <a:pt x="2216721" y="994832"/>
                  </a:lnTo>
                  <a:lnTo>
                    <a:pt x="2293965" y="1019671"/>
                  </a:lnTo>
                  <a:lnTo>
                    <a:pt x="2371209" y="1043985"/>
                  </a:lnTo>
                  <a:lnTo>
                    <a:pt x="2448452" y="1067784"/>
                  </a:lnTo>
                  <a:lnTo>
                    <a:pt x="2525696" y="1091080"/>
                  </a:lnTo>
                  <a:lnTo>
                    <a:pt x="2602939" y="1113883"/>
                  </a:lnTo>
                  <a:lnTo>
                    <a:pt x="2680183" y="1136204"/>
                  </a:lnTo>
                  <a:lnTo>
                    <a:pt x="2757426" y="1158052"/>
                  </a:lnTo>
                  <a:lnTo>
                    <a:pt x="2834670" y="1179437"/>
                  </a:lnTo>
                  <a:lnTo>
                    <a:pt x="2911914" y="1200371"/>
                  </a:lnTo>
                  <a:lnTo>
                    <a:pt x="2989157" y="1220861"/>
                  </a:lnTo>
                  <a:lnTo>
                    <a:pt x="3066401" y="1240917"/>
                  </a:lnTo>
                  <a:lnTo>
                    <a:pt x="3143644" y="1260550"/>
                  </a:lnTo>
                  <a:lnTo>
                    <a:pt x="3220888" y="1279766"/>
                  </a:lnTo>
                  <a:lnTo>
                    <a:pt x="3298131" y="1298577"/>
                  </a:lnTo>
                  <a:lnTo>
                    <a:pt x="3375375" y="1316989"/>
                  </a:lnTo>
                  <a:lnTo>
                    <a:pt x="3452619" y="1335011"/>
                  </a:lnTo>
                  <a:lnTo>
                    <a:pt x="3529862" y="1352653"/>
                  </a:lnTo>
                  <a:lnTo>
                    <a:pt x="3607106" y="1369920"/>
                  </a:lnTo>
                  <a:lnTo>
                    <a:pt x="3684349" y="1386823"/>
                  </a:lnTo>
                  <a:lnTo>
                    <a:pt x="3761593" y="1403368"/>
                  </a:lnTo>
                  <a:lnTo>
                    <a:pt x="3838836" y="1419562"/>
                  </a:lnTo>
                  <a:lnTo>
                    <a:pt x="3916080" y="1435414"/>
                  </a:lnTo>
                  <a:lnTo>
                    <a:pt x="3993324" y="1450931"/>
                  </a:lnTo>
                  <a:lnTo>
                    <a:pt x="4070567" y="1466119"/>
                  </a:lnTo>
                  <a:lnTo>
                    <a:pt x="4147811" y="1480986"/>
                  </a:lnTo>
                  <a:lnTo>
                    <a:pt x="4225054" y="1495538"/>
                  </a:lnTo>
                  <a:lnTo>
                    <a:pt x="4302298" y="1509783"/>
                  </a:lnTo>
                  <a:lnTo>
                    <a:pt x="4379541" y="1523726"/>
                  </a:lnTo>
                  <a:lnTo>
                    <a:pt x="4456785" y="1537374"/>
                  </a:lnTo>
                  <a:lnTo>
                    <a:pt x="4534029" y="1550733"/>
                  </a:lnTo>
                  <a:lnTo>
                    <a:pt x="4611272" y="1563809"/>
                  </a:lnTo>
                  <a:lnTo>
                    <a:pt x="4688516" y="1576609"/>
                  </a:lnTo>
                  <a:lnTo>
                    <a:pt x="4765759" y="1589138"/>
                  </a:lnTo>
                  <a:lnTo>
                    <a:pt x="4843003" y="1601401"/>
                  </a:lnTo>
                  <a:lnTo>
                    <a:pt x="4920246" y="1613406"/>
                  </a:lnTo>
                  <a:lnTo>
                    <a:pt x="4997490" y="1625156"/>
                  </a:lnTo>
                  <a:lnTo>
                    <a:pt x="5074734" y="1636657"/>
                  </a:lnTo>
                  <a:lnTo>
                    <a:pt x="5151977" y="1647916"/>
                  </a:lnTo>
                  <a:lnTo>
                    <a:pt x="5229221" y="1658936"/>
                  </a:lnTo>
                  <a:lnTo>
                    <a:pt x="5306464" y="1669722"/>
                  </a:lnTo>
                  <a:lnTo>
                    <a:pt x="5383708" y="1680281"/>
                  </a:lnTo>
                  <a:lnTo>
                    <a:pt x="5460951" y="1690616"/>
                  </a:lnTo>
                  <a:lnTo>
                    <a:pt x="5538195" y="1700732"/>
                  </a:lnTo>
                  <a:lnTo>
                    <a:pt x="5615439" y="1710635"/>
                  </a:lnTo>
                  <a:lnTo>
                    <a:pt x="5692682" y="1720327"/>
                  </a:lnTo>
                  <a:lnTo>
                    <a:pt x="5769926" y="1729815"/>
                  </a:lnTo>
                  <a:lnTo>
                    <a:pt x="5847169" y="1739102"/>
                  </a:lnTo>
                  <a:lnTo>
                    <a:pt x="5924413" y="1748193"/>
                  </a:lnTo>
                  <a:lnTo>
                    <a:pt x="6001656" y="1757091"/>
                  </a:lnTo>
                  <a:lnTo>
                    <a:pt x="6078900" y="1765800"/>
                  </a:lnTo>
                  <a:lnTo>
                    <a:pt x="6156144" y="1774326"/>
                  </a:lnTo>
                  <a:lnTo>
                    <a:pt x="6233387" y="1782671"/>
                  </a:lnTo>
                  <a:lnTo>
                    <a:pt x="6310631" y="1790839"/>
                  </a:lnTo>
                  <a:lnTo>
                    <a:pt x="6387874" y="1798835"/>
                  </a:lnTo>
                  <a:lnTo>
                    <a:pt x="6465118" y="1806661"/>
                  </a:lnTo>
                  <a:lnTo>
                    <a:pt x="6542361" y="1814322"/>
                  </a:lnTo>
                  <a:lnTo>
                    <a:pt x="6619605" y="1821821"/>
                  </a:lnTo>
                  <a:lnTo>
                    <a:pt x="6696849" y="1829161"/>
                  </a:lnTo>
                  <a:lnTo>
                    <a:pt x="6774092" y="1836346"/>
                  </a:lnTo>
                  <a:lnTo>
                    <a:pt x="6851336" y="1843378"/>
                  </a:lnTo>
                  <a:lnTo>
                    <a:pt x="6928579" y="1850262"/>
                  </a:lnTo>
                  <a:lnTo>
                    <a:pt x="7005823" y="1857000"/>
                  </a:lnTo>
                  <a:lnTo>
                    <a:pt x="7083066" y="1863596"/>
                  </a:lnTo>
                  <a:lnTo>
                    <a:pt x="7160310" y="1870052"/>
                  </a:lnTo>
                  <a:lnTo>
                    <a:pt x="7237554" y="1876372"/>
                  </a:lnTo>
                  <a:lnTo>
                    <a:pt x="7314797" y="1882557"/>
                  </a:lnTo>
                  <a:lnTo>
                    <a:pt x="7392041" y="18886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2026-05-26T09:08:35Z</dcterms:modified>
  <cp:category/>
</cp:coreProperties>
</file>