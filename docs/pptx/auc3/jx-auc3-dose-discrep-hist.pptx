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39851" y="5038228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39851" y="415102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39851" y="3263814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39851" y="2376607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91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3637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9359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508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0803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525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39851" y="5481832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9851" y="4594625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39851" y="3707418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39851" y="282021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15776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149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22942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58664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39851" y="2118822"/>
              <a:ext cx="3734337" cy="3363009"/>
            </a:xfrm>
            <a:custGeom>
              <a:avLst/>
              <a:pathLst>
                <a:path w="3734337" h="3363009">
                  <a:moveTo>
                    <a:pt x="0" y="3363009"/>
                  </a:moveTo>
                  <a:lnTo>
                    <a:pt x="15493" y="3363009"/>
                  </a:lnTo>
                  <a:lnTo>
                    <a:pt x="17478" y="3363009"/>
                  </a:lnTo>
                  <a:lnTo>
                    <a:pt x="19463" y="3363009"/>
                  </a:lnTo>
                  <a:lnTo>
                    <a:pt x="38320" y="3363009"/>
                  </a:lnTo>
                  <a:lnTo>
                    <a:pt x="40305" y="3363009"/>
                  </a:lnTo>
                  <a:lnTo>
                    <a:pt x="42290" y="3363009"/>
                  </a:lnTo>
                  <a:lnTo>
                    <a:pt x="61148" y="3363009"/>
                  </a:lnTo>
                  <a:lnTo>
                    <a:pt x="63132" y="3363009"/>
                  </a:lnTo>
                  <a:lnTo>
                    <a:pt x="65117" y="3363009"/>
                  </a:lnTo>
                  <a:lnTo>
                    <a:pt x="83975" y="3363009"/>
                  </a:lnTo>
                  <a:lnTo>
                    <a:pt x="85959" y="3363009"/>
                  </a:lnTo>
                  <a:lnTo>
                    <a:pt x="87944" y="3363009"/>
                  </a:lnTo>
                  <a:lnTo>
                    <a:pt x="106802" y="3363009"/>
                  </a:lnTo>
                  <a:lnTo>
                    <a:pt x="108787" y="3363009"/>
                  </a:lnTo>
                  <a:lnTo>
                    <a:pt x="110771" y="3363009"/>
                  </a:lnTo>
                  <a:lnTo>
                    <a:pt x="129629" y="3363008"/>
                  </a:lnTo>
                  <a:lnTo>
                    <a:pt x="131614" y="3363008"/>
                  </a:lnTo>
                  <a:lnTo>
                    <a:pt x="133598" y="3363008"/>
                  </a:lnTo>
                  <a:lnTo>
                    <a:pt x="152456" y="3363008"/>
                  </a:lnTo>
                  <a:lnTo>
                    <a:pt x="154441" y="3363008"/>
                  </a:lnTo>
                  <a:lnTo>
                    <a:pt x="156426" y="3363008"/>
                  </a:lnTo>
                  <a:lnTo>
                    <a:pt x="175283" y="3363008"/>
                  </a:lnTo>
                  <a:lnTo>
                    <a:pt x="177268" y="3363008"/>
                  </a:lnTo>
                  <a:lnTo>
                    <a:pt x="179253" y="3363008"/>
                  </a:lnTo>
                  <a:lnTo>
                    <a:pt x="198111" y="3363007"/>
                  </a:lnTo>
                  <a:lnTo>
                    <a:pt x="200095" y="3363007"/>
                  </a:lnTo>
                  <a:lnTo>
                    <a:pt x="202080" y="3363007"/>
                  </a:lnTo>
                  <a:lnTo>
                    <a:pt x="220938" y="3363006"/>
                  </a:lnTo>
                  <a:lnTo>
                    <a:pt x="222922" y="3363006"/>
                  </a:lnTo>
                  <a:lnTo>
                    <a:pt x="224907" y="3363006"/>
                  </a:lnTo>
                  <a:lnTo>
                    <a:pt x="243765" y="3363005"/>
                  </a:lnTo>
                  <a:lnTo>
                    <a:pt x="245750" y="3363005"/>
                  </a:lnTo>
                  <a:lnTo>
                    <a:pt x="247734" y="3363005"/>
                  </a:lnTo>
                  <a:lnTo>
                    <a:pt x="266592" y="3363003"/>
                  </a:lnTo>
                  <a:lnTo>
                    <a:pt x="268577" y="3363003"/>
                  </a:lnTo>
                  <a:lnTo>
                    <a:pt x="270562" y="3363003"/>
                  </a:lnTo>
                  <a:lnTo>
                    <a:pt x="289419" y="3363001"/>
                  </a:lnTo>
                  <a:lnTo>
                    <a:pt x="291404" y="3363000"/>
                  </a:lnTo>
                  <a:lnTo>
                    <a:pt x="293389" y="3363000"/>
                  </a:lnTo>
                  <a:lnTo>
                    <a:pt x="312246" y="3362997"/>
                  </a:lnTo>
                  <a:lnTo>
                    <a:pt x="314231" y="3362997"/>
                  </a:lnTo>
                  <a:lnTo>
                    <a:pt x="316216" y="3362996"/>
                  </a:lnTo>
                  <a:lnTo>
                    <a:pt x="335074" y="3362992"/>
                  </a:lnTo>
                  <a:lnTo>
                    <a:pt x="337058" y="3362992"/>
                  </a:lnTo>
                  <a:lnTo>
                    <a:pt x="339043" y="3362991"/>
                  </a:lnTo>
                  <a:lnTo>
                    <a:pt x="357901" y="3362985"/>
                  </a:lnTo>
                  <a:lnTo>
                    <a:pt x="359886" y="3362985"/>
                  </a:lnTo>
                  <a:lnTo>
                    <a:pt x="361870" y="3362984"/>
                  </a:lnTo>
                  <a:lnTo>
                    <a:pt x="380728" y="3362976"/>
                  </a:lnTo>
                  <a:lnTo>
                    <a:pt x="382713" y="3362975"/>
                  </a:lnTo>
                  <a:lnTo>
                    <a:pt x="384697" y="3362974"/>
                  </a:lnTo>
                  <a:lnTo>
                    <a:pt x="403555" y="3362963"/>
                  </a:lnTo>
                  <a:lnTo>
                    <a:pt x="405540" y="3362962"/>
                  </a:lnTo>
                  <a:lnTo>
                    <a:pt x="407525" y="3362960"/>
                  </a:lnTo>
                  <a:lnTo>
                    <a:pt x="426382" y="3362945"/>
                  </a:lnTo>
                  <a:lnTo>
                    <a:pt x="428367" y="3362943"/>
                  </a:lnTo>
                  <a:lnTo>
                    <a:pt x="430352" y="3362941"/>
                  </a:lnTo>
                  <a:lnTo>
                    <a:pt x="449209" y="3362921"/>
                  </a:lnTo>
                  <a:lnTo>
                    <a:pt x="451194" y="3362919"/>
                  </a:lnTo>
                  <a:lnTo>
                    <a:pt x="453179" y="3362916"/>
                  </a:lnTo>
                  <a:lnTo>
                    <a:pt x="472037" y="3362889"/>
                  </a:lnTo>
                  <a:lnTo>
                    <a:pt x="474021" y="3362887"/>
                  </a:lnTo>
                  <a:lnTo>
                    <a:pt x="476006" y="3362883"/>
                  </a:lnTo>
                  <a:lnTo>
                    <a:pt x="494864" y="3362848"/>
                  </a:lnTo>
                  <a:lnTo>
                    <a:pt x="496849" y="3362844"/>
                  </a:lnTo>
                  <a:lnTo>
                    <a:pt x="498833" y="3362840"/>
                  </a:lnTo>
                  <a:lnTo>
                    <a:pt x="517691" y="3362795"/>
                  </a:lnTo>
                  <a:lnTo>
                    <a:pt x="519676" y="3362790"/>
                  </a:lnTo>
                  <a:lnTo>
                    <a:pt x="521660" y="3362783"/>
                  </a:lnTo>
                  <a:lnTo>
                    <a:pt x="540518" y="3362722"/>
                  </a:lnTo>
                  <a:lnTo>
                    <a:pt x="542503" y="3362715"/>
                  </a:lnTo>
                  <a:lnTo>
                    <a:pt x="544488" y="3362707"/>
                  </a:lnTo>
                  <a:lnTo>
                    <a:pt x="563345" y="3362627"/>
                  </a:lnTo>
                  <a:lnTo>
                    <a:pt x="565330" y="3362619"/>
                  </a:lnTo>
                  <a:lnTo>
                    <a:pt x="567315" y="3362608"/>
                  </a:lnTo>
                  <a:lnTo>
                    <a:pt x="586173" y="3362507"/>
                  </a:lnTo>
                  <a:lnTo>
                    <a:pt x="588157" y="3362496"/>
                  </a:lnTo>
                  <a:lnTo>
                    <a:pt x="590142" y="3362483"/>
                  </a:lnTo>
                  <a:lnTo>
                    <a:pt x="609000" y="3362354"/>
                  </a:lnTo>
                  <a:lnTo>
                    <a:pt x="610984" y="3362341"/>
                  </a:lnTo>
                  <a:lnTo>
                    <a:pt x="612969" y="3362324"/>
                  </a:lnTo>
                  <a:lnTo>
                    <a:pt x="631827" y="3362163"/>
                  </a:lnTo>
                  <a:lnTo>
                    <a:pt x="633812" y="3362146"/>
                  </a:lnTo>
                  <a:lnTo>
                    <a:pt x="635796" y="3362125"/>
                  </a:lnTo>
                  <a:lnTo>
                    <a:pt x="654654" y="3361925"/>
                  </a:lnTo>
                  <a:lnTo>
                    <a:pt x="656639" y="3361904"/>
                  </a:lnTo>
                  <a:lnTo>
                    <a:pt x="658623" y="3361878"/>
                  </a:lnTo>
                  <a:lnTo>
                    <a:pt x="677481" y="3361627"/>
                  </a:lnTo>
                  <a:lnTo>
                    <a:pt x="679466" y="3361600"/>
                  </a:lnTo>
                  <a:lnTo>
                    <a:pt x="681451" y="3361567"/>
                  </a:lnTo>
                  <a:lnTo>
                    <a:pt x="700308" y="3361250"/>
                  </a:lnTo>
                  <a:lnTo>
                    <a:pt x="702293" y="3361217"/>
                  </a:lnTo>
                  <a:lnTo>
                    <a:pt x="704278" y="3361176"/>
                  </a:lnTo>
                  <a:lnTo>
                    <a:pt x="723136" y="3360789"/>
                  </a:lnTo>
                  <a:lnTo>
                    <a:pt x="725120" y="3360749"/>
                  </a:lnTo>
                  <a:lnTo>
                    <a:pt x="727105" y="3360699"/>
                  </a:lnTo>
                  <a:lnTo>
                    <a:pt x="745963" y="3360232"/>
                  </a:lnTo>
                  <a:lnTo>
                    <a:pt x="747947" y="3360183"/>
                  </a:lnTo>
                  <a:lnTo>
                    <a:pt x="749932" y="3360124"/>
                  </a:lnTo>
                  <a:lnTo>
                    <a:pt x="768790" y="3359563"/>
                  </a:lnTo>
                  <a:lnTo>
                    <a:pt x="770775" y="3359504"/>
                  </a:lnTo>
                  <a:lnTo>
                    <a:pt x="772759" y="3359434"/>
                  </a:lnTo>
                  <a:lnTo>
                    <a:pt x="791617" y="3358767"/>
                  </a:lnTo>
                  <a:lnTo>
                    <a:pt x="793602" y="3358697"/>
                  </a:lnTo>
                  <a:lnTo>
                    <a:pt x="795586" y="3358614"/>
                  </a:lnTo>
                  <a:lnTo>
                    <a:pt x="814444" y="3357828"/>
                  </a:lnTo>
                  <a:lnTo>
                    <a:pt x="816429" y="3357745"/>
                  </a:lnTo>
                  <a:lnTo>
                    <a:pt x="818414" y="3357645"/>
                  </a:lnTo>
                  <a:lnTo>
                    <a:pt x="837271" y="3356695"/>
                  </a:lnTo>
                  <a:lnTo>
                    <a:pt x="839256" y="3356595"/>
                  </a:lnTo>
                  <a:lnTo>
                    <a:pt x="841241" y="3356478"/>
                  </a:lnTo>
                  <a:lnTo>
                    <a:pt x="860099" y="3355365"/>
                  </a:lnTo>
                  <a:lnTo>
                    <a:pt x="862083" y="3355248"/>
                  </a:lnTo>
                  <a:lnTo>
                    <a:pt x="864068" y="3355112"/>
                  </a:lnTo>
                  <a:lnTo>
                    <a:pt x="882926" y="3353825"/>
                  </a:lnTo>
                  <a:lnTo>
                    <a:pt x="884910" y="3353690"/>
                  </a:lnTo>
                  <a:lnTo>
                    <a:pt x="886895" y="3353535"/>
                  </a:lnTo>
                  <a:lnTo>
                    <a:pt x="905753" y="3352059"/>
                  </a:lnTo>
                  <a:lnTo>
                    <a:pt x="907738" y="3351903"/>
                  </a:lnTo>
                  <a:lnTo>
                    <a:pt x="909722" y="3351726"/>
                  </a:lnTo>
                  <a:lnTo>
                    <a:pt x="928580" y="3350046"/>
                  </a:lnTo>
                  <a:lnTo>
                    <a:pt x="930565" y="3349869"/>
                  </a:lnTo>
                  <a:lnTo>
                    <a:pt x="932549" y="3349669"/>
                  </a:lnTo>
                  <a:lnTo>
                    <a:pt x="951407" y="3347770"/>
                  </a:lnTo>
                  <a:lnTo>
                    <a:pt x="953392" y="3347570"/>
                  </a:lnTo>
                  <a:lnTo>
                    <a:pt x="955377" y="3347344"/>
                  </a:lnTo>
                  <a:lnTo>
                    <a:pt x="974234" y="3345198"/>
                  </a:lnTo>
                  <a:lnTo>
                    <a:pt x="976219" y="3344972"/>
                  </a:lnTo>
                  <a:lnTo>
                    <a:pt x="978204" y="3344715"/>
                  </a:lnTo>
                  <a:lnTo>
                    <a:pt x="997062" y="3342280"/>
                  </a:lnTo>
                  <a:lnTo>
                    <a:pt x="999046" y="3342024"/>
                  </a:lnTo>
                  <a:lnTo>
                    <a:pt x="1001031" y="3341741"/>
                  </a:lnTo>
                  <a:lnTo>
                    <a:pt x="1019889" y="3339045"/>
                  </a:lnTo>
                  <a:lnTo>
                    <a:pt x="1021873" y="3338762"/>
                  </a:lnTo>
                  <a:lnTo>
                    <a:pt x="1023858" y="3338450"/>
                  </a:lnTo>
                  <a:lnTo>
                    <a:pt x="1042716" y="3335486"/>
                  </a:lnTo>
                  <a:lnTo>
                    <a:pt x="1044701" y="3335174"/>
                  </a:lnTo>
                  <a:lnTo>
                    <a:pt x="1046685" y="3334834"/>
                  </a:lnTo>
                  <a:lnTo>
                    <a:pt x="1065543" y="3331597"/>
                  </a:lnTo>
                  <a:lnTo>
                    <a:pt x="1067528" y="3331256"/>
                  </a:lnTo>
                  <a:lnTo>
                    <a:pt x="1069513" y="3330886"/>
                  </a:lnTo>
                  <a:lnTo>
                    <a:pt x="1088370" y="3327372"/>
                  </a:lnTo>
                  <a:lnTo>
                    <a:pt x="1090355" y="3327002"/>
                  </a:lnTo>
                  <a:lnTo>
                    <a:pt x="1092340" y="3326603"/>
                  </a:lnTo>
                  <a:lnTo>
                    <a:pt x="1111197" y="3322809"/>
                  </a:lnTo>
                  <a:lnTo>
                    <a:pt x="1113182" y="3322410"/>
                  </a:lnTo>
                  <a:lnTo>
                    <a:pt x="1115167" y="3321977"/>
                  </a:lnTo>
                  <a:lnTo>
                    <a:pt x="1134025" y="3317863"/>
                  </a:lnTo>
                  <a:lnTo>
                    <a:pt x="1136009" y="3317429"/>
                  </a:lnTo>
                  <a:lnTo>
                    <a:pt x="1137994" y="3316965"/>
                  </a:lnTo>
                  <a:lnTo>
                    <a:pt x="1156852" y="3312556"/>
                  </a:lnTo>
                  <a:lnTo>
                    <a:pt x="1158836" y="3312092"/>
                  </a:lnTo>
                  <a:lnTo>
                    <a:pt x="1160821" y="3311600"/>
                  </a:lnTo>
                  <a:lnTo>
                    <a:pt x="1179679" y="3306919"/>
                  </a:lnTo>
                  <a:lnTo>
                    <a:pt x="1181664" y="3306426"/>
                  </a:lnTo>
                  <a:lnTo>
                    <a:pt x="1183648" y="3305905"/>
                  </a:lnTo>
                  <a:lnTo>
                    <a:pt x="1202506" y="3300956"/>
                  </a:lnTo>
                  <a:lnTo>
                    <a:pt x="1204491" y="3300435"/>
                  </a:lnTo>
                  <a:lnTo>
                    <a:pt x="1206476" y="3299887"/>
                  </a:lnTo>
                  <a:lnTo>
                    <a:pt x="1225333" y="3294674"/>
                  </a:lnTo>
                  <a:lnTo>
                    <a:pt x="1227318" y="3294125"/>
                  </a:lnTo>
                  <a:lnTo>
                    <a:pt x="1229303" y="3293549"/>
                  </a:lnTo>
                  <a:lnTo>
                    <a:pt x="1248160" y="3288075"/>
                  </a:lnTo>
                  <a:lnTo>
                    <a:pt x="1250145" y="3287499"/>
                  </a:lnTo>
                  <a:lnTo>
                    <a:pt x="1252130" y="3286895"/>
                  </a:lnTo>
                  <a:lnTo>
                    <a:pt x="1270988" y="3281157"/>
                  </a:lnTo>
                  <a:lnTo>
                    <a:pt x="1272972" y="3280553"/>
                  </a:lnTo>
                  <a:lnTo>
                    <a:pt x="1274957" y="3279916"/>
                  </a:lnTo>
                  <a:lnTo>
                    <a:pt x="1293815" y="3273870"/>
                  </a:lnTo>
                  <a:lnTo>
                    <a:pt x="1295800" y="3273233"/>
                  </a:lnTo>
                  <a:lnTo>
                    <a:pt x="1297784" y="3272569"/>
                  </a:lnTo>
                  <a:lnTo>
                    <a:pt x="1316642" y="3266259"/>
                  </a:lnTo>
                  <a:lnTo>
                    <a:pt x="1318627" y="3265595"/>
                  </a:lnTo>
                  <a:lnTo>
                    <a:pt x="1320611" y="3264903"/>
                  </a:lnTo>
                  <a:lnTo>
                    <a:pt x="1339469" y="3258323"/>
                  </a:lnTo>
                  <a:lnTo>
                    <a:pt x="1341454" y="3257630"/>
                  </a:lnTo>
                  <a:lnTo>
                    <a:pt x="1343439" y="3256908"/>
                  </a:lnTo>
                  <a:lnTo>
                    <a:pt x="1362296" y="3250047"/>
                  </a:lnTo>
                  <a:lnTo>
                    <a:pt x="1364281" y="3249325"/>
                  </a:lnTo>
                  <a:lnTo>
                    <a:pt x="1366266" y="3248572"/>
                  </a:lnTo>
                  <a:lnTo>
                    <a:pt x="1385124" y="3241417"/>
                  </a:lnTo>
                  <a:lnTo>
                    <a:pt x="1387108" y="3240664"/>
                  </a:lnTo>
                  <a:lnTo>
                    <a:pt x="1389093" y="3239878"/>
                  </a:lnTo>
                  <a:lnTo>
                    <a:pt x="1407951" y="3232412"/>
                  </a:lnTo>
                  <a:lnTo>
                    <a:pt x="1409935" y="3231627"/>
                  </a:lnTo>
                  <a:lnTo>
                    <a:pt x="1411920" y="3230802"/>
                  </a:lnTo>
                  <a:lnTo>
                    <a:pt x="1430778" y="3222962"/>
                  </a:lnTo>
                  <a:lnTo>
                    <a:pt x="1432763" y="3222137"/>
                  </a:lnTo>
                  <a:lnTo>
                    <a:pt x="1434747" y="3221270"/>
                  </a:lnTo>
                  <a:lnTo>
                    <a:pt x="1453605" y="3213032"/>
                  </a:lnTo>
                  <a:lnTo>
                    <a:pt x="1455590" y="3212164"/>
                  </a:lnTo>
                  <a:lnTo>
                    <a:pt x="1457574" y="3211256"/>
                  </a:lnTo>
                  <a:lnTo>
                    <a:pt x="1476432" y="3202627"/>
                  </a:lnTo>
                  <a:lnTo>
                    <a:pt x="1478417" y="3201719"/>
                  </a:lnTo>
                  <a:lnTo>
                    <a:pt x="1480402" y="3200767"/>
                  </a:lnTo>
                  <a:lnTo>
                    <a:pt x="1499259" y="3191722"/>
                  </a:lnTo>
                  <a:lnTo>
                    <a:pt x="1501244" y="3190770"/>
                  </a:lnTo>
                  <a:lnTo>
                    <a:pt x="1503229" y="3189772"/>
                  </a:lnTo>
                  <a:lnTo>
                    <a:pt x="1522087" y="3180289"/>
                  </a:lnTo>
                  <a:lnTo>
                    <a:pt x="1524071" y="3179291"/>
                  </a:lnTo>
                  <a:lnTo>
                    <a:pt x="1526056" y="3178244"/>
                  </a:lnTo>
                  <a:lnTo>
                    <a:pt x="1544914" y="3168300"/>
                  </a:lnTo>
                  <a:lnTo>
                    <a:pt x="1546898" y="3167253"/>
                  </a:lnTo>
                  <a:lnTo>
                    <a:pt x="1548883" y="3166156"/>
                  </a:lnTo>
                  <a:lnTo>
                    <a:pt x="1567741" y="3155731"/>
                  </a:lnTo>
                  <a:lnTo>
                    <a:pt x="1569726" y="3154634"/>
                  </a:lnTo>
                  <a:lnTo>
                    <a:pt x="1571710" y="3153474"/>
                  </a:lnTo>
                  <a:lnTo>
                    <a:pt x="1590568" y="3142447"/>
                  </a:lnTo>
                  <a:lnTo>
                    <a:pt x="1592553" y="3141286"/>
                  </a:lnTo>
                  <a:lnTo>
                    <a:pt x="1594537" y="3140072"/>
                  </a:lnTo>
                  <a:lnTo>
                    <a:pt x="1613395" y="3128537"/>
                  </a:lnTo>
                  <a:lnTo>
                    <a:pt x="1615380" y="3127323"/>
                  </a:lnTo>
                  <a:lnTo>
                    <a:pt x="1617365" y="3126056"/>
                  </a:lnTo>
                  <a:lnTo>
                    <a:pt x="1636222" y="3114019"/>
                  </a:lnTo>
                  <a:lnTo>
                    <a:pt x="1638207" y="3112752"/>
                  </a:lnTo>
                  <a:lnTo>
                    <a:pt x="1640192" y="3111434"/>
                  </a:lnTo>
                  <a:lnTo>
                    <a:pt x="1659050" y="3098905"/>
                  </a:lnTo>
                  <a:lnTo>
                    <a:pt x="1661034" y="3097587"/>
                  </a:lnTo>
                  <a:lnTo>
                    <a:pt x="1663019" y="3096218"/>
                  </a:lnTo>
                  <a:lnTo>
                    <a:pt x="1681877" y="3083216"/>
                  </a:lnTo>
                  <a:lnTo>
                    <a:pt x="1683861" y="3081848"/>
                  </a:lnTo>
                  <a:lnTo>
                    <a:pt x="1685846" y="3080432"/>
                  </a:lnTo>
                  <a:lnTo>
                    <a:pt x="1704704" y="3066983"/>
                  </a:lnTo>
                  <a:lnTo>
                    <a:pt x="1706689" y="3065567"/>
                  </a:lnTo>
                  <a:lnTo>
                    <a:pt x="1708673" y="3064105"/>
                  </a:lnTo>
                  <a:lnTo>
                    <a:pt x="1727531" y="3050212"/>
                  </a:lnTo>
                  <a:lnTo>
                    <a:pt x="1729516" y="3048750"/>
                  </a:lnTo>
                  <a:lnTo>
                    <a:pt x="1731500" y="3047246"/>
                  </a:lnTo>
                  <a:lnTo>
                    <a:pt x="1750358" y="3032957"/>
                  </a:lnTo>
                  <a:lnTo>
                    <a:pt x="1752343" y="3031453"/>
                  </a:lnTo>
                  <a:lnTo>
                    <a:pt x="1754328" y="3029919"/>
                  </a:lnTo>
                  <a:lnTo>
                    <a:pt x="1773185" y="3015346"/>
                  </a:lnTo>
                  <a:lnTo>
                    <a:pt x="1775170" y="3013812"/>
                  </a:lnTo>
                  <a:lnTo>
                    <a:pt x="1777155" y="3012255"/>
                  </a:lnTo>
                  <a:lnTo>
                    <a:pt x="1796013" y="2997462"/>
                  </a:lnTo>
                  <a:lnTo>
                    <a:pt x="1797997" y="2995905"/>
                  </a:lnTo>
                  <a:lnTo>
                    <a:pt x="1799982" y="2994333"/>
                  </a:lnTo>
                  <a:lnTo>
                    <a:pt x="1818840" y="2979389"/>
                  </a:lnTo>
                  <a:lnTo>
                    <a:pt x="1820824" y="2977816"/>
                  </a:lnTo>
                  <a:lnTo>
                    <a:pt x="1822809" y="2976236"/>
                  </a:lnTo>
                  <a:lnTo>
                    <a:pt x="1841667" y="2961215"/>
                  </a:lnTo>
                  <a:lnTo>
                    <a:pt x="1843652" y="2959635"/>
                  </a:lnTo>
                  <a:lnTo>
                    <a:pt x="1845636" y="2958054"/>
                  </a:lnTo>
                  <a:lnTo>
                    <a:pt x="1864494" y="2943035"/>
                  </a:lnTo>
                  <a:lnTo>
                    <a:pt x="1866479" y="2941454"/>
                  </a:lnTo>
                  <a:lnTo>
                    <a:pt x="1868463" y="2939886"/>
                  </a:lnTo>
                  <a:lnTo>
                    <a:pt x="1887321" y="2924986"/>
                  </a:lnTo>
                  <a:lnTo>
                    <a:pt x="1889306" y="2923418"/>
                  </a:lnTo>
                  <a:lnTo>
                    <a:pt x="1891291" y="2921872"/>
                  </a:lnTo>
                  <a:lnTo>
                    <a:pt x="1910148" y="2907184"/>
                  </a:lnTo>
                  <a:lnTo>
                    <a:pt x="1912133" y="2905638"/>
                  </a:lnTo>
                  <a:lnTo>
                    <a:pt x="1914118" y="2904122"/>
                  </a:lnTo>
                  <a:lnTo>
                    <a:pt x="1932976" y="2889722"/>
                  </a:lnTo>
                  <a:lnTo>
                    <a:pt x="1934960" y="2888207"/>
                  </a:lnTo>
                  <a:lnTo>
                    <a:pt x="1936945" y="2886729"/>
                  </a:lnTo>
                  <a:lnTo>
                    <a:pt x="1955803" y="2872693"/>
                  </a:lnTo>
                  <a:lnTo>
                    <a:pt x="1957787" y="2871216"/>
                  </a:lnTo>
                  <a:lnTo>
                    <a:pt x="1959772" y="2869784"/>
                  </a:lnTo>
                  <a:lnTo>
                    <a:pt x="1978630" y="2856183"/>
                  </a:lnTo>
                  <a:lnTo>
                    <a:pt x="1980615" y="2854752"/>
                  </a:lnTo>
                  <a:lnTo>
                    <a:pt x="1982599" y="2853373"/>
                  </a:lnTo>
                  <a:lnTo>
                    <a:pt x="2001457" y="2840273"/>
                  </a:lnTo>
                  <a:lnTo>
                    <a:pt x="2003442" y="2838894"/>
                  </a:lnTo>
                  <a:lnTo>
                    <a:pt x="2005427" y="2837578"/>
                  </a:lnTo>
                  <a:lnTo>
                    <a:pt x="2024284" y="2825070"/>
                  </a:lnTo>
                  <a:lnTo>
                    <a:pt x="2026269" y="2823754"/>
                  </a:lnTo>
                  <a:lnTo>
                    <a:pt x="2028254" y="2822513"/>
                  </a:lnTo>
                  <a:lnTo>
                    <a:pt x="2047111" y="2810728"/>
                  </a:lnTo>
                  <a:lnTo>
                    <a:pt x="2049096" y="2809488"/>
                  </a:lnTo>
                  <a:lnTo>
                    <a:pt x="2051081" y="2808317"/>
                  </a:lnTo>
                  <a:lnTo>
                    <a:pt x="2069939" y="2797189"/>
                  </a:lnTo>
                  <a:lnTo>
                    <a:pt x="2071923" y="2796018"/>
                  </a:lnTo>
                  <a:lnTo>
                    <a:pt x="2073908" y="2794917"/>
                  </a:lnTo>
                  <a:lnTo>
                    <a:pt x="2092766" y="2784461"/>
                  </a:lnTo>
                  <a:lnTo>
                    <a:pt x="2094751" y="2783361"/>
                  </a:lnTo>
                  <a:lnTo>
                    <a:pt x="2096735" y="2782331"/>
                  </a:lnTo>
                  <a:lnTo>
                    <a:pt x="2115593" y="2772549"/>
                  </a:lnTo>
                  <a:lnTo>
                    <a:pt x="2117578" y="2771519"/>
                  </a:lnTo>
                  <a:lnTo>
                    <a:pt x="2119562" y="2770559"/>
                  </a:lnTo>
                  <a:lnTo>
                    <a:pt x="2138420" y="2761438"/>
                  </a:lnTo>
                  <a:lnTo>
                    <a:pt x="2140405" y="2760478"/>
                  </a:lnTo>
                  <a:lnTo>
                    <a:pt x="2142390" y="2759585"/>
                  </a:lnTo>
                  <a:lnTo>
                    <a:pt x="2161247" y="2751098"/>
                  </a:lnTo>
                  <a:lnTo>
                    <a:pt x="2163232" y="2750205"/>
                  </a:lnTo>
                  <a:lnTo>
                    <a:pt x="2165217" y="2749382"/>
                  </a:lnTo>
                  <a:lnTo>
                    <a:pt x="2184075" y="2741564"/>
                  </a:lnTo>
                  <a:lnTo>
                    <a:pt x="2186059" y="2740741"/>
                  </a:lnTo>
                  <a:lnTo>
                    <a:pt x="2188044" y="2739975"/>
                  </a:lnTo>
                  <a:lnTo>
                    <a:pt x="2206902" y="2732694"/>
                  </a:lnTo>
                  <a:lnTo>
                    <a:pt x="2208886" y="2731928"/>
                  </a:lnTo>
                  <a:lnTo>
                    <a:pt x="2210871" y="2731205"/>
                  </a:lnTo>
                  <a:lnTo>
                    <a:pt x="2229729" y="2724337"/>
                  </a:lnTo>
                  <a:lnTo>
                    <a:pt x="2231714" y="2723614"/>
                  </a:lnTo>
                  <a:lnTo>
                    <a:pt x="2233698" y="2722925"/>
                  </a:lnTo>
                  <a:lnTo>
                    <a:pt x="2252556" y="2716376"/>
                  </a:lnTo>
                  <a:lnTo>
                    <a:pt x="2254541" y="2715687"/>
                  </a:lnTo>
                  <a:lnTo>
                    <a:pt x="2256525" y="2715021"/>
                  </a:lnTo>
                  <a:lnTo>
                    <a:pt x="2275383" y="2708688"/>
                  </a:lnTo>
                  <a:lnTo>
                    <a:pt x="2277368" y="2708022"/>
                  </a:lnTo>
                  <a:lnTo>
                    <a:pt x="2279353" y="2707367"/>
                  </a:lnTo>
                  <a:lnTo>
                    <a:pt x="2298210" y="2701139"/>
                  </a:lnTo>
                  <a:lnTo>
                    <a:pt x="2300195" y="2700484"/>
                  </a:lnTo>
                  <a:lnTo>
                    <a:pt x="2302180" y="2699827"/>
                  </a:lnTo>
                  <a:lnTo>
                    <a:pt x="2321038" y="2693585"/>
                  </a:lnTo>
                  <a:lnTo>
                    <a:pt x="2323022" y="2692928"/>
                  </a:lnTo>
                  <a:lnTo>
                    <a:pt x="2325007" y="2692250"/>
                  </a:lnTo>
                  <a:lnTo>
                    <a:pt x="2343865" y="2685805"/>
                  </a:lnTo>
                  <a:lnTo>
                    <a:pt x="2345849" y="2685127"/>
                  </a:lnTo>
                  <a:lnTo>
                    <a:pt x="2347834" y="2684416"/>
                  </a:lnTo>
                  <a:lnTo>
                    <a:pt x="2366692" y="2677653"/>
                  </a:lnTo>
                  <a:lnTo>
                    <a:pt x="2368677" y="2676942"/>
                  </a:lnTo>
                  <a:lnTo>
                    <a:pt x="2370661" y="2676185"/>
                  </a:lnTo>
                  <a:lnTo>
                    <a:pt x="2389519" y="2668992"/>
                  </a:lnTo>
                  <a:lnTo>
                    <a:pt x="2391504" y="2668235"/>
                  </a:lnTo>
                  <a:lnTo>
                    <a:pt x="2393488" y="2667421"/>
                  </a:lnTo>
                  <a:lnTo>
                    <a:pt x="2412346" y="2659694"/>
                  </a:lnTo>
                  <a:lnTo>
                    <a:pt x="2414331" y="2658880"/>
                  </a:lnTo>
                  <a:lnTo>
                    <a:pt x="2416316" y="2658001"/>
                  </a:lnTo>
                  <a:lnTo>
                    <a:pt x="2435173" y="2649644"/>
                  </a:lnTo>
                  <a:lnTo>
                    <a:pt x="2437158" y="2648764"/>
                  </a:lnTo>
                  <a:lnTo>
                    <a:pt x="2439143" y="2647810"/>
                  </a:lnTo>
                  <a:lnTo>
                    <a:pt x="2458001" y="2638742"/>
                  </a:lnTo>
                  <a:lnTo>
                    <a:pt x="2459985" y="2637787"/>
                  </a:lnTo>
                  <a:lnTo>
                    <a:pt x="2461970" y="2636741"/>
                  </a:lnTo>
                  <a:lnTo>
                    <a:pt x="2480828" y="2626796"/>
                  </a:lnTo>
                  <a:lnTo>
                    <a:pt x="2482812" y="2625750"/>
                  </a:lnTo>
                  <a:lnTo>
                    <a:pt x="2484797" y="2624605"/>
                  </a:lnTo>
                  <a:lnTo>
                    <a:pt x="2503655" y="2613732"/>
                  </a:lnTo>
                  <a:lnTo>
                    <a:pt x="2505640" y="2612587"/>
                  </a:lnTo>
                  <a:lnTo>
                    <a:pt x="2507624" y="2611352"/>
                  </a:lnTo>
                  <a:lnTo>
                    <a:pt x="2526482" y="2599615"/>
                  </a:lnTo>
                  <a:lnTo>
                    <a:pt x="2528467" y="2598380"/>
                  </a:lnTo>
                  <a:lnTo>
                    <a:pt x="2530451" y="2597054"/>
                  </a:lnTo>
                  <a:lnTo>
                    <a:pt x="2549309" y="2584456"/>
                  </a:lnTo>
                  <a:lnTo>
                    <a:pt x="2551294" y="2583130"/>
                  </a:lnTo>
                  <a:lnTo>
                    <a:pt x="2553279" y="2581715"/>
                  </a:lnTo>
                  <a:lnTo>
                    <a:pt x="2572136" y="2568273"/>
                  </a:lnTo>
                  <a:lnTo>
                    <a:pt x="2574121" y="2566859"/>
                  </a:lnTo>
                  <a:lnTo>
                    <a:pt x="2576106" y="2565359"/>
                  </a:lnTo>
                  <a:lnTo>
                    <a:pt x="2594964" y="2551108"/>
                  </a:lnTo>
                  <a:lnTo>
                    <a:pt x="2596948" y="2549608"/>
                  </a:lnTo>
                  <a:lnTo>
                    <a:pt x="2598933" y="2548028"/>
                  </a:lnTo>
                  <a:lnTo>
                    <a:pt x="2617791" y="2533017"/>
                  </a:lnTo>
                  <a:lnTo>
                    <a:pt x="2619775" y="2531437"/>
                  </a:lnTo>
                  <a:lnTo>
                    <a:pt x="2621760" y="2529771"/>
                  </a:lnTo>
                  <a:lnTo>
                    <a:pt x="2640618" y="2513945"/>
                  </a:lnTo>
                  <a:lnTo>
                    <a:pt x="2642603" y="2512279"/>
                  </a:lnTo>
                  <a:lnTo>
                    <a:pt x="2644587" y="2510553"/>
                  </a:lnTo>
                  <a:lnTo>
                    <a:pt x="2663445" y="2494150"/>
                  </a:lnTo>
                  <a:lnTo>
                    <a:pt x="2665430" y="2492424"/>
                  </a:lnTo>
                  <a:lnTo>
                    <a:pt x="2667414" y="2490647"/>
                  </a:lnTo>
                  <a:lnTo>
                    <a:pt x="2686272" y="2473766"/>
                  </a:lnTo>
                  <a:lnTo>
                    <a:pt x="2688257" y="2471990"/>
                  </a:lnTo>
                  <a:lnTo>
                    <a:pt x="2690242" y="2470173"/>
                  </a:lnTo>
                  <a:lnTo>
                    <a:pt x="2709099" y="2452911"/>
                  </a:lnTo>
                  <a:lnTo>
                    <a:pt x="2711084" y="2451094"/>
                  </a:lnTo>
                  <a:lnTo>
                    <a:pt x="2713069" y="2449248"/>
                  </a:lnTo>
                  <a:lnTo>
                    <a:pt x="2731927" y="2431702"/>
                  </a:lnTo>
                  <a:lnTo>
                    <a:pt x="2733911" y="2429856"/>
                  </a:lnTo>
                  <a:lnTo>
                    <a:pt x="2735896" y="2427990"/>
                  </a:lnTo>
                  <a:lnTo>
                    <a:pt x="2754754" y="2410260"/>
                  </a:lnTo>
                  <a:lnTo>
                    <a:pt x="2756738" y="2408394"/>
                  </a:lnTo>
                  <a:lnTo>
                    <a:pt x="2758723" y="2406520"/>
                  </a:lnTo>
                  <a:lnTo>
                    <a:pt x="2777581" y="2388707"/>
                  </a:lnTo>
                  <a:lnTo>
                    <a:pt x="2779566" y="2386832"/>
                  </a:lnTo>
                  <a:lnTo>
                    <a:pt x="2781550" y="2384962"/>
                  </a:lnTo>
                  <a:lnTo>
                    <a:pt x="2800408" y="2367193"/>
                  </a:lnTo>
                  <a:lnTo>
                    <a:pt x="2802393" y="2365323"/>
                  </a:lnTo>
                  <a:lnTo>
                    <a:pt x="2804378" y="2363467"/>
                  </a:lnTo>
                  <a:lnTo>
                    <a:pt x="2823235" y="2345834"/>
                  </a:lnTo>
                  <a:lnTo>
                    <a:pt x="2825220" y="2343978"/>
                  </a:lnTo>
                  <a:lnTo>
                    <a:pt x="2827205" y="2342144"/>
                  </a:lnTo>
                  <a:lnTo>
                    <a:pt x="2846062" y="2324718"/>
                  </a:lnTo>
                  <a:lnTo>
                    <a:pt x="2848047" y="2322884"/>
                  </a:lnTo>
                  <a:lnTo>
                    <a:pt x="2850032" y="2321079"/>
                  </a:lnTo>
                  <a:lnTo>
                    <a:pt x="2868890" y="2303924"/>
                  </a:lnTo>
                  <a:lnTo>
                    <a:pt x="2870874" y="2302118"/>
                  </a:lnTo>
                  <a:lnTo>
                    <a:pt x="2872859" y="2300347"/>
                  </a:lnTo>
                  <a:lnTo>
                    <a:pt x="2891717" y="2283516"/>
                  </a:lnTo>
                  <a:lnTo>
                    <a:pt x="2893702" y="2281744"/>
                  </a:lnTo>
                  <a:lnTo>
                    <a:pt x="2895686" y="2280012"/>
                  </a:lnTo>
                  <a:lnTo>
                    <a:pt x="2914544" y="2263548"/>
                  </a:lnTo>
                  <a:lnTo>
                    <a:pt x="2916529" y="2261815"/>
                  </a:lnTo>
                  <a:lnTo>
                    <a:pt x="2918513" y="2260132"/>
                  </a:lnTo>
                  <a:lnTo>
                    <a:pt x="2937371" y="2244142"/>
                  </a:lnTo>
                  <a:lnTo>
                    <a:pt x="2939356" y="2242459"/>
                  </a:lnTo>
                  <a:lnTo>
                    <a:pt x="2941341" y="2240822"/>
                  </a:lnTo>
                  <a:lnTo>
                    <a:pt x="2960198" y="2225271"/>
                  </a:lnTo>
                  <a:lnTo>
                    <a:pt x="2962183" y="2223634"/>
                  </a:lnTo>
                  <a:lnTo>
                    <a:pt x="2964168" y="2222042"/>
                  </a:lnTo>
                  <a:lnTo>
                    <a:pt x="2983025" y="2206910"/>
                  </a:lnTo>
                  <a:lnTo>
                    <a:pt x="2985010" y="2205318"/>
                  </a:lnTo>
                  <a:lnTo>
                    <a:pt x="2986995" y="2203768"/>
                  </a:lnTo>
                  <a:lnTo>
                    <a:pt x="3005853" y="2189043"/>
                  </a:lnTo>
                  <a:lnTo>
                    <a:pt x="3007837" y="2187494"/>
                  </a:lnTo>
                  <a:lnTo>
                    <a:pt x="3009822" y="2185984"/>
                  </a:lnTo>
                  <a:lnTo>
                    <a:pt x="3028680" y="2171643"/>
                  </a:lnTo>
                  <a:lnTo>
                    <a:pt x="3030665" y="2170134"/>
                  </a:lnTo>
                  <a:lnTo>
                    <a:pt x="3032649" y="2168661"/>
                  </a:lnTo>
                  <a:lnTo>
                    <a:pt x="3051507" y="2154669"/>
                  </a:lnTo>
                  <a:lnTo>
                    <a:pt x="3053492" y="2153197"/>
                  </a:lnTo>
                  <a:lnTo>
                    <a:pt x="3055476" y="2151758"/>
                  </a:lnTo>
                  <a:lnTo>
                    <a:pt x="3074334" y="2138083"/>
                  </a:lnTo>
                  <a:lnTo>
                    <a:pt x="3076319" y="2136644"/>
                  </a:lnTo>
                  <a:lnTo>
                    <a:pt x="3078304" y="2135233"/>
                  </a:lnTo>
                  <a:lnTo>
                    <a:pt x="3097161" y="2121826"/>
                  </a:lnTo>
                  <a:lnTo>
                    <a:pt x="3099146" y="2120415"/>
                  </a:lnTo>
                  <a:lnTo>
                    <a:pt x="3101131" y="2119020"/>
                  </a:lnTo>
                  <a:lnTo>
                    <a:pt x="3119989" y="2105760"/>
                  </a:lnTo>
                  <a:lnTo>
                    <a:pt x="3121973" y="2104365"/>
                  </a:lnTo>
                  <a:lnTo>
                    <a:pt x="3123958" y="2102977"/>
                  </a:lnTo>
                  <a:lnTo>
                    <a:pt x="3142816" y="2089789"/>
                  </a:lnTo>
                  <a:lnTo>
                    <a:pt x="3144800" y="2088401"/>
                  </a:lnTo>
                  <a:lnTo>
                    <a:pt x="3146785" y="2087012"/>
                  </a:lnTo>
                  <a:lnTo>
                    <a:pt x="3165643" y="2073816"/>
                  </a:lnTo>
                  <a:lnTo>
                    <a:pt x="3167628" y="2072427"/>
                  </a:lnTo>
                  <a:lnTo>
                    <a:pt x="3169612" y="2071029"/>
                  </a:lnTo>
                  <a:lnTo>
                    <a:pt x="3188470" y="2057743"/>
                  </a:lnTo>
                  <a:lnTo>
                    <a:pt x="3190455" y="2056345"/>
                  </a:lnTo>
                  <a:lnTo>
                    <a:pt x="3192439" y="2054929"/>
                  </a:lnTo>
                  <a:lnTo>
                    <a:pt x="3211297" y="2041472"/>
                  </a:lnTo>
                  <a:lnTo>
                    <a:pt x="3213282" y="2040056"/>
                  </a:lnTo>
                  <a:lnTo>
                    <a:pt x="3215267" y="2038608"/>
                  </a:lnTo>
                  <a:lnTo>
                    <a:pt x="3234124" y="2024849"/>
                  </a:lnTo>
                  <a:lnTo>
                    <a:pt x="3236109" y="2023401"/>
                  </a:lnTo>
                  <a:lnTo>
                    <a:pt x="3238094" y="2021913"/>
                  </a:lnTo>
                  <a:lnTo>
                    <a:pt x="3256952" y="2007773"/>
                  </a:lnTo>
                  <a:lnTo>
                    <a:pt x="3258936" y="2006285"/>
                  </a:lnTo>
                  <a:lnTo>
                    <a:pt x="3260921" y="2004754"/>
                  </a:lnTo>
                  <a:lnTo>
                    <a:pt x="3279779" y="1990201"/>
                  </a:lnTo>
                  <a:lnTo>
                    <a:pt x="3281763" y="1988669"/>
                  </a:lnTo>
                  <a:lnTo>
                    <a:pt x="3283748" y="1987090"/>
                  </a:lnTo>
                  <a:lnTo>
                    <a:pt x="3302606" y="1972085"/>
                  </a:lnTo>
                  <a:lnTo>
                    <a:pt x="3304591" y="1970506"/>
                  </a:lnTo>
                  <a:lnTo>
                    <a:pt x="3306575" y="1968877"/>
                  </a:lnTo>
                  <a:lnTo>
                    <a:pt x="3325433" y="1953400"/>
                  </a:lnTo>
                  <a:lnTo>
                    <a:pt x="3327418" y="1951771"/>
                  </a:lnTo>
                  <a:lnTo>
                    <a:pt x="3329402" y="1950093"/>
                  </a:lnTo>
                  <a:lnTo>
                    <a:pt x="3348260" y="1934144"/>
                  </a:lnTo>
                  <a:lnTo>
                    <a:pt x="3350245" y="1932465"/>
                  </a:lnTo>
                  <a:lnTo>
                    <a:pt x="3352230" y="1930739"/>
                  </a:lnTo>
                  <a:lnTo>
                    <a:pt x="3371087" y="1914334"/>
                  </a:lnTo>
                  <a:lnTo>
                    <a:pt x="3373072" y="1912607"/>
                  </a:lnTo>
                  <a:lnTo>
                    <a:pt x="3375057" y="1910833"/>
                  </a:lnTo>
                  <a:lnTo>
                    <a:pt x="3393915" y="1893977"/>
                  </a:lnTo>
                  <a:lnTo>
                    <a:pt x="3395899" y="1892203"/>
                  </a:lnTo>
                  <a:lnTo>
                    <a:pt x="3397884" y="1890402"/>
                  </a:lnTo>
                  <a:lnTo>
                    <a:pt x="3416742" y="1873287"/>
                  </a:lnTo>
                  <a:lnTo>
                    <a:pt x="3418726" y="1871486"/>
                  </a:lnTo>
                  <a:lnTo>
                    <a:pt x="3420711" y="1869671"/>
                  </a:lnTo>
                  <a:lnTo>
                    <a:pt x="3439569" y="1852428"/>
                  </a:lnTo>
                  <a:lnTo>
                    <a:pt x="3441554" y="1850613"/>
                  </a:lnTo>
                  <a:lnTo>
                    <a:pt x="3443538" y="1848801"/>
                  </a:lnTo>
                  <a:lnTo>
                    <a:pt x="3462396" y="1831581"/>
                  </a:lnTo>
                  <a:lnTo>
                    <a:pt x="3464381" y="1829769"/>
                  </a:lnTo>
                  <a:lnTo>
                    <a:pt x="3466365" y="1827978"/>
                  </a:lnTo>
                  <a:lnTo>
                    <a:pt x="3485223" y="1810957"/>
                  </a:lnTo>
                  <a:lnTo>
                    <a:pt x="3487208" y="1809166"/>
                  </a:lnTo>
                  <a:lnTo>
                    <a:pt x="3489193" y="1807416"/>
                  </a:lnTo>
                  <a:lnTo>
                    <a:pt x="3508050" y="1790789"/>
                  </a:lnTo>
                  <a:lnTo>
                    <a:pt x="3510035" y="1789039"/>
                  </a:lnTo>
                  <a:lnTo>
                    <a:pt x="3512020" y="1787364"/>
                  </a:lnTo>
                  <a:lnTo>
                    <a:pt x="3530878" y="1771444"/>
                  </a:lnTo>
                  <a:lnTo>
                    <a:pt x="3532862" y="1769769"/>
                  </a:lnTo>
                  <a:lnTo>
                    <a:pt x="3534847" y="1768202"/>
                  </a:lnTo>
                  <a:lnTo>
                    <a:pt x="3553705" y="1753312"/>
                  </a:lnTo>
                  <a:lnTo>
                    <a:pt x="3555689" y="1751745"/>
                  </a:lnTo>
                  <a:lnTo>
                    <a:pt x="3557674" y="1750304"/>
                  </a:lnTo>
                  <a:lnTo>
                    <a:pt x="3576532" y="1736605"/>
                  </a:lnTo>
                  <a:lnTo>
                    <a:pt x="3578517" y="1735164"/>
                  </a:lnTo>
                  <a:lnTo>
                    <a:pt x="3580501" y="1733871"/>
                  </a:lnTo>
                  <a:lnTo>
                    <a:pt x="3599359" y="1721588"/>
                  </a:lnTo>
                  <a:lnTo>
                    <a:pt x="3601344" y="1720295"/>
                  </a:lnTo>
                  <a:lnTo>
                    <a:pt x="3603329" y="1719174"/>
                  </a:lnTo>
                  <a:lnTo>
                    <a:pt x="3622186" y="1708519"/>
                  </a:lnTo>
                  <a:lnTo>
                    <a:pt x="3624171" y="1707398"/>
                  </a:lnTo>
                  <a:lnTo>
                    <a:pt x="3626156" y="1706468"/>
                  </a:lnTo>
                  <a:lnTo>
                    <a:pt x="3645013" y="1697638"/>
                  </a:lnTo>
                  <a:lnTo>
                    <a:pt x="3646998" y="1696708"/>
                  </a:lnTo>
                  <a:lnTo>
                    <a:pt x="3648983" y="1695989"/>
                  </a:lnTo>
                  <a:lnTo>
                    <a:pt x="3667841" y="1689159"/>
                  </a:lnTo>
                  <a:lnTo>
                    <a:pt x="3669825" y="1688440"/>
                  </a:lnTo>
                  <a:lnTo>
                    <a:pt x="3671810" y="1687997"/>
                  </a:lnTo>
                  <a:lnTo>
                    <a:pt x="3690668" y="1683785"/>
                  </a:lnTo>
                  <a:lnTo>
                    <a:pt x="3692652" y="1683341"/>
                  </a:lnTo>
                  <a:lnTo>
                    <a:pt x="3694637" y="1683144"/>
                  </a:lnTo>
                  <a:lnTo>
                    <a:pt x="3713495" y="1681271"/>
                  </a:lnTo>
                  <a:lnTo>
                    <a:pt x="3715480" y="1681074"/>
                  </a:lnTo>
                  <a:lnTo>
                    <a:pt x="3717464" y="1681125"/>
                  </a:lnTo>
                  <a:lnTo>
                    <a:pt x="3730368" y="1681454"/>
                  </a:lnTo>
                  <a:lnTo>
                    <a:pt x="3732353" y="0"/>
                  </a:lnTo>
                  <a:lnTo>
                    <a:pt x="3734337" y="1681555"/>
                  </a:lnTo>
                  <a:lnTo>
                    <a:pt x="3732353" y="1681504"/>
                  </a:lnTo>
                  <a:lnTo>
                    <a:pt x="3730368" y="3363009"/>
                  </a:lnTo>
                  <a:lnTo>
                    <a:pt x="3717464" y="3363009"/>
                  </a:lnTo>
                  <a:lnTo>
                    <a:pt x="3715480" y="3363009"/>
                  </a:lnTo>
                  <a:lnTo>
                    <a:pt x="3713495" y="3363009"/>
                  </a:lnTo>
                  <a:lnTo>
                    <a:pt x="3694637" y="3363009"/>
                  </a:lnTo>
                  <a:lnTo>
                    <a:pt x="3692652" y="3363009"/>
                  </a:lnTo>
                  <a:lnTo>
                    <a:pt x="3690668" y="3363009"/>
                  </a:lnTo>
                  <a:lnTo>
                    <a:pt x="3671810" y="3363009"/>
                  </a:lnTo>
                  <a:lnTo>
                    <a:pt x="3669825" y="3363009"/>
                  </a:lnTo>
                  <a:lnTo>
                    <a:pt x="3667841" y="3363009"/>
                  </a:lnTo>
                  <a:lnTo>
                    <a:pt x="3648983" y="3363009"/>
                  </a:lnTo>
                  <a:lnTo>
                    <a:pt x="3646998" y="3363009"/>
                  </a:lnTo>
                  <a:lnTo>
                    <a:pt x="3645013" y="3363009"/>
                  </a:lnTo>
                  <a:lnTo>
                    <a:pt x="3626156" y="3363009"/>
                  </a:lnTo>
                  <a:lnTo>
                    <a:pt x="3624171" y="3363009"/>
                  </a:lnTo>
                  <a:lnTo>
                    <a:pt x="3622186" y="3363009"/>
                  </a:lnTo>
                  <a:lnTo>
                    <a:pt x="3603329" y="3363009"/>
                  </a:lnTo>
                  <a:lnTo>
                    <a:pt x="3601344" y="3363009"/>
                  </a:lnTo>
                  <a:lnTo>
                    <a:pt x="3599359" y="3363009"/>
                  </a:lnTo>
                  <a:lnTo>
                    <a:pt x="3580501" y="3363009"/>
                  </a:lnTo>
                  <a:lnTo>
                    <a:pt x="3578517" y="3363009"/>
                  </a:lnTo>
                  <a:lnTo>
                    <a:pt x="3576532" y="3363009"/>
                  </a:lnTo>
                  <a:lnTo>
                    <a:pt x="3557674" y="3363009"/>
                  </a:lnTo>
                  <a:lnTo>
                    <a:pt x="3555689" y="3363009"/>
                  </a:lnTo>
                  <a:lnTo>
                    <a:pt x="3553705" y="3363009"/>
                  </a:lnTo>
                  <a:lnTo>
                    <a:pt x="3534847" y="3363009"/>
                  </a:lnTo>
                  <a:lnTo>
                    <a:pt x="3532862" y="3363009"/>
                  </a:lnTo>
                  <a:lnTo>
                    <a:pt x="3530878" y="3363009"/>
                  </a:lnTo>
                  <a:lnTo>
                    <a:pt x="3512020" y="3363009"/>
                  </a:lnTo>
                  <a:lnTo>
                    <a:pt x="3510035" y="3363009"/>
                  </a:lnTo>
                  <a:lnTo>
                    <a:pt x="3508050" y="3363009"/>
                  </a:lnTo>
                  <a:lnTo>
                    <a:pt x="3489193" y="3363009"/>
                  </a:lnTo>
                  <a:lnTo>
                    <a:pt x="3487208" y="3363009"/>
                  </a:lnTo>
                  <a:lnTo>
                    <a:pt x="3485223" y="3363009"/>
                  </a:lnTo>
                  <a:lnTo>
                    <a:pt x="3466365" y="3363009"/>
                  </a:lnTo>
                  <a:lnTo>
                    <a:pt x="3464381" y="3363009"/>
                  </a:lnTo>
                  <a:lnTo>
                    <a:pt x="3462396" y="3363009"/>
                  </a:lnTo>
                  <a:lnTo>
                    <a:pt x="3443538" y="3363009"/>
                  </a:lnTo>
                  <a:lnTo>
                    <a:pt x="3441554" y="3363009"/>
                  </a:lnTo>
                  <a:lnTo>
                    <a:pt x="3439569" y="3363009"/>
                  </a:lnTo>
                  <a:lnTo>
                    <a:pt x="3420711" y="3363009"/>
                  </a:lnTo>
                  <a:lnTo>
                    <a:pt x="3418726" y="3363009"/>
                  </a:lnTo>
                  <a:lnTo>
                    <a:pt x="3416742" y="3363009"/>
                  </a:lnTo>
                  <a:lnTo>
                    <a:pt x="3397884" y="3363009"/>
                  </a:lnTo>
                  <a:lnTo>
                    <a:pt x="3395899" y="3363009"/>
                  </a:lnTo>
                  <a:lnTo>
                    <a:pt x="3393915" y="3363009"/>
                  </a:lnTo>
                  <a:lnTo>
                    <a:pt x="3375057" y="3363009"/>
                  </a:lnTo>
                  <a:lnTo>
                    <a:pt x="3373072" y="3363009"/>
                  </a:lnTo>
                  <a:lnTo>
                    <a:pt x="3371087" y="3363009"/>
                  </a:lnTo>
                  <a:lnTo>
                    <a:pt x="3352230" y="3363009"/>
                  </a:lnTo>
                  <a:lnTo>
                    <a:pt x="3350245" y="3363009"/>
                  </a:lnTo>
                  <a:lnTo>
                    <a:pt x="3348260" y="3363009"/>
                  </a:lnTo>
                  <a:lnTo>
                    <a:pt x="3329402" y="3363009"/>
                  </a:lnTo>
                  <a:lnTo>
                    <a:pt x="3327418" y="3363009"/>
                  </a:lnTo>
                  <a:lnTo>
                    <a:pt x="3325433" y="3363009"/>
                  </a:lnTo>
                  <a:lnTo>
                    <a:pt x="3306575" y="3363009"/>
                  </a:lnTo>
                  <a:lnTo>
                    <a:pt x="3304591" y="3363009"/>
                  </a:lnTo>
                  <a:lnTo>
                    <a:pt x="3302606" y="3363009"/>
                  </a:lnTo>
                  <a:lnTo>
                    <a:pt x="3283748" y="3363009"/>
                  </a:lnTo>
                  <a:lnTo>
                    <a:pt x="3281763" y="3363009"/>
                  </a:lnTo>
                  <a:lnTo>
                    <a:pt x="3279779" y="3363009"/>
                  </a:lnTo>
                  <a:lnTo>
                    <a:pt x="3260921" y="3363009"/>
                  </a:lnTo>
                  <a:lnTo>
                    <a:pt x="3258936" y="3363009"/>
                  </a:lnTo>
                  <a:lnTo>
                    <a:pt x="3256952" y="3363009"/>
                  </a:lnTo>
                  <a:lnTo>
                    <a:pt x="3238094" y="3363009"/>
                  </a:lnTo>
                  <a:lnTo>
                    <a:pt x="3236109" y="3363009"/>
                  </a:lnTo>
                  <a:lnTo>
                    <a:pt x="3234124" y="3363009"/>
                  </a:lnTo>
                  <a:lnTo>
                    <a:pt x="3215267" y="3363009"/>
                  </a:lnTo>
                  <a:lnTo>
                    <a:pt x="3213282" y="3363009"/>
                  </a:lnTo>
                  <a:lnTo>
                    <a:pt x="3211297" y="3363009"/>
                  </a:lnTo>
                  <a:lnTo>
                    <a:pt x="3192439" y="3363009"/>
                  </a:lnTo>
                  <a:lnTo>
                    <a:pt x="3190455" y="3363009"/>
                  </a:lnTo>
                  <a:lnTo>
                    <a:pt x="3188470" y="3363009"/>
                  </a:lnTo>
                  <a:lnTo>
                    <a:pt x="3169612" y="3363009"/>
                  </a:lnTo>
                  <a:lnTo>
                    <a:pt x="3167628" y="3363009"/>
                  </a:lnTo>
                  <a:lnTo>
                    <a:pt x="3165643" y="3363009"/>
                  </a:lnTo>
                  <a:lnTo>
                    <a:pt x="3146785" y="3363009"/>
                  </a:lnTo>
                  <a:lnTo>
                    <a:pt x="3144800" y="3363009"/>
                  </a:lnTo>
                  <a:lnTo>
                    <a:pt x="3142816" y="3363009"/>
                  </a:lnTo>
                  <a:lnTo>
                    <a:pt x="3123958" y="3363009"/>
                  </a:lnTo>
                  <a:lnTo>
                    <a:pt x="3121973" y="3363009"/>
                  </a:lnTo>
                  <a:lnTo>
                    <a:pt x="3119989" y="3363009"/>
                  </a:lnTo>
                  <a:lnTo>
                    <a:pt x="3101131" y="3363009"/>
                  </a:lnTo>
                  <a:lnTo>
                    <a:pt x="3099146" y="3363009"/>
                  </a:lnTo>
                  <a:lnTo>
                    <a:pt x="3097161" y="3363009"/>
                  </a:lnTo>
                  <a:lnTo>
                    <a:pt x="3078304" y="3363009"/>
                  </a:lnTo>
                  <a:lnTo>
                    <a:pt x="3076319" y="3363009"/>
                  </a:lnTo>
                  <a:lnTo>
                    <a:pt x="3074334" y="3363009"/>
                  </a:lnTo>
                  <a:lnTo>
                    <a:pt x="3055476" y="3363009"/>
                  </a:lnTo>
                  <a:lnTo>
                    <a:pt x="3053492" y="3363009"/>
                  </a:lnTo>
                  <a:lnTo>
                    <a:pt x="3051507" y="3363009"/>
                  </a:lnTo>
                  <a:lnTo>
                    <a:pt x="3032649" y="3363009"/>
                  </a:lnTo>
                  <a:lnTo>
                    <a:pt x="3030665" y="3363009"/>
                  </a:lnTo>
                  <a:lnTo>
                    <a:pt x="3028680" y="3363009"/>
                  </a:lnTo>
                  <a:lnTo>
                    <a:pt x="3009822" y="3363009"/>
                  </a:lnTo>
                  <a:lnTo>
                    <a:pt x="3007837" y="3363009"/>
                  </a:lnTo>
                  <a:lnTo>
                    <a:pt x="3005853" y="3363009"/>
                  </a:lnTo>
                  <a:lnTo>
                    <a:pt x="2986995" y="3363009"/>
                  </a:lnTo>
                  <a:lnTo>
                    <a:pt x="2985010" y="3363009"/>
                  </a:lnTo>
                  <a:lnTo>
                    <a:pt x="2983025" y="3363009"/>
                  </a:lnTo>
                  <a:lnTo>
                    <a:pt x="2964168" y="3363009"/>
                  </a:lnTo>
                  <a:lnTo>
                    <a:pt x="2962183" y="3363009"/>
                  </a:lnTo>
                  <a:lnTo>
                    <a:pt x="2960198" y="3363009"/>
                  </a:lnTo>
                  <a:lnTo>
                    <a:pt x="2941341" y="3363009"/>
                  </a:lnTo>
                  <a:lnTo>
                    <a:pt x="2939356" y="3363009"/>
                  </a:lnTo>
                  <a:lnTo>
                    <a:pt x="2937371" y="3363009"/>
                  </a:lnTo>
                  <a:lnTo>
                    <a:pt x="2918513" y="3363009"/>
                  </a:lnTo>
                  <a:lnTo>
                    <a:pt x="2916529" y="3363009"/>
                  </a:lnTo>
                  <a:lnTo>
                    <a:pt x="2914544" y="3363009"/>
                  </a:lnTo>
                  <a:lnTo>
                    <a:pt x="2895686" y="3363009"/>
                  </a:lnTo>
                  <a:lnTo>
                    <a:pt x="2893702" y="3363009"/>
                  </a:lnTo>
                  <a:lnTo>
                    <a:pt x="2891717" y="3363009"/>
                  </a:lnTo>
                  <a:lnTo>
                    <a:pt x="2872859" y="3363009"/>
                  </a:lnTo>
                  <a:lnTo>
                    <a:pt x="2870874" y="3363009"/>
                  </a:lnTo>
                  <a:lnTo>
                    <a:pt x="2868890" y="3363009"/>
                  </a:lnTo>
                  <a:lnTo>
                    <a:pt x="2850032" y="3363009"/>
                  </a:lnTo>
                  <a:lnTo>
                    <a:pt x="2848047" y="3363009"/>
                  </a:lnTo>
                  <a:lnTo>
                    <a:pt x="2846062" y="3363009"/>
                  </a:lnTo>
                  <a:lnTo>
                    <a:pt x="2827205" y="3363009"/>
                  </a:lnTo>
                  <a:lnTo>
                    <a:pt x="2825220" y="3363009"/>
                  </a:lnTo>
                  <a:lnTo>
                    <a:pt x="2823235" y="3363009"/>
                  </a:lnTo>
                  <a:lnTo>
                    <a:pt x="2804378" y="3363009"/>
                  </a:lnTo>
                  <a:lnTo>
                    <a:pt x="2802393" y="3363009"/>
                  </a:lnTo>
                  <a:lnTo>
                    <a:pt x="2800408" y="3363009"/>
                  </a:lnTo>
                  <a:lnTo>
                    <a:pt x="2781550" y="3363009"/>
                  </a:lnTo>
                  <a:lnTo>
                    <a:pt x="2779566" y="3363009"/>
                  </a:lnTo>
                  <a:lnTo>
                    <a:pt x="2777581" y="3363009"/>
                  </a:lnTo>
                  <a:lnTo>
                    <a:pt x="2758723" y="3363009"/>
                  </a:lnTo>
                  <a:lnTo>
                    <a:pt x="2756738" y="3363009"/>
                  </a:lnTo>
                  <a:lnTo>
                    <a:pt x="2754754" y="3363009"/>
                  </a:lnTo>
                  <a:lnTo>
                    <a:pt x="2735896" y="3363009"/>
                  </a:lnTo>
                  <a:lnTo>
                    <a:pt x="2733911" y="3363009"/>
                  </a:lnTo>
                  <a:lnTo>
                    <a:pt x="2731927" y="3363009"/>
                  </a:lnTo>
                  <a:lnTo>
                    <a:pt x="2713069" y="3363009"/>
                  </a:lnTo>
                  <a:lnTo>
                    <a:pt x="2711084" y="3363009"/>
                  </a:lnTo>
                  <a:lnTo>
                    <a:pt x="2709099" y="3363009"/>
                  </a:lnTo>
                  <a:lnTo>
                    <a:pt x="2690242" y="3363009"/>
                  </a:lnTo>
                  <a:lnTo>
                    <a:pt x="2688257" y="3363009"/>
                  </a:lnTo>
                  <a:lnTo>
                    <a:pt x="2686272" y="3363009"/>
                  </a:lnTo>
                  <a:lnTo>
                    <a:pt x="2667414" y="3363009"/>
                  </a:lnTo>
                  <a:lnTo>
                    <a:pt x="2665430" y="3363009"/>
                  </a:lnTo>
                  <a:lnTo>
                    <a:pt x="2663445" y="3363009"/>
                  </a:lnTo>
                  <a:lnTo>
                    <a:pt x="2644587" y="3363009"/>
                  </a:lnTo>
                  <a:lnTo>
                    <a:pt x="2642603" y="3363009"/>
                  </a:lnTo>
                  <a:lnTo>
                    <a:pt x="2640618" y="3363009"/>
                  </a:lnTo>
                  <a:lnTo>
                    <a:pt x="2621760" y="3363009"/>
                  </a:lnTo>
                  <a:lnTo>
                    <a:pt x="2619775" y="3363009"/>
                  </a:lnTo>
                  <a:lnTo>
                    <a:pt x="2617791" y="3363009"/>
                  </a:lnTo>
                  <a:lnTo>
                    <a:pt x="2598933" y="3363009"/>
                  </a:lnTo>
                  <a:lnTo>
                    <a:pt x="2596948" y="3363009"/>
                  </a:lnTo>
                  <a:lnTo>
                    <a:pt x="2594964" y="3363009"/>
                  </a:lnTo>
                  <a:lnTo>
                    <a:pt x="2576106" y="3363009"/>
                  </a:lnTo>
                  <a:lnTo>
                    <a:pt x="2574121" y="3363009"/>
                  </a:lnTo>
                  <a:lnTo>
                    <a:pt x="2572136" y="3363009"/>
                  </a:lnTo>
                  <a:lnTo>
                    <a:pt x="2553279" y="3363009"/>
                  </a:lnTo>
                  <a:lnTo>
                    <a:pt x="2551294" y="3363009"/>
                  </a:lnTo>
                  <a:lnTo>
                    <a:pt x="2549309" y="3363009"/>
                  </a:lnTo>
                  <a:lnTo>
                    <a:pt x="2530451" y="3363009"/>
                  </a:lnTo>
                  <a:lnTo>
                    <a:pt x="2528467" y="3363009"/>
                  </a:lnTo>
                  <a:lnTo>
                    <a:pt x="2526482" y="3363009"/>
                  </a:lnTo>
                  <a:lnTo>
                    <a:pt x="2507624" y="3363009"/>
                  </a:lnTo>
                  <a:lnTo>
                    <a:pt x="2505640" y="3363009"/>
                  </a:lnTo>
                  <a:lnTo>
                    <a:pt x="2503655" y="3363009"/>
                  </a:lnTo>
                  <a:lnTo>
                    <a:pt x="2484797" y="3363009"/>
                  </a:lnTo>
                  <a:lnTo>
                    <a:pt x="2482812" y="3363009"/>
                  </a:lnTo>
                  <a:lnTo>
                    <a:pt x="2480828" y="3363009"/>
                  </a:lnTo>
                  <a:lnTo>
                    <a:pt x="2461970" y="3363009"/>
                  </a:lnTo>
                  <a:lnTo>
                    <a:pt x="2459985" y="3363009"/>
                  </a:lnTo>
                  <a:lnTo>
                    <a:pt x="2458001" y="3363009"/>
                  </a:lnTo>
                  <a:lnTo>
                    <a:pt x="2439143" y="3363009"/>
                  </a:lnTo>
                  <a:lnTo>
                    <a:pt x="2437158" y="3363009"/>
                  </a:lnTo>
                  <a:lnTo>
                    <a:pt x="2435173" y="3363009"/>
                  </a:lnTo>
                  <a:lnTo>
                    <a:pt x="2416316" y="3363009"/>
                  </a:lnTo>
                  <a:lnTo>
                    <a:pt x="2414331" y="3363009"/>
                  </a:lnTo>
                  <a:lnTo>
                    <a:pt x="2412346" y="3363009"/>
                  </a:lnTo>
                  <a:lnTo>
                    <a:pt x="2393488" y="3363009"/>
                  </a:lnTo>
                  <a:lnTo>
                    <a:pt x="2391504" y="3363009"/>
                  </a:lnTo>
                  <a:lnTo>
                    <a:pt x="2389519" y="3363009"/>
                  </a:lnTo>
                  <a:lnTo>
                    <a:pt x="2370661" y="3363009"/>
                  </a:lnTo>
                  <a:lnTo>
                    <a:pt x="2368677" y="3363009"/>
                  </a:lnTo>
                  <a:lnTo>
                    <a:pt x="2366692" y="3363009"/>
                  </a:lnTo>
                  <a:lnTo>
                    <a:pt x="2347834" y="3363009"/>
                  </a:lnTo>
                  <a:lnTo>
                    <a:pt x="2345849" y="3363009"/>
                  </a:lnTo>
                  <a:lnTo>
                    <a:pt x="2343865" y="3363009"/>
                  </a:lnTo>
                  <a:lnTo>
                    <a:pt x="2325007" y="3363009"/>
                  </a:lnTo>
                  <a:lnTo>
                    <a:pt x="2323022" y="3363009"/>
                  </a:lnTo>
                  <a:lnTo>
                    <a:pt x="2321038" y="3363009"/>
                  </a:lnTo>
                  <a:lnTo>
                    <a:pt x="2302180" y="3363009"/>
                  </a:lnTo>
                  <a:lnTo>
                    <a:pt x="2300195" y="3363009"/>
                  </a:lnTo>
                  <a:lnTo>
                    <a:pt x="2298210" y="3363009"/>
                  </a:lnTo>
                  <a:lnTo>
                    <a:pt x="2279353" y="3363009"/>
                  </a:lnTo>
                  <a:lnTo>
                    <a:pt x="2277368" y="3363009"/>
                  </a:lnTo>
                  <a:lnTo>
                    <a:pt x="2275383" y="3363009"/>
                  </a:lnTo>
                  <a:lnTo>
                    <a:pt x="2256525" y="3363009"/>
                  </a:lnTo>
                  <a:lnTo>
                    <a:pt x="2254541" y="3363009"/>
                  </a:lnTo>
                  <a:lnTo>
                    <a:pt x="2252556" y="3363009"/>
                  </a:lnTo>
                  <a:lnTo>
                    <a:pt x="2233698" y="3363009"/>
                  </a:lnTo>
                  <a:lnTo>
                    <a:pt x="2231714" y="3363009"/>
                  </a:lnTo>
                  <a:lnTo>
                    <a:pt x="2229729" y="3363009"/>
                  </a:lnTo>
                  <a:lnTo>
                    <a:pt x="2210871" y="3363009"/>
                  </a:lnTo>
                  <a:lnTo>
                    <a:pt x="2208886" y="3363009"/>
                  </a:lnTo>
                  <a:lnTo>
                    <a:pt x="2206902" y="3363009"/>
                  </a:lnTo>
                  <a:lnTo>
                    <a:pt x="2188044" y="3363009"/>
                  </a:lnTo>
                  <a:lnTo>
                    <a:pt x="2186059" y="3363009"/>
                  </a:lnTo>
                  <a:lnTo>
                    <a:pt x="2184075" y="3363009"/>
                  </a:lnTo>
                  <a:lnTo>
                    <a:pt x="2165217" y="3363009"/>
                  </a:lnTo>
                  <a:lnTo>
                    <a:pt x="2163232" y="3363009"/>
                  </a:lnTo>
                  <a:lnTo>
                    <a:pt x="2161247" y="3363009"/>
                  </a:lnTo>
                  <a:lnTo>
                    <a:pt x="2142390" y="3363009"/>
                  </a:lnTo>
                  <a:lnTo>
                    <a:pt x="2140405" y="3363009"/>
                  </a:lnTo>
                  <a:lnTo>
                    <a:pt x="2138420" y="3363009"/>
                  </a:lnTo>
                  <a:lnTo>
                    <a:pt x="2119562" y="3363009"/>
                  </a:lnTo>
                  <a:lnTo>
                    <a:pt x="2117578" y="3363009"/>
                  </a:lnTo>
                  <a:lnTo>
                    <a:pt x="2115593" y="3363009"/>
                  </a:lnTo>
                  <a:lnTo>
                    <a:pt x="2096735" y="3363009"/>
                  </a:lnTo>
                  <a:lnTo>
                    <a:pt x="2094751" y="3363009"/>
                  </a:lnTo>
                  <a:lnTo>
                    <a:pt x="2092766" y="3363009"/>
                  </a:lnTo>
                  <a:lnTo>
                    <a:pt x="2073908" y="3363009"/>
                  </a:lnTo>
                  <a:lnTo>
                    <a:pt x="2071923" y="3363009"/>
                  </a:lnTo>
                  <a:lnTo>
                    <a:pt x="2069939" y="3363009"/>
                  </a:lnTo>
                  <a:lnTo>
                    <a:pt x="2051081" y="3363009"/>
                  </a:lnTo>
                  <a:lnTo>
                    <a:pt x="2049096" y="3363009"/>
                  </a:lnTo>
                  <a:lnTo>
                    <a:pt x="2047111" y="3363009"/>
                  </a:lnTo>
                  <a:lnTo>
                    <a:pt x="2028254" y="3363009"/>
                  </a:lnTo>
                  <a:lnTo>
                    <a:pt x="2026269" y="3363009"/>
                  </a:lnTo>
                  <a:lnTo>
                    <a:pt x="2024284" y="3363009"/>
                  </a:lnTo>
                  <a:lnTo>
                    <a:pt x="2005427" y="3363009"/>
                  </a:lnTo>
                  <a:lnTo>
                    <a:pt x="2003442" y="3363009"/>
                  </a:lnTo>
                  <a:lnTo>
                    <a:pt x="2001457" y="3363009"/>
                  </a:lnTo>
                  <a:lnTo>
                    <a:pt x="1982599" y="3363009"/>
                  </a:lnTo>
                  <a:lnTo>
                    <a:pt x="1980615" y="3363009"/>
                  </a:lnTo>
                  <a:lnTo>
                    <a:pt x="1978630" y="3363009"/>
                  </a:lnTo>
                  <a:lnTo>
                    <a:pt x="1959772" y="3363009"/>
                  </a:lnTo>
                  <a:lnTo>
                    <a:pt x="1957787" y="3363009"/>
                  </a:lnTo>
                  <a:lnTo>
                    <a:pt x="1955803" y="3363009"/>
                  </a:lnTo>
                  <a:lnTo>
                    <a:pt x="1936945" y="3363009"/>
                  </a:lnTo>
                  <a:lnTo>
                    <a:pt x="1934960" y="3363009"/>
                  </a:lnTo>
                  <a:lnTo>
                    <a:pt x="1932976" y="3363009"/>
                  </a:lnTo>
                  <a:lnTo>
                    <a:pt x="1914118" y="3363009"/>
                  </a:lnTo>
                  <a:lnTo>
                    <a:pt x="1912133" y="3363009"/>
                  </a:lnTo>
                  <a:lnTo>
                    <a:pt x="1910148" y="3363009"/>
                  </a:lnTo>
                  <a:lnTo>
                    <a:pt x="1891291" y="3363009"/>
                  </a:lnTo>
                  <a:lnTo>
                    <a:pt x="1889306" y="3363009"/>
                  </a:lnTo>
                  <a:lnTo>
                    <a:pt x="1887321" y="3363009"/>
                  </a:lnTo>
                  <a:lnTo>
                    <a:pt x="1868463" y="3363009"/>
                  </a:lnTo>
                  <a:lnTo>
                    <a:pt x="1866479" y="3363009"/>
                  </a:lnTo>
                  <a:lnTo>
                    <a:pt x="1864494" y="3363009"/>
                  </a:lnTo>
                  <a:lnTo>
                    <a:pt x="1845636" y="3363009"/>
                  </a:lnTo>
                  <a:lnTo>
                    <a:pt x="1843652" y="3363009"/>
                  </a:lnTo>
                  <a:lnTo>
                    <a:pt x="1841667" y="3363009"/>
                  </a:lnTo>
                  <a:lnTo>
                    <a:pt x="1822809" y="3363009"/>
                  </a:lnTo>
                  <a:lnTo>
                    <a:pt x="1820824" y="3363009"/>
                  </a:lnTo>
                  <a:lnTo>
                    <a:pt x="1818840" y="3363009"/>
                  </a:lnTo>
                  <a:lnTo>
                    <a:pt x="1799982" y="3363009"/>
                  </a:lnTo>
                  <a:lnTo>
                    <a:pt x="1797997" y="3363009"/>
                  </a:lnTo>
                  <a:lnTo>
                    <a:pt x="1796013" y="3363009"/>
                  </a:lnTo>
                  <a:lnTo>
                    <a:pt x="1777155" y="3363009"/>
                  </a:lnTo>
                  <a:lnTo>
                    <a:pt x="1775170" y="3363009"/>
                  </a:lnTo>
                  <a:lnTo>
                    <a:pt x="1773185" y="3363009"/>
                  </a:lnTo>
                  <a:lnTo>
                    <a:pt x="1754328" y="3363009"/>
                  </a:lnTo>
                  <a:lnTo>
                    <a:pt x="1752343" y="3363009"/>
                  </a:lnTo>
                  <a:lnTo>
                    <a:pt x="1750358" y="3363009"/>
                  </a:lnTo>
                  <a:lnTo>
                    <a:pt x="1731500" y="3363009"/>
                  </a:lnTo>
                  <a:lnTo>
                    <a:pt x="1729516" y="3363009"/>
                  </a:lnTo>
                  <a:lnTo>
                    <a:pt x="1727531" y="3363009"/>
                  </a:lnTo>
                  <a:lnTo>
                    <a:pt x="1708673" y="3363009"/>
                  </a:lnTo>
                  <a:lnTo>
                    <a:pt x="1706689" y="3363009"/>
                  </a:lnTo>
                  <a:lnTo>
                    <a:pt x="1704704" y="3363009"/>
                  </a:lnTo>
                  <a:lnTo>
                    <a:pt x="1685846" y="3363009"/>
                  </a:lnTo>
                  <a:lnTo>
                    <a:pt x="1683861" y="3363009"/>
                  </a:lnTo>
                  <a:lnTo>
                    <a:pt x="1681877" y="3363009"/>
                  </a:lnTo>
                  <a:lnTo>
                    <a:pt x="1663019" y="3363009"/>
                  </a:lnTo>
                  <a:lnTo>
                    <a:pt x="1661034" y="3363009"/>
                  </a:lnTo>
                  <a:lnTo>
                    <a:pt x="1659050" y="3363009"/>
                  </a:lnTo>
                  <a:lnTo>
                    <a:pt x="1640192" y="3363009"/>
                  </a:lnTo>
                  <a:lnTo>
                    <a:pt x="1638207" y="3363009"/>
                  </a:lnTo>
                  <a:lnTo>
                    <a:pt x="1636222" y="3363009"/>
                  </a:lnTo>
                  <a:lnTo>
                    <a:pt x="1617365" y="3363009"/>
                  </a:lnTo>
                  <a:lnTo>
                    <a:pt x="1615380" y="3363009"/>
                  </a:lnTo>
                  <a:lnTo>
                    <a:pt x="1613395" y="3363009"/>
                  </a:lnTo>
                  <a:lnTo>
                    <a:pt x="1594537" y="3363009"/>
                  </a:lnTo>
                  <a:lnTo>
                    <a:pt x="1592553" y="3363009"/>
                  </a:lnTo>
                  <a:lnTo>
                    <a:pt x="1590568" y="3363009"/>
                  </a:lnTo>
                  <a:lnTo>
                    <a:pt x="1571710" y="3363009"/>
                  </a:lnTo>
                  <a:lnTo>
                    <a:pt x="1569726" y="3363009"/>
                  </a:lnTo>
                  <a:lnTo>
                    <a:pt x="1567741" y="3363009"/>
                  </a:lnTo>
                  <a:lnTo>
                    <a:pt x="1548883" y="3363009"/>
                  </a:lnTo>
                  <a:lnTo>
                    <a:pt x="1546898" y="3363009"/>
                  </a:lnTo>
                  <a:lnTo>
                    <a:pt x="1544914" y="3363009"/>
                  </a:lnTo>
                  <a:lnTo>
                    <a:pt x="1526056" y="3363009"/>
                  </a:lnTo>
                  <a:lnTo>
                    <a:pt x="1524071" y="3363009"/>
                  </a:lnTo>
                  <a:lnTo>
                    <a:pt x="1522087" y="3363009"/>
                  </a:lnTo>
                  <a:lnTo>
                    <a:pt x="1503229" y="3363009"/>
                  </a:lnTo>
                  <a:lnTo>
                    <a:pt x="1501244" y="3363009"/>
                  </a:lnTo>
                  <a:lnTo>
                    <a:pt x="1499259" y="3363009"/>
                  </a:lnTo>
                  <a:lnTo>
                    <a:pt x="1480402" y="3363009"/>
                  </a:lnTo>
                  <a:lnTo>
                    <a:pt x="1478417" y="3363009"/>
                  </a:lnTo>
                  <a:lnTo>
                    <a:pt x="1476432" y="3363009"/>
                  </a:lnTo>
                  <a:lnTo>
                    <a:pt x="1457574" y="3363009"/>
                  </a:lnTo>
                  <a:lnTo>
                    <a:pt x="1455590" y="3363009"/>
                  </a:lnTo>
                  <a:lnTo>
                    <a:pt x="1453605" y="3363009"/>
                  </a:lnTo>
                  <a:lnTo>
                    <a:pt x="1434747" y="3363009"/>
                  </a:lnTo>
                  <a:lnTo>
                    <a:pt x="1432763" y="3363009"/>
                  </a:lnTo>
                  <a:lnTo>
                    <a:pt x="1430778" y="3363009"/>
                  </a:lnTo>
                  <a:lnTo>
                    <a:pt x="1411920" y="3363009"/>
                  </a:lnTo>
                  <a:lnTo>
                    <a:pt x="1409935" y="3363009"/>
                  </a:lnTo>
                  <a:lnTo>
                    <a:pt x="1407951" y="3363009"/>
                  </a:lnTo>
                  <a:lnTo>
                    <a:pt x="1389093" y="3363009"/>
                  </a:lnTo>
                  <a:lnTo>
                    <a:pt x="1387108" y="3363009"/>
                  </a:lnTo>
                  <a:lnTo>
                    <a:pt x="1385124" y="3363009"/>
                  </a:lnTo>
                  <a:lnTo>
                    <a:pt x="1366266" y="3363009"/>
                  </a:lnTo>
                  <a:lnTo>
                    <a:pt x="1364281" y="3363009"/>
                  </a:lnTo>
                  <a:lnTo>
                    <a:pt x="1362296" y="3363009"/>
                  </a:lnTo>
                  <a:lnTo>
                    <a:pt x="1343439" y="3363009"/>
                  </a:lnTo>
                  <a:lnTo>
                    <a:pt x="1341454" y="3363009"/>
                  </a:lnTo>
                  <a:lnTo>
                    <a:pt x="1339469" y="3363009"/>
                  </a:lnTo>
                  <a:lnTo>
                    <a:pt x="1320611" y="3363009"/>
                  </a:lnTo>
                  <a:lnTo>
                    <a:pt x="1318627" y="3363009"/>
                  </a:lnTo>
                  <a:lnTo>
                    <a:pt x="1316642" y="3363009"/>
                  </a:lnTo>
                  <a:lnTo>
                    <a:pt x="1297784" y="3363009"/>
                  </a:lnTo>
                  <a:lnTo>
                    <a:pt x="1295800" y="3363009"/>
                  </a:lnTo>
                  <a:lnTo>
                    <a:pt x="1293815" y="3363009"/>
                  </a:lnTo>
                  <a:lnTo>
                    <a:pt x="1274957" y="3363009"/>
                  </a:lnTo>
                  <a:lnTo>
                    <a:pt x="1272972" y="3363009"/>
                  </a:lnTo>
                  <a:lnTo>
                    <a:pt x="1270988" y="3363009"/>
                  </a:lnTo>
                  <a:lnTo>
                    <a:pt x="1252130" y="3363009"/>
                  </a:lnTo>
                  <a:lnTo>
                    <a:pt x="1250145" y="3363009"/>
                  </a:lnTo>
                  <a:lnTo>
                    <a:pt x="1248160" y="3363009"/>
                  </a:lnTo>
                  <a:lnTo>
                    <a:pt x="1229303" y="3363009"/>
                  </a:lnTo>
                  <a:lnTo>
                    <a:pt x="1227318" y="3363009"/>
                  </a:lnTo>
                  <a:lnTo>
                    <a:pt x="1225333" y="3363009"/>
                  </a:lnTo>
                  <a:lnTo>
                    <a:pt x="1206476" y="3363009"/>
                  </a:lnTo>
                  <a:lnTo>
                    <a:pt x="1204491" y="3363009"/>
                  </a:lnTo>
                  <a:lnTo>
                    <a:pt x="1202506" y="3363009"/>
                  </a:lnTo>
                  <a:lnTo>
                    <a:pt x="1183648" y="3363009"/>
                  </a:lnTo>
                  <a:lnTo>
                    <a:pt x="1181664" y="3363009"/>
                  </a:lnTo>
                  <a:lnTo>
                    <a:pt x="1179679" y="3363009"/>
                  </a:lnTo>
                  <a:lnTo>
                    <a:pt x="1160821" y="3363009"/>
                  </a:lnTo>
                  <a:lnTo>
                    <a:pt x="1158836" y="3363009"/>
                  </a:lnTo>
                  <a:lnTo>
                    <a:pt x="1156852" y="3363009"/>
                  </a:lnTo>
                  <a:lnTo>
                    <a:pt x="1137994" y="3363009"/>
                  </a:lnTo>
                  <a:lnTo>
                    <a:pt x="1136009" y="3363009"/>
                  </a:lnTo>
                  <a:lnTo>
                    <a:pt x="1134025" y="3363009"/>
                  </a:lnTo>
                  <a:lnTo>
                    <a:pt x="1115167" y="3363009"/>
                  </a:lnTo>
                  <a:lnTo>
                    <a:pt x="1113182" y="3363009"/>
                  </a:lnTo>
                  <a:lnTo>
                    <a:pt x="1111197" y="3363009"/>
                  </a:lnTo>
                  <a:lnTo>
                    <a:pt x="1092340" y="3363009"/>
                  </a:lnTo>
                  <a:lnTo>
                    <a:pt x="1090355" y="3363009"/>
                  </a:lnTo>
                  <a:lnTo>
                    <a:pt x="1088370" y="3363009"/>
                  </a:lnTo>
                  <a:lnTo>
                    <a:pt x="1069513" y="3363009"/>
                  </a:lnTo>
                  <a:lnTo>
                    <a:pt x="1067528" y="3363009"/>
                  </a:lnTo>
                  <a:lnTo>
                    <a:pt x="1065543" y="3363009"/>
                  </a:lnTo>
                  <a:lnTo>
                    <a:pt x="1046685" y="3363009"/>
                  </a:lnTo>
                  <a:lnTo>
                    <a:pt x="1044701" y="3363009"/>
                  </a:lnTo>
                  <a:lnTo>
                    <a:pt x="1042716" y="3363009"/>
                  </a:lnTo>
                  <a:lnTo>
                    <a:pt x="1023858" y="3363009"/>
                  </a:lnTo>
                  <a:lnTo>
                    <a:pt x="1021873" y="3363009"/>
                  </a:lnTo>
                  <a:lnTo>
                    <a:pt x="1019889" y="3363009"/>
                  </a:lnTo>
                  <a:lnTo>
                    <a:pt x="1001031" y="3363009"/>
                  </a:lnTo>
                  <a:lnTo>
                    <a:pt x="999046" y="3363009"/>
                  </a:lnTo>
                  <a:lnTo>
                    <a:pt x="997062" y="3363009"/>
                  </a:lnTo>
                  <a:lnTo>
                    <a:pt x="978204" y="3363009"/>
                  </a:lnTo>
                  <a:lnTo>
                    <a:pt x="976219" y="3363009"/>
                  </a:lnTo>
                  <a:lnTo>
                    <a:pt x="974234" y="3363009"/>
                  </a:lnTo>
                  <a:lnTo>
                    <a:pt x="955377" y="3363009"/>
                  </a:lnTo>
                  <a:lnTo>
                    <a:pt x="953392" y="3363009"/>
                  </a:lnTo>
                  <a:lnTo>
                    <a:pt x="951407" y="3363009"/>
                  </a:lnTo>
                  <a:lnTo>
                    <a:pt x="932549" y="3363009"/>
                  </a:lnTo>
                  <a:lnTo>
                    <a:pt x="930565" y="3363009"/>
                  </a:lnTo>
                  <a:lnTo>
                    <a:pt x="928580" y="3363009"/>
                  </a:lnTo>
                  <a:lnTo>
                    <a:pt x="909722" y="3363009"/>
                  </a:lnTo>
                  <a:lnTo>
                    <a:pt x="907738" y="3363009"/>
                  </a:lnTo>
                  <a:lnTo>
                    <a:pt x="905753" y="3363009"/>
                  </a:lnTo>
                  <a:lnTo>
                    <a:pt x="886895" y="3363009"/>
                  </a:lnTo>
                  <a:lnTo>
                    <a:pt x="884910" y="3363009"/>
                  </a:lnTo>
                  <a:lnTo>
                    <a:pt x="882926" y="3363009"/>
                  </a:lnTo>
                  <a:lnTo>
                    <a:pt x="864068" y="3363009"/>
                  </a:lnTo>
                  <a:lnTo>
                    <a:pt x="862083" y="3363009"/>
                  </a:lnTo>
                  <a:lnTo>
                    <a:pt x="860099" y="3363009"/>
                  </a:lnTo>
                  <a:lnTo>
                    <a:pt x="841241" y="3363009"/>
                  </a:lnTo>
                  <a:lnTo>
                    <a:pt x="839256" y="3363009"/>
                  </a:lnTo>
                  <a:lnTo>
                    <a:pt x="837271" y="3363009"/>
                  </a:lnTo>
                  <a:lnTo>
                    <a:pt x="818414" y="3363009"/>
                  </a:lnTo>
                  <a:lnTo>
                    <a:pt x="816429" y="3363009"/>
                  </a:lnTo>
                  <a:lnTo>
                    <a:pt x="814444" y="3363009"/>
                  </a:lnTo>
                  <a:lnTo>
                    <a:pt x="795586" y="3363009"/>
                  </a:lnTo>
                  <a:lnTo>
                    <a:pt x="793602" y="3363009"/>
                  </a:lnTo>
                  <a:lnTo>
                    <a:pt x="791617" y="3363009"/>
                  </a:lnTo>
                  <a:lnTo>
                    <a:pt x="772759" y="3363009"/>
                  </a:lnTo>
                  <a:lnTo>
                    <a:pt x="770775" y="3363009"/>
                  </a:lnTo>
                  <a:lnTo>
                    <a:pt x="768790" y="3363009"/>
                  </a:lnTo>
                  <a:lnTo>
                    <a:pt x="749932" y="3363009"/>
                  </a:lnTo>
                  <a:lnTo>
                    <a:pt x="747947" y="3363009"/>
                  </a:lnTo>
                  <a:lnTo>
                    <a:pt x="745963" y="3363009"/>
                  </a:lnTo>
                  <a:lnTo>
                    <a:pt x="727105" y="3363009"/>
                  </a:lnTo>
                  <a:lnTo>
                    <a:pt x="725120" y="3363009"/>
                  </a:lnTo>
                  <a:lnTo>
                    <a:pt x="723136" y="3363009"/>
                  </a:lnTo>
                  <a:lnTo>
                    <a:pt x="704278" y="3363009"/>
                  </a:lnTo>
                  <a:lnTo>
                    <a:pt x="702293" y="3363009"/>
                  </a:lnTo>
                  <a:lnTo>
                    <a:pt x="700308" y="3363009"/>
                  </a:lnTo>
                  <a:lnTo>
                    <a:pt x="681451" y="3363009"/>
                  </a:lnTo>
                  <a:lnTo>
                    <a:pt x="679466" y="3363009"/>
                  </a:lnTo>
                  <a:lnTo>
                    <a:pt x="677481" y="3363009"/>
                  </a:lnTo>
                  <a:lnTo>
                    <a:pt x="658623" y="3363009"/>
                  </a:lnTo>
                  <a:lnTo>
                    <a:pt x="656639" y="3363009"/>
                  </a:lnTo>
                  <a:lnTo>
                    <a:pt x="654654" y="3363009"/>
                  </a:lnTo>
                  <a:lnTo>
                    <a:pt x="635796" y="3363009"/>
                  </a:lnTo>
                  <a:lnTo>
                    <a:pt x="633812" y="3363009"/>
                  </a:lnTo>
                  <a:lnTo>
                    <a:pt x="631827" y="3363009"/>
                  </a:lnTo>
                  <a:lnTo>
                    <a:pt x="612969" y="3363009"/>
                  </a:lnTo>
                  <a:lnTo>
                    <a:pt x="610984" y="3363009"/>
                  </a:lnTo>
                  <a:lnTo>
                    <a:pt x="609000" y="3363009"/>
                  </a:lnTo>
                  <a:lnTo>
                    <a:pt x="590142" y="3363009"/>
                  </a:lnTo>
                  <a:lnTo>
                    <a:pt x="588157" y="3363009"/>
                  </a:lnTo>
                  <a:lnTo>
                    <a:pt x="586173" y="3363009"/>
                  </a:lnTo>
                  <a:lnTo>
                    <a:pt x="567315" y="3363009"/>
                  </a:lnTo>
                  <a:lnTo>
                    <a:pt x="565330" y="3363009"/>
                  </a:lnTo>
                  <a:lnTo>
                    <a:pt x="563345" y="3363009"/>
                  </a:lnTo>
                  <a:lnTo>
                    <a:pt x="544488" y="3363009"/>
                  </a:lnTo>
                  <a:lnTo>
                    <a:pt x="542503" y="3363009"/>
                  </a:lnTo>
                  <a:lnTo>
                    <a:pt x="540518" y="3363009"/>
                  </a:lnTo>
                  <a:lnTo>
                    <a:pt x="521660" y="3363009"/>
                  </a:lnTo>
                  <a:lnTo>
                    <a:pt x="519676" y="3363009"/>
                  </a:lnTo>
                  <a:lnTo>
                    <a:pt x="517691" y="3363009"/>
                  </a:lnTo>
                  <a:lnTo>
                    <a:pt x="498833" y="3363009"/>
                  </a:lnTo>
                  <a:lnTo>
                    <a:pt x="496849" y="3363009"/>
                  </a:lnTo>
                  <a:lnTo>
                    <a:pt x="494864" y="3363009"/>
                  </a:lnTo>
                  <a:lnTo>
                    <a:pt x="476006" y="3363009"/>
                  </a:lnTo>
                  <a:lnTo>
                    <a:pt x="474021" y="3363009"/>
                  </a:lnTo>
                  <a:lnTo>
                    <a:pt x="472037" y="3363009"/>
                  </a:lnTo>
                  <a:lnTo>
                    <a:pt x="453179" y="3363009"/>
                  </a:lnTo>
                  <a:lnTo>
                    <a:pt x="451194" y="3363009"/>
                  </a:lnTo>
                  <a:lnTo>
                    <a:pt x="449209" y="3363009"/>
                  </a:lnTo>
                  <a:lnTo>
                    <a:pt x="430352" y="3363009"/>
                  </a:lnTo>
                  <a:lnTo>
                    <a:pt x="428367" y="3363009"/>
                  </a:lnTo>
                  <a:lnTo>
                    <a:pt x="426382" y="3363009"/>
                  </a:lnTo>
                  <a:lnTo>
                    <a:pt x="407525" y="3363009"/>
                  </a:lnTo>
                  <a:lnTo>
                    <a:pt x="405540" y="3363009"/>
                  </a:lnTo>
                  <a:lnTo>
                    <a:pt x="403555" y="3363009"/>
                  </a:lnTo>
                  <a:lnTo>
                    <a:pt x="384697" y="3363009"/>
                  </a:lnTo>
                  <a:lnTo>
                    <a:pt x="382713" y="3363009"/>
                  </a:lnTo>
                  <a:lnTo>
                    <a:pt x="380728" y="3363009"/>
                  </a:lnTo>
                  <a:lnTo>
                    <a:pt x="361870" y="3363009"/>
                  </a:lnTo>
                  <a:lnTo>
                    <a:pt x="359886" y="3363009"/>
                  </a:lnTo>
                  <a:lnTo>
                    <a:pt x="357901" y="3363009"/>
                  </a:lnTo>
                  <a:lnTo>
                    <a:pt x="339043" y="3363009"/>
                  </a:lnTo>
                  <a:lnTo>
                    <a:pt x="337058" y="3363009"/>
                  </a:lnTo>
                  <a:lnTo>
                    <a:pt x="335074" y="3363009"/>
                  </a:lnTo>
                  <a:lnTo>
                    <a:pt x="316216" y="3363009"/>
                  </a:lnTo>
                  <a:lnTo>
                    <a:pt x="314231" y="3363009"/>
                  </a:lnTo>
                  <a:lnTo>
                    <a:pt x="312246" y="3363009"/>
                  </a:lnTo>
                  <a:lnTo>
                    <a:pt x="293389" y="3363009"/>
                  </a:lnTo>
                  <a:lnTo>
                    <a:pt x="291404" y="3363009"/>
                  </a:lnTo>
                  <a:lnTo>
                    <a:pt x="289419" y="3363009"/>
                  </a:lnTo>
                  <a:lnTo>
                    <a:pt x="270562" y="3363009"/>
                  </a:lnTo>
                  <a:lnTo>
                    <a:pt x="268577" y="3363009"/>
                  </a:lnTo>
                  <a:lnTo>
                    <a:pt x="266592" y="3363009"/>
                  </a:lnTo>
                  <a:lnTo>
                    <a:pt x="247734" y="3363009"/>
                  </a:lnTo>
                  <a:lnTo>
                    <a:pt x="245750" y="3363009"/>
                  </a:lnTo>
                  <a:lnTo>
                    <a:pt x="243765" y="3363009"/>
                  </a:lnTo>
                  <a:lnTo>
                    <a:pt x="224907" y="3363009"/>
                  </a:lnTo>
                  <a:lnTo>
                    <a:pt x="222922" y="3363009"/>
                  </a:lnTo>
                  <a:lnTo>
                    <a:pt x="220938" y="3363009"/>
                  </a:lnTo>
                  <a:lnTo>
                    <a:pt x="202080" y="3363009"/>
                  </a:lnTo>
                  <a:lnTo>
                    <a:pt x="200095" y="3363009"/>
                  </a:lnTo>
                  <a:lnTo>
                    <a:pt x="198111" y="3363009"/>
                  </a:lnTo>
                  <a:lnTo>
                    <a:pt x="179253" y="3363009"/>
                  </a:lnTo>
                  <a:lnTo>
                    <a:pt x="177268" y="3363009"/>
                  </a:lnTo>
                  <a:lnTo>
                    <a:pt x="175283" y="3363009"/>
                  </a:lnTo>
                  <a:lnTo>
                    <a:pt x="156426" y="3363009"/>
                  </a:lnTo>
                  <a:lnTo>
                    <a:pt x="154441" y="3363009"/>
                  </a:lnTo>
                  <a:lnTo>
                    <a:pt x="152456" y="3363009"/>
                  </a:lnTo>
                  <a:lnTo>
                    <a:pt x="133598" y="3363009"/>
                  </a:lnTo>
                  <a:lnTo>
                    <a:pt x="131614" y="3363009"/>
                  </a:lnTo>
                  <a:lnTo>
                    <a:pt x="129629" y="3363009"/>
                  </a:lnTo>
                  <a:lnTo>
                    <a:pt x="110771" y="3363009"/>
                  </a:lnTo>
                  <a:lnTo>
                    <a:pt x="108787" y="3363009"/>
                  </a:lnTo>
                  <a:lnTo>
                    <a:pt x="106802" y="3363009"/>
                  </a:lnTo>
                  <a:lnTo>
                    <a:pt x="87944" y="3363009"/>
                  </a:lnTo>
                  <a:lnTo>
                    <a:pt x="85959" y="3363009"/>
                  </a:lnTo>
                  <a:lnTo>
                    <a:pt x="83975" y="3363009"/>
                  </a:lnTo>
                  <a:lnTo>
                    <a:pt x="65117" y="3363009"/>
                  </a:lnTo>
                  <a:lnTo>
                    <a:pt x="63132" y="3363009"/>
                  </a:lnTo>
                  <a:lnTo>
                    <a:pt x="61148" y="3363009"/>
                  </a:lnTo>
                  <a:lnTo>
                    <a:pt x="42290" y="3363009"/>
                  </a:lnTo>
                  <a:lnTo>
                    <a:pt x="40305" y="3363009"/>
                  </a:lnTo>
                  <a:lnTo>
                    <a:pt x="38320" y="3363009"/>
                  </a:lnTo>
                  <a:lnTo>
                    <a:pt x="19463" y="3363009"/>
                  </a:lnTo>
                  <a:lnTo>
                    <a:pt x="17478" y="3363009"/>
                  </a:lnTo>
                  <a:lnTo>
                    <a:pt x="15493" y="336300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39851" y="2118822"/>
              <a:ext cx="3732353" cy="3363009"/>
            </a:xfrm>
            <a:custGeom>
              <a:avLst/>
              <a:pathLst>
                <a:path w="3732353" h="3363009">
                  <a:moveTo>
                    <a:pt x="0" y="3363009"/>
                  </a:moveTo>
                  <a:lnTo>
                    <a:pt x="15493" y="3363009"/>
                  </a:lnTo>
                  <a:lnTo>
                    <a:pt x="17478" y="3363009"/>
                  </a:lnTo>
                  <a:lnTo>
                    <a:pt x="19463" y="3363009"/>
                  </a:lnTo>
                  <a:lnTo>
                    <a:pt x="38320" y="3363009"/>
                  </a:lnTo>
                  <a:lnTo>
                    <a:pt x="40305" y="3363009"/>
                  </a:lnTo>
                  <a:lnTo>
                    <a:pt x="42290" y="3363009"/>
                  </a:lnTo>
                  <a:lnTo>
                    <a:pt x="61148" y="3363009"/>
                  </a:lnTo>
                  <a:lnTo>
                    <a:pt x="63132" y="3363009"/>
                  </a:lnTo>
                  <a:lnTo>
                    <a:pt x="65117" y="3363009"/>
                  </a:lnTo>
                  <a:lnTo>
                    <a:pt x="83975" y="3363009"/>
                  </a:lnTo>
                  <a:lnTo>
                    <a:pt x="85959" y="3363009"/>
                  </a:lnTo>
                  <a:lnTo>
                    <a:pt x="87944" y="3363009"/>
                  </a:lnTo>
                  <a:lnTo>
                    <a:pt x="106802" y="3363009"/>
                  </a:lnTo>
                  <a:lnTo>
                    <a:pt x="108787" y="3363009"/>
                  </a:lnTo>
                  <a:lnTo>
                    <a:pt x="110771" y="3363009"/>
                  </a:lnTo>
                  <a:lnTo>
                    <a:pt x="129629" y="3363008"/>
                  </a:lnTo>
                  <a:lnTo>
                    <a:pt x="131614" y="3363008"/>
                  </a:lnTo>
                  <a:lnTo>
                    <a:pt x="133598" y="3363008"/>
                  </a:lnTo>
                  <a:lnTo>
                    <a:pt x="152456" y="3363008"/>
                  </a:lnTo>
                  <a:lnTo>
                    <a:pt x="154441" y="3363008"/>
                  </a:lnTo>
                  <a:lnTo>
                    <a:pt x="156426" y="3363008"/>
                  </a:lnTo>
                  <a:lnTo>
                    <a:pt x="175283" y="3363008"/>
                  </a:lnTo>
                  <a:lnTo>
                    <a:pt x="177268" y="3363008"/>
                  </a:lnTo>
                  <a:lnTo>
                    <a:pt x="179253" y="3363008"/>
                  </a:lnTo>
                  <a:lnTo>
                    <a:pt x="198111" y="3363007"/>
                  </a:lnTo>
                  <a:lnTo>
                    <a:pt x="200095" y="3363007"/>
                  </a:lnTo>
                  <a:lnTo>
                    <a:pt x="202080" y="3363007"/>
                  </a:lnTo>
                  <a:lnTo>
                    <a:pt x="220938" y="3363006"/>
                  </a:lnTo>
                  <a:lnTo>
                    <a:pt x="222922" y="3363006"/>
                  </a:lnTo>
                  <a:lnTo>
                    <a:pt x="224907" y="3363006"/>
                  </a:lnTo>
                  <a:lnTo>
                    <a:pt x="243765" y="3363005"/>
                  </a:lnTo>
                  <a:lnTo>
                    <a:pt x="245750" y="3363005"/>
                  </a:lnTo>
                  <a:lnTo>
                    <a:pt x="247734" y="3363005"/>
                  </a:lnTo>
                  <a:lnTo>
                    <a:pt x="266592" y="3363003"/>
                  </a:lnTo>
                  <a:lnTo>
                    <a:pt x="268577" y="3363003"/>
                  </a:lnTo>
                  <a:lnTo>
                    <a:pt x="270562" y="3363003"/>
                  </a:lnTo>
                  <a:lnTo>
                    <a:pt x="289419" y="3363001"/>
                  </a:lnTo>
                  <a:lnTo>
                    <a:pt x="291404" y="3363000"/>
                  </a:lnTo>
                  <a:lnTo>
                    <a:pt x="293389" y="3363000"/>
                  </a:lnTo>
                  <a:lnTo>
                    <a:pt x="312246" y="3362997"/>
                  </a:lnTo>
                  <a:lnTo>
                    <a:pt x="314231" y="3362997"/>
                  </a:lnTo>
                  <a:lnTo>
                    <a:pt x="316216" y="3362996"/>
                  </a:lnTo>
                  <a:lnTo>
                    <a:pt x="335074" y="3362992"/>
                  </a:lnTo>
                  <a:lnTo>
                    <a:pt x="337058" y="3362992"/>
                  </a:lnTo>
                  <a:lnTo>
                    <a:pt x="339043" y="3362991"/>
                  </a:lnTo>
                  <a:lnTo>
                    <a:pt x="357901" y="3362985"/>
                  </a:lnTo>
                  <a:lnTo>
                    <a:pt x="359886" y="3362985"/>
                  </a:lnTo>
                  <a:lnTo>
                    <a:pt x="361870" y="3362984"/>
                  </a:lnTo>
                  <a:lnTo>
                    <a:pt x="380728" y="3362976"/>
                  </a:lnTo>
                  <a:lnTo>
                    <a:pt x="382713" y="3362975"/>
                  </a:lnTo>
                  <a:lnTo>
                    <a:pt x="384697" y="3362974"/>
                  </a:lnTo>
                  <a:lnTo>
                    <a:pt x="403555" y="3362963"/>
                  </a:lnTo>
                  <a:lnTo>
                    <a:pt x="405540" y="3362962"/>
                  </a:lnTo>
                  <a:lnTo>
                    <a:pt x="407525" y="3362960"/>
                  </a:lnTo>
                  <a:lnTo>
                    <a:pt x="426382" y="3362945"/>
                  </a:lnTo>
                  <a:lnTo>
                    <a:pt x="428367" y="3362943"/>
                  </a:lnTo>
                  <a:lnTo>
                    <a:pt x="430352" y="3362941"/>
                  </a:lnTo>
                  <a:lnTo>
                    <a:pt x="449209" y="3362921"/>
                  </a:lnTo>
                  <a:lnTo>
                    <a:pt x="451194" y="3362919"/>
                  </a:lnTo>
                  <a:lnTo>
                    <a:pt x="453179" y="3362916"/>
                  </a:lnTo>
                  <a:lnTo>
                    <a:pt x="472037" y="3362889"/>
                  </a:lnTo>
                  <a:lnTo>
                    <a:pt x="474021" y="3362887"/>
                  </a:lnTo>
                  <a:lnTo>
                    <a:pt x="476006" y="3362883"/>
                  </a:lnTo>
                  <a:lnTo>
                    <a:pt x="494864" y="3362848"/>
                  </a:lnTo>
                  <a:lnTo>
                    <a:pt x="496849" y="3362844"/>
                  </a:lnTo>
                  <a:lnTo>
                    <a:pt x="498833" y="3362840"/>
                  </a:lnTo>
                  <a:lnTo>
                    <a:pt x="517691" y="3362795"/>
                  </a:lnTo>
                  <a:lnTo>
                    <a:pt x="519676" y="3362790"/>
                  </a:lnTo>
                  <a:lnTo>
                    <a:pt x="521660" y="3362783"/>
                  </a:lnTo>
                  <a:lnTo>
                    <a:pt x="540518" y="3362722"/>
                  </a:lnTo>
                  <a:lnTo>
                    <a:pt x="542503" y="3362715"/>
                  </a:lnTo>
                  <a:lnTo>
                    <a:pt x="544488" y="3362707"/>
                  </a:lnTo>
                  <a:lnTo>
                    <a:pt x="563345" y="3362627"/>
                  </a:lnTo>
                  <a:lnTo>
                    <a:pt x="565330" y="3362619"/>
                  </a:lnTo>
                  <a:lnTo>
                    <a:pt x="567315" y="3362608"/>
                  </a:lnTo>
                  <a:lnTo>
                    <a:pt x="586173" y="3362507"/>
                  </a:lnTo>
                  <a:lnTo>
                    <a:pt x="588157" y="3362496"/>
                  </a:lnTo>
                  <a:lnTo>
                    <a:pt x="590142" y="3362483"/>
                  </a:lnTo>
                  <a:lnTo>
                    <a:pt x="609000" y="3362354"/>
                  </a:lnTo>
                  <a:lnTo>
                    <a:pt x="610984" y="3362341"/>
                  </a:lnTo>
                  <a:lnTo>
                    <a:pt x="612969" y="3362324"/>
                  </a:lnTo>
                  <a:lnTo>
                    <a:pt x="631827" y="3362163"/>
                  </a:lnTo>
                  <a:lnTo>
                    <a:pt x="633812" y="3362146"/>
                  </a:lnTo>
                  <a:lnTo>
                    <a:pt x="635796" y="3362125"/>
                  </a:lnTo>
                  <a:lnTo>
                    <a:pt x="654654" y="3361925"/>
                  </a:lnTo>
                  <a:lnTo>
                    <a:pt x="656639" y="3361904"/>
                  </a:lnTo>
                  <a:lnTo>
                    <a:pt x="658623" y="3361878"/>
                  </a:lnTo>
                  <a:lnTo>
                    <a:pt x="677481" y="3361627"/>
                  </a:lnTo>
                  <a:lnTo>
                    <a:pt x="679466" y="3361600"/>
                  </a:lnTo>
                  <a:lnTo>
                    <a:pt x="681451" y="3361567"/>
                  </a:lnTo>
                  <a:lnTo>
                    <a:pt x="700308" y="3361250"/>
                  </a:lnTo>
                  <a:lnTo>
                    <a:pt x="702293" y="3361217"/>
                  </a:lnTo>
                  <a:lnTo>
                    <a:pt x="704278" y="3361176"/>
                  </a:lnTo>
                  <a:lnTo>
                    <a:pt x="723136" y="3360789"/>
                  </a:lnTo>
                  <a:lnTo>
                    <a:pt x="725120" y="3360749"/>
                  </a:lnTo>
                  <a:lnTo>
                    <a:pt x="727105" y="3360699"/>
                  </a:lnTo>
                  <a:lnTo>
                    <a:pt x="745963" y="3360232"/>
                  </a:lnTo>
                  <a:lnTo>
                    <a:pt x="747947" y="3360183"/>
                  </a:lnTo>
                  <a:lnTo>
                    <a:pt x="749932" y="3360124"/>
                  </a:lnTo>
                  <a:lnTo>
                    <a:pt x="768790" y="3359563"/>
                  </a:lnTo>
                  <a:lnTo>
                    <a:pt x="770775" y="3359504"/>
                  </a:lnTo>
                  <a:lnTo>
                    <a:pt x="772759" y="3359434"/>
                  </a:lnTo>
                  <a:lnTo>
                    <a:pt x="791617" y="3358767"/>
                  </a:lnTo>
                  <a:lnTo>
                    <a:pt x="793602" y="3358697"/>
                  </a:lnTo>
                  <a:lnTo>
                    <a:pt x="795586" y="3358614"/>
                  </a:lnTo>
                  <a:lnTo>
                    <a:pt x="814444" y="3357828"/>
                  </a:lnTo>
                  <a:lnTo>
                    <a:pt x="816429" y="3357745"/>
                  </a:lnTo>
                  <a:lnTo>
                    <a:pt x="818414" y="3357645"/>
                  </a:lnTo>
                  <a:lnTo>
                    <a:pt x="837271" y="3356695"/>
                  </a:lnTo>
                  <a:lnTo>
                    <a:pt x="839256" y="3356595"/>
                  </a:lnTo>
                  <a:lnTo>
                    <a:pt x="841241" y="3356478"/>
                  </a:lnTo>
                  <a:lnTo>
                    <a:pt x="860099" y="3355365"/>
                  </a:lnTo>
                  <a:lnTo>
                    <a:pt x="862083" y="3355248"/>
                  </a:lnTo>
                  <a:lnTo>
                    <a:pt x="864068" y="3355112"/>
                  </a:lnTo>
                  <a:lnTo>
                    <a:pt x="882926" y="3353825"/>
                  </a:lnTo>
                  <a:lnTo>
                    <a:pt x="884910" y="3353690"/>
                  </a:lnTo>
                  <a:lnTo>
                    <a:pt x="886895" y="3353535"/>
                  </a:lnTo>
                  <a:lnTo>
                    <a:pt x="905753" y="3352059"/>
                  </a:lnTo>
                  <a:lnTo>
                    <a:pt x="907738" y="3351903"/>
                  </a:lnTo>
                  <a:lnTo>
                    <a:pt x="909722" y="3351726"/>
                  </a:lnTo>
                  <a:lnTo>
                    <a:pt x="928580" y="3350046"/>
                  </a:lnTo>
                  <a:lnTo>
                    <a:pt x="930565" y="3349869"/>
                  </a:lnTo>
                  <a:lnTo>
                    <a:pt x="932549" y="3349669"/>
                  </a:lnTo>
                  <a:lnTo>
                    <a:pt x="951407" y="3347770"/>
                  </a:lnTo>
                  <a:lnTo>
                    <a:pt x="953392" y="3347570"/>
                  </a:lnTo>
                  <a:lnTo>
                    <a:pt x="955377" y="3347344"/>
                  </a:lnTo>
                  <a:lnTo>
                    <a:pt x="974234" y="3345198"/>
                  </a:lnTo>
                  <a:lnTo>
                    <a:pt x="976219" y="3344972"/>
                  </a:lnTo>
                  <a:lnTo>
                    <a:pt x="978204" y="3344715"/>
                  </a:lnTo>
                  <a:lnTo>
                    <a:pt x="997062" y="3342280"/>
                  </a:lnTo>
                  <a:lnTo>
                    <a:pt x="999046" y="3342024"/>
                  </a:lnTo>
                  <a:lnTo>
                    <a:pt x="1001031" y="3341741"/>
                  </a:lnTo>
                  <a:lnTo>
                    <a:pt x="1019889" y="3339045"/>
                  </a:lnTo>
                  <a:lnTo>
                    <a:pt x="1021873" y="3338762"/>
                  </a:lnTo>
                  <a:lnTo>
                    <a:pt x="1023858" y="3338450"/>
                  </a:lnTo>
                  <a:lnTo>
                    <a:pt x="1042716" y="3335486"/>
                  </a:lnTo>
                  <a:lnTo>
                    <a:pt x="1044701" y="3335174"/>
                  </a:lnTo>
                  <a:lnTo>
                    <a:pt x="1046685" y="3334834"/>
                  </a:lnTo>
                  <a:lnTo>
                    <a:pt x="1065543" y="3331597"/>
                  </a:lnTo>
                  <a:lnTo>
                    <a:pt x="1067528" y="3331256"/>
                  </a:lnTo>
                  <a:lnTo>
                    <a:pt x="1069513" y="3330886"/>
                  </a:lnTo>
                  <a:lnTo>
                    <a:pt x="1088370" y="3327372"/>
                  </a:lnTo>
                  <a:lnTo>
                    <a:pt x="1090355" y="3327002"/>
                  </a:lnTo>
                  <a:lnTo>
                    <a:pt x="1092340" y="3326603"/>
                  </a:lnTo>
                  <a:lnTo>
                    <a:pt x="1111197" y="3322809"/>
                  </a:lnTo>
                  <a:lnTo>
                    <a:pt x="1113182" y="3322410"/>
                  </a:lnTo>
                  <a:lnTo>
                    <a:pt x="1115167" y="3321977"/>
                  </a:lnTo>
                  <a:lnTo>
                    <a:pt x="1134025" y="3317863"/>
                  </a:lnTo>
                  <a:lnTo>
                    <a:pt x="1136009" y="3317429"/>
                  </a:lnTo>
                  <a:lnTo>
                    <a:pt x="1137994" y="3316965"/>
                  </a:lnTo>
                  <a:lnTo>
                    <a:pt x="1156852" y="3312556"/>
                  </a:lnTo>
                  <a:lnTo>
                    <a:pt x="1158836" y="3312092"/>
                  </a:lnTo>
                  <a:lnTo>
                    <a:pt x="1160821" y="3311600"/>
                  </a:lnTo>
                  <a:lnTo>
                    <a:pt x="1179679" y="3306919"/>
                  </a:lnTo>
                  <a:lnTo>
                    <a:pt x="1181664" y="3306426"/>
                  </a:lnTo>
                  <a:lnTo>
                    <a:pt x="1183648" y="3305905"/>
                  </a:lnTo>
                  <a:lnTo>
                    <a:pt x="1202506" y="3300956"/>
                  </a:lnTo>
                  <a:lnTo>
                    <a:pt x="1204491" y="3300435"/>
                  </a:lnTo>
                  <a:lnTo>
                    <a:pt x="1206476" y="3299887"/>
                  </a:lnTo>
                  <a:lnTo>
                    <a:pt x="1225333" y="3294674"/>
                  </a:lnTo>
                  <a:lnTo>
                    <a:pt x="1227318" y="3294125"/>
                  </a:lnTo>
                  <a:lnTo>
                    <a:pt x="1229303" y="3293549"/>
                  </a:lnTo>
                  <a:lnTo>
                    <a:pt x="1248160" y="3288075"/>
                  </a:lnTo>
                  <a:lnTo>
                    <a:pt x="1250145" y="3287499"/>
                  </a:lnTo>
                  <a:lnTo>
                    <a:pt x="1252130" y="3286895"/>
                  </a:lnTo>
                  <a:lnTo>
                    <a:pt x="1270988" y="3281157"/>
                  </a:lnTo>
                  <a:lnTo>
                    <a:pt x="1272972" y="3280553"/>
                  </a:lnTo>
                  <a:lnTo>
                    <a:pt x="1274957" y="3279916"/>
                  </a:lnTo>
                  <a:lnTo>
                    <a:pt x="1293815" y="3273870"/>
                  </a:lnTo>
                  <a:lnTo>
                    <a:pt x="1295800" y="3273233"/>
                  </a:lnTo>
                  <a:lnTo>
                    <a:pt x="1297784" y="3272569"/>
                  </a:lnTo>
                  <a:lnTo>
                    <a:pt x="1316642" y="3266259"/>
                  </a:lnTo>
                  <a:lnTo>
                    <a:pt x="1318627" y="3265595"/>
                  </a:lnTo>
                  <a:lnTo>
                    <a:pt x="1320611" y="3264903"/>
                  </a:lnTo>
                  <a:lnTo>
                    <a:pt x="1339469" y="3258323"/>
                  </a:lnTo>
                  <a:lnTo>
                    <a:pt x="1341454" y="3257630"/>
                  </a:lnTo>
                  <a:lnTo>
                    <a:pt x="1343439" y="3256908"/>
                  </a:lnTo>
                  <a:lnTo>
                    <a:pt x="1362296" y="3250047"/>
                  </a:lnTo>
                  <a:lnTo>
                    <a:pt x="1364281" y="3249325"/>
                  </a:lnTo>
                  <a:lnTo>
                    <a:pt x="1366266" y="3248572"/>
                  </a:lnTo>
                  <a:lnTo>
                    <a:pt x="1385124" y="3241417"/>
                  </a:lnTo>
                  <a:lnTo>
                    <a:pt x="1387108" y="3240664"/>
                  </a:lnTo>
                  <a:lnTo>
                    <a:pt x="1389093" y="3239878"/>
                  </a:lnTo>
                  <a:lnTo>
                    <a:pt x="1407951" y="3232412"/>
                  </a:lnTo>
                  <a:lnTo>
                    <a:pt x="1409935" y="3231627"/>
                  </a:lnTo>
                  <a:lnTo>
                    <a:pt x="1411920" y="3230802"/>
                  </a:lnTo>
                  <a:lnTo>
                    <a:pt x="1430778" y="3222962"/>
                  </a:lnTo>
                  <a:lnTo>
                    <a:pt x="1432763" y="3222137"/>
                  </a:lnTo>
                  <a:lnTo>
                    <a:pt x="1434747" y="3221270"/>
                  </a:lnTo>
                  <a:lnTo>
                    <a:pt x="1453605" y="3213032"/>
                  </a:lnTo>
                  <a:lnTo>
                    <a:pt x="1455590" y="3212164"/>
                  </a:lnTo>
                  <a:lnTo>
                    <a:pt x="1457574" y="3211256"/>
                  </a:lnTo>
                  <a:lnTo>
                    <a:pt x="1476432" y="3202627"/>
                  </a:lnTo>
                  <a:lnTo>
                    <a:pt x="1478417" y="3201719"/>
                  </a:lnTo>
                  <a:lnTo>
                    <a:pt x="1480402" y="3200767"/>
                  </a:lnTo>
                  <a:lnTo>
                    <a:pt x="1499259" y="3191722"/>
                  </a:lnTo>
                  <a:lnTo>
                    <a:pt x="1501244" y="3190770"/>
                  </a:lnTo>
                  <a:lnTo>
                    <a:pt x="1503229" y="3189772"/>
                  </a:lnTo>
                  <a:lnTo>
                    <a:pt x="1522087" y="3180289"/>
                  </a:lnTo>
                  <a:lnTo>
                    <a:pt x="1524071" y="3179291"/>
                  </a:lnTo>
                  <a:lnTo>
                    <a:pt x="1526056" y="3178244"/>
                  </a:lnTo>
                  <a:lnTo>
                    <a:pt x="1544914" y="3168300"/>
                  </a:lnTo>
                  <a:lnTo>
                    <a:pt x="1546898" y="3167253"/>
                  </a:lnTo>
                  <a:lnTo>
                    <a:pt x="1548883" y="3166156"/>
                  </a:lnTo>
                  <a:lnTo>
                    <a:pt x="1567741" y="3155731"/>
                  </a:lnTo>
                  <a:lnTo>
                    <a:pt x="1569726" y="3154634"/>
                  </a:lnTo>
                  <a:lnTo>
                    <a:pt x="1571710" y="3153474"/>
                  </a:lnTo>
                  <a:lnTo>
                    <a:pt x="1590568" y="3142447"/>
                  </a:lnTo>
                  <a:lnTo>
                    <a:pt x="1592553" y="3141286"/>
                  </a:lnTo>
                  <a:lnTo>
                    <a:pt x="1594537" y="3140072"/>
                  </a:lnTo>
                  <a:lnTo>
                    <a:pt x="1613395" y="3128537"/>
                  </a:lnTo>
                  <a:lnTo>
                    <a:pt x="1615380" y="3127323"/>
                  </a:lnTo>
                  <a:lnTo>
                    <a:pt x="1617365" y="3126056"/>
                  </a:lnTo>
                  <a:lnTo>
                    <a:pt x="1636222" y="3114019"/>
                  </a:lnTo>
                  <a:lnTo>
                    <a:pt x="1638207" y="3112752"/>
                  </a:lnTo>
                  <a:lnTo>
                    <a:pt x="1640192" y="3111434"/>
                  </a:lnTo>
                  <a:lnTo>
                    <a:pt x="1659050" y="3098905"/>
                  </a:lnTo>
                  <a:lnTo>
                    <a:pt x="1661034" y="3097587"/>
                  </a:lnTo>
                  <a:lnTo>
                    <a:pt x="1663019" y="3096218"/>
                  </a:lnTo>
                  <a:lnTo>
                    <a:pt x="1681877" y="3083216"/>
                  </a:lnTo>
                  <a:lnTo>
                    <a:pt x="1683861" y="3081848"/>
                  </a:lnTo>
                  <a:lnTo>
                    <a:pt x="1685846" y="3080432"/>
                  </a:lnTo>
                  <a:lnTo>
                    <a:pt x="1704704" y="3066983"/>
                  </a:lnTo>
                  <a:lnTo>
                    <a:pt x="1706689" y="3065567"/>
                  </a:lnTo>
                  <a:lnTo>
                    <a:pt x="1708673" y="3064105"/>
                  </a:lnTo>
                  <a:lnTo>
                    <a:pt x="1727531" y="3050212"/>
                  </a:lnTo>
                  <a:lnTo>
                    <a:pt x="1729516" y="3048750"/>
                  </a:lnTo>
                  <a:lnTo>
                    <a:pt x="1731500" y="3047246"/>
                  </a:lnTo>
                  <a:lnTo>
                    <a:pt x="1750358" y="3032957"/>
                  </a:lnTo>
                  <a:lnTo>
                    <a:pt x="1752343" y="3031453"/>
                  </a:lnTo>
                  <a:lnTo>
                    <a:pt x="1754328" y="3029919"/>
                  </a:lnTo>
                  <a:lnTo>
                    <a:pt x="1773185" y="3015346"/>
                  </a:lnTo>
                  <a:lnTo>
                    <a:pt x="1775170" y="3013812"/>
                  </a:lnTo>
                  <a:lnTo>
                    <a:pt x="1777155" y="3012255"/>
                  </a:lnTo>
                  <a:lnTo>
                    <a:pt x="1796013" y="2997462"/>
                  </a:lnTo>
                  <a:lnTo>
                    <a:pt x="1797997" y="2995905"/>
                  </a:lnTo>
                  <a:lnTo>
                    <a:pt x="1799982" y="2994333"/>
                  </a:lnTo>
                  <a:lnTo>
                    <a:pt x="1818840" y="2979389"/>
                  </a:lnTo>
                  <a:lnTo>
                    <a:pt x="1820824" y="2977816"/>
                  </a:lnTo>
                  <a:lnTo>
                    <a:pt x="1822809" y="2976236"/>
                  </a:lnTo>
                  <a:lnTo>
                    <a:pt x="1841667" y="2961215"/>
                  </a:lnTo>
                  <a:lnTo>
                    <a:pt x="1843652" y="2959635"/>
                  </a:lnTo>
                  <a:lnTo>
                    <a:pt x="1845636" y="2958054"/>
                  </a:lnTo>
                  <a:lnTo>
                    <a:pt x="1864494" y="2943035"/>
                  </a:lnTo>
                  <a:lnTo>
                    <a:pt x="1866479" y="2941454"/>
                  </a:lnTo>
                  <a:lnTo>
                    <a:pt x="1868463" y="2939886"/>
                  </a:lnTo>
                  <a:lnTo>
                    <a:pt x="1887321" y="2924986"/>
                  </a:lnTo>
                  <a:lnTo>
                    <a:pt x="1889306" y="2923418"/>
                  </a:lnTo>
                  <a:lnTo>
                    <a:pt x="1891291" y="2921872"/>
                  </a:lnTo>
                  <a:lnTo>
                    <a:pt x="1910148" y="2907184"/>
                  </a:lnTo>
                  <a:lnTo>
                    <a:pt x="1912133" y="2905638"/>
                  </a:lnTo>
                  <a:lnTo>
                    <a:pt x="1914118" y="2904122"/>
                  </a:lnTo>
                  <a:lnTo>
                    <a:pt x="1932976" y="2889722"/>
                  </a:lnTo>
                  <a:lnTo>
                    <a:pt x="1934960" y="2888207"/>
                  </a:lnTo>
                  <a:lnTo>
                    <a:pt x="1936945" y="2886729"/>
                  </a:lnTo>
                  <a:lnTo>
                    <a:pt x="1955803" y="2872693"/>
                  </a:lnTo>
                  <a:lnTo>
                    <a:pt x="1957787" y="2871216"/>
                  </a:lnTo>
                  <a:lnTo>
                    <a:pt x="1959772" y="2869784"/>
                  </a:lnTo>
                  <a:lnTo>
                    <a:pt x="1978630" y="2856183"/>
                  </a:lnTo>
                  <a:lnTo>
                    <a:pt x="1980615" y="2854752"/>
                  </a:lnTo>
                  <a:lnTo>
                    <a:pt x="1982599" y="2853373"/>
                  </a:lnTo>
                  <a:lnTo>
                    <a:pt x="2001457" y="2840273"/>
                  </a:lnTo>
                  <a:lnTo>
                    <a:pt x="2003442" y="2838894"/>
                  </a:lnTo>
                  <a:lnTo>
                    <a:pt x="2005427" y="2837578"/>
                  </a:lnTo>
                  <a:lnTo>
                    <a:pt x="2024284" y="2825070"/>
                  </a:lnTo>
                  <a:lnTo>
                    <a:pt x="2026269" y="2823754"/>
                  </a:lnTo>
                  <a:lnTo>
                    <a:pt x="2028254" y="2822513"/>
                  </a:lnTo>
                  <a:lnTo>
                    <a:pt x="2047111" y="2810728"/>
                  </a:lnTo>
                  <a:lnTo>
                    <a:pt x="2049096" y="2809488"/>
                  </a:lnTo>
                  <a:lnTo>
                    <a:pt x="2051081" y="2808317"/>
                  </a:lnTo>
                  <a:lnTo>
                    <a:pt x="2069939" y="2797189"/>
                  </a:lnTo>
                  <a:lnTo>
                    <a:pt x="2071923" y="2796018"/>
                  </a:lnTo>
                  <a:lnTo>
                    <a:pt x="2073908" y="2794917"/>
                  </a:lnTo>
                  <a:lnTo>
                    <a:pt x="2092766" y="2784461"/>
                  </a:lnTo>
                  <a:lnTo>
                    <a:pt x="2094751" y="2783361"/>
                  </a:lnTo>
                  <a:lnTo>
                    <a:pt x="2096735" y="2782331"/>
                  </a:lnTo>
                  <a:lnTo>
                    <a:pt x="2115593" y="2772549"/>
                  </a:lnTo>
                  <a:lnTo>
                    <a:pt x="2117578" y="2771519"/>
                  </a:lnTo>
                  <a:lnTo>
                    <a:pt x="2119562" y="2770559"/>
                  </a:lnTo>
                  <a:lnTo>
                    <a:pt x="2138420" y="2761438"/>
                  </a:lnTo>
                  <a:lnTo>
                    <a:pt x="2140405" y="2760478"/>
                  </a:lnTo>
                  <a:lnTo>
                    <a:pt x="2142390" y="2759585"/>
                  </a:lnTo>
                  <a:lnTo>
                    <a:pt x="2161247" y="2751098"/>
                  </a:lnTo>
                  <a:lnTo>
                    <a:pt x="2163232" y="2750205"/>
                  </a:lnTo>
                  <a:lnTo>
                    <a:pt x="2165217" y="2749382"/>
                  </a:lnTo>
                  <a:lnTo>
                    <a:pt x="2184075" y="2741564"/>
                  </a:lnTo>
                  <a:lnTo>
                    <a:pt x="2186059" y="2740741"/>
                  </a:lnTo>
                  <a:lnTo>
                    <a:pt x="2188044" y="2739975"/>
                  </a:lnTo>
                  <a:lnTo>
                    <a:pt x="2206902" y="2732694"/>
                  </a:lnTo>
                  <a:lnTo>
                    <a:pt x="2208886" y="2731928"/>
                  </a:lnTo>
                  <a:lnTo>
                    <a:pt x="2210871" y="2731205"/>
                  </a:lnTo>
                  <a:lnTo>
                    <a:pt x="2229729" y="2724337"/>
                  </a:lnTo>
                  <a:lnTo>
                    <a:pt x="2231714" y="2723614"/>
                  </a:lnTo>
                  <a:lnTo>
                    <a:pt x="2233698" y="2722925"/>
                  </a:lnTo>
                  <a:lnTo>
                    <a:pt x="2252556" y="2716376"/>
                  </a:lnTo>
                  <a:lnTo>
                    <a:pt x="2254541" y="2715687"/>
                  </a:lnTo>
                  <a:lnTo>
                    <a:pt x="2256525" y="2715021"/>
                  </a:lnTo>
                  <a:lnTo>
                    <a:pt x="2275383" y="2708688"/>
                  </a:lnTo>
                  <a:lnTo>
                    <a:pt x="2277368" y="2708022"/>
                  </a:lnTo>
                  <a:lnTo>
                    <a:pt x="2279353" y="2707367"/>
                  </a:lnTo>
                  <a:lnTo>
                    <a:pt x="2298210" y="2701139"/>
                  </a:lnTo>
                  <a:lnTo>
                    <a:pt x="2300195" y="2700484"/>
                  </a:lnTo>
                  <a:lnTo>
                    <a:pt x="2302180" y="2699827"/>
                  </a:lnTo>
                  <a:lnTo>
                    <a:pt x="2321038" y="2693585"/>
                  </a:lnTo>
                  <a:lnTo>
                    <a:pt x="2323022" y="2692928"/>
                  </a:lnTo>
                  <a:lnTo>
                    <a:pt x="2325007" y="2692250"/>
                  </a:lnTo>
                  <a:lnTo>
                    <a:pt x="2343865" y="2685805"/>
                  </a:lnTo>
                  <a:lnTo>
                    <a:pt x="2345849" y="2685127"/>
                  </a:lnTo>
                  <a:lnTo>
                    <a:pt x="2347834" y="2684416"/>
                  </a:lnTo>
                  <a:lnTo>
                    <a:pt x="2366692" y="2677653"/>
                  </a:lnTo>
                  <a:lnTo>
                    <a:pt x="2368677" y="2676942"/>
                  </a:lnTo>
                  <a:lnTo>
                    <a:pt x="2370661" y="2676185"/>
                  </a:lnTo>
                  <a:lnTo>
                    <a:pt x="2389519" y="2668992"/>
                  </a:lnTo>
                  <a:lnTo>
                    <a:pt x="2391504" y="2668235"/>
                  </a:lnTo>
                  <a:lnTo>
                    <a:pt x="2393488" y="2667421"/>
                  </a:lnTo>
                  <a:lnTo>
                    <a:pt x="2412346" y="2659694"/>
                  </a:lnTo>
                  <a:lnTo>
                    <a:pt x="2414331" y="2658880"/>
                  </a:lnTo>
                  <a:lnTo>
                    <a:pt x="2416316" y="2658001"/>
                  </a:lnTo>
                  <a:lnTo>
                    <a:pt x="2435173" y="2649644"/>
                  </a:lnTo>
                  <a:lnTo>
                    <a:pt x="2437158" y="2648764"/>
                  </a:lnTo>
                  <a:lnTo>
                    <a:pt x="2439143" y="2647810"/>
                  </a:lnTo>
                  <a:lnTo>
                    <a:pt x="2458001" y="2638742"/>
                  </a:lnTo>
                  <a:lnTo>
                    <a:pt x="2459985" y="2637787"/>
                  </a:lnTo>
                  <a:lnTo>
                    <a:pt x="2461970" y="2636741"/>
                  </a:lnTo>
                  <a:lnTo>
                    <a:pt x="2480828" y="2626796"/>
                  </a:lnTo>
                  <a:lnTo>
                    <a:pt x="2482812" y="2625750"/>
                  </a:lnTo>
                  <a:lnTo>
                    <a:pt x="2484797" y="2624605"/>
                  </a:lnTo>
                  <a:lnTo>
                    <a:pt x="2503655" y="2613732"/>
                  </a:lnTo>
                  <a:lnTo>
                    <a:pt x="2505640" y="2612587"/>
                  </a:lnTo>
                  <a:lnTo>
                    <a:pt x="2507624" y="2611352"/>
                  </a:lnTo>
                  <a:lnTo>
                    <a:pt x="2526482" y="2599615"/>
                  </a:lnTo>
                  <a:lnTo>
                    <a:pt x="2528467" y="2598380"/>
                  </a:lnTo>
                  <a:lnTo>
                    <a:pt x="2530451" y="2597054"/>
                  </a:lnTo>
                  <a:lnTo>
                    <a:pt x="2549309" y="2584456"/>
                  </a:lnTo>
                  <a:lnTo>
                    <a:pt x="2551294" y="2583130"/>
                  </a:lnTo>
                  <a:lnTo>
                    <a:pt x="2553279" y="2581715"/>
                  </a:lnTo>
                  <a:lnTo>
                    <a:pt x="2572136" y="2568273"/>
                  </a:lnTo>
                  <a:lnTo>
                    <a:pt x="2574121" y="2566859"/>
                  </a:lnTo>
                  <a:lnTo>
                    <a:pt x="2576106" y="2565359"/>
                  </a:lnTo>
                  <a:lnTo>
                    <a:pt x="2594964" y="2551108"/>
                  </a:lnTo>
                  <a:lnTo>
                    <a:pt x="2596948" y="2549608"/>
                  </a:lnTo>
                  <a:lnTo>
                    <a:pt x="2598933" y="2548028"/>
                  </a:lnTo>
                  <a:lnTo>
                    <a:pt x="2617791" y="2533017"/>
                  </a:lnTo>
                  <a:lnTo>
                    <a:pt x="2619775" y="2531437"/>
                  </a:lnTo>
                  <a:lnTo>
                    <a:pt x="2621760" y="2529771"/>
                  </a:lnTo>
                  <a:lnTo>
                    <a:pt x="2640618" y="2513945"/>
                  </a:lnTo>
                  <a:lnTo>
                    <a:pt x="2642603" y="2512279"/>
                  </a:lnTo>
                  <a:lnTo>
                    <a:pt x="2644587" y="2510553"/>
                  </a:lnTo>
                  <a:lnTo>
                    <a:pt x="2663445" y="2494150"/>
                  </a:lnTo>
                  <a:lnTo>
                    <a:pt x="2665430" y="2492424"/>
                  </a:lnTo>
                  <a:lnTo>
                    <a:pt x="2667414" y="2490647"/>
                  </a:lnTo>
                  <a:lnTo>
                    <a:pt x="2686272" y="2473766"/>
                  </a:lnTo>
                  <a:lnTo>
                    <a:pt x="2688257" y="2471990"/>
                  </a:lnTo>
                  <a:lnTo>
                    <a:pt x="2690242" y="2470173"/>
                  </a:lnTo>
                  <a:lnTo>
                    <a:pt x="2709099" y="2452911"/>
                  </a:lnTo>
                  <a:lnTo>
                    <a:pt x="2711084" y="2451094"/>
                  </a:lnTo>
                  <a:lnTo>
                    <a:pt x="2713069" y="2449248"/>
                  </a:lnTo>
                  <a:lnTo>
                    <a:pt x="2731927" y="2431702"/>
                  </a:lnTo>
                  <a:lnTo>
                    <a:pt x="2733911" y="2429856"/>
                  </a:lnTo>
                  <a:lnTo>
                    <a:pt x="2735896" y="2427990"/>
                  </a:lnTo>
                  <a:lnTo>
                    <a:pt x="2754754" y="2410260"/>
                  </a:lnTo>
                  <a:lnTo>
                    <a:pt x="2756738" y="2408394"/>
                  </a:lnTo>
                  <a:lnTo>
                    <a:pt x="2758723" y="2406520"/>
                  </a:lnTo>
                  <a:lnTo>
                    <a:pt x="2777581" y="2388707"/>
                  </a:lnTo>
                  <a:lnTo>
                    <a:pt x="2779566" y="2386832"/>
                  </a:lnTo>
                  <a:lnTo>
                    <a:pt x="2781550" y="2384962"/>
                  </a:lnTo>
                  <a:lnTo>
                    <a:pt x="2800408" y="2367193"/>
                  </a:lnTo>
                  <a:lnTo>
                    <a:pt x="2802393" y="2365323"/>
                  </a:lnTo>
                  <a:lnTo>
                    <a:pt x="2804378" y="2363467"/>
                  </a:lnTo>
                  <a:lnTo>
                    <a:pt x="2823235" y="2345834"/>
                  </a:lnTo>
                  <a:lnTo>
                    <a:pt x="2825220" y="2343978"/>
                  </a:lnTo>
                  <a:lnTo>
                    <a:pt x="2827205" y="2342144"/>
                  </a:lnTo>
                  <a:lnTo>
                    <a:pt x="2846062" y="2324718"/>
                  </a:lnTo>
                  <a:lnTo>
                    <a:pt x="2848047" y="2322884"/>
                  </a:lnTo>
                  <a:lnTo>
                    <a:pt x="2850032" y="2321079"/>
                  </a:lnTo>
                  <a:lnTo>
                    <a:pt x="2868890" y="2303924"/>
                  </a:lnTo>
                  <a:lnTo>
                    <a:pt x="2870874" y="2302118"/>
                  </a:lnTo>
                  <a:lnTo>
                    <a:pt x="2872859" y="2300347"/>
                  </a:lnTo>
                  <a:lnTo>
                    <a:pt x="2891717" y="2283516"/>
                  </a:lnTo>
                  <a:lnTo>
                    <a:pt x="2893702" y="2281744"/>
                  </a:lnTo>
                  <a:lnTo>
                    <a:pt x="2895686" y="2280012"/>
                  </a:lnTo>
                  <a:lnTo>
                    <a:pt x="2914544" y="2263548"/>
                  </a:lnTo>
                  <a:lnTo>
                    <a:pt x="2916529" y="2261815"/>
                  </a:lnTo>
                  <a:lnTo>
                    <a:pt x="2918513" y="2260132"/>
                  </a:lnTo>
                  <a:lnTo>
                    <a:pt x="2937371" y="2244142"/>
                  </a:lnTo>
                  <a:lnTo>
                    <a:pt x="2939356" y="2242459"/>
                  </a:lnTo>
                  <a:lnTo>
                    <a:pt x="2941341" y="2240822"/>
                  </a:lnTo>
                  <a:lnTo>
                    <a:pt x="2960198" y="2225271"/>
                  </a:lnTo>
                  <a:lnTo>
                    <a:pt x="2962183" y="2223634"/>
                  </a:lnTo>
                  <a:lnTo>
                    <a:pt x="2964168" y="2222042"/>
                  </a:lnTo>
                  <a:lnTo>
                    <a:pt x="2983025" y="2206910"/>
                  </a:lnTo>
                  <a:lnTo>
                    <a:pt x="2985010" y="2205318"/>
                  </a:lnTo>
                  <a:lnTo>
                    <a:pt x="2986995" y="2203768"/>
                  </a:lnTo>
                  <a:lnTo>
                    <a:pt x="3005853" y="2189043"/>
                  </a:lnTo>
                  <a:lnTo>
                    <a:pt x="3007837" y="2187494"/>
                  </a:lnTo>
                  <a:lnTo>
                    <a:pt x="3009822" y="2185984"/>
                  </a:lnTo>
                  <a:lnTo>
                    <a:pt x="3028680" y="2171643"/>
                  </a:lnTo>
                  <a:lnTo>
                    <a:pt x="3030665" y="2170134"/>
                  </a:lnTo>
                  <a:lnTo>
                    <a:pt x="3032649" y="2168661"/>
                  </a:lnTo>
                  <a:lnTo>
                    <a:pt x="3051507" y="2154669"/>
                  </a:lnTo>
                  <a:lnTo>
                    <a:pt x="3053492" y="2153197"/>
                  </a:lnTo>
                  <a:lnTo>
                    <a:pt x="3055476" y="2151758"/>
                  </a:lnTo>
                  <a:lnTo>
                    <a:pt x="3074334" y="2138083"/>
                  </a:lnTo>
                  <a:lnTo>
                    <a:pt x="3076319" y="2136644"/>
                  </a:lnTo>
                  <a:lnTo>
                    <a:pt x="3078304" y="2135233"/>
                  </a:lnTo>
                  <a:lnTo>
                    <a:pt x="3097161" y="2121826"/>
                  </a:lnTo>
                  <a:lnTo>
                    <a:pt x="3099146" y="2120415"/>
                  </a:lnTo>
                  <a:lnTo>
                    <a:pt x="3101131" y="2119020"/>
                  </a:lnTo>
                  <a:lnTo>
                    <a:pt x="3119989" y="2105760"/>
                  </a:lnTo>
                  <a:lnTo>
                    <a:pt x="3121973" y="2104365"/>
                  </a:lnTo>
                  <a:lnTo>
                    <a:pt x="3123958" y="2102977"/>
                  </a:lnTo>
                  <a:lnTo>
                    <a:pt x="3142816" y="2089789"/>
                  </a:lnTo>
                  <a:lnTo>
                    <a:pt x="3144800" y="2088401"/>
                  </a:lnTo>
                  <a:lnTo>
                    <a:pt x="3146785" y="2087012"/>
                  </a:lnTo>
                  <a:lnTo>
                    <a:pt x="3165643" y="2073816"/>
                  </a:lnTo>
                  <a:lnTo>
                    <a:pt x="3167628" y="2072427"/>
                  </a:lnTo>
                  <a:lnTo>
                    <a:pt x="3169612" y="2071029"/>
                  </a:lnTo>
                  <a:lnTo>
                    <a:pt x="3188470" y="2057743"/>
                  </a:lnTo>
                  <a:lnTo>
                    <a:pt x="3190455" y="2056345"/>
                  </a:lnTo>
                  <a:lnTo>
                    <a:pt x="3192439" y="2054929"/>
                  </a:lnTo>
                  <a:lnTo>
                    <a:pt x="3211297" y="2041472"/>
                  </a:lnTo>
                  <a:lnTo>
                    <a:pt x="3213282" y="2040056"/>
                  </a:lnTo>
                  <a:lnTo>
                    <a:pt x="3215267" y="2038608"/>
                  </a:lnTo>
                  <a:lnTo>
                    <a:pt x="3234124" y="2024849"/>
                  </a:lnTo>
                  <a:lnTo>
                    <a:pt x="3236109" y="2023401"/>
                  </a:lnTo>
                  <a:lnTo>
                    <a:pt x="3238094" y="2021913"/>
                  </a:lnTo>
                  <a:lnTo>
                    <a:pt x="3256952" y="2007773"/>
                  </a:lnTo>
                  <a:lnTo>
                    <a:pt x="3258936" y="2006285"/>
                  </a:lnTo>
                  <a:lnTo>
                    <a:pt x="3260921" y="2004754"/>
                  </a:lnTo>
                  <a:lnTo>
                    <a:pt x="3279779" y="1990201"/>
                  </a:lnTo>
                  <a:lnTo>
                    <a:pt x="3281763" y="1988669"/>
                  </a:lnTo>
                  <a:lnTo>
                    <a:pt x="3283748" y="1987090"/>
                  </a:lnTo>
                  <a:lnTo>
                    <a:pt x="3302606" y="1972085"/>
                  </a:lnTo>
                  <a:lnTo>
                    <a:pt x="3304591" y="1970506"/>
                  </a:lnTo>
                  <a:lnTo>
                    <a:pt x="3306575" y="1968877"/>
                  </a:lnTo>
                  <a:lnTo>
                    <a:pt x="3325433" y="1953400"/>
                  </a:lnTo>
                  <a:lnTo>
                    <a:pt x="3327418" y="1951771"/>
                  </a:lnTo>
                  <a:lnTo>
                    <a:pt x="3329402" y="1950093"/>
                  </a:lnTo>
                  <a:lnTo>
                    <a:pt x="3348260" y="1934144"/>
                  </a:lnTo>
                  <a:lnTo>
                    <a:pt x="3350245" y="1932465"/>
                  </a:lnTo>
                  <a:lnTo>
                    <a:pt x="3352230" y="1930739"/>
                  </a:lnTo>
                  <a:lnTo>
                    <a:pt x="3371087" y="1914334"/>
                  </a:lnTo>
                  <a:lnTo>
                    <a:pt x="3373072" y="1912607"/>
                  </a:lnTo>
                  <a:lnTo>
                    <a:pt x="3375057" y="1910833"/>
                  </a:lnTo>
                  <a:lnTo>
                    <a:pt x="3393915" y="1893977"/>
                  </a:lnTo>
                  <a:lnTo>
                    <a:pt x="3395899" y="1892203"/>
                  </a:lnTo>
                  <a:lnTo>
                    <a:pt x="3397884" y="1890402"/>
                  </a:lnTo>
                  <a:lnTo>
                    <a:pt x="3416742" y="1873287"/>
                  </a:lnTo>
                  <a:lnTo>
                    <a:pt x="3418726" y="1871486"/>
                  </a:lnTo>
                  <a:lnTo>
                    <a:pt x="3420711" y="1869671"/>
                  </a:lnTo>
                  <a:lnTo>
                    <a:pt x="3439569" y="1852428"/>
                  </a:lnTo>
                  <a:lnTo>
                    <a:pt x="3441554" y="1850613"/>
                  </a:lnTo>
                  <a:lnTo>
                    <a:pt x="3443538" y="1848801"/>
                  </a:lnTo>
                  <a:lnTo>
                    <a:pt x="3462396" y="1831581"/>
                  </a:lnTo>
                  <a:lnTo>
                    <a:pt x="3464381" y="1829769"/>
                  </a:lnTo>
                  <a:lnTo>
                    <a:pt x="3466365" y="1827978"/>
                  </a:lnTo>
                  <a:lnTo>
                    <a:pt x="3485223" y="1810957"/>
                  </a:lnTo>
                  <a:lnTo>
                    <a:pt x="3487208" y="1809166"/>
                  </a:lnTo>
                  <a:lnTo>
                    <a:pt x="3489193" y="1807416"/>
                  </a:lnTo>
                  <a:lnTo>
                    <a:pt x="3508050" y="1790789"/>
                  </a:lnTo>
                  <a:lnTo>
                    <a:pt x="3510035" y="1789039"/>
                  </a:lnTo>
                  <a:lnTo>
                    <a:pt x="3512020" y="1787364"/>
                  </a:lnTo>
                  <a:lnTo>
                    <a:pt x="3530878" y="1771444"/>
                  </a:lnTo>
                  <a:lnTo>
                    <a:pt x="3532862" y="1769769"/>
                  </a:lnTo>
                  <a:lnTo>
                    <a:pt x="3534847" y="1768202"/>
                  </a:lnTo>
                  <a:lnTo>
                    <a:pt x="3553705" y="1753312"/>
                  </a:lnTo>
                  <a:lnTo>
                    <a:pt x="3555689" y="1751745"/>
                  </a:lnTo>
                  <a:lnTo>
                    <a:pt x="3557674" y="1750304"/>
                  </a:lnTo>
                  <a:lnTo>
                    <a:pt x="3576532" y="1736605"/>
                  </a:lnTo>
                  <a:lnTo>
                    <a:pt x="3578517" y="1735164"/>
                  </a:lnTo>
                  <a:lnTo>
                    <a:pt x="3580501" y="1733871"/>
                  </a:lnTo>
                  <a:lnTo>
                    <a:pt x="3599359" y="1721588"/>
                  </a:lnTo>
                  <a:lnTo>
                    <a:pt x="3601344" y="1720295"/>
                  </a:lnTo>
                  <a:lnTo>
                    <a:pt x="3603329" y="1719174"/>
                  </a:lnTo>
                  <a:lnTo>
                    <a:pt x="3622186" y="1708519"/>
                  </a:lnTo>
                  <a:lnTo>
                    <a:pt x="3624171" y="1707398"/>
                  </a:lnTo>
                  <a:lnTo>
                    <a:pt x="3626156" y="1706468"/>
                  </a:lnTo>
                  <a:lnTo>
                    <a:pt x="3645013" y="1697638"/>
                  </a:lnTo>
                  <a:lnTo>
                    <a:pt x="3646998" y="1696708"/>
                  </a:lnTo>
                  <a:lnTo>
                    <a:pt x="3648983" y="1695989"/>
                  </a:lnTo>
                  <a:lnTo>
                    <a:pt x="3667841" y="1689159"/>
                  </a:lnTo>
                  <a:lnTo>
                    <a:pt x="3669825" y="1688440"/>
                  </a:lnTo>
                  <a:lnTo>
                    <a:pt x="3671810" y="1687997"/>
                  </a:lnTo>
                  <a:lnTo>
                    <a:pt x="3690668" y="1683785"/>
                  </a:lnTo>
                  <a:lnTo>
                    <a:pt x="3692652" y="1683341"/>
                  </a:lnTo>
                  <a:lnTo>
                    <a:pt x="3694637" y="1683144"/>
                  </a:lnTo>
                  <a:lnTo>
                    <a:pt x="3713495" y="1681271"/>
                  </a:lnTo>
                  <a:lnTo>
                    <a:pt x="3715480" y="1681074"/>
                  </a:lnTo>
                  <a:lnTo>
                    <a:pt x="3717464" y="1681125"/>
                  </a:lnTo>
                  <a:lnTo>
                    <a:pt x="3730368" y="1681454"/>
                  </a:lnTo>
                  <a:lnTo>
                    <a:pt x="37323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4870220" y="3800327"/>
              <a:ext cx="3734337" cy="1681504"/>
            </a:xfrm>
            <a:custGeom>
              <a:avLst/>
              <a:pathLst>
                <a:path w="3734337" h="1681504">
                  <a:moveTo>
                    <a:pt x="1984" y="0"/>
                  </a:moveTo>
                  <a:lnTo>
                    <a:pt x="3969" y="50"/>
                  </a:lnTo>
                  <a:lnTo>
                    <a:pt x="5954" y="101"/>
                  </a:lnTo>
                  <a:lnTo>
                    <a:pt x="7938" y="151"/>
                  </a:lnTo>
                  <a:lnTo>
                    <a:pt x="9923" y="451"/>
                  </a:lnTo>
                  <a:lnTo>
                    <a:pt x="28781" y="3300"/>
                  </a:lnTo>
                  <a:lnTo>
                    <a:pt x="30765" y="3599"/>
                  </a:lnTo>
                  <a:lnTo>
                    <a:pt x="32750" y="4146"/>
                  </a:lnTo>
                  <a:lnTo>
                    <a:pt x="51608" y="9343"/>
                  </a:lnTo>
                  <a:lnTo>
                    <a:pt x="53593" y="9890"/>
                  </a:lnTo>
                  <a:lnTo>
                    <a:pt x="55577" y="10678"/>
                  </a:lnTo>
                  <a:lnTo>
                    <a:pt x="74435" y="18170"/>
                  </a:lnTo>
                  <a:lnTo>
                    <a:pt x="76420" y="18959"/>
                  </a:lnTo>
                  <a:lnTo>
                    <a:pt x="78404" y="19997"/>
                  </a:lnTo>
                  <a:lnTo>
                    <a:pt x="97262" y="29855"/>
                  </a:lnTo>
                  <a:lnTo>
                    <a:pt x="99247" y="30893"/>
                  </a:lnTo>
                  <a:lnTo>
                    <a:pt x="101232" y="32175"/>
                  </a:lnTo>
                  <a:lnTo>
                    <a:pt x="120089" y="44360"/>
                  </a:lnTo>
                  <a:lnTo>
                    <a:pt x="122074" y="45642"/>
                  </a:lnTo>
                  <a:lnTo>
                    <a:pt x="124059" y="47119"/>
                  </a:lnTo>
                  <a:lnTo>
                    <a:pt x="142917" y="61156"/>
                  </a:lnTo>
                  <a:lnTo>
                    <a:pt x="144901" y="62634"/>
                  </a:lnTo>
                  <a:lnTo>
                    <a:pt x="146886" y="64287"/>
                  </a:lnTo>
                  <a:lnTo>
                    <a:pt x="165744" y="80001"/>
                  </a:lnTo>
                  <a:lnTo>
                    <a:pt x="167728" y="81654"/>
                  </a:lnTo>
                  <a:lnTo>
                    <a:pt x="169713" y="83465"/>
                  </a:lnTo>
                  <a:lnTo>
                    <a:pt x="188571" y="100668"/>
                  </a:lnTo>
                  <a:lnTo>
                    <a:pt x="190556" y="102479"/>
                  </a:lnTo>
                  <a:lnTo>
                    <a:pt x="192540" y="104426"/>
                  </a:lnTo>
                  <a:lnTo>
                    <a:pt x="211398" y="122927"/>
                  </a:lnTo>
                  <a:lnTo>
                    <a:pt x="213383" y="124874"/>
                  </a:lnTo>
                  <a:lnTo>
                    <a:pt x="215368" y="126937"/>
                  </a:lnTo>
                  <a:lnTo>
                    <a:pt x="234225" y="146539"/>
                  </a:lnTo>
                  <a:lnTo>
                    <a:pt x="236210" y="148602"/>
                  </a:lnTo>
                  <a:lnTo>
                    <a:pt x="238195" y="150771"/>
                  </a:lnTo>
                  <a:lnTo>
                    <a:pt x="257052" y="171386"/>
                  </a:lnTo>
                  <a:lnTo>
                    <a:pt x="259037" y="173555"/>
                  </a:lnTo>
                  <a:lnTo>
                    <a:pt x="261022" y="175794"/>
                  </a:lnTo>
                  <a:lnTo>
                    <a:pt x="279880" y="197068"/>
                  </a:lnTo>
                  <a:lnTo>
                    <a:pt x="281864" y="199307"/>
                  </a:lnTo>
                  <a:lnTo>
                    <a:pt x="283849" y="201593"/>
                  </a:lnTo>
                  <a:lnTo>
                    <a:pt x="302707" y="223313"/>
                  </a:lnTo>
                  <a:lnTo>
                    <a:pt x="304692" y="225599"/>
                  </a:lnTo>
                  <a:lnTo>
                    <a:pt x="306676" y="227915"/>
                  </a:lnTo>
                  <a:lnTo>
                    <a:pt x="325534" y="249924"/>
                  </a:lnTo>
                  <a:lnTo>
                    <a:pt x="327519" y="252240"/>
                  </a:lnTo>
                  <a:lnTo>
                    <a:pt x="329503" y="254572"/>
                  </a:lnTo>
                  <a:lnTo>
                    <a:pt x="348361" y="276724"/>
                  </a:lnTo>
                  <a:lnTo>
                    <a:pt x="350346" y="279055"/>
                  </a:lnTo>
                  <a:lnTo>
                    <a:pt x="352331" y="281388"/>
                  </a:lnTo>
                  <a:lnTo>
                    <a:pt x="371188" y="303552"/>
                  </a:lnTo>
                  <a:lnTo>
                    <a:pt x="373173" y="305885"/>
                  </a:lnTo>
                  <a:lnTo>
                    <a:pt x="375158" y="308205"/>
                  </a:lnTo>
                  <a:lnTo>
                    <a:pt x="394015" y="330253"/>
                  </a:lnTo>
                  <a:lnTo>
                    <a:pt x="396000" y="332573"/>
                  </a:lnTo>
                  <a:lnTo>
                    <a:pt x="397985" y="334864"/>
                  </a:lnTo>
                  <a:lnTo>
                    <a:pt x="416843" y="356634"/>
                  </a:lnTo>
                  <a:lnTo>
                    <a:pt x="418827" y="358925"/>
                  </a:lnTo>
                  <a:lnTo>
                    <a:pt x="420812" y="361181"/>
                  </a:lnTo>
                  <a:lnTo>
                    <a:pt x="439670" y="382616"/>
                  </a:lnTo>
                  <a:lnTo>
                    <a:pt x="441655" y="384872"/>
                  </a:lnTo>
                  <a:lnTo>
                    <a:pt x="443639" y="387085"/>
                  </a:lnTo>
                  <a:lnTo>
                    <a:pt x="462497" y="408120"/>
                  </a:lnTo>
                  <a:lnTo>
                    <a:pt x="464482" y="410334"/>
                  </a:lnTo>
                  <a:lnTo>
                    <a:pt x="466466" y="412500"/>
                  </a:lnTo>
                  <a:lnTo>
                    <a:pt x="485324" y="433079"/>
                  </a:lnTo>
                  <a:lnTo>
                    <a:pt x="487309" y="435245"/>
                  </a:lnTo>
                  <a:lnTo>
                    <a:pt x="489294" y="437359"/>
                  </a:lnTo>
                  <a:lnTo>
                    <a:pt x="508151" y="457439"/>
                  </a:lnTo>
                  <a:lnTo>
                    <a:pt x="510136" y="459552"/>
                  </a:lnTo>
                  <a:lnTo>
                    <a:pt x="512121" y="461609"/>
                  </a:lnTo>
                  <a:lnTo>
                    <a:pt x="530979" y="481155"/>
                  </a:lnTo>
                  <a:lnTo>
                    <a:pt x="532963" y="483212"/>
                  </a:lnTo>
                  <a:lnTo>
                    <a:pt x="534948" y="485201"/>
                  </a:lnTo>
                  <a:lnTo>
                    <a:pt x="553806" y="504105"/>
                  </a:lnTo>
                  <a:lnTo>
                    <a:pt x="555790" y="506094"/>
                  </a:lnTo>
                  <a:lnTo>
                    <a:pt x="557775" y="508018"/>
                  </a:lnTo>
                  <a:lnTo>
                    <a:pt x="576633" y="526292"/>
                  </a:lnTo>
                  <a:lnTo>
                    <a:pt x="578618" y="528215"/>
                  </a:lnTo>
                  <a:lnTo>
                    <a:pt x="580602" y="530077"/>
                  </a:lnTo>
                  <a:lnTo>
                    <a:pt x="599460" y="547766"/>
                  </a:lnTo>
                  <a:lnTo>
                    <a:pt x="601445" y="549627"/>
                  </a:lnTo>
                  <a:lnTo>
                    <a:pt x="603429" y="551428"/>
                  </a:lnTo>
                  <a:lnTo>
                    <a:pt x="622287" y="568537"/>
                  </a:lnTo>
                  <a:lnTo>
                    <a:pt x="624272" y="570337"/>
                  </a:lnTo>
                  <a:lnTo>
                    <a:pt x="626257" y="572078"/>
                  </a:lnTo>
                  <a:lnTo>
                    <a:pt x="645114" y="588620"/>
                  </a:lnTo>
                  <a:lnTo>
                    <a:pt x="647099" y="590361"/>
                  </a:lnTo>
                  <a:lnTo>
                    <a:pt x="649084" y="592044"/>
                  </a:lnTo>
                  <a:lnTo>
                    <a:pt x="667942" y="608038"/>
                  </a:lnTo>
                  <a:lnTo>
                    <a:pt x="669926" y="609722"/>
                  </a:lnTo>
                  <a:lnTo>
                    <a:pt x="671911" y="611350"/>
                  </a:lnTo>
                  <a:lnTo>
                    <a:pt x="690769" y="626819"/>
                  </a:lnTo>
                  <a:lnTo>
                    <a:pt x="692753" y="628447"/>
                  </a:lnTo>
                  <a:lnTo>
                    <a:pt x="694738" y="630015"/>
                  </a:lnTo>
                  <a:lnTo>
                    <a:pt x="713596" y="644915"/>
                  </a:lnTo>
                  <a:lnTo>
                    <a:pt x="715581" y="646483"/>
                  </a:lnTo>
                  <a:lnTo>
                    <a:pt x="717565" y="648008"/>
                  </a:lnTo>
                  <a:lnTo>
                    <a:pt x="736423" y="662494"/>
                  </a:lnTo>
                  <a:lnTo>
                    <a:pt x="738408" y="664019"/>
                  </a:lnTo>
                  <a:lnTo>
                    <a:pt x="740392" y="665506"/>
                  </a:lnTo>
                  <a:lnTo>
                    <a:pt x="759250" y="679632"/>
                  </a:lnTo>
                  <a:lnTo>
                    <a:pt x="761235" y="681119"/>
                  </a:lnTo>
                  <a:lnTo>
                    <a:pt x="763220" y="682574"/>
                  </a:lnTo>
                  <a:lnTo>
                    <a:pt x="782077" y="696398"/>
                  </a:lnTo>
                  <a:lnTo>
                    <a:pt x="784062" y="697853"/>
                  </a:lnTo>
                  <a:lnTo>
                    <a:pt x="786047" y="699283"/>
                  </a:lnTo>
                  <a:lnTo>
                    <a:pt x="804905" y="712867"/>
                  </a:lnTo>
                  <a:lnTo>
                    <a:pt x="806889" y="714296"/>
                  </a:lnTo>
                  <a:lnTo>
                    <a:pt x="808874" y="715707"/>
                  </a:lnTo>
                  <a:lnTo>
                    <a:pt x="827732" y="729114"/>
                  </a:lnTo>
                  <a:lnTo>
                    <a:pt x="829716" y="730525"/>
                  </a:lnTo>
                  <a:lnTo>
                    <a:pt x="831701" y="731924"/>
                  </a:lnTo>
                  <a:lnTo>
                    <a:pt x="850559" y="745217"/>
                  </a:lnTo>
                  <a:lnTo>
                    <a:pt x="852544" y="746616"/>
                  </a:lnTo>
                  <a:lnTo>
                    <a:pt x="854528" y="748013"/>
                  </a:lnTo>
                  <a:lnTo>
                    <a:pt x="873386" y="761282"/>
                  </a:lnTo>
                  <a:lnTo>
                    <a:pt x="875371" y="762679"/>
                  </a:lnTo>
                  <a:lnTo>
                    <a:pt x="877355" y="764080"/>
                  </a:lnTo>
                  <a:lnTo>
                    <a:pt x="896213" y="777397"/>
                  </a:lnTo>
                  <a:lnTo>
                    <a:pt x="898198" y="778799"/>
                  </a:lnTo>
                  <a:lnTo>
                    <a:pt x="900183" y="780211"/>
                  </a:lnTo>
                  <a:lnTo>
                    <a:pt x="919040" y="793630"/>
                  </a:lnTo>
                  <a:lnTo>
                    <a:pt x="921025" y="795043"/>
                  </a:lnTo>
                  <a:lnTo>
                    <a:pt x="923010" y="796471"/>
                  </a:lnTo>
                  <a:lnTo>
                    <a:pt x="941868" y="810041"/>
                  </a:lnTo>
                  <a:lnTo>
                    <a:pt x="943852" y="811469"/>
                  </a:lnTo>
                  <a:lnTo>
                    <a:pt x="945837" y="812918"/>
                  </a:lnTo>
                  <a:lnTo>
                    <a:pt x="964695" y="826681"/>
                  </a:lnTo>
                  <a:lnTo>
                    <a:pt x="966679" y="828129"/>
                  </a:lnTo>
                  <a:lnTo>
                    <a:pt x="968664" y="829602"/>
                  </a:lnTo>
                  <a:lnTo>
                    <a:pt x="987522" y="843592"/>
                  </a:lnTo>
                  <a:lnTo>
                    <a:pt x="989507" y="845065"/>
                  </a:lnTo>
                  <a:lnTo>
                    <a:pt x="991491" y="846569"/>
                  </a:lnTo>
                  <a:lnTo>
                    <a:pt x="1010349" y="860867"/>
                  </a:lnTo>
                  <a:lnTo>
                    <a:pt x="1012334" y="862372"/>
                  </a:lnTo>
                  <a:lnTo>
                    <a:pt x="1014319" y="863905"/>
                  </a:lnTo>
                  <a:lnTo>
                    <a:pt x="1033176" y="878479"/>
                  </a:lnTo>
                  <a:lnTo>
                    <a:pt x="1035161" y="880012"/>
                  </a:lnTo>
                  <a:lnTo>
                    <a:pt x="1037146" y="881574"/>
                  </a:lnTo>
                  <a:lnTo>
                    <a:pt x="1056003" y="896416"/>
                  </a:lnTo>
                  <a:lnTo>
                    <a:pt x="1057988" y="897978"/>
                  </a:lnTo>
                  <a:lnTo>
                    <a:pt x="1059973" y="899567"/>
                  </a:lnTo>
                  <a:lnTo>
                    <a:pt x="1078831" y="914667"/>
                  </a:lnTo>
                  <a:lnTo>
                    <a:pt x="1080815" y="916257"/>
                  </a:lnTo>
                  <a:lnTo>
                    <a:pt x="1082800" y="917871"/>
                  </a:lnTo>
                  <a:lnTo>
                    <a:pt x="1101658" y="933211"/>
                  </a:lnTo>
                  <a:lnTo>
                    <a:pt x="1103642" y="934825"/>
                  </a:lnTo>
                  <a:lnTo>
                    <a:pt x="1105627" y="936462"/>
                  </a:lnTo>
                  <a:lnTo>
                    <a:pt x="1124485" y="952016"/>
                  </a:lnTo>
                  <a:lnTo>
                    <a:pt x="1126470" y="953653"/>
                  </a:lnTo>
                  <a:lnTo>
                    <a:pt x="1128454" y="955309"/>
                  </a:lnTo>
                  <a:lnTo>
                    <a:pt x="1147312" y="971053"/>
                  </a:lnTo>
                  <a:lnTo>
                    <a:pt x="1149297" y="972710"/>
                  </a:lnTo>
                  <a:lnTo>
                    <a:pt x="1151282" y="974381"/>
                  </a:lnTo>
                  <a:lnTo>
                    <a:pt x="1170139" y="990267"/>
                  </a:lnTo>
                  <a:lnTo>
                    <a:pt x="1172124" y="991938"/>
                  </a:lnTo>
                  <a:lnTo>
                    <a:pt x="1174109" y="993617"/>
                  </a:lnTo>
                  <a:lnTo>
                    <a:pt x="1192966" y="1009570"/>
                  </a:lnTo>
                  <a:lnTo>
                    <a:pt x="1194951" y="1011248"/>
                  </a:lnTo>
                  <a:lnTo>
                    <a:pt x="1196936" y="1012929"/>
                  </a:lnTo>
                  <a:lnTo>
                    <a:pt x="1215794" y="1028897"/>
                  </a:lnTo>
                  <a:lnTo>
                    <a:pt x="1217778" y="1030577"/>
                  </a:lnTo>
                  <a:lnTo>
                    <a:pt x="1219763" y="1032254"/>
                  </a:lnTo>
                  <a:lnTo>
                    <a:pt x="1238621" y="1048183"/>
                  </a:lnTo>
                  <a:lnTo>
                    <a:pt x="1240606" y="1049860"/>
                  </a:lnTo>
                  <a:lnTo>
                    <a:pt x="1242590" y="1051526"/>
                  </a:lnTo>
                  <a:lnTo>
                    <a:pt x="1261448" y="1067362"/>
                  </a:lnTo>
                  <a:lnTo>
                    <a:pt x="1263433" y="1069029"/>
                  </a:lnTo>
                  <a:lnTo>
                    <a:pt x="1265417" y="1070679"/>
                  </a:lnTo>
                  <a:lnTo>
                    <a:pt x="1284275" y="1086365"/>
                  </a:lnTo>
                  <a:lnTo>
                    <a:pt x="1286260" y="1088016"/>
                  </a:lnTo>
                  <a:lnTo>
                    <a:pt x="1288245" y="1089640"/>
                  </a:lnTo>
                  <a:lnTo>
                    <a:pt x="1307102" y="1105070"/>
                  </a:lnTo>
                  <a:lnTo>
                    <a:pt x="1309087" y="1106694"/>
                  </a:lnTo>
                  <a:lnTo>
                    <a:pt x="1311072" y="1108286"/>
                  </a:lnTo>
                  <a:lnTo>
                    <a:pt x="1329930" y="1123412"/>
                  </a:lnTo>
                  <a:lnTo>
                    <a:pt x="1331914" y="1125004"/>
                  </a:lnTo>
                  <a:lnTo>
                    <a:pt x="1333899" y="1126559"/>
                  </a:lnTo>
                  <a:lnTo>
                    <a:pt x="1352757" y="1141337"/>
                  </a:lnTo>
                  <a:lnTo>
                    <a:pt x="1354741" y="1142892"/>
                  </a:lnTo>
                  <a:lnTo>
                    <a:pt x="1356726" y="1144405"/>
                  </a:lnTo>
                  <a:lnTo>
                    <a:pt x="1375584" y="1158783"/>
                  </a:lnTo>
                  <a:lnTo>
                    <a:pt x="1377569" y="1160296"/>
                  </a:lnTo>
                  <a:lnTo>
                    <a:pt x="1379553" y="1161762"/>
                  </a:lnTo>
                  <a:lnTo>
                    <a:pt x="1398411" y="1175689"/>
                  </a:lnTo>
                  <a:lnTo>
                    <a:pt x="1400396" y="1177155"/>
                  </a:lnTo>
                  <a:lnTo>
                    <a:pt x="1402380" y="1178568"/>
                  </a:lnTo>
                  <a:lnTo>
                    <a:pt x="1421238" y="1191996"/>
                  </a:lnTo>
                  <a:lnTo>
                    <a:pt x="1423223" y="1193410"/>
                  </a:lnTo>
                  <a:lnTo>
                    <a:pt x="1425208" y="1194763"/>
                  </a:lnTo>
                  <a:lnTo>
                    <a:pt x="1444065" y="1207623"/>
                  </a:lnTo>
                  <a:lnTo>
                    <a:pt x="1446050" y="1208976"/>
                  </a:lnTo>
                  <a:lnTo>
                    <a:pt x="1448035" y="1210255"/>
                  </a:lnTo>
                  <a:lnTo>
                    <a:pt x="1466893" y="1222407"/>
                  </a:lnTo>
                  <a:lnTo>
                    <a:pt x="1468877" y="1223686"/>
                  </a:lnTo>
                  <a:lnTo>
                    <a:pt x="1470862" y="1224896"/>
                  </a:lnTo>
                  <a:lnTo>
                    <a:pt x="1489720" y="1236401"/>
                  </a:lnTo>
                  <a:lnTo>
                    <a:pt x="1491704" y="1237612"/>
                  </a:lnTo>
                  <a:lnTo>
                    <a:pt x="1493689" y="1238752"/>
                  </a:lnTo>
                  <a:lnTo>
                    <a:pt x="1512547" y="1249578"/>
                  </a:lnTo>
                  <a:lnTo>
                    <a:pt x="1514532" y="1250717"/>
                  </a:lnTo>
                  <a:lnTo>
                    <a:pt x="1516516" y="1251782"/>
                  </a:lnTo>
                  <a:lnTo>
                    <a:pt x="1535374" y="1261902"/>
                  </a:lnTo>
                  <a:lnTo>
                    <a:pt x="1537359" y="1262967"/>
                  </a:lnTo>
                  <a:lnTo>
                    <a:pt x="1539343" y="1263956"/>
                  </a:lnTo>
                  <a:lnTo>
                    <a:pt x="1558201" y="1273347"/>
                  </a:lnTo>
                  <a:lnTo>
                    <a:pt x="1560186" y="1274336"/>
                  </a:lnTo>
                  <a:lnTo>
                    <a:pt x="1562171" y="1275246"/>
                  </a:lnTo>
                  <a:lnTo>
                    <a:pt x="1581028" y="1283891"/>
                  </a:lnTo>
                  <a:lnTo>
                    <a:pt x="1583013" y="1284801"/>
                  </a:lnTo>
                  <a:lnTo>
                    <a:pt x="1584998" y="1285621"/>
                  </a:lnTo>
                  <a:lnTo>
                    <a:pt x="1603856" y="1293410"/>
                  </a:lnTo>
                  <a:lnTo>
                    <a:pt x="1605840" y="1294230"/>
                  </a:lnTo>
                  <a:lnTo>
                    <a:pt x="1607825" y="1294963"/>
                  </a:lnTo>
                  <a:lnTo>
                    <a:pt x="1626683" y="1301931"/>
                  </a:lnTo>
                  <a:lnTo>
                    <a:pt x="1628667" y="1302664"/>
                  </a:lnTo>
                  <a:lnTo>
                    <a:pt x="1630652" y="1303319"/>
                  </a:lnTo>
                  <a:lnTo>
                    <a:pt x="1649510" y="1309543"/>
                  </a:lnTo>
                  <a:lnTo>
                    <a:pt x="1651495" y="1310198"/>
                  </a:lnTo>
                  <a:lnTo>
                    <a:pt x="1653479" y="1310777"/>
                  </a:lnTo>
                  <a:lnTo>
                    <a:pt x="1672337" y="1316279"/>
                  </a:lnTo>
                  <a:lnTo>
                    <a:pt x="1674322" y="1316858"/>
                  </a:lnTo>
                  <a:lnTo>
                    <a:pt x="1676306" y="1317364"/>
                  </a:lnTo>
                  <a:lnTo>
                    <a:pt x="1695164" y="1322172"/>
                  </a:lnTo>
                  <a:lnTo>
                    <a:pt x="1697149" y="1322678"/>
                  </a:lnTo>
                  <a:lnTo>
                    <a:pt x="1699134" y="1323115"/>
                  </a:lnTo>
                  <a:lnTo>
                    <a:pt x="1717991" y="1327267"/>
                  </a:lnTo>
                  <a:lnTo>
                    <a:pt x="1719976" y="1327704"/>
                  </a:lnTo>
                  <a:lnTo>
                    <a:pt x="1721961" y="1328077"/>
                  </a:lnTo>
                  <a:lnTo>
                    <a:pt x="1740819" y="1331616"/>
                  </a:lnTo>
                  <a:lnTo>
                    <a:pt x="1742803" y="1331989"/>
                  </a:lnTo>
                  <a:lnTo>
                    <a:pt x="1744788" y="1332293"/>
                  </a:lnTo>
                  <a:lnTo>
                    <a:pt x="1763646" y="1335184"/>
                  </a:lnTo>
                  <a:lnTo>
                    <a:pt x="1765630" y="1335488"/>
                  </a:lnTo>
                  <a:lnTo>
                    <a:pt x="1767615" y="1335745"/>
                  </a:lnTo>
                  <a:lnTo>
                    <a:pt x="1786473" y="1338187"/>
                  </a:lnTo>
                  <a:lnTo>
                    <a:pt x="1788458" y="1338444"/>
                  </a:lnTo>
                  <a:lnTo>
                    <a:pt x="1790442" y="1338662"/>
                  </a:lnTo>
                  <a:lnTo>
                    <a:pt x="1809300" y="1340732"/>
                  </a:lnTo>
                  <a:lnTo>
                    <a:pt x="1811285" y="1340950"/>
                  </a:lnTo>
                  <a:lnTo>
                    <a:pt x="1813269" y="1341137"/>
                  </a:lnTo>
                  <a:lnTo>
                    <a:pt x="1832127" y="1342916"/>
                  </a:lnTo>
                  <a:lnTo>
                    <a:pt x="1834112" y="1343103"/>
                  </a:lnTo>
                  <a:lnTo>
                    <a:pt x="1836097" y="1343269"/>
                  </a:lnTo>
                  <a:lnTo>
                    <a:pt x="1854954" y="1344841"/>
                  </a:lnTo>
                  <a:lnTo>
                    <a:pt x="1856939" y="1345006"/>
                  </a:lnTo>
                  <a:lnTo>
                    <a:pt x="1858924" y="1345159"/>
                  </a:lnTo>
                  <a:lnTo>
                    <a:pt x="1877782" y="1346611"/>
                  </a:lnTo>
                  <a:lnTo>
                    <a:pt x="1879766" y="1346764"/>
                  </a:lnTo>
                  <a:lnTo>
                    <a:pt x="1881751" y="1346914"/>
                  </a:lnTo>
                  <a:lnTo>
                    <a:pt x="1900609" y="1348343"/>
                  </a:lnTo>
                  <a:lnTo>
                    <a:pt x="1902593" y="1348494"/>
                  </a:lnTo>
                  <a:lnTo>
                    <a:pt x="1904578" y="1348655"/>
                  </a:lnTo>
                  <a:lnTo>
                    <a:pt x="1923436" y="1350184"/>
                  </a:lnTo>
                  <a:lnTo>
                    <a:pt x="1925421" y="1350345"/>
                  </a:lnTo>
                  <a:lnTo>
                    <a:pt x="1927405" y="1350525"/>
                  </a:lnTo>
                  <a:lnTo>
                    <a:pt x="1946263" y="1352237"/>
                  </a:lnTo>
                  <a:lnTo>
                    <a:pt x="1948248" y="1352417"/>
                  </a:lnTo>
                  <a:lnTo>
                    <a:pt x="1950233" y="1352624"/>
                  </a:lnTo>
                  <a:lnTo>
                    <a:pt x="1969090" y="1354593"/>
                  </a:lnTo>
                  <a:lnTo>
                    <a:pt x="1971075" y="1354800"/>
                  </a:lnTo>
                  <a:lnTo>
                    <a:pt x="1973060" y="1355042"/>
                  </a:lnTo>
                  <a:lnTo>
                    <a:pt x="1991917" y="1357336"/>
                  </a:lnTo>
                  <a:lnTo>
                    <a:pt x="1993902" y="1357577"/>
                  </a:lnTo>
                  <a:lnTo>
                    <a:pt x="1995887" y="1357859"/>
                  </a:lnTo>
                  <a:lnTo>
                    <a:pt x="2014745" y="1360539"/>
                  </a:lnTo>
                  <a:lnTo>
                    <a:pt x="2016729" y="1360820"/>
                  </a:lnTo>
                  <a:lnTo>
                    <a:pt x="2018714" y="1361148"/>
                  </a:lnTo>
                  <a:lnTo>
                    <a:pt x="2037572" y="1364265"/>
                  </a:lnTo>
                  <a:lnTo>
                    <a:pt x="2039557" y="1364593"/>
                  </a:lnTo>
                  <a:lnTo>
                    <a:pt x="2041541" y="1364981"/>
                  </a:lnTo>
                  <a:lnTo>
                    <a:pt x="2060399" y="1368676"/>
                  </a:lnTo>
                  <a:lnTo>
                    <a:pt x="2062384" y="1369065"/>
                  </a:lnTo>
                  <a:lnTo>
                    <a:pt x="2064368" y="1369510"/>
                  </a:lnTo>
                  <a:lnTo>
                    <a:pt x="2083226" y="1373735"/>
                  </a:lnTo>
                  <a:lnTo>
                    <a:pt x="2085211" y="1374180"/>
                  </a:lnTo>
                  <a:lnTo>
                    <a:pt x="2087196" y="1374680"/>
                  </a:lnTo>
                  <a:lnTo>
                    <a:pt x="2106053" y="1379434"/>
                  </a:lnTo>
                  <a:lnTo>
                    <a:pt x="2108038" y="1379935"/>
                  </a:lnTo>
                  <a:lnTo>
                    <a:pt x="2110023" y="1380491"/>
                  </a:lnTo>
                  <a:lnTo>
                    <a:pt x="2128881" y="1385773"/>
                  </a:lnTo>
                  <a:lnTo>
                    <a:pt x="2130865" y="1386329"/>
                  </a:lnTo>
                  <a:lnTo>
                    <a:pt x="2132850" y="1386940"/>
                  </a:lnTo>
                  <a:lnTo>
                    <a:pt x="2151708" y="1392743"/>
                  </a:lnTo>
                  <a:lnTo>
                    <a:pt x="2153692" y="1393354"/>
                  </a:lnTo>
                  <a:lnTo>
                    <a:pt x="2155677" y="1394017"/>
                  </a:lnTo>
                  <a:lnTo>
                    <a:pt x="2174535" y="1400322"/>
                  </a:lnTo>
                  <a:lnTo>
                    <a:pt x="2176520" y="1400986"/>
                  </a:lnTo>
                  <a:lnTo>
                    <a:pt x="2178504" y="1401703"/>
                  </a:lnTo>
                  <a:lnTo>
                    <a:pt x="2197362" y="1408512"/>
                  </a:lnTo>
                  <a:lnTo>
                    <a:pt x="2199347" y="1409228"/>
                  </a:lnTo>
                  <a:lnTo>
                    <a:pt x="2201331" y="1409996"/>
                  </a:lnTo>
                  <a:lnTo>
                    <a:pt x="2220189" y="1417294"/>
                  </a:lnTo>
                  <a:lnTo>
                    <a:pt x="2222174" y="1418063"/>
                  </a:lnTo>
                  <a:lnTo>
                    <a:pt x="2224159" y="1418870"/>
                  </a:lnTo>
                  <a:lnTo>
                    <a:pt x="2243016" y="1426538"/>
                  </a:lnTo>
                  <a:lnTo>
                    <a:pt x="2245001" y="1427345"/>
                  </a:lnTo>
                  <a:lnTo>
                    <a:pt x="2246986" y="1428185"/>
                  </a:lnTo>
                  <a:lnTo>
                    <a:pt x="2265844" y="1436172"/>
                  </a:lnTo>
                  <a:lnTo>
                    <a:pt x="2267828" y="1437012"/>
                  </a:lnTo>
                  <a:lnTo>
                    <a:pt x="2269813" y="1437881"/>
                  </a:lnTo>
                  <a:lnTo>
                    <a:pt x="2288671" y="1446130"/>
                  </a:lnTo>
                  <a:lnTo>
                    <a:pt x="2290655" y="1446998"/>
                  </a:lnTo>
                  <a:lnTo>
                    <a:pt x="2292640" y="1447888"/>
                  </a:lnTo>
                  <a:lnTo>
                    <a:pt x="2311498" y="1456343"/>
                  </a:lnTo>
                  <a:lnTo>
                    <a:pt x="2313483" y="1457232"/>
                  </a:lnTo>
                  <a:lnTo>
                    <a:pt x="2315467" y="1458137"/>
                  </a:lnTo>
                  <a:lnTo>
                    <a:pt x="2334325" y="1466736"/>
                  </a:lnTo>
                  <a:lnTo>
                    <a:pt x="2336310" y="1467641"/>
                  </a:lnTo>
                  <a:lnTo>
                    <a:pt x="2338294" y="1468555"/>
                  </a:lnTo>
                  <a:lnTo>
                    <a:pt x="2357152" y="1477236"/>
                  </a:lnTo>
                  <a:lnTo>
                    <a:pt x="2359137" y="1478150"/>
                  </a:lnTo>
                  <a:lnTo>
                    <a:pt x="2361122" y="1479062"/>
                  </a:lnTo>
                  <a:lnTo>
                    <a:pt x="2379979" y="1487735"/>
                  </a:lnTo>
                  <a:lnTo>
                    <a:pt x="2381964" y="1488648"/>
                  </a:lnTo>
                  <a:lnTo>
                    <a:pt x="2383949" y="1489553"/>
                  </a:lnTo>
                  <a:lnTo>
                    <a:pt x="2402807" y="1498153"/>
                  </a:lnTo>
                  <a:lnTo>
                    <a:pt x="2404791" y="1499058"/>
                  </a:lnTo>
                  <a:lnTo>
                    <a:pt x="2406776" y="1499949"/>
                  </a:lnTo>
                  <a:lnTo>
                    <a:pt x="2425634" y="1508419"/>
                  </a:lnTo>
                  <a:lnTo>
                    <a:pt x="2427618" y="1509310"/>
                  </a:lnTo>
                  <a:lnTo>
                    <a:pt x="2429603" y="1510182"/>
                  </a:lnTo>
                  <a:lnTo>
                    <a:pt x="2448461" y="1518467"/>
                  </a:lnTo>
                  <a:lnTo>
                    <a:pt x="2450446" y="1519339"/>
                  </a:lnTo>
                  <a:lnTo>
                    <a:pt x="2452430" y="1520186"/>
                  </a:lnTo>
                  <a:lnTo>
                    <a:pt x="2471288" y="1528233"/>
                  </a:lnTo>
                  <a:lnTo>
                    <a:pt x="2473273" y="1529080"/>
                  </a:lnTo>
                  <a:lnTo>
                    <a:pt x="2475257" y="1529896"/>
                  </a:lnTo>
                  <a:lnTo>
                    <a:pt x="2494115" y="1537647"/>
                  </a:lnTo>
                  <a:lnTo>
                    <a:pt x="2496100" y="1538462"/>
                  </a:lnTo>
                  <a:lnTo>
                    <a:pt x="2498085" y="1539235"/>
                  </a:lnTo>
                  <a:lnTo>
                    <a:pt x="2516942" y="1546582"/>
                  </a:lnTo>
                  <a:lnTo>
                    <a:pt x="2518927" y="1547355"/>
                  </a:lnTo>
                  <a:lnTo>
                    <a:pt x="2520912" y="1548088"/>
                  </a:lnTo>
                  <a:lnTo>
                    <a:pt x="2539770" y="1555050"/>
                  </a:lnTo>
                  <a:lnTo>
                    <a:pt x="2541754" y="1555783"/>
                  </a:lnTo>
                  <a:lnTo>
                    <a:pt x="2543739" y="1556472"/>
                  </a:lnTo>
                  <a:lnTo>
                    <a:pt x="2562597" y="1563022"/>
                  </a:lnTo>
                  <a:lnTo>
                    <a:pt x="2564581" y="1563711"/>
                  </a:lnTo>
                  <a:lnTo>
                    <a:pt x="2566566" y="1564355"/>
                  </a:lnTo>
                  <a:lnTo>
                    <a:pt x="2585424" y="1570471"/>
                  </a:lnTo>
                  <a:lnTo>
                    <a:pt x="2587409" y="1571114"/>
                  </a:lnTo>
                  <a:lnTo>
                    <a:pt x="2589393" y="1571711"/>
                  </a:lnTo>
                  <a:lnTo>
                    <a:pt x="2608251" y="1577377"/>
                  </a:lnTo>
                  <a:lnTo>
                    <a:pt x="2610236" y="1577973"/>
                  </a:lnTo>
                  <a:lnTo>
                    <a:pt x="2612220" y="1578521"/>
                  </a:lnTo>
                  <a:lnTo>
                    <a:pt x="2631078" y="1583728"/>
                  </a:lnTo>
                  <a:lnTo>
                    <a:pt x="2633063" y="1584276"/>
                  </a:lnTo>
                  <a:lnTo>
                    <a:pt x="2635048" y="1584769"/>
                  </a:lnTo>
                  <a:lnTo>
                    <a:pt x="2653905" y="1589455"/>
                  </a:lnTo>
                  <a:lnTo>
                    <a:pt x="2655890" y="1589948"/>
                  </a:lnTo>
                  <a:lnTo>
                    <a:pt x="2657875" y="1590389"/>
                  </a:lnTo>
                  <a:lnTo>
                    <a:pt x="2676733" y="1594581"/>
                  </a:lnTo>
                  <a:lnTo>
                    <a:pt x="2678717" y="1595022"/>
                  </a:lnTo>
                  <a:lnTo>
                    <a:pt x="2680702" y="1595417"/>
                  </a:lnTo>
                  <a:lnTo>
                    <a:pt x="2699560" y="1599172"/>
                  </a:lnTo>
                  <a:lnTo>
                    <a:pt x="2701544" y="1599568"/>
                  </a:lnTo>
                  <a:lnTo>
                    <a:pt x="2703529" y="1599919"/>
                  </a:lnTo>
                  <a:lnTo>
                    <a:pt x="2722387" y="1603258"/>
                  </a:lnTo>
                  <a:lnTo>
                    <a:pt x="2724372" y="1603609"/>
                  </a:lnTo>
                  <a:lnTo>
                    <a:pt x="2726356" y="1603920"/>
                  </a:lnTo>
                  <a:lnTo>
                    <a:pt x="2745214" y="1606869"/>
                  </a:lnTo>
                  <a:lnTo>
                    <a:pt x="2747199" y="1607179"/>
                  </a:lnTo>
                  <a:lnTo>
                    <a:pt x="2749184" y="1607452"/>
                  </a:lnTo>
                  <a:lnTo>
                    <a:pt x="2768041" y="1610040"/>
                  </a:lnTo>
                  <a:lnTo>
                    <a:pt x="2770026" y="1610313"/>
                  </a:lnTo>
                  <a:lnTo>
                    <a:pt x="2772011" y="1610551"/>
                  </a:lnTo>
                  <a:lnTo>
                    <a:pt x="2790868" y="1612813"/>
                  </a:lnTo>
                  <a:lnTo>
                    <a:pt x="2792853" y="1613051"/>
                  </a:lnTo>
                  <a:lnTo>
                    <a:pt x="2794838" y="1613253"/>
                  </a:lnTo>
                  <a:lnTo>
                    <a:pt x="2813696" y="1615176"/>
                  </a:lnTo>
                  <a:lnTo>
                    <a:pt x="2815680" y="1615378"/>
                  </a:lnTo>
                  <a:lnTo>
                    <a:pt x="2817665" y="1615557"/>
                  </a:lnTo>
                  <a:lnTo>
                    <a:pt x="2836523" y="1617252"/>
                  </a:lnTo>
                  <a:lnTo>
                    <a:pt x="2838508" y="1617430"/>
                  </a:lnTo>
                  <a:lnTo>
                    <a:pt x="2840492" y="1617589"/>
                  </a:lnTo>
                  <a:lnTo>
                    <a:pt x="2859350" y="1619097"/>
                  </a:lnTo>
                  <a:lnTo>
                    <a:pt x="2861335" y="1619256"/>
                  </a:lnTo>
                  <a:lnTo>
                    <a:pt x="2863319" y="1619399"/>
                  </a:lnTo>
                  <a:lnTo>
                    <a:pt x="2882177" y="1620760"/>
                  </a:lnTo>
                  <a:lnTo>
                    <a:pt x="2884162" y="1620904"/>
                  </a:lnTo>
                  <a:lnTo>
                    <a:pt x="2886147" y="1621035"/>
                  </a:lnTo>
                  <a:lnTo>
                    <a:pt x="2905004" y="1622288"/>
                  </a:lnTo>
                  <a:lnTo>
                    <a:pt x="2906989" y="1622420"/>
                  </a:lnTo>
                  <a:lnTo>
                    <a:pt x="2908974" y="1622544"/>
                  </a:lnTo>
                  <a:lnTo>
                    <a:pt x="2927831" y="1623726"/>
                  </a:lnTo>
                  <a:lnTo>
                    <a:pt x="2929816" y="1623850"/>
                  </a:lnTo>
                  <a:lnTo>
                    <a:pt x="2931801" y="1623971"/>
                  </a:lnTo>
                  <a:lnTo>
                    <a:pt x="2950659" y="1625116"/>
                  </a:lnTo>
                  <a:lnTo>
                    <a:pt x="2952643" y="1625237"/>
                  </a:lnTo>
                  <a:lnTo>
                    <a:pt x="2954628" y="1625358"/>
                  </a:lnTo>
                  <a:lnTo>
                    <a:pt x="2973486" y="1626509"/>
                  </a:lnTo>
                  <a:lnTo>
                    <a:pt x="2975471" y="1626631"/>
                  </a:lnTo>
                  <a:lnTo>
                    <a:pt x="2977455" y="1626755"/>
                  </a:lnTo>
                  <a:lnTo>
                    <a:pt x="2996313" y="1627941"/>
                  </a:lnTo>
                  <a:lnTo>
                    <a:pt x="2998298" y="1628065"/>
                  </a:lnTo>
                  <a:lnTo>
                    <a:pt x="3000282" y="1628196"/>
                  </a:lnTo>
                  <a:lnTo>
                    <a:pt x="3019140" y="1629434"/>
                  </a:lnTo>
                  <a:lnTo>
                    <a:pt x="3021125" y="1629565"/>
                  </a:lnTo>
                  <a:lnTo>
                    <a:pt x="3023110" y="1629702"/>
                  </a:lnTo>
                  <a:lnTo>
                    <a:pt x="3041967" y="1631010"/>
                  </a:lnTo>
                  <a:lnTo>
                    <a:pt x="3043952" y="1631148"/>
                  </a:lnTo>
                  <a:lnTo>
                    <a:pt x="3045937" y="1631294"/>
                  </a:lnTo>
                  <a:lnTo>
                    <a:pt x="3064795" y="1632682"/>
                  </a:lnTo>
                  <a:lnTo>
                    <a:pt x="3066779" y="1632828"/>
                  </a:lnTo>
                  <a:lnTo>
                    <a:pt x="3068764" y="1632983"/>
                  </a:lnTo>
                  <a:lnTo>
                    <a:pt x="3087622" y="1634458"/>
                  </a:lnTo>
                  <a:lnTo>
                    <a:pt x="3089606" y="1634614"/>
                  </a:lnTo>
                  <a:lnTo>
                    <a:pt x="3091591" y="1634780"/>
                  </a:lnTo>
                  <a:lnTo>
                    <a:pt x="3110449" y="1636361"/>
                  </a:lnTo>
                  <a:lnTo>
                    <a:pt x="3112434" y="1636528"/>
                  </a:lnTo>
                  <a:lnTo>
                    <a:pt x="3114418" y="1636704"/>
                  </a:lnTo>
                  <a:lnTo>
                    <a:pt x="3133276" y="1638373"/>
                  </a:lnTo>
                  <a:lnTo>
                    <a:pt x="3135261" y="1638549"/>
                  </a:lnTo>
                  <a:lnTo>
                    <a:pt x="3137245" y="1638733"/>
                  </a:lnTo>
                  <a:lnTo>
                    <a:pt x="3156103" y="1640479"/>
                  </a:lnTo>
                  <a:lnTo>
                    <a:pt x="3158088" y="1640663"/>
                  </a:lnTo>
                  <a:lnTo>
                    <a:pt x="3160073" y="1640854"/>
                  </a:lnTo>
                  <a:lnTo>
                    <a:pt x="3178930" y="1642669"/>
                  </a:lnTo>
                  <a:lnTo>
                    <a:pt x="3180915" y="1642859"/>
                  </a:lnTo>
                  <a:lnTo>
                    <a:pt x="3182900" y="1643056"/>
                  </a:lnTo>
                  <a:lnTo>
                    <a:pt x="3201758" y="1644925"/>
                  </a:lnTo>
                  <a:lnTo>
                    <a:pt x="3203742" y="1645122"/>
                  </a:lnTo>
                  <a:lnTo>
                    <a:pt x="3205727" y="1645323"/>
                  </a:lnTo>
                  <a:lnTo>
                    <a:pt x="3224585" y="1647233"/>
                  </a:lnTo>
                  <a:lnTo>
                    <a:pt x="3226569" y="1647434"/>
                  </a:lnTo>
                  <a:lnTo>
                    <a:pt x="3228554" y="1647638"/>
                  </a:lnTo>
                  <a:lnTo>
                    <a:pt x="3247412" y="1649574"/>
                  </a:lnTo>
                  <a:lnTo>
                    <a:pt x="3249397" y="1649778"/>
                  </a:lnTo>
                  <a:lnTo>
                    <a:pt x="3251381" y="1649982"/>
                  </a:lnTo>
                  <a:lnTo>
                    <a:pt x="3270239" y="1651921"/>
                  </a:lnTo>
                  <a:lnTo>
                    <a:pt x="3272224" y="1652126"/>
                  </a:lnTo>
                  <a:lnTo>
                    <a:pt x="3274208" y="1652328"/>
                  </a:lnTo>
                  <a:lnTo>
                    <a:pt x="3293066" y="1654252"/>
                  </a:lnTo>
                  <a:lnTo>
                    <a:pt x="3295051" y="1654454"/>
                  </a:lnTo>
                  <a:lnTo>
                    <a:pt x="3297036" y="1654653"/>
                  </a:lnTo>
                  <a:lnTo>
                    <a:pt x="3315893" y="1656545"/>
                  </a:lnTo>
                  <a:lnTo>
                    <a:pt x="3317878" y="1656744"/>
                  </a:lnTo>
                  <a:lnTo>
                    <a:pt x="3319863" y="1656938"/>
                  </a:lnTo>
                  <a:lnTo>
                    <a:pt x="3338721" y="1658783"/>
                  </a:lnTo>
                  <a:lnTo>
                    <a:pt x="3340705" y="1658978"/>
                  </a:lnTo>
                  <a:lnTo>
                    <a:pt x="3342690" y="1659166"/>
                  </a:lnTo>
                  <a:lnTo>
                    <a:pt x="3361548" y="1660951"/>
                  </a:lnTo>
                  <a:lnTo>
                    <a:pt x="3363532" y="1661139"/>
                  </a:lnTo>
                  <a:lnTo>
                    <a:pt x="3365517" y="1661319"/>
                  </a:lnTo>
                  <a:lnTo>
                    <a:pt x="3384375" y="1663032"/>
                  </a:lnTo>
                  <a:lnTo>
                    <a:pt x="3386360" y="1663212"/>
                  </a:lnTo>
                  <a:lnTo>
                    <a:pt x="3388344" y="1663382"/>
                  </a:lnTo>
                  <a:lnTo>
                    <a:pt x="3407202" y="1664997"/>
                  </a:lnTo>
                  <a:lnTo>
                    <a:pt x="3409187" y="1665167"/>
                  </a:lnTo>
                  <a:lnTo>
                    <a:pt x="3411171" y="1665326"/>
                  </a:lnTo>
                  <a:lnTo>
                    <a:pt x="3430029" y="1666840"/>
                  </a:lnTo>
                  <a:lnTo>
                    <a:pt x="3432014" y="1667000"/>
                  </a:lnTo>
                  <a:lnTo>
                    <a:pt x="3433999" y="1667149"/>
                  </a:lnTo>
                  <a:lnTo>
                    <a:pt x="3452856" y="1668562"/>
                  </a:lnTo>
                  <a:lnTo>
                    <a:pt x="3454841" y="1668711"/>
                  </a:lnTo>
                  <a:lnTo>
                    <a:pt x="3456826" y="1668849"/>
                  </a:lnTo>
                  <a:lnTo>
                    <a:pt x="3475684" y="1670159"/>
                  </a:lnTo>
                  <a:lnTo>
                    <a:pt x="3477668" y="1670297"/>
                  </a:lnTo>
                  <a:lnTo>
                    <a:pt x="3479653" y="1670423"/>
                  </a:lnTo>
                  <a:lnTo>
                    <a:pt x="3498511" y="1671627"/>
                  </a:lnTo>
                  <a:lnTo>
                    <a:pt x="3500495" y="1671754"/>
                  </a:lnTo>
                  <a:lnTo>
                    <a:pt x="3502480" y="1671869"/>
                  </a:lnTo>
                  <a:lnTo>
                    <a:pt x="3521338" y="1672967"/>
                  </a:lnTo>
                  <a:lnTo>
                    <a:pt x="3523323" y="1673083"/>
                  </a:lnTo>
                  <a:lnTo>
                    <a:pt x="3525307" y="1673187"/>
                  </a:lnTo>
                  <a:lnTo>
                    <a:pt x="3544165" y="1674176"/>
                  </a:lnTo>
                  <a:lnTo>
                    <a:pt x="3546150" y="1674281"/>
                  </a:lnTo>
                  <a:lnTo>
                    <a:pt x="3548135" y="1674372"/>
                  </a:lnTo>
                  <a:lnTo>
                    <a:pt x="3566992" y="1675241"/>
                  </a:lnTo>
                  <a:lnTo>
                    <a:pt x="3568977" y="1675333"/>
                  </a:lnTo>
                  <a:lnTo>
                    <a:pt x="3570962" y="1675414"/>
                  </a:lnTo>
                  <a:lnTo>
                    <a:pt x="3589819" y="1676188"/>
                  </a:lnTo>
                  <a:lnTo>
                    <a:pt x="3591804" y="1676269"/>
                  </a:lnTo>
                  <a:lnTo>
                    <a:pt x="3593789" y="1676341"/>
                  </a:lnTo>
                  <a:lnTo>
                    <a:pt x="3612647" y="1677024"/>
                  </a:lnTo>
                  <a:lnTo>
                    <a:pt x="3614631" y="1677096"/>
                  </a:lnTo>
                  <a:lnTo>
                    <a:pt x="3616616" y="1677159"/>
                  </a:lnTo>
                  <a:lnTo>
                    <a:pt x="3635474" y="1677758"/>
                  </a:lnTo>
                  <a:lnTo>
                    <a:pt x="3637458" y="1677820"/>
                  </a:lnTo>
                  <a:lnTo>
                    <a:pt x="3639443" y="1677875"/>
                  </a:lnTo>
                  <a:lnTo>
                    <a:pt x="3658301" y="1678395"/>
                  </a:lnTo>
                  <a:lnTo>
                    <a:pt x="3660286" y="1678450"/>
                  </a:lnTo>
                  <a:lnTo>
                    <a:pt x="3662270" y="1678497"/>
                  </a:lnTo>
                  <a:lnTo>
                    <a:pt x="3681128" y="1678945"/>
                  </a:lnTo>
                  <a:lnTo>
                    <a:pt x="3683113" y="1678992"/>
                  </a:lnTo>
                  <a:lnTo>
                    <a:pt x="3685098" y="1679031"/>
                  </a:lnTo>
                  <a:lnTo>
                    <a:pt x="3703955" y="1679407"/>
                  </a:lnTo>
                  <a:lnTo>
                    <a:pt x="3705940" y="1679446"/>
                  </a:lnTo>
                  <a:lnTo>
                    <a:pt x="3707925" y="1679479"/>
                  </a:lnTo>
                  <a:lnTo>
                    <a:pt x="3726782" y="1679793"/>
                  </a:lnTo>
                  <a:lnTo>
                    <a:pt x="3728767" y="1679826"/>
                  </a:lnTo>
                  <a:lnTo>
                    <a:pt x="3730752" y="1679854"/>
                  </a:lnTo>
                  <a:lnTo>
                    <a:pt x="3734337" y="1679904"/>
                  </a:lnTo>
                  <a:lnTo>
                    <a:pt x="3734337" y="1681504"/>
                  </a:lnTo>
                  <a:lnTo>
                    <a:pt x="3730752" y="1681504"/>
                  </a:lnTo>
                  <a:lnTo>
                    <a:pt x="3728767" y="1681504"/>
                  </a:lnTo>
                  <a:lnTo>
                    <a:pt x="3726782" y="1681504"/>
                  </a:lnTo>
                  <a:lnTo>
                    <a:pt x="3707925" y="1681504"/>
                  </a:lnTo>
                  <a:lnTo>
                    <a:pt x="3705940" y="1681504"/>
                  </a:lnTo>
                  <a:lnTo>
                    <a:pt x="3703955" y="1681504"/>
                  </a:lnTo>
                  <a:lnTo>
                    <a:pt x="3685098" y="1681504"/>
                  </a:lnTo>
                  <a:lnTo>
                    <a:pt x="3683113" y="1681504"/>
                  </a:lnTo>
                  <a:lnTo>
                    <a:pt x="3681128" y="1681504"/>
                  </a:lnTo>
                  <a:lnTo>
                    <a:pt x="3662270" y="1681504"/>
                  </a:lnTo>
                  <a:lnTo>
                    <a:pt x="3660286" y="1681504"/>
                  </a:lnTo>
                  <a:lnTo>
                    <a:pt x="3658301" y="1681504"/>
                  </a:lnTo>
                  <a:lnTo>
                    <a:pt x="3639443" y="1681504"/>
                  </a:lnTo>
                  <a:lnTo>
                    <a:pt x="3637458" y="1681504"/>
                  </a:lnTo>
                  <a:lnTo>
                    <a:pt x="3635474" y="1681504"/>
                  </a:lnTo>
                  <a:lnTo>
                    <a:pt x="3616616" y="1681504"/>
                  </a:lnTo>
                  <a:lnTo>
                    <a:pt x="3614631" y="1681504"/>
                  </a:lnTo>
                  <a:lnTo>
                    <a:pt x="3612647" y="1681504"/>
                  </a:lnTo>
                  <a:lnTo>
                    <a:pt x="3593789" y="1681504"/>
                  </a:lnTo>
                  <a:lnTo>
                    <a:pt x="3591804" y="1681504"/>
                  </a:lnTo>
                  <a:lnTo>
                    <a:pt x="3589819" y="1681504"/>
                  </a:lnTo>
                  <a:lnTo>
                    <a:pt x="3570962" y="1681504"/>
                  </a:lnTo>
                  <a:lnTo>
                    <a:pt x="3568977" y="1681504"/>
                  </a:lnTo>
                  <a:lnTo>
                    <a:pt x="3566992" y="1681504"/>
                  </a:lnTo>
                  <a:lnTo>
                    <a:pt x="3548135" y="1681504"/>
                  </a:lnTo>
                  <a:lnTo>
                    <a:pt x="3546150" y="1681504"/>
                  </a:lnTo>
                  <a:lnTo>
                    <a:pt x="3544165" y="1681504"/>
                  </a:lnTo>
                  <a:lnTo>
                    <a:pt x="3525307" y="1681504"/>
                  </a:lnTo>
                  <a:lnTo>
                    <a:pt x="3523323" y="1681504"/>
                  </a:lnTo>
                  <a:lnTo>
                    <a:pt x="3521338" y="1681504"/>
                  </a:lnTo>
                  <a:lnTo>
                    <a:pt x="3502480" y="1681504"/>
                  </a:lnTo>
                  <a:lnTo>
                    <a:pt x="3500495" y="1681504"/>
                  </a:lnTo>
                  <a:lnTo>
                    <a:pt x="3498511" y="1681504"/>
                  </a:lnTo>
                  <a:lnTo>
                    <a:pt x="3479653" y="1681504"/>
                  </a:lnTo>
                  <a:lnTo>
                    <a:pt x="3477668" y="1681504"/>
                  </a:lnTo>
                  <a:lnTo>
                    <a:pt x="3475684" y="1681504"/>
                  </a:lnTo>
                  <a:lnTo>
                    <a:pt x="3456826" y="1681504"/>
                  </a:lnTo>
                  <a:lnTo>
                    <a:pt x="3454841" y="1681504"/>
                  </a:lnTo>
                  <a:lnTo>
                    <a:pt x="3452856" y="1681504"/>
                  </a:lnTo>
                  <a:lnTo>
                    <a:pt x="3433999" y="1681504"/>
                  </a:lnTo>
                  <a:lnTo>
                    <a:pt x="3432014" y="1681504"/>
                  </a:lnTo>
                  <a:lnTo>
                    <a:pt x="3430029" y="1681504"/>
                  </a:lnTo>
                  <a:lnTo>
                    <a:pt x="3411171" y="1681504"/>
                  </a:lnTo>
                  <a:lnTo>
                    <a:pt x="3409187" y="1681504"/>
                  </a:lnTo>
                  <a:lnTo>
                    <a:pt x="3407202" y="1681504"/>
                  </a:lnTo>
                  <a:lnTo>
                    <a:pt x="3388344" y="1681504"/>
                  </a:lnTo>
                  <a:lnTo>
                    <a:pt x="3386360" y="1681504"/>
                  </a:lnTo>
                  <a:lnTo>
                    <a:pt x="3384375" y="1681504"/>
                  </a:lnTo>
                  <a:lnTo>
                    <a:pt x="3365517" y="1681504"/>
                  </a:lnTo>
                  <a:lnTo>
                    <a:pt x="3363532" y="1681504"/>
                  </a:lnTo>
                  <a:lnTo>
                    <a:pt x="3361548" y="1681504"/>
                  </a:lnTo>
                  <a:lnTo>
                    <a:pt x="3342690" y="1681504"/>
                  </a:lnTo>
                  <a:lnTo>
                    <a:pt x="3340705" y="1681504"/>
                  </a:lnTo>
                  <a:lnTo>
                    <a:pt x="3338721" y="1681504"/>
                  </a:lnTo>
                  <a:lnTo>
                    <a:pt x="3319863" y="1681504"/>
                  </a:lnTo>
                  <a:lnTo>
                    <a:pt x="3317878" y="1681504"/>
                  </a:lnTo>
                  <a:lnTo>
                    <a:pt x="3315893" y="1681504"/>
                  </a:lnTo>
                  <a:lnTo>
                    <a:pt x="3297036" y="1681504"/>
                  </a:lnTo>
                  <a:lnTo>
                    <a:pt x="3295051" y="1681504"/>
                  </a:lnTo>
                  <a:lnTo>
                    <a:pt x="3293066" y="1681504"/>
                  </a:lnTo>
                  <a:lnTo>
                    <a:pt x="3274208" y="1681504"/>
                  </a:lnTo>
                  <a:lnTo>
                    <a:pt x="3272224" y="1681504"/>
                  </a:lnTo>
                  <a:lnTo>
                    <a:pt x="3270239" y="1681504"/>
                  </a:lnTo>
                  <a:lnTo>
                    <a:pt x="3251381" y="1681504"/>
                  </a:lnTo>
                  <a:lnTo>
                    <a:pt x="3249397" y="1681504"/>
                  </a:lnTo>
                  <a:lnTo>
                    <a:pt x="3247412" y="1681504"/>
                  </a:lnTo>
                  <a:lnTo>
                    <a:pt x="3228554" y="1681504"/>
                  </a:lnTo>
                  <a:lnTo>
                    <a:pt x="3226569" y="1681504"/>
                  </a:lnTo>
                  <a:lnTo>
                    <a:pt x="3224585" y="1681504"/>
                  </a:lnTo>
                  <a:lnTo>
                    <a:pt x="3205727" y="1681504"/>
                  </a:lnTo>
                  <a:lnTo>
                    <a:pt x="3203742" y="1681504"/>
                  </a:lnTo>
                  <a:lnTo>
                    <a:pt x="3201758" y="1681504"/>
                  </a:lnTo>
                  <a:lnTo>
                    <a:pt x="3182900" y="1681504"/>
                  </a:lnTo>
                  <a:lnTo>
                    <a:pt x="3180915" y="1681504"/>
                  </a:lnTo>
                  <a:lnTo>
                    <a:pt x="3178930" y="1681504"/>
                  </a:lnTo>
                  <a:lnTo>
                    <a:pt x="3160073" y="1681504"/>
                  </a:lnTo>
                  <a:lnTo>
                    <a:pt x="3158088" y="1681504"/>
                  </a:lnTo>
                  <a:lnTo>
                    <a:pt x="3156103" y="1681504"/>
                  </a:lnTo>
                  <a:lnTo>
                    <a:pt x="3137245" y="1681504"/>
                  </a:lnTo>
                  <a:lnTo>
                    <a:pt x="3135261" y="1681504"/>
                  </a:lnTo>
                  <a:lnTo>
                    <a:pt x="3133276" y="1681504"/>
                  </a:lnTo>
                  <a:lnTo>
                    <a:pt x="3114418" y="1681504"/>
                  </a:lnTo>
                  <a:lnTo>
                    <a:pt x="3112434" y="1681504"/>
                  </a:lnTo>
                  <a:lnTo>
                    <a:pt x="3110449" y="1681504"/>
                  </a:lnTo>
                  <a:lnTo>
                    <a:pt x="3091591" y="1681504"/>
                  </a:lnTo>
                  <a:lnTo>
                    <a:pt x="3089606" y="1681504"/>
                  </a:lnTo>
                  <a:lnTo>
                    <a:pt x="3087622" y="1681504"/>
                  </a:lnTo>
                  <a:lnTo>
                    <a:pt x="3068764" y="1681504"/>
                  </a:lnTo>
                  <a:lnTo>
                    <a:pt x="3066779" y="1681504"/>
                  </a:lnTo>
                  <a:lnTo>
                    <a:pt x="3064795" y="1681504"/>
                  </a:lnTo>
                  <a:lnTo>
                    <a:pt x="3045937" y="1681504"/>
                  </a:lnTo>
                  <a:lnTo>
                    <a:pt x="3043952" y="1681504"/>
                  </a:lnTo>
                  <a:lnTo>
                    <a:pt x="3041967" y="1681504"/>
                  </a:lnTo>
                  <a:lnTo>
                    <a:pt x="3023110" y="1681504"/>
                  </a:lnTo>
                  <a:lnTo>
                    <a:pt x="3021125" y="1681504"/>
                  </a:lnTo>
                  <a:lnTo>
                    <a:pt x="3019140" y="1681504"/>
                  </a:lnTo>
                  <a:lnTo>
                    <a:pt x="3000282" y="1681504"/>
                  </a:lnTo>
                  <a:lnTo>
                    <a:pt x="2998298" y="1681504"/>
                  </a:lnTo>
                  <a:lnTo>
                    <a:pt x="2996313" y="1681504"/>
                  </a:lnTo>
                  <a:lnTo>
                    <a:pt x="2977455" y="1681504"/>
                  </a:lnTo>
                  <a:lnTo>
                    <a:pt x="2975471" y="1681504"/>
                  </a:lnTo>
                  <a:lnTo>
                    <a:pt x="2973486" y="1681504"/>
                  </a:lnTo>
                  <a:lnTo>
                    <a:pt x="2954628" y="1681504"/>
                  </a:lnTo>
                  <a:lnTo>
                    <a:pt x="2952643" y="1681504"/>
                  </a:lnTo>
                  <a:lnTo>
                    <a:pt x="2950659" y="1681504"/>
                  </a:lnTo>
                  <a:lnTo>
                    <a:pt x="2931801" y="1681504"/>
                  </a:lnTo>
                  <a:lnTo>
                    <a:pt x="2929816" y="1681504"/>
                  </a:lnTo>
                  <a:lnTo>
                    <a:pt x="2927831" y="1681504"/>
                  </a:lnTo>
                  <a:lnTo>
                    <a:pt x="2908974" y="1681504"/>
                  </a:lnTo>
                  <a:lnTo>
                    <a:pt x="2906989" y="1681504"/>
                  </a:lnTo>
                  <a:lnTo>
                    <a:pt x="2905004" y="1681504"/>
                  </a:lnTo>
                  <a:lnTo>
                    <a:pt x="2886147" y="1681504"/>
                  </a:lnTo>
                  <a:lnTo>
                    <a:pt x="2884162" y="1681504"/>
                  </a:lnTo>
                  <a:lnTo>
                    <a:pt x="2882177" y="1681504"/>
                  </a:lnTo>
                  <a:lnTo>
                    <a:pt x="2863319" y="1681504"/>
                  </a:lnTo>
                  <a:lnTo>
                    <a:pt x="2861335" y="1681504"/>
                  </a:lnTo>
                  <a:lnTo>
                    <a:pt x="2859350" y="1681504"/>
                  </a:lnTo>
                  <a:lnTo>
                    <a:pt x="2840492" y="1681504"/>
                  </a:lnTo>
                  <a:lnTo>
                    <a:pt x="2838508" y="1681504"/>
                  </a:lnTo>
                  <a:lnTo>
                    <a:pt x="2836523" y="1681504"/>
                  </a:lnTo>
                  <a:lnTo>
                    <a:pt x="2817665" y="1681504"/>
                  </a:lnTo>
                  <a:lnTo>
                    <a:pt x="2815680" y="1681504"/>
                  </a:lnTo>
                  <a:lnTo>
                    <a:pt x="2813696" y="1681504"/>
                  </a:lnTo>
                  <a:lnTo>
                    <a:pt x="2794838" y="1681504"/>
                  </a:lnTo>
                  <a:lnTo>
                    <a:pt x="2792853" y="1681504"/>
                  </a:lnTo>
                  <a:lnTo>
                    <a:pt x="2790868" y="1681504"/>
                  </a:lnTo>
                  <a:lnTo>
                    <a:pt x="2772011" y="1681504"/>
                  </a:lnTo>
                  <a:lnTo>
                    <a:pt x="2770026" y="1681504"/>
                  </a:lnTo>
                  <a:lnTo>
                    <a:pt x="2768041" y="1681504"/>
                  </a:lnTo>
                  <a:lnTo>
                    <a:pt x="2749184" y="1681504"/>
                  </a:lnTo>
                  <a:lnTo>
                    <a:pt x="2747199" y="1681504"/>
                  </a:lnTo>
                  <a:lnTo>
                    <a:pt x="2745214" y="1681504"/>
                  </a:lnTo>
                  <a:lnTo>
                    <a:pt x="2726356" y="1681504"/>
                  </a:lnTo>
                  <a:lnTo>
                    <a:pt x="2724372" y="1681504"/>
                  </a:lnTo>
                  <a:lnTo>
                    <a:pt x="2722387" y="1681504"/>
                  </a:lnTo>
                  <a:lnTo>
                    <a:pt x="2703529" y="1681504"/>
                  </a:lnTo>
                  <a:lnTo>
                    <a:pt x="2701544" y="1681504"/>
                  </a:lnTo>
                  <a:lnTo>
                    <a:pt x="2699560" y="1681504"/>
                  </a:lnTo>
                  <a:lnTo>
                    <a:pt x="2680702" y="1681504"/>
                  </a:lnTo>
                  <a:lnTo>
                    <a:pt x="2678717" y="1681504"/>
                  </a:lnTo>
                  <a:lnTo>
                    <a:pt x="2676733" y="1681504"/>
                  </a:lnTo>
                  <a:lnTo>
                    <a:pt x="2657875" y="1681504"/>
                  </a:lnTo>
                  <a:lnTo>
                    <a:pt x="2655890" y="1681504"/>
                  </a:lnTo>
                  <a:lnTo>
                    <a:pt x="2653905" y="1681504"/>
                  </a:lnTo>
                  <a:lnTo>
                    <a:pt x="2635048" y="1681504"/>
                  </a:lnTo>
                  <a:lnTo>
                    <a:pt x="2633063" y="1681504"/>
                  </a:lnTo>
                  <a:lnTo>
                    <a:pt x="2631078" y="1681504"/>
                  </a:lnTo>
                  <a:lnTo>
                    <a:pt x="2612220" y="1681504"/>
                  </a:lnTo>
                  <a:lnTo>
                    <a:pt x="2610236" y="1681504"/>
                  </a:lnTo>
                  <a:lnTo>
                    <a:pt x="2608251" y="1681504"/>
                  </a:lnTo>
                  <a:lnTo>
                    <a:pt x="2589393" y="1681504"/>
                  </a:lnTo>
                  <a:lnTo>
                    <a:pt x="2587409" y="1681504"/>
                  </a:lnTo>
                  <a:lnTo>
                    <a:pt x="2585424" y="1681504"/>
                  </a:lnTo>
                  <a:lnTo>
                    <a:pt x="2566566" y="1681504"/>
                  </a:lnTo>
                  <a:lnTo>
                    <a:pt x="2564581" y="1681504"/>
                  </a:lnTo>
                  <a:lnTo>
                    <a:pt x="2562597" y="1681504"/>
                  </a:lnTo>
                  <a:lnTo>
                    <a:pt x="2543739" y="1681504"/>
                  </a:lnTo>
                  <a:lnTo>
                    <a:pt x="2541754" y="1681504"/>
                  </a:lnTo>
                  <a:lnTo>
                    <a:pt x="2539770" y="1681504"/>
                  </a:lnTo>
                  <a:lnTo>
                    <a:pt x="2520912" y="1681504"/>
                  </a:lnTo>
                  <a:lnTo>
                    <a:pt x="2518927" y="1681504"/>
                  </a:lnTo>
                  <a:lnTo>
                    <a:pt x="2516942" y="1681504"/>
                  </a:lnTo>
                  <a:lnTo>
                    <a:pt x="2498085" y="1681504"/>
                  </a:lnTo>
                  <a:lnTo>
                    <a:pt x="2496100" y="1681504"/>
                  </a:lnTo>
                  <a:lnTo>
                    <a:pt x="2494115" y="1681504"/>
                  </a:lnTo>
                  <a:lnTo>
                    <a:pt x="2475257" y="1681504"/>
                  </a:lnTo>
                  <a:lnTo>
                    <a:pt x="2473273" y="1681504"/>
                  </a:lnTo>
                  <a:lnTo>
                    <a:pt x="2471288" y="1681504"/>
                  </a:lnTo>
                  <a:lnTo>
                    <a:pt x="2452430" y="1681504"/>
                  </a:lnTo>
                  <a:lnTo>
                    <a:pt x="2450446" y="1681504"/>
                  </a:lnTo>
                  <a:lnTo>
                    <a:pt x="2448461" y="1681504"/>
                  </a:lnTo>
                  <a:lnTo>
                    <a:pt x="2429603" y="1681504"/>
                  </a:lnTo>
                  <a:lnTo>
                    <a:pt x="2427618" y="1681504"/>
                  </a:lnTo>
                  <a:lnTo>
                    <a:pt x="2425634" y="1681504"/>
                  </a:lnTo>
                  <a:lnTo>
                    <a:pt x="2406776" y="1681504"/>
                  </a:lnTo>
                  <a:lnTo>
                    <a:pt x="2404791" y="1681504"/>
                  </a:lnTo>
                  <a:lnTo>
                    <a:pt x="2402807" y="1681504"/>
                  </a:lnTo>
                  <a:lnTo>
                    <a:pt x="2383949" y="1681504"/>
                  </a:lnTo>
                  <a:lnTo>
                    <a:pt x="2381964" y="1681504"/>
                  </a:lnTo>
                  <a:lnTo>
                    <a:pt x="2379979" y="1681504"/>
                  </a:lnTo>
                  <a:lnTo>
                    <a:pt x="2361122" y="1681504"/>
                  </a:lnTo>
                  <a:lnTo>
                    <a:pt x="2359137" y="1681504"/>
                  </a:lnTo>
                  <a:lnTo>
                    <a:pt x="2357152" y="1681504"/>
                  </a:lnTo>
                  <a:lnTo>
                    <a:pt x="2338294" y="1681504"/>
                  </a:lnTo>
                  <a:lnTo>
                    <a:pt x="2336310" y="1681504"/>
                  </a:lnTo>
                  <a:lnTo>
                    <a:pt x="2334325" y="1681504"/>
                  </a:lnTo>
                  <a:lnTo>
                    <a:pt x="2315467" y="1681504"/>
                  </a:lnTo>
                  <a:lnTo>
                    <a:pt x="2313483" y="1681504"/>
                  </a:lnTo>
                  <a:lnTo>
                    <a:pt x="2311498" y="1681504"/>
                  </a:lnTo>
                  <a:lnTo>
                    <a:pt x="2292640" y="1681504"/>
                  </a:lnTo>
                  <a:lnTo>
                    <a:pt x="2290655" y="1681504"/>
                  </a:lnTo>
                  <a:lnTo>
                    <a:pt x="2288671" y="1681504"/>
                  </a:lnTo>
                  <a:lnTo>
                    <a:pt x="2269813" y="1681504"/>
                  </a:lnTo>
                  <a:lnTo>
                    <a:pt x="2267828" y="1681504"/>
                  </a:lnTo>
                  <a:lnTo>
                    <a:pt x="2265844" y="1681504"/>
                  </a:lnTo>
                  <a:lnTo>
                    <a:pt x="2246986" y="1681504"/>
                  </a:lnTo>
                  <a:lnTo>
                    <a:pt x="2245001" y="1681504"/>
                  </a:lnTo>
                  <a:lnTo>
                    <a:pt x="2243016" y="1681504"/>
                  </a:lnTo>
                  <a:lnTo>
                    <a:pt x="2224159" y="1681504"/>
                  </a:lnTo>
                  <a:lnTo>
                    <a:pt x="2222174" y="1681504"/>
                  </a:lnTo>
                  <a:lnTo>
                    <a:pt x="2220189" y="1681504"/>
                  </a:lnTo>
                  <a:lnTo>
                    <a:pt x="2201331" y="1681504"/>
                  </a:lnTo>
                  <a:lnTo>
                    <a:pt x="2199347" y="1681504"/>
                  </a:lnTo>
                  <a:lnTo>
                    <a:pt x="2197362" y="1681504"/>
                  </a:lnTo>
                  <a:lnTo>
                    <a:pt x="2178504" y="1681504"/>
                  </a:lnTo>
                  <a:lnTo>
                    <a:pt x="2176520" y="1681504"/>
                  </a:lnTo>
                  <a:lnTo>
                    <a:pt x="2174535" y="1681504"/>
                  </a:lnTo>
                  <a:lnTo>
                    <a:pt x="2155677" y="1681504"/>
                  </a:lnTo>
                  <a:lnTo>
                    <a:pt x="2153692" y="1681504"/>
                  </a:lnTo>
                  <a:lnTo>
                    <a:pt x="2151708" y="1681504"/>
                  </a:lnTo>
                  <a:lnTo>
                    <a:pt x="2132850" y="1681504"/>
                  </a:lnTo>
                  <a:lnTo>
                    <a:pt x="2130865" y="1681504"/>
                  </a:lnTo>
                  <a:lnTo>
                    <a:pt x="2128881" y="1681504"/>
                  </a:lnTo>
                  <a:lnTo>
                    <a:pt x="2110023" y="1681504"/>
                  </a:lnTo>
                  <a:lnTo>
                    <a:pt x="2108038" y="1681504"/>
                  </a:lnTo>
                  <a:lnTo>
                    <a:pt x="2106053" y="1681504"/>
                  </a:lnTo>
                  <a:lnTo>
                    <a:pt x="2087196" y="1681504"/>
                  </a:lnTo>
                  <a:lnTo>
                    <a:pt x="2085211" y="1681504"/>
                  </a:lnTo>
                  <a:lnTo>
                    <a:pt x="2083226" y="1681504"/>
                  </a:lnTo>
                  <a:lnTo>
                    <a:pt x="2064368" y="1681504"/>
                  </a:lnTo>
                  <a:lnTo>
                    <a:pt x="2062384" y="1681504"/>
                  </a:lnTo>
                  <a:lnTo>
                    <a:pt x="2060399" y="1681504"/>
                  </a:lnTo>
                  <a:lnTo>
                    <a:pt x="2041541" y="1681504"/>
                  </a:lnTo>
                  <a:lnTo>
                    <a:pt x="2039557" y="1681504"/>
                  </a:lnTo>
                  <a:lnTo>
                    <a:pt x="2037572" y="1681504"/>
                  </a:lnTo>
                  <a:lnTo>
                    <a:pt x="2018714" y="1681504"/>
                  </a:lnTo>
                  <a:lnTo>
                    <a:pt x="2016729" y="1681504"/>
                  </a:lnTo>
                  <a:lnTo>
                    <a:pt x="2014745" y="1681504"/>
                  </a:lnTo>
                  <a:lnTo>
                    <a:pt x="1995887" y="1681504"/>
                  </a:lnTo>
                  <a:lnTo>
                    <a:pt x="1993902" y="1681504"/>
                  </a:lnTo>
                  <a:lnTo>
                    <a:pt x="1991917" y="1681504"/>
                  </a:lnTo>
                  <a:lnTo>
                    <a:pt x="1973060" y="1681504"/>
                  </a:lnTo>
                  <a:lnTo>
                    <a:pt x="1971075" y="1681504"/>
                  </a:lnTo>
                  <a:lnTo>
                    <a:pt x="1969090" y="1681504"/>
                  </a:lnTo>
                  <a:lnTo>
                    <a:pt x="1950233" y="1681504"/>
                  </a:lnTo>
                  <a:lnTo>
                    <a:pt x="1948248" y="1681504"/>
                  </a:lnTo>
                  <a:lnTo>
                    <a:pt x="1946263" y="1681504"/>
                  </a:lnTo>
                  <a:lnTo>
                    <a:pt x="1927405" y="1681504"/>
                  </a:lnTo>
                  <a:lnTo>
                    <a:pt x="1925421" y="1681504"/>
                  </a:lnTo>
                  <a:lnTo>
                    <a:pt x="1923436" y="1681504"/>
                  </a:lnTo>
                  <a:lnTo>
                    <a:pt x="1904578" y="1681504"/>
                  </a:lnTo>
                  <a:lnTo>
                    <a:pt x="1902593" y="1681504"/>
                  </a:lnTo>
                  <a:lnTo>
                    <a:pt x="1900609" y="1681504"/>
                  </a:lnTo>
                  <a:lnTo>
                    <a:pt x="1881751" y="1681504"/>
                  </a:lnTo>
                  <a:lnTo>
                    <a:pt x="1879766" y="1681504"/>
                  </a:lnTo>
                  <a:lnTo>
                    <a:pt x="1877782" y="1681504"/>
                  </a:lnTo>
                  <a:lnTo>
                    <a:pt x="1858924" y="1681504"/>
                  </a:lnTo>
                  <a:lnTo>
                    <a:pt x="1856939" y="1681504"/>
                  </a:lnTo>
                  <a:lnTo>
                    <a:pt x="1854954" y="1681504"/>
                  </a:lnTo>
                  <a:lnTo>
                    <a:pt x="1836097" y="1681504"/>
                  </a:lnTo>
                  <a:lnTo>
                    <a:pt x="1834112" y="1681504"/>
                  </a:lnTo>
                  <a:lnTo>
                    <a:pt x="1832127" y="1681504"/>
                  </a:lnTo>
                  <a:lnTo>
                    <a:pt x="1813269" y="1681504"/>
                  </a:lnTo>
                  <a:lnTo>
                    <a:pt x="1811285" y="1681504"/>
                  </a:lnTo>
                  <a:lnTo>
                    <a:pt x="1809300" y="1681504"/>
                  </a:lnTo>
                  <a:lnTo>
                    <a:pt x="1790442" y="1681504"/>
                  </a:lnTo>
                  <a:lnTo>
                    <a:pt x="1788458" y="1681504"/>
                  </a:lnTo>
                  <a:lnTo>
                    <a:pt x="1786473" y="1681504"/>
                  </a:lnTo>
                  <a:lnTo>
                    <a:pt x="1767615" y="1681504"/>
                  </a:lnTo>
                  <a:lnTo>
                    <a:pt x="1765630" y="1681504"/>
                  </a:lnTo>
                  <a:lnTo>
                    <a:pt x="1763646" y="1681504"/>
                  </a:lnTo>
                  <a:lnTo>
                    <a:pt x="1744788" y="1681504"/>
                  </a:lnTo>
                  <a:lnTo>
                    <a:pt x="1742803" y="1681504"/>
                  </a:lnTo>
                  <a:lnTo>
                    <a:pt x="1740819" y="1681504"/>
                  </a:lnTo>
                  <a:lnTo>
                    <a:pt x="1721961" y="1681504"/>
                  </a:lnTo>
                  <a:lnTo>
                    <a:pt x="1719976" y="1681504"/>
                  </a:lnTo>
                  <a:lnTo>
                    <a:pt x="1717991" y="1681504"/>
                  </a:lnTo>
                  <a:lnTo>
                    <a:pt x="1699134" y="1681504"/>
                  </a:lnTo>
                  <a:lnTo>
                    <a:pt x="1697149" y="1681504"/>
                  </a:lnTo>
                  <a:lnTo>
                    <a:pt x="1695164" y="1681504"/>
                  </a:lnTo>
                  <a:lnTo>
                    <a:pt x="1676306" y="1681504"/>
                  </a:lnTo>
                  <a:lnTo>
                    <a:pt x="1674322" y="1681504"/>
                  </a:lnTo>
                  <a:lnTo>
                    <a:pt x="1672337" y="1681504"/>
                  </a:lnTo>
                  <a:lnTo>
                    <a:pt x="1653479" y="1681504"/>
                  </a:lnTo>
                  <a:lnTo>
                    <a:pt x="1651495" y="1681504"/>
                  </a:lnTo>
                  <a:lnTo>
                    <a:pt x="1649510" y="1681504"/>
                  </a:lnTo>
                  <a:lnTo>
                    <a:pt x="1630652" y="1681504"/>
                  </a:lnTo>
                  <a:lnTo>
                    <a:pt x="1628667" y="1681504"/>
                  </a:lnTo>
                  <a:lnTo>
                    <a:pt x="1626683" y="1681504"/>
                  </a:lnTo>
                  <a:lnTo>
                    <a:pt x="1607825" y="1681504"/>
                  </a:lnTo>
                  <a:lnTo>
                    <a:pt x="1605840" y="1681504"/>
                  </a:lnTo>
                  <a:lnTo>
                    <a:pt x="1603856" y="1681504"/>
                  </a:lnTo>
                  <a:lnTo>
                    <a:pt x="1584998" y="1681504"/>
                  </a:lnTo>
                  <a:lnTo>
                    <a:pt x="1583013" y="1681504"/>
                  </a:lnTo>
                  <a:lnTo>
                    <a:pt x="1581028" y="1681504"/>
                  </a:lnTo>
                  <a:lnTo>
                    <a:pt x="1562171" y="1681504"/>
                  </a:lnTo>
                  <a:lnTo>
                    <a:pt x="1560186" y="1681504"/>
                  </a:lnTo>
                  <a:lnTo>
                    <a:pt x="1558201" y="1681504"/>
                  </a:lnTo>
                  <a:lnTo>
                    <a:pt x="1539343" y="1681504"/>
                  </a:lnTo>
                  <a:lnTo>
                    <a:pt x="1537359" y="1681504"/>
                  </a:lnTo>
                  <a:lnTo>
                    <a:pt x="1535374" y="1681504"/>
                  </a:lnTo>
                  <a:lnTo>
                    <a:pt x="1516516" y="1681504"/>
                  </a:lnTo>
                  <a:lnTo>
                    <a:pt x="1514532" y="1681504"/>
                  </a:lnTo>
                  <a:lnTo>
                    <a:pt x="1512547" y="1681504"/>
                  </a:lnTo>
                  <a:lnTo>
                    <a:pt x="1493689" y="1681504"/>
                  </a:lnTo>
                  <a:lnTo>
                    <a:pt x="1491704" y="1681504"/>
                  </a:lnTo>
                  <a:lnTo>
                    <a:pt x="1489720" y="1681504"/>
                  </a:lnTo>
                  <a:lnTo>
                    <a:pt x="1470862" y="1681504"/>
                  </a:lnTo>
                  <a:lnTo>
                    <a:pt x="1468877" y="1681504"/>
                  </a:lnTo>
                  <a:lnTo>
                    <a:pt x="1466893" y="1681504"/>
                  </a:lnTo>
                  <a:lnTo>
                    <a:pt x="1448035" y="1681504"/>
                  </a:lnTo>
                  <a:lnTo>
                    <a:pt x="1446050" y="1681504"/>
                  </a:lnTo>
                  <a:lnTo>
                    <a:pt x="1444065" y="1681504"/>
                  </a:lnTo>
                  <a:lnTo>
                    <a:pt x="1425208" y="1681504"/>
                  </a:lnTo>
                  <a:lnTo>
                    <a:pt x="1423223" y="1681504"/>
                  </a:lnTo>
                  <a:lnTo>
                    <a:pt x="1421238" y="1681504"/>
                  </a:lnTo>
                  <a:lnTo>
                    <a:pt x="1402380" y="1681504"/>
                  </a:lnTo>
                  <a:lnTo>
                    <a:pt x="1400396" y="1681504"/>
                  </a:lnTo>
                  <a:lnTo>
                    <a:pt x="1398411" y="1681504"/>
                  </a:lnTo>
                  <a:lnTo>
                    <a:pt x="1379553" y="1681504"/>
                  </a:lnTo>
                  <a:lnTo>
                    <a:pt x="1377569" y="1681504"/>
                  </a:lnTo>
                  <a:lnTo>
                    <a:pt x="1375584" y="1681504"/>
                  </a:lnTo>
                  <a:lnTo>
                    <a:pt x="1356726" y="1681504"/>
                  </a:lnTo>
                  <a:lnTo>
                    <a:pt x="1354741" y="1681504"/>
                  </a:lnTo>
                  <a:lnTo>
                    <a:pt x="1352757" y="1681504"/>
                  </a:lnTo>
                  <a:lnTo>
                    <a:pt x="1333899" y="1681504"/>
                  </a:lnTo>
                  <a:lnTo>
                    <a:pt x="1331914" y="1681504"/>
                  </a:lnTo>
                  <a:lnTo>
                    <a:pt x="1329930" y="1681504"/>
                  </a:lnTo>
                  <a:lnTo>
                    <a:pt x="1311072" y="1681504"/>
                  </a:lnTo>
                  <a:lnTo>
                    <a:pt x="1309087" y="1681504"/>
                  </a:lnTo>
                  <a:lnTo>
                    <a:pt x="1307102" y="1681504"/>
                  </a:lnTo>
                  <a:lnTo>
                    <a:pt x="1288245" y="1681504"/>
                  </a:lnTo>
                  <a:lnTo>
                    <a:pt x="1286260" y="1681504"/>
                  </a:lnTo>
                  <a:lnTo>
                    <a:pt x="1284275" y="1681504"/>
                  </a:lnTo>
                  <a:lnTo>
                    <a:pt x="1265417" y="1681504"/>
                  </a:lnTo>
                  <a:lnTo>
                    <a:pt x="1263433" y="1681504"/>
                  </a:lnTo>
                  <a:lnTo>
                    <a:pt x="1261448" y="1681504"/>
                  </a:lnTo>
                  <a:lnTo>
                    <a:pt x="1242590" y="1681504"/>
                  </a:lnTo>
                  <a:lnTo>
                    <a:pt x="1240606" y="1681504"/>
                  </a:lnTo>
                  <a:lnTo>
                    <a:pt x="1238621" y="1681504"/>
                  </a:lnTo>
                  <a:lnTo>
                    <a:pt x="1219763" y="1681504"/>
                  </a:lnTo>
                  <a:lnTo>
                    <a:pt x="1217778" y="1681504"/>
                  </a:lnTo>
                  <a:lnTo>
                    <a:pt x="1215794" y="1681504"/>
                  </a:lnTo>
                  <a:lnTo>
                    <a:pt x="1196936" y="1681504"/>
                  </a:lnTo>
                  <a:lnTo>
                    <a:pt x="1194951" y="1681504"/>
                  </a:lnTo>
                  <a:lnTo>
                    <a:pt x="1192966" y="1681504"/>
                  </a:lnTo>
                  <a:lnTo>
                    <a:pt x="1174109" y="1681504"/>
                  </a:lnTo>
                  <a:lnTo>
                    <a:pt x="1172124" y="1681504"/>
                  </a:lnTo>
                  <a:lnTo>
                    <a:pt x="1170139" y="1681504"/>
                  </a:lnTo>
                  <a:lnTo>
                    <a:pt x="1151282" y="1681504"/>
                  </a:lnTo>
                  <a:lnTo>
                    <a:pt x="1149297" y="1681504"/>
                  </a:lnTo>
                  <a:lnTo>
                    <a:pt x="1147312" y="1681504"/>
                  </a:lnTo>
                  <a:lnTo>
                    <a:pt x="1128454" y="1681504"/>
                  </a:lnTo>
                  <a:lnTo>
                    <a:pt x="1126470" y="1681504"/>
                  </a:lnTo>
                  <a:lnTo>
                    <a:pt x="1124485" y="1681504"/>
                  </a:lnTo>
                  <a:lnTo>
                    <a:pt x="1105627" y="1681504"/>
                  </a:lnTo>
                  <a:lnTo>
                    <a:pt x="1103642" y="1681504"/>
                  </a:lnTo>
                  <a:lnTo>
                    <a:pt x="1101658" y="1681504"/>
                  </a:lnTo>
                  <a:lnTo>
                    <a:pt x="1082800" y="1681504"/>
                  </a:lnTo>
                  <a:lnTo>
                    <a:pt x="1080815" y="1681504"/>
                  </a:lnTo>
                  <a:lnTo>
                    <a:pt x="1078831" y="1681504"/>
                  </a:lnTo>
                  <a:lnTo>
                    <a:pt x="1059973" y="1681504"/>
                  </a:lnTo>
                  <a:lnTo>
                    <a:pt x="1057988" y="1681504"/>
                  </a:lnTo>
                  <a:lnTo>
                    <a:pt x="1056003" y="1681504"/>
                  </a:lnTo>
                  <a:lnTo>
                    <a:pt x="1037146" y="1681504"/>
                  </a:lnTo>
                  <a:lnTo>
                    <a:pt x="1035161" y="1681504"/>
                  </a:lnTo>
                  <a:lnTo>
                    <a:pt x="1033176" y="1681504"/>
                  </a:lnTo>
                  <a:lnTo>
                    <a:pt x="1014319" y="1681504"/>
                  </a:lnTo>
                  <a:lnTo>
                    <a:pt x="1012334" y="1681504"/>
                  </a:lnTo>
                  <a:lnTo>
                    <a:pt x="1010349" y="1681504"/>
                  </a:lnTo>
                  <a:lnTo>
                    <a:pt x="991491" y="1681504"/>
                  </a:lnTo>
                  <a:lnTo>
                    <a:pt x="989507" y="1681504"/>
                  </a:lnTo>
                  <a:lnTo>
                    <a:pt x="987522" y="1681504"/>
                  </a:lnTo>
                  <a:lnTo>
                    <a:pt x="968664" y="1681504"/>
                  </a:lnTo>
                  <a:lnTo>
                    <a:pt x="966679" y="1681504"/>
                  </a:lnTo>
                  <a:lnTo>
                    <a:pt x="964695" y="1681504"/>
                  </a:lnTo>
                  <a:lnTo>
                    <a:pt x="945837" y="1681504"/>
                  </a:lnTo>
                  <a:lnTo>
                    <a:pt x="943852" y="1681504"/>
                  </a:lnTo>
                  <a:lnTo>
                    <a:pt x="941868" y="1681504"/>
                  </a:lnTo>
                  <a:lnTo>
                    <a:pt x="923010" y="1681504"/>
                  </a:lnTo>
                  <a:lnTo>
                    <a:pt x="921025" y="1681504"/>
                  </a:lnTo>
                  <a:lnTo>
                    <a:pt x="919040" y="1681504"/>
                  </a:lnTo>
                  <a:lnTo>
                    <a:pt x="900183" y="1681504"/>
                  </a:lnTo>
                  <a:lnTo>
                    <a:pt x="898198" y="1681504"/>
                  </a:lnTo>
                  <a:lnTo>
                    <a:pt x="896213" y="1681504"/>
                  </a:lnTo>
                  <a:lnTo>
                    <a:pt x="877355" y="1681504"/>
                  </a:lnTo>
                  <a:lnTo>
                    <a:pt x="875371" y="1681504"/>
                  </a:lnTo>
                  <a:lnTo>
                    <a:pt x="873386" y="1681504"/>
                  </a:lnTo>
                  <a:lnTo>
                    <a:pt x="854528" y="1681504"/>
                  </a:lnTo>
                  <a:lnTo>
                    <a:pt x="852544" y="1681504"/>
                  </a:lnTo>
                  <a:lnTo>
                    <a:pt x="850559" y="1681504"/>
                  </a:lnTo>
                  <a:lnTo>
                    <a:pt x="831701" y="1681504"/>
                  </a:lnTo>
                  <a:lnTo>
                    <a:pt x="829716" y="1681504"/>
                  </a:lnTo>
                  <a:lnTo>
                    <a:pt x="827732" y="1681504"/>
                  </a:lnTo>
                  <a:lnTo>
                    <a:pt x="808874" y="1681504"/>
                  </a:lnTo>
                  <a:lnTo>
                    <a:pt x="806889" y="1681504"/>
                  </a:lnTo>
                  <a:lnTo>
                    <a:pt x="804905" y="1681504"/>
                  </a:lnTo>
                  <a:lnTo>
                    <a:pt x="786047" y="1681504"/>
                  </a:lnTo>
                  <a:lnTo>
                    <a:pt x="784062" y="1681504"/>
                  </a:lnTo>
                  <a:lnTo>
                    <a:pt x="782077" y="1681504"/>
                  </a:lnTo>
                  <a:lnTo>
                    <a:pt x="763220" y="1681504"/>
                  </a:lnTo>
                  <a:lnTo>
                    <a:pt x="761235" y="1681504"/>
                  </a:lnTo>
                  <a:lnTo>
                    <a:pt x="759250" y="1681504"/>
                  </a:lnTo>
                  <a:lnTo>
                    <a:pt x="740392" y="1681504"/>
                  </a:lnTo>
                  <a:lnTo>
                    <a:pt x="738408" y="1681504"/>
                  </a:lnTo>
                  <a:lnTo>
                    <a:pt x="736423" y="1681504"/>
                  </a:lnTo>
                  <a:lnTo>
                    <a:pt x="717565" y="1681504"/>
                  </a:lnTo>
                  <a:lnTo>
                    <a:pt x="715581" y="1681504"/>
                  </a:lnTo>
                  <a:lnTo>
                    <a:pt x="713596" y="1681504"/>
                  </a:lnTo>
                  <a:lnTo>
                    <a:pt x="694738" y="1681504"/>
                  </a:lnTo>
                  <a:lnTo>
                    <a:pt x="692753" y="1681504"/>
                  </a:lnTo>
                  <a:lnTo>
                    <a:pt x="690769" y="1681504"/>
                  </a:lnTo>
                  <a:lnTo>
                    <a:pt x="671911" y="1681504"/>
                  </a:lnTo>
                  <a:lnTo>
                    <a:pt x="669926" y="1681504"/>
                  </a:lnTo>
                  <a:lnTo>
                    <a:pt x="667942" y="1681504"/>
                  </a:lnTo>
                  <a:lnTo>
                    <a:pt x="649084" y="1681504"/>
                  </a:lnTo>
                  <a:lnTo>
                    <a:pt x="647099" y="1681504"/>
                  </a:lnTo>
                  <a:lnTo>
                    <a:pt x="645114" y="1681504"/>
                  </a:lnTo>
                  <a:lnTo>
                    <a:pt x="626257" y="1681504"/>
                  </a:lnTo>
                  <a:lnTo>
                    <a:pt x="624272" y="1681504"/>
                  </a:lnTo>
                  <a:lnTo>
                    <a:pt x="622287" y="1681504"/>
                  </a:lnTo>
                  <a:lnTo>
                    <a:pt x="603429" y="1681504"/>
                  </a:lnTo>
                  <a:lnTo>
                    <a:pt x="601445" y="1681504"/>
                  </a:lnTo>
                  <a:lnTo>
                    <a:pt x="599460" y="1681504"/>
                  </a:lnTo>
                  <a:lnTo>
                    <a:pt x="580602" y="1681504"/>
                  </a:lnTo>
                  <a:lnTo>
                    <a:pt x="578618" y="1681504"/>
                  </a:lnTo>
                  <a:lnTo>
                    <a:pt x="576633" y="1681504"/>
                  </a:lnTo>
                  <a:lnTo>
                    <a:pt x="557775" y="1681504"/>
                  </a:lnTo>
                  <a:lnTo>
                    <a:pt x="555790" y="1681504"/>
                  </a:lnTo>
                  <a:lnTo>
                    <a:pt x="553806" y="1681504"/>
                  </a:lnTo>
                  <a:lnTo>
                    <a:pt x="534948" y="1681504"/>
                  </a:lnTo>
                  <a:lnTo>
                    <a:pt x="532963" y="1681504"/>
                  </a:lnTo>
                  <a:lnTo>
                    <a:pt x="530979" y="1681504"/>
                  </a:lnTo>
                  <a:lnTo>
                    <a:pt x="512121" y="1681504"/>
                  </a:lnTo>
                  <a:lnTo>
                    <a:pt x="510136" y="1681504"/>
                  </a:lnTo>
                  <a:lnTo>
                    <a:pt x="508151" y="1681504"/>
                  </a:lnTo>
                  <a:lnTo>
                    <a:pt x="489294" y="1681504"/>
                  </a:lnTo>
                  <a:lnTo>
                    <a:pt x="487309" y="1681504"/>
                  </a:lnTo>
                  <a:lnTo>
                    <a:pt x="485324" y="1681504"/>
                  </a:lnTo>
                  <a:lnTo>
                    <a:pt x="466466" y="1681504"/>
                  </a:lnTo>
                  <a:lnTo>
                    <a:pt x="464482" y="1681504"/>
                  </a:lnTo>
                  <a:lnTo>
                    <a:pt x="462497" y="1681504"/>
                  </a:lnTo>
                  <a:lnTo>
                    <a:pt x="443639" y="1681504"/>
                  </a:lnTo>
                  <a:lnTo>
                    <a:pt x="441655" y="1681504"/>
                  </a:lnTo>
                  <a:lnTo>
                    <a:pt x="439670" y="1681504"/>
                  </a:lnTo>
                  <a:lnTo>
                    <a:pt x="420812" y="1681504"/>
                  </a:lnTo>
                  <a:lnTo>
                    <a:pt x="418827" y="1681504"/>
                  </a:lnTo>
                  <a:lnTo>
                    <a:pt x="416843" y="1681504"/>
                  </a:lnTo>
                  <a:lnTo>
                    <a:pt x="397985" y="1681504"/>
                  </a:lnTo>
                  <a:lnTo>
                    <a:pt x="396000" y="1681504"/>
                  </a:lnTo>
                  <a:lnTo>
                    <a:pt x="394015" y="1681504"/>
                  </a:lnTo>
                  <a:lnTo>
                    <a:pt x="375158" y="1681504"/>
                  </a:lnTo>
                  <a:lnTo>
                    <a:pt x="373173" y="1681504"/>
                  </a:lnTo>
                  <a:lnTo>
                    <a:pt x="371188" y="1681504"/>
                  </a:lnTo>
                  <a:lnTo>
                    <a:pt x="352331" y="1681504"/>
                  </a:lnTo>
                  <a:lnTo>
                    <a:pt x="350346" y="1681504"/>
                  </a:lnTo>
                  <a:lnTo>
                    <a:pt x="348361" y="1681504"/>
                  </a:lnTo>
                  <a:lnTo>
                    <a:pt x="329503" y="1681504"/>
                  </a:lnTo>
                  <a:lnTo>
                    <a:pt x="327519" y="1681504"/>
                  </a:lnTo>
                  <a:lnTo>
                    <a:pt x="325534" y="1681504"/>
                  </a:lnTo>
                  <a:lnTo>
                    <a:pt x="306676" y="1681504"/>
                  </a:lnTo>
                  <a:lnTo>
                    <a:pt x="304692" y="1681504"/>
                  </a:lnTo>
                  <a:lnTo>
                    <a:pt x="302707" y="1681504"/>
                  </a:lnTo>
                  <a:lnTo>
                    <a:pt x="283849" y="1681504"/>
                  </a:lnTo>
                  <a:lnTo>
                    <a:pt x="281864" y="1681504"/>
                  </a:lnTo>
                  <a:lnTo>
                    <a:pt x="279880" y="1681504"/>
                  </a:lnTo>
                  <a:lnTo>
                    <a:pt x="261022" y="1681504"/>
                  </a:lnTo>
                  <a:lnTo>
                    <a:pt x="259037" y="1681504"/>
                  </a:lnTo>
                  <a:lnTo>
                    <a:pt x="257052" y="1681504"/>
                  </a:lnTo>
                  <a:lnTo>
                    <a:pt x="238195" y="1681504"/>
                  </a:lnTo>
                  <a:lnTo>
                    <a:pt x="236210" y="1681504"/>
                  </a:lnTo>
                  <a:lnTo>
                    <a:pt x="234225" y="1681504"/>
                  </a:lnTo>
                  <a:lnTo>
                    <a:pt x="215368" y="1681504"/>
                  </a:lnTo>
                  <a:lnTo>
                    <a:pt x="213383" y="1681504"/>
                  </a:lnTo>
                  <a:lnTo>
                    <a:pt x="211398" y="1681504"/>
                  </a:lnTo>
                  <a:lnTo>
                    <a:pt x="192540" y="1681504"/>
                  </a:lnTo>
                  <a:lnTo>
                    <a:pt x="190556" y="1681504"/>
                  </a:lnTo>
                  <a:lnTo>
                    <a:pt x="188571" y="1681504"/>
                  </a:lnTo>
                  <a:lnTo>
                    <a:pt x="169713" y="1681504"/>
                  </a:lnTo>
                  <a:lnTo>
                    <a:pt x="167728" y="1681504"/>
                  </a:lnTo>
                  <a:lnTo>
                    <a:pt x="165744" y="1681504"/>
                  </a:lnTo>
                  <a:lnTo>
                    <a:pt x="146886" y="1681504"/>
                  </a:lnTo>
                  <a:lnTo>
                    <a:pt x="144901" y="1681504"/>
                  </a:lnTo>
                  <a:lnTo>
                    <a:pt x="142917" y="1681504"/>
                  </a:lnTo>
                  <a:lnTo>
                    <a:pt x="124059" y="1681504"/>
                  </a:lnTo>
                  <a:lnTo>
                    <a:pt x="122074" y="1681504"/>
                  </a:lnTo>
                  <a:lnTo>
                    <a:pt x="120089" y="1681504"/>
                  </a:lnTo>
                  <a:lnTo>
                    <a:pt x="101232" y="1681504"/>
                  </a:lnTo>
                  <a:lnTo>
                    <a:pt x="99247" y="1681504"/>
                  </a:lnTo>
                  <a:lnTo>
                    <a:pt x="97262" y="1681504"/>
                  </a:lnTo>
                  <a:lnTo>
                    <a:pt x="78404" y="1681504"/>
                  </a:lnTo>
                  <a:lnTo>
                    <a:pt x="76420" y="1681504"/>
                  </a:lnTo>
                  <a:lnTo>
                    <a:pt x="74435" y="1681504"/>
                  </a:lnTo>
                  <a:lnTo>
                    <a:pt x="55577" y="1681504"/>
                  </a:lnTo>
                  <a:lnTo>
                    <a:pt x="53593" y="1681504"/>
                  </a:lnTo>
                  <a:lnTo>
                    <a:pt x="51608" y="1681504"/>
                  </a:lnTo>
                  <a:lnTo>
                    <a:pt x="32750" y="1681504"/>
                  </a:lnTo>
                  <a:lnTo>
                    <a:pt x="30765" y="1681504"/>
                  </a:lnTo>
                  <a:lnTo>
                    <a:pt x="28781" y="1681504"/>
                  </a:lnTo>
                  <a:lnTo>
                    <a:pt x="9923" y="1681504"/>
                  </a:lnTo>
                  <a:lnTo>
                    <a:pt x="7938" y="1681504"/>
                  </a:lnTo>
                  <a:lnTo>
                    <a:pt x="5954" y="1681504"/>
                  </a:lnTo>
                  <a:lnTo>
                    <a:pt x="3969" y="1681504"/>
                  </a:lnTo>
                  <a:lnTo>
                    <a:pt x="1984" y="1681504"/>
                  </a:lnTo>
                  <a:lnTo>
                    <a:pt x="0" y="1681504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72205" y="3800327"/>
              <a:ext cx="3732353" cy="1679904"/>
            </a:xfrm>
            <a:custGeom>
              <a:avLst/>
              <a:pathLst>
                <a:path w="3732353" h="1679904">
                  <a:moveTo>
                    <a:pt x="0" y="0"/>
                  </a:moveTo>
                  <a:lnTo>
                    <a:pt x="1984" y="50"/>
                  </a:lnTo>
                  <a:lnTo>
                    <a:pt x="3969" y="101"/>
                  </a:lnTo>
                  <a:lnTo>
                    <a:pt x="5954" y="151"/>
                  </a:lnTo>
                  <a:lnTo>
                    <a:pt x="7938" y="451"/>
                  </a:lnTo>
                  <a:lnTo>
                    <a:pt x="26796" y="3300"/>
                  </a:lnTo>
                  <a:lnTo>
                    <a:pt x="28781" y="3599"/>
                  </a:lnTo>
                  <a:lnTo>
                    <a:pt x="30765" y="4146"/>
                  </a:lnTo>
                  <a:lnTo>
                    <a:pt x="49623" y="9343"/>
                  </a:lnTo>
                  <a:lnTo>
                    <a:pt x="51608" y="9890"/>
                  </a:lnTo>
                  <a:lnTo>
                    <a:pt x="53593" y="10678"/>
                  </a:lnTo>
                  <a:lnTo>
                    <a:pt x="72450" y="18170"/>
                  </a:lnTo>
                  <a:lnTo>
                    <a:pt x="74435" y="18959"/>
                  </a:lnTo>
                  <a:lnTo>
                    <a:pt x="76420" y="19997"/>
                  </a:lnTo>
                  <a:lnTo>
                    <a:pt x="95278" y="29855"/>
                  </a:lnTo>
                  <a:lnTo>
                    <a:pt x="97262" y="30893"/>
                  </a:lnTo>
                  <a:lnTo>
                    <a:pt x="99247" y="32175"/>
                  </a:lnTo>
                  <a:lnTo>
                    <a:pt x="118105" y="44360"/>
                  </a:lnTo>
                  <a:lnTo>
                    <a:pt x="120089" y="45642"/>
                  </a:lnTo>
                  <a:lnTo>
                    <a:pt x="122074" y="47119"/>
                  </a:lnTo>
                  <a:lnTo>
                    <a:pt x="140932" y="61156"/>
                  </a:lnTo>
                  <a:lnTo>
                    <a:pt x="142917" y="62634"/>
                  </a:lnTo>
                  <a:lnTo>
                    <a:pt x="144901" y="64287"/>
                  </a:lnTo>
                  <a:lnTo>
                    <a:pt x="163759" y="80001"/>
                  </a:lnTo>
                  <a:lnTo>
                    <a:pt x="165744" y="81654"/>
                  </a:lnTo>
                  <a:lnTo>
                    <a:pt x="167728" y="83465"/>
                  </a:lnTo>
                  <a:lnTo>
                    <a:pt x="186586" y="100668"/>
                  </a:lnTo>
                  <a:lnTo>
                    <a:pt x="188571" y="102479"/>
                  </a:lnTo>
                  <a:lnTo>
                    <a:pt x="190556" y="104426"/>
                  </a:lnTo>
                  <a:lnTo>
                    <a:pt x="209413" y="122927"/>
                  </a:lnTo>
                  <a:lnTo>
                    <a:pt x="211398" y="124874"/>
                  </a:lnTo>
                  <a:lnTo>
                    <a:pt x="213383" y="126937"/>
                  </a:lnTo>
                  <a:lnTo>
                    <a:pt x="232241" y="146539"/>
                  </a:lnTo>
                  <a:lnTo>
                    <a:pt x="234225" y="148602"/>
                  </a:lnTo>
                  <a:lnTo>
                    <a:pt x="236210" y="150771"/>
                  </a:lnTo>
                  <a:lnTo>
                    <a:pt x="255068" y="171386"/>
                  </a:lnTo>
                  <a:lnTo>
                    <a:pt x="257052" y="173555"/>
                  </a:lnTo>
                  <a:lnTo>
                    <a:pt x="259037" y="175794"/>
                  </a:lnTo>
                  <a:lnTo>
                    <a:pt x="277895" y="197068"/>
                  </a:lnTo>
                  <a:lnTo>
                    <a:pt x="279880" y="199307"/>
                  </a:lnTo>
                  <a:lnTo>
                    <a:pt x="281864" y="201593"/>
                  </a:lnTo>
                  <a:lnTo>
                    <a:pt x="300722" y="223313"/>
                  </a:lnTo>
                  <a:lnTo>
                    <a:pt x="302707" y="225599"/>
                  </a:lnTo>
                  <a:lnTo>
                    <a:pt x="304692" y="227915"/>
                  </a:lnTo>
                  <a:lnTo>
                    <a:pt x="323549" y="249924"/>
                  </a:lnTo>
                  <a:lnTo>
                    <a:pt x="325534" y="252240"/>
                  </a:lnTo>
                  <a:lnTo>
                    <a:pt x="327519" y="254572"/>
                  </a:lnTo>
                  <a:lnTo>
                    <a:pt x="346376" y="276724"/>
                  </a:lnTo>
                  <a:lnTo>
                    <a:pt x="348361" y="279055"/>
                  </a:lnTo>
                  <a:lnTo>
                    <a:pt x="350346" y="281388"/>
                  </a:lnTo>
                  <a:lnTo>
                    <a:pt x="369204" y="303552"/>
                  </a:lnTo>
                  <a:lnTo>
                    <a:pt x="371188" y="305885"/>
                  </a:lnTo>
                  <a:lnTo>
                    <a:pt x="373173" y="308205"/>
                  </a:lnTo>
                  <a:lnTo>
                    <a:pt x="392031" y="330253"/>
                  </a:lnTo>
                  <a:lnTo>
                    <a:pt x="394015" y="332573"/>
                  </a:lnTo>
                  <a:lnTo>
                    <a:pt x="396000" y="334864"/>
                  </a:lnTo>
                  <a:lnTo>
                    <a:pt x="414858" y="356634"/>
                  </a:lnTo>
                  <a:lnTo>
                    <a:pt x="416843" y="358925"/>
                  </a:lnTo>
                  <a:lnTo>
                    <a:pt x="418827" y="361181"/>
                  </a:lnTo>
                  <a:lnTo>
                    <a:pt x="437685" y="382616"/>
                  </a:lnTo>
                  <a:lnTo>
                    <a:pt x="439670" y="384872"/>
                  </a:lnTo>
                  <a:lnTo>
                    <a:pt x="441655" y="387085"/>
                  </a:lnTo>
                  <a:lnTo>
                    <a:pt x="460512" y="408120"/>
                  </a:lnTo>
                  <a:lnTo>
                    <a:pt x="462497" y="410334"/>
                  </a:lnTo>
                  <a:lnTo>
                    <a:pt x="464482" y="412500"/>
                  </a:lnTo>
                  <a:lnTo>
                    <a:pt x="483339" y="433079"/>
                  </a:lnTo>
                  <a:lnTo>
                    <a:pt x="485324" y="435245"/>
                  </a:lnTo>
                  <a:lnTo>
                    <a:pt x="487309" y="437359"/>
                  </a:lnTo>
                  <a:lnTo>
                    <a:pt x="506167" y="457439"/>
                  </a:lnTo>
                  <a:lnTo>
                    <a:pt x="508151" y="459552"/>
                  </a:lnTo>
                  <a:lnTo>
                    <a:pt x="510136" y="461609"/>
                  </a:lnTo>
                  <a:lnTo>
                    <a:pt x="528994" y="481155"/>
                  </a:lnTo>
                  <a:lnTo>
                    <a:pt x="530979" y="483212"/>
                  </a:lnTo>
                  <a:lnTo>
                    <a:pt x="532963" y="485201"/>
                  </a:lnTo>
                  <a:lnTo>
                    <a:pt x="551821" y="504105"/>
                  </a:lnTo>
                  <a:lnTo>
                    <a:pt x="553806" y="506094"/>
                  </a:lnTo>
                  <a:lnTo>
                    <a:pt x="555790" y="508018"/>
                  </a:lnTo>
                  <a:lnTo>
                    <a:pt x="574648" y="526292"/>
                  </a:lnTo>
                  <a:lnTo>
                    <a:pt x="576633" y="528215"/>
                  </a:lnTo>
                  <a:lnTo>
                    <a:pt x="578618" y="530077"/>
                  </a:lnTo>
                  <a:lnTo>
                    <a:pt x="597475" y="547766"/>
                  </a:lnTo>
                  <a:lnTo>
                    <a:pt x="599460" y="549627"/>
                  </a:lnTo>
                  <a:lnTo>
                    <a:pt x="601445" y="551428"/>
                  </a:lnTo>
                  <a:lnTo>
                    <a:pt x="620303" y="568537"/>
                  </a:lnTo>
                  <a:lnTo>
                    <a:pt x="622287" y="570337"/>
                  </a:lnTo>
                  <a:lnTo>
                    <a:pt x="624272" y="572078"/>
                  </a:lnTo>
                  <a:lnTo>
                    <a:pt x="643130" y="588620"/>
                  </a:lnTo>
                  <a:lnTo>
                    <a:pt x="645114" y="590361"/>
                  </a:lnTo>
                  <a:lnTo>
                    <a:pt x="647099" y="592044"/>
                  </a:lnTo>
                  <a:lnTo>
                    <a:pt x="665957" y="608038"/>
                  </a:lnTo>
                  <a:lnTo>
                    <a:pt x="667942" y="609722"/>
                  </a:lnTo>
                  <a:lnTo>
                    <a:pt x="669926" y="611350"/>
                  </a:lnTo>
                  <a:lnTo>
                    <a:pt x="688784" y="626819"/>
                  </a:lnTo>
                  <a:lnTo>
                    <a:pt x="690769" y="628447"/>
                  </a:lnTo>
                  <a:lnTo>
                    <a:pt x="692753" y="630015"/>
                  </a:lnTo>
                  <a:lnTo>
                    <a:pt x="711611" y="644915"/>
                  </a:lnTo>
                  <a:lnTo>
                    <a:pt x="713596" y="646483"/>
                  </a:lnTo>
                  <a:lnTo>
                    <a:pt x="715581" y="648008"/>
                  </a:lnTo>
                  <a:lnTo>
                    <a:pt x="734438" y="662494"/>
                  </a:lnTo>
                  <a:lnTo>
                    <a:pt x="736423" y="664019"/>
                  </a:lnTo>
                  <a:lnTo>
                    <a:pt x="738408" y="665506"/>
                  </a:lnTo>
                  <a:lnTo>
                    <a:pt x="757266" y="679632"/>
                  </a:lnTo>
                  <a:lnTo>
                    <a:pt x="759250" y="681119"/>
                  </a:lnTo>
                  <a:lnTo>
                    <a:pt x="761235" y="682574"/>
                  </a:lnTo>
                  <a:lnTo>
                    <a:pt x="780093" y="696398"/>
                  </a:lnTo>
                  <a:lnTo>
                    <a:pt x="782077" y="697853"/>
                  </a:lnTo>
                  <a:lnTo>
                    <a:pt x="784062" y="699283"/>
                  </a:lnTo>
                  <a:lnTo>
                    <a:pt x="802920" y="712867"/>
                  </a:lnTo>
                  <a:lnTo>
                    <a:pt x="804905" y="714296"/>
                  </a:lnTo>
                  <a:lnTo>
                    <a:pt x="806889" y="715707"/>
                  </a:lnTo>
                  <a:lnTo>
                    <a:pt x="825747" y="729114"/>
                  </a:lnTo>
                  <a:lnTo>
                    <a:pt x="827732" y="730525"/>
                  </a:lnTo>
                  <a:lnTo>
                    <a:pt x="829716" y="731924"/>
                  </a:lnTo>
                  <a:lnTo>
                    <a:pt x="848574" y="745217"/>
                  </a:lnTo>
                  <a:lnTo>
                    <a:pt x="850559" y="746616"/>
                  </a:lnTo>
                  <a:lnTo>
                    <a:pt x="852544" y="748013"/>
                  </a:lnTo>
                  <a:lnTo>
                    <a:pt x="871401" y="761282"/>
                  </a:lnTo>
                  <a:lnTo>
                    <a:pt x="873386" y="762679"/>
                  </a:lnTo>
                  <a:lnTo>
                    <a:pt x="875371" y="764080"/>
                  </a:lnTo>
                  <a:lnTo>
                    <a:pt x="894229" y="777397"/>
                  </a:lnTo>
                  <a:lnTo>
                    <a:pt x="896213" y="778799"/>
                  </a:lnTo>
                  <a:lnTo>
                    <a:pt x="898198" y="780211"/>
                  </a:lnTo>
                  <a:lnTo>
                    <a:pt x="917056" y="793630"/>
                  </a:lnTo>
                  <a:lnTo>
                    <a:pt x="919040" y="795043"/>
                  </a:lnTo>
                  <a:lnTo>
                    <a:pt x="921025" y="796471"/>
                  </a:lnTo>
                  <a:lnTo>
                    <a:pt x="939883" y="810041"/>
                  </a:lnTo>
                  <a:lnTo>
                    <a:pt x="941868" y="811469"/>
                  </a:lnTo>
                  <a:lnTo>
                    <a:pt x="943852" y="812918"/>
                  </a:lnTo>
                  <a:lnTo>
                    <a:pt x="962710" y="826681"/>
                  </a:lnTo>
                  <a:lnTo>
                    <a:pt x="964695" y="828129"/>
                  </a:lnTo>
                  <a:lnTo>
                    <a:pt x="966679" y="829602"/>
                  </a:lnTo>
                  <a:lnTo>
                    <a:pt x="985537" y="843592"/>
                  </a:lnTo>
                  <a:lnTo>
                    <a:pt x="987522" y="845065"/>
                  </a:lnTo>
                  <a:lnTo>
                    <a:pt x="989507" y="846569"/>
                  </a:lnTo>
                  <a:lnTo>
                    <a:pt x="1008364" y="860867"/>
                  </a:lnTo>
                  <a:lnTo>
                    <a:pt x="1010349" y="862372"/>
                  </a:lnTo>
                  <a:lnTo>
                    <a:pt x="1012334" y="863905"/>
                  </a:lnTo>
                  <a:lnTo>
                    <a:pt x="1031192" y="878479"/>
                  </a:lnTo>
                  <a:lnTo>
                    <a:pt x="1033176" y="880012"/>
                  </a:lnTo>
                  <a:lnTo>
                    <a:pt x="1035161" y="881574"/>
                  </a:lnTo>
                  <a:lnTo>
                    <a:pt x="1054019" y="896416"/>
                  </a:lnTo>
                  <a:lnTo>
                    <a:pt x="1056003" y="897978"/>
                  </a:lnTo>
                  <a:lnTo>
                    <a:pt x="1057988" y="899567"/>
                  </a:lnTo>
                  <a:lnTo>
                    <a:pt x="1076846" y="914667"/>
                  </a:lnTo>
                  <a:lnTo>
                    <a:pt x="1078831" y="916257"/>
                  </a:lnTo>
                  <a:lnTo>
                    <a:pt x="1080815" y="917871"/>
                  </a:lnTo>
                  <a:lnTo>
                    <a:pt x="1099673" y="933211"/>
                  </a:lnTo>
                  <a:lnTo>
                    <a:pt x="1101658" y="934825"/>
                  </a:lnTo>
                  <a:lnTo>
                    <a:pt x="1103642" y="936462"/>
                  </a:lnTo>
                  <a:lnTo>
                    <a:pt x="1122500" y="952016"/>
                  </a:lnTo>
                  <a:lnTo>
                    <a:pt x="1124485" y="953653"/>
                  </a:lnTo>
                  <a:lnTo>
                    <a:pt x="1126470" y="955309"/>
                  </a:lnTo>
                  <a:lnTo>
                    <a:pt x="1145327" y="971053"/>
                  </a:lnTo>
                  <a:lnTo>
                    <a:pt x="1147312" y="972710"/>
                  </a:lnTo>
                  <a:lnTo>
                    <a:pt x="1149297" y="974381"/>
                  </a:lnTo>
                  <a:lnTo>
                    <a:pt x="1168155" y="990267"/>
                  </a:lnTo>
                  <a:lnTo>
                    <a:pt x="1170139" y="991938"/>
                  </a:lnTo>
                  <a:lnTo>
                    <a:pt x="1172124" y="993617"/>
                  </a:lnTo>
                  <a:lnTo>
                    <a:pt x="1190982" y="1009570"/>
                  </a:lnTo>
                  <a:lnTo>
                    <a:pt x="1192966" y="1011248"/>
                  </a:lnTo>
                  <a:lnTo>
                    <a:pt x="1194951" y="1012929"/>
                  </a:lnTo>
                  <a:lnTo>
                    <a:pt x="1213809" y="1028897"/>
                  </a:lnTo>
                  <a:lnTo>
                    <a:pt x="1215794" y="1030577"/>
                  </a:lnTo>
                  <a:lnTo>
                    <a:pt x="1217778" y="1032254"/>
                  </a:lnTo>
                  <a:lnTo>
                    <a:pt x="1236636" y="1048183"/>
                  </a:lnTo>
                  <a:lnTo>
                    <a:pt x="1238621" y="1049860"/>
                  </a:lnTo>
                  <a:lnTo>
                    <a:pt x="1240606" y="1051526"/>
                  </a:lnTo>
                  <a:lnTo>
                    <a:pt x="1259463" y="1067362"/>
                  </a:lnTo>
                  <a:lnTo>
                    <a:pt x="1261448" y="1069029"/>
                  </a:lnTo>
                  <a:lnTo>
                    <a:pt x="1263433" y="1070679"/>
                  </a:lnTo>
                  <a:lnTo>
                    <a:pt x="1282290" y="1086365"/>
                  </a:lnTo>
                  <a:lnTo>
                    <a:pt x="1284275" y="1088016"/>
                  </a:lnTo>
                  <a:lnTo>
                    <a:pt x="1286260" y="1089640"/>
                  </a:lnTo>
                  <a:lnTo>
                    <a:pt x="1305118" y="1105070"/>
                  </a:lnTo>
                  <a:lnTo>
                    <a:pt x="1307102" y="1106694"/>
                  </a:lnTo>
                  <a:lnTo>
                    <a:pt x="1309087" y="1108286"/>
                  </a:lnTo>
                  <a:lnTo>
                    <a:pt x="1327945" y="1123412"/>
                  </a:lnTo>
                  <a:lnTo>
                    <a:pt x="1329930" y="1125004"/>
                  </a:lnTo>
                  <a:lnTo>
                    <a:pt x="1331914" y="1126559"/>
                  </a:lnTo>
                  <a:lnTo>
                    <a:pt x="1350772" y="1141337"/>
                  </a:lnTo>
                  <a:lnTo>
                    <a:pt x="1352757" y="1142892"/>
                  </a:lnTo>
                  <a:lnTo>
                    <a:pt x="1354741" y="1144405"/>
                  </a:lnTo>
                  <a:lnTo>
                    <a:pt x="1373599" y="1158783"/>
                  </a:lnTo>
                  <a:lnTo>
                    <a:pt x="1375584" y="1160296"/>
                  </a:lnTo>
                  <a:lnTo>
                    <a:pt x="1377569" y="1161762"/>
                  </a:lnTo>
                  <a:lnTo>
                    <a:pt x="1396426" y="1175689"/>
                  </a:lnTo>
                  <a:lnTo>
                    <a:pt x="1398411" y="1177155"/>
                  </a:lnTo>
                  <a:lnTo>
                    <a:pt x="1400396" y="1178568"/>
                  </a:lnTo>
                  <a:lnTo>
                    <a:pt x="1419254" y="1191996"/>
                  </a:lnTo>
                  <a:lnTo>
                    <a:pt x="1421238" y="1193410"/>
                  </a:lnTo>
                  <a:lnTo>
                    <a:pt x="1423223" y="1194763"/>
                  </a:lnTo>
                  <a:lnTo>
                    <a:pt x="1442081" y="1207623"/>
                  </a:lnTo>
                  <a:lnTo>
                    <a:pt x="1444065" y="1208976"/>
                  </a:lnTo>
                  <a:lnTo>
                    <a:pt x="1446050" y="1210255"/>
                  </a:lnTo>
                  <a:lnTo>
                    <a:pt x="1464908" y="1222407"/>
                  </a:lnTo>
                  <a:lnTo>
                    <a:pt x="1466893" y="1223686"/>
                  </a:lnTo>
                  <a:lnTo>
                    <a:pt x="1468877" y="1224896"/>
                  </a:lnTo>
                  <a:lnTo>
                    <a:pt x="1487735" y="1236401"/>
                  </a:lnTo>
                  <a:lnTo>
                    <a:pt x="1489720" y="1237612"/>
                  </a:lnTo>
                  <a:lnTo>
                    <a:pt x="1491704" y="1238752"/>
                  </a:lnTo>
                  <a:lnTo>
                    <a:pt x="1510562" y="1249578"/>
                  </a:lnTo>
                  <a:lnTo>
                    <a:pt x="1512547" y="1250717"/>
                  </a:lnTo>
                  <a:lnTo>
                    <a:pt x="1514532" y="1251782"/>
                  </a:lnTo>
                  <a:lnTo>
                    <a:pt x="1533389" y="1261902"/>
                  </a:lnTo>
                  <a:lnTo>
                    <a:pt x="1535374" y="1262967"/>
                  </a:lnTo>
                  <a:lnTo>
                    <a:pt x="1537359" y="1263956"/>
                  </a:lnTo>
                  <a:lnTo>
                    <a:pt x="1556217" y="1273347"/>
                  </a:lnTo>
                  <a:lnTo>
                    <a:pt x="1558201" y="1274336"/>
                  </a:lnTo>
                  <a:lnTo>
                    <a:pt x="1560186" y="1275246"/>
                  </a:lnTo>
                  <a:lnTo>
                    <a:pt x="1579044" y="1283891"/>
                  </a:lnTo>
                  <a:lnTo>
                    <a:pt x="1581028" y="1284801"/>
                  </a:lnTo>
                  <a:lnTo>
                    <a:pt x="1583013" y="1285621"/>
                  </a:lnTo>
                  <a:lnTo>
                    <a:pt x="1601871" y="1293410"/>
                  </a:lnTo>
                  <a:lnTo>
                    <a:pt x="1603856" y="1294230"/>
                  </a:lnTo>
                  <a:lnTo>
                    <a:pt x="1605840" y="1294963"/>
                  </a:lnTo>
                  <a:lnTo>
                    <a:pt x="1624698" y="1301931"/>
                  </a:lnTo>
                  <a:lnTo>
                    <a:pt x="1626683" y="1302664"/>
                  </a:lnTo>
                  <a:lnTo>
                    <a:pt x="1628667" y="1303319"/>
                  </a:lnTo>
                  <a:lnTo>
                    <a:pt x="1647525" y="1309543"/>
                  </a:lnTo>
                  <a:lnTo>
                    <a:pt x="1649510" y="1310198"/>
                  </a:lnTo>
                  <a:lnTo>
                    <a:pt x="1651495" y="1310777"/>
                  </a:lnTo>
                  <a:lnTo>
                    <a:pt x="1670352" y="1316279"/>
                  </a:lnTo>
                  <a:lnTo>
                    <a:pt x="1672337" y="1316858"/>
                  </a:lnTo>
                  <a:lnTo>
                    <a:pt x="1674322" y="1317364"/>
                  </a:lnTo>
                  <a:lnTo>
                    <a:pt x="1693180" y="1322172"/>
                  </a:lnTo>
                  <a:lnTo>
                    <a:pt x="1695164" y="1322678"/>
                  </a:lnTo>
                  <a:lnTo>
                    <a:pt x="1697149" y="1323115"/>
                  </a:lnTo>
                  <a:lnTo>
                    <a:pt x="1716007" y="1327267"/>
                  </a:lnTo>
                  <a:lnTo>
                    <a:pt x="1717991" y="1327704"/>
                  </a:lnTo>
                  <a:lnTo>
                    <a:pt x="1719976" y="1328077"/>
                  </a:lnTo>
                  <a:lnTo>
                    <a:pt x="1738834" y="1331616"/>
                  </a:lnTo>
                  <a:lnTo>
                    <a:pt x="1740819" y="1331989"/>
                  </a:lnTo>
                  <a:lnTo>
                    <a:pt x="1742803" y="1332293"/>
                  </a:lnTo>
                  <a:lnTo>
                    <a:pt x="1761661" y="1335184"/>
                  </a:lnTo>
                  <a:lnTo>
                    <a:pt x="1763646" y="1335488"/>
                  </a:lnTo>
                  <a:lnTo>
                    <a:pt x="1765630" y="1335745"/>
                  </a:lnTo>
                  <a:lnTo>
                    <a:pt x="1784488" y="1338187"/>
                  </a:lnTo>
                  <a:lnTo>
                    <a:pt x="1786473" y="1338444"/>
                  </a:lnTo>
                  <a:lnTo>
                    <a:pt x="1788458" y="1338662"/>
                  </a:lnTo>
                  <a:lnTo>
                    <a:pt x="1807315" y="1340732"/>
                  </a:lnTo>
                  <a:lnTo>
                    <a:pt x="1809300" y="1340950"/>
                  </a:lnTo>
                  <a:lnTo>
                    <a:pt x="1811285" y="1341137"/>
                  </a:lnTo>
                  <a:lnTo>
                    <a:pt x="1830143" y="1342916"/>
                  </a:lnTo>
                  <a:lnTo>
                    <a:pt x="1832127" y="1343103"/>
                  </a:lnTo>
                  <a:lnTo>
                    <a:pt x="1834112" y="1343269"/>
                  </a:lnTo>
                  <a:lnTo>
                    <a:pt x="1852970" y="1344841"/>
                  </a:lnTo>
                  <a:lnTo>
                    <a:pt x="1854954" y="1345006"/>
                  </a:lnTo>
                  <a:lnTo>
                    <a:pt x="1856939" y="1345159"/>
                  </a:lnTo>
                  <a:lnTo>
                    <a:pt x="1875797" y="1346611"/>
                  </a:lnTo>
                  <a:lnTo>
                    <a:pt x="1877782" y="1346764"/>
                  </a:lnTo>
                  <a:lnTo>
                    <a:pt x="1879766" y="1346914"/>
                  </a:lnTo>
                  <a:lnTo>
                    <a:pt x="1898624" y="1348343"/>
                  </a:lnTo>
                  <a:lnTo>
                    <a:pt x="1900609" y="1348494"/>
                  </a:lnTo>
                  <a:lnTo>
                    <a:pt x="1902593" y="1348655"/>
                  </a:lnTo>
                  <a:lnTo>
                    <a:pt x="1921451" y="1350184"/>
                  </a:lnTo>
                  <a:lnTo>
                    <a:pt x="1923436" y="1350345"/>
                  </a:lnTo>
                  <a:lnTo>
                    <a:pt x="1925421" y="1350525"/>
                  </a:lnTo>
                  <a:lnTo>
                    <a:pt x="1944278" y="1352237"/>
                  </a:lnTo>
                  <a:lnTo>
                    <a:pt x="1946263" y="1352417"/>
                  </a:lnTo>
                  <a:lnTo>
                    <a:pt x="1948248" y="1352624"/>
                  </a:lnTo>
                  <a:lnTo>
                    <a:pt x="1967106" y="1354593"/>
                  </a:lnTo>
                  <a:lnTo>
                    <a:pt x="1969090" y="1354800"/>
                  </a:lnTo>
                  <a:lnTo>
                    <a:pt x="1971075" y="1355042"/>
                  </a:lnTo>
                  <a:lnTo>
                    <a:pt x="1989933" y="1357336"/>
                  </a:lnTo>
                  <a:lnTo>
                    <a:pt x="1991917" y="1357577"/>
                  </a:lnTo>
                  <a:lnTo>
                    <a:pt x="1993902" y="1357859"/>
                  </a:lnTo>
                  <a:lnTo>
                    <a:pt x="2012760" y="1360539"/>
                  </a:lnTo>
                  <a:lnTo>
                    <a:pt x="2014745" y="1360820"/>
                  </a:lnTo>
                  <a:lnTo>
                    <a:pt x="2016729" y="1361148"/>
                  </a:lnTo>
                  <a:lnTo>
                    <a:pt x="2035587" y="1364265"/>
                  </a:lnTo>
                  <a:lnTo>
                    <a:pt x="2037572" y="1364593"/>
                  </a:lnTo>
                  <a:lnTo>
                    <a:pt x="2039557" y="1364981"/>
                  </a:lnTo>
                  <a:lnTo>
                    <a:pt x="2058414" y="1368676"/>
                  </a:lnTo>
                  <a:lnTo>
                    <a:pt x="2060399" y="1369065"/>
                  </a:lnTo>
                  <a:lnTo>
                    <a:pt x="2062384" y="1369510"/>
                  </a:lnTo>
                  <a:lnTo>
                    <a:pt x="2081241" y="1373735"/>
                  </a:lnTo>
                  <a:lnTo>
                    <a:pt x="2083226" y="1374180"/>
                  </a:lnTo>
                  <a:lnTo>
                    <a:pt x="2085211" y="1374680"/>
                  </a:lnTo>
                  <a:lnTo>
                    <a:pt x="2104069" y="1379434"/>
                  </a:lnTo>
                  <a:lnTo>
                    <a:pt x="2106053" y="1379935"/>
                  </a:lnTo>
                  <a:lnTo>
                    <a:pt x="2108038" y="1380491"/>
                  </a:lnTo>
                  <a:lnTo>
                    <a:pt x="2126896" y="1385773"/>
                  </a:lnTo>
                  <a:lnTo>
                    <a:pt x="2128881" y="1386329"/>
                  </a:lnTo>
                  <a:lnTo>
                    <a:pt x="2130865" y="1386940"/>
                  </a:lnTo>
                  <a:lnTo>
                    <a:pt x="2149723" y="1392743"/>
                  </a:lnTo>
                  <a:lnTo>
                    <a:pt x="2151708" y="1393354"/>
                  </a:lnTo>
                  <a:lnTo>
                    <a:pt x="2153692" y="1394017"/>
                  </a:lnTo>
                  <a:lnTo>
                    <a:pt x="2172550" y="1400322"/>
                  </a:lnTo>
                  <a:lnTo>
                    <a:pt x="2174535" y="1400986"/>
                  </a:lnTo>
                  <a:lnTo>
                    <a:pt x="2176520" y="1401703"/>
                  </a:lnTo>
                  <a:lnTo>
                    <a:pt x="2195377" y="1408512"/>
                  </a:lnTo>
                  <a:lnTo>
                    <a:pt x="2197362" y="1409228"/>
                  </a:lnTo>
                  <a:lnTo>
                    <a:pt x="2199347" y="1409996"/>
                  </a:lnTo>
                  <a:lnTo>
                    <a:pt x="2218204" y="1417294"/>
                  </a:lnTo>
                  <a:lnTo>
                    <a:pt x="2220189" y="1418063"/>
                  </a:lnTo>
                  <a:lnTo>
                    <a:pt x="2222174" y="1418870"/>
                  </a:lnTo>
                  <a:lnTo>
                    <a:pt x="2241032" y="1426538"/>
                  </a:lnTo>
                  <a:lnTo>
                    <a:pt x="2243016" y="1427345"/>
                  </a:lnTo>
                  <a:lnTo>
                    <a:pt x="2245001" y="1428185"/>
                  </a:lnTo>
                  <a:lnTo>
                    <a:pt x="2263859" y="1436172"/>
                  </a:lnTo>
                  <a:lnTo>
                    <a:pt x="2265844" y="1437012"/>
                  </a:lnTo>
                  <a:lnTo>
                    <a:pt x="2267828" y="1437881"/>
                  </a:lnTo>
                  <a:lnTo>
                    <a:pt x="2286686" y="1446130"/>
                  </a:lnTo>
                  <a:lnTo>
                    <a:pt x="2288671" y="1446998"/>
                  </a:lnTo>
                  <a:lnTo>
                    <a:pt x="2290655" y="1447888"/>
                  </a:lnTo>
                  <a:lnTo>
                    <a:pt x="2309513" y="1456343"/>
                  </a:lnTo>
                  <a:lnTo>
                    <a:pt x="2311498" y="1457232"/>
                  </a:lnTo>
                  <a:lnTo>
                    <a:pt x="2313483" y="1458137"/>
                  </a:lnTo>
                  <a:lnTo>
                    <a:pt x="2332340" y="1466736"/>
                  </a:lnTo>
                  <a:lnTo>
                    <a:pt x="2334325" y="1467641"/>
                  </a:lnTo>
                  <a:lnTo>
                    <a:pt x="2336310" y="1468555"/>
                  </a:lnTo>
                  <a:lnTo>
                    <a:pt x="2355168" y="1477236"/>
                  </a:lnTo>
                  <a:lnTo>
                    <a:pt x="2357152" y="1478150"/>
                  </a:lnTo>
                  <a:lnTo>
                    <a:pt x="2359137" y="1479062"/>
                  </a:lnTo>
                  <a:lnTo>
                    <a:pt x="2377995" y="1487735"/>
                  </a:lnTo>
                  <a:lnTo>
                    <a:pt x="2379979" y="1488648"/>
                  </a:lnTo>
                  <a:lnTo>
                    <a:pt x="2381964" y="1489553"/>
                  </a:lnTo>
                  <a:lnTo>
                    <a:pt x="2400822" y="1498153"/>
                  </a:lnTo>
                  <a:lnTo>
                    <a:pt x="2402807" y="1499058"/>
                  </a:lnTo>
                  <a:lnTo>
                    <a:pt x="2404791" y="1499949"/>
                  </a:lnTo>
                  <a:lnTo>
                    <a:pt x="2423649" y="1508419"/>
                  </a:lnTo>
                  <a:lnTo>
                    <a:pt x="2425634" y="1509310"/>
                  </a:lnTo>
                  <a:lnTo>
                    <a:pt x="2427618" y="1510182"/>
                  </a:lnTo>
                  <a:lnTo>
                    <a:pt x="2446476" y="1518467"/>
                  </a:lnTo>
                  <a:lnTo>
                    <a:pt x="2448461" y="1519339"/>
                  </a:lnTo>
                  <a:lnTo>
                    <a:pt x="2450446" y="1520186"/>
                  </a:lnTo>
                  <a:lnTo>
                    <a:pt x="2469303" y="1528233"/>
                  </a:lnTo>
                  <a:lnTo>
                    <a:pt x="2471288" y="1529080"/>
                  </a:lnTo>
                  <a:lnTo>
                    <a:pt x="2473273" y="1529896"/>
                  </a:lnTo>
                  <a:lnTo>
                    <a:pt x="2492131" y="1537647"/>
                  </a:lnTo>
                  <a:lnTo>
                    <a:pt x="2494115" y="1538462"/>
                  </a:lnTo>
                  <a:lnTo>
                    <a:pt x="2496100" y="1539235"/>
                  </a:lnTo>
                  <a:lnTo>
                    <a:pt x="2514958" y="1546582"/>
                  </a:lnTo>
                  <a:lnTo>
                    <a:pt x="2516942" y="1547355"/>
                  </a:lnTo>
                  <a:lnTo>
                    <a:pt x="2518927" y="1548088"/>
                  </a:lnTo>
                  <a:lnTo>
                    <a:pt x="2537785" y="1555050"/>
                  </a:lnTo>
                  <a:lnTo>
                    <a:pt x="2539770" y="1555783"/>
                  </a:lnTo>
                  <a:lnTo>
                    <a:pt x="2541754" y="1556472"/>
                  </a:lnTo>
                  <a:lnTo>
                    <a:pt x="2560612" y="1563022"/>
                  </a:lnTo>
                  <a:lnTo>
                    <a:pt x="2562597" y="1563711"/>
                  </a:lnTo>
                  <a:lnTo>
                    <a:pt x="2564581" y="1564355"/>
                  </a:lnTo>
                  <a:lnTo>
                    <a:pt x="2583439" y="1570471"/>
                  </a:lnTo>
                  <a:lnTo>
                    <a:pt x="2585424" y="1571114"/>
                  </a:lnTo>
                  <a:lnTo>
                    <a:pt x="2587409" y="1571711"/>
                  </a:lnTo>
                  <a:lnTo>
                    <a:pt x="2606266" y="1577377"/>
                  </a:lnTo>
                  <a:lnTo>
                    <a:pt x="2608251" y="1577973"/>
                  </a:lnTo>
                  <a:lnTo>
                    <a:pt x="2610236" y="1578521"/>
                  </a:lnTo>
                  <a:lnTo>
                    <a:pt x="2629094" y="1583728"/>
                  </a:lnTo>
                  <a:lnTo>
                    <a:pt x="2631078" y="1584276"/>
                  </a:lnTo>
                  <a:lnTo>
                    <a:pt x="2633063" y="1584769"/>
                  </a:lnTo>
                  <a:lnTo>
                    <a:pt x="2651921" y="1589455"/>
                  </a:lnTo>
                  <a:lnTo>
                    <a:pt x="2653905" y="1589948"/>
                  </a:lnTo>
                  <a:lnTo>
                    <a:pt x="2655890" y="1590389"/>
                  </a:lnTo>
                  <a:lnTo>
                    <a:pt x="2674748" y="1594581"/>
                  </a:lnTo>
                  <a:lnTo>
                    <a:pt x="2676733" y="1595022"/>
                  </a:lnTo>
                  <a:lnTo>
                    <a:pt x="2678717" y="1595417"/>
                  </a:lnTo>
                  <a:lnTo>
                    <a:pt x="2697575" y="1599172"/>
                  </a:lnTo>
                  <a:lnTo>
                    <a:pt x="2699560" y="1599568"/>
                  </a:lnTo>
                  <a:lnTo>
                    <a:pt x="2701544" y="1599919"/>
                  </a:lnTo>
                  <a:lnTo>
                    <a:pt x="2720402" y="1603258"/>
                  </a:lnTo>
                  <a:lnTo>
                    <a:pt x="2722387" y="1603609"/>
                  </a:lnTo>
                  <a:lnTo>
                    <a:pt x="2724372" y="1603920"/>
                  </a:lnTo>
                  <a:lnTo>
                    <a:pt x="2743229" y="1606869"/>
                  </a:lnTo>
                  <a:lnTo>
                    <a:pt x="2745214" y="1607179"/>
                  </a:lnTo>
                  <a:lnTo>
                    <a:pt x="2747199" y="1607452"/>
                  </a:lnTo>
                  <a:lnTo>
                    <a:pt x="2766057" y="1610040"/>
                  </a:lnTo>
                  <a:lnTo>
                    <a:pt x="2768041" y="1610313"/>
                  </a:lnTo>
                  <a:lnTo>
                    <a:pt x="2770026" y="1610551"/>
                  </a:lnTo>
                  <a:lnTo>
                    <a:pt x="2788884" y="1612813"/>
                  </a:lnTo>
                  <a:lnTo>
                    <a:pt x="2790868" y="1613051"/>
                  </a:lnTo>
                  <a:lnTo>
                    <a:pt x="2792853" y="1613253"/>
                  </a:lnTo>
                  <a:lnTo>
                    <a:pt x="2811711" y="1615176"/>
                  </a:lnTo>
                  <a:lnTo>
                    <a:pt x="2813696" y="1615378"/>
                  </a:lnTo>
                  <a:lnTo>
                    <a:pt x="2815680" y="1615557"/>
                  </a:lnTo>
                  <a:lnTo>
                    <a:pt x="2834538" y="1617252"/>
                  </a:lnTo>
                  <a:lnTo>
                    <a:pt x="2836523" y="1617430"/>
                  </a:lnTo>
                  <a:lnTo>
                    <a:pt x="2838508" y="1617589"/>
                  </a:lnTo>
                  <a:lnTo>
                    <a:pt x="2857365" y="1619097"/>
                  </a:lnTo>
                  <a:lnTo>
                    <a:pt x="2859350" y="1619256"/>
                  </a:lnTo>
                  <a:lnTo>
                    <a:pt x="2861335" y="1619399"/>
                  </a:lnTo>
                  <a:lnTo>
                    <a:pt x="2880192" y="1620760"/>
                  </a:lnTo>
                  <a:lnTo>
                    <a:pt x="2882177" y="1620904"/>
                  </a:lnTo>
                  <a:lnTo>
                    <a:pt x="2884162" y="1621035"/>
                  </a:lnTo>
                  <a:lnTo>
                    <a:pt x="2903020" y="1622288"/>
                  </a:lnTo>
                  <a:lnTo>
                    <a:pt x="2905004" y="1622420"/>
                  </a:lnTo>
                  <a:lnTo>
                    <a:pt x="2906989" y="1622544"/>
                  </a:lnTo>
                  <a:lnTo>
                    <a:pt x="2925847" y="1623726"/>
                  </a:lnTo>
                  <a:lnTo>
                    <a:pt x="2927831" y="1623850"/>
                  </a:lnTo>
                  <a:lnTo>
                    <a:pt x="2929816" y="1623971"/>
                  </a:lnTo>
                  <a:lnTo>
                    <a:pt x="2948674" y="1625116"/>
                  </a:lnTo>
                  <a:lnTo>
                    <a:pt x="2950659" y="1625237"/>
                  </a:lnTo>
                  <a:lnTo>
                    <a:pt x="2952643" y="1625358"/>
                  </a:lnTo>
                  <a:lnTo>
                    <a:pt x="2971501" y="1626509"/>
                  </a:lnTo>
                  <a:lnTo>
                    <a:pt x="2973486" y="1626631"/>
                  </a:lnTo>
                  <a:lnTo>
                    <a:pt x="2975471" y="1626755"/>
                  </a:lnTo>
                  <a:lnTo>
                    <a:pt x="2994328" y="1627941"/>
                  </a:lnTo>
                  <a:lnTo>
                    <a:pt x="2996313" y="1628065"/>
                  </a:lnTo>
                  <a:lnTo>
                    <a:pt x="2998298" y="1628196"/>
                  </a:lnTo>
                  <a:lnTo>
                    <a:pt x="3017155" y="1629434"/>
                  </a:lnTo>
                  <a:lnTo>
                    <a:pt x="3019140" y="1629565"/>
                  </a:lnTo>
                  <a:lnTo>
                    <a:pt x="3021125" y="1629702"/>
                  </a:lnTo>
                  <a:lnTo>
                    <a:pt x="3039983" y="1631010"/>
                  </a:lnTo>
                  <a:lnTo>
                    <a:pt x="3041967" y="1631148"/>
                  </a:lnTo>
                  <a:lnTo>
                    <a:pt x="3043952" y="1631294"/>
                  </a:lnTo>
                  <a:lnTo>
                    <a:pt x="3062810" y="1632682"/>
                  </a:lnTo>
                  <a:lnTo>
                    <a:pt x="3064795" y="1632828"/>
                  </a:lnTo>
                  <a:lnTo>
                    <a:pt x="3066779" y="1632983"/>
                  </a:lnTo>
                  <a:lnTo>
                    <a:pt x="3085637" y="1634458"/>
                  </a:lnTo>
                  <a:lnTo>
                    <a:pt x="3087622" y="1634614"/>
                  </a:lnTo>
                  <a:lnTo>
                    <a:pt x="3089606" y="1634780"/>
                  </a:lnTo>
                  <a:lnTo>
                    <a:pt x="3108464" y="1636361"/>
                  </a:lnTo>
                  <a:lnTo>
                    <a:pt x="3110449" y="1636528"/>
                  </a:lnTo>
                  <a:lnTo>
                    <a:pt x="3112434" y="1636704"/>
                  </a:lnTo>
                  <a:lnTo>
                    <a:pt x="3131291" y="1638373"/>
                  </a:lnTo>
                  <a:lnTo>
                    <a:pt x="3133276" y="1638549"/>
                  </a:lnTo>
                  <a:lnTo>
                    <a:pt x="3135261" y="1638733"/>
                  </a:lnTo>
                  <a:lnTo>
                    <a:pt x="3154119" y="1640479"/>
                  </a:lnTo>
                  <a:lnTo>
                    <a:pt x="3156103" y="1640663"/>
                  </a:lnTo>
                  <a:lnTo>
                    <a:pt x="3158088" y="1640854"/>
                  </a:lnTo>
                  <a:lnTo>
                    <a:pt x="3176946" y="1642669"/>
                  </a:lnTo>
                  <a:lnTo>
                    <a:pt x="3178930" y="1642859"/>
                  </a:lnTo>
                  <a:lnTo>
                    <a:pt x="3180915" y="1643056"/>
                  </a:lnTo>
                  <a:lnTo>
                    <a:pt x="3199773" y="1644925"/>
                  </a:lnTo>
                  <a:lnTo>
                    <a:pt x="3201758" y="1645122"/>
                  </a:lnTo>
                  <a:lnTo>
                    <a:pt x="3203742" y="1645323"/>
                  </a:lnTo>
                  <a:lnTo>
                    <a:pt x="3222600" y="1647233"/>
                  </a:lnTo>
                  <a:lnTo>
                    <a:pt x="3224585" y="1647434"/>
                  </a:lnTo>
                  <a:lnTo>
                    <a:pt x="3226569" y="1647638"/>
                  </a:lnTo>
                  <a:lnTo>
                    <a:pt x="3245427" y="1649574"/>
                  </a:lnTo>
                  <a:lnTo>
                    <a:pt x="3247412" y="1649778"/>
                  </a:lnTo>
                  <a:lnTo>
                    <a:pt x="3249397" y="1649982"/>
                  </a:lnTo>
                  <a:lnTo>
                    <a:pt x="3268254" y="1651921"/>
                  </a:lnTo>
                  <a:lnTo>
                    <a:pt x="3270239" y="1652126"/>
                  </a:lnTo>
                  <a:lnTo>
                    <a:pt x="3272224" y="1652328"/>
                  </a:lnTo>
                  <a:lnTo>
                    <a:pt x="3291082" y="1654252"/>
                  </a:lnTo>
                  <a:lnTo>
                    <a:pt x="3293066" y="1654454"/>
                  </a:lnTo>
                  <a:lnTo>
                    <a:pt x="3295051" y="1654653"/>
                  </a:lnTo>
                  <a:lnTo>
                    <a:pt x="3313909" y="1656545"/>
                  </a:lnTo>
                  <a:lnTo>
                    <a:pt x="3315893" y="1656744"/>
                  </a:lnTo>
                  <a:lnTo>
                    <a:pt x="3317878" y="1656938"/>
                  </a:lnTo>
                  <a:lnTo>
                    <a:pt x="3336736" y="1658783"/>
                  </a:lnTo>
                  <a:lnTo>
                    <a:pt x="3338721" y="1658978"/>
                  </a:lnTo>
                  <a:lnTo>
                    <a:pt x="3340705" y="1659166"/>
                  </a:lnTo>
                  <a:lnTo>
                    <a:pt x="3359563" y="1660951"/>
                  </a:lnTo>
                  <a:lnTo>
                    <a:pt x="3361548" y="1661139"/>
                  </a:lnTo>
                  <a:lnTo>
                    <a:pt x="3363532" y="1661319"/>
                  </a:lnTo>
                  <a:lnTo>
                    <a:pt x="3382390" y="1663032"/>
                  </a:lnTo>
                  <a:lnTo>
                    <a:pt x="3384375" y="1663212"/>
                  </a:lnTo>
                  <a:lnTo>
                    <a:pt x="3386360" y="1663382"/>
                  </a:lnTo>
                  <a:lnTo>
                    <a:pt x="3405217" y="1664997"/>
                  </a:lnTo>
                  <a:lnTo>
                    <a:pt x="3407202" y="1665167"/>
                  </a:lnTo>
                  <a:lnTo>
                    <a:pt x="3409187" y="1665326"/>
                  </a:lnTo>
                  <a:lnTo>
                    <a:pt x="3428045" y="1666840"/>
                  </a:lnTo>
                  <a:lnTo>
                    <a:pt x="3430029" y="1667000"/>
                  </a:lnTo>
                  <a:lnTo>
                    <a:pt x="3432014" y="1667149"/>
                  </a:lnTo>
                  <a:lnTo>
                    <a:pt x="3450872" y="1668562"/>
                  </a:lnTo>
                  <a:lnTo>
                    <a:pt x="3452856" y="1668711"/>
                  </a:lnTo>
                  <a:lnTo>
                    <a:pt x="3454841" y="1668849"/>
                  </a:lnTo>
                  <a:lnTo>
                    <a:pt x="3473699" y="1670159"/>
                  </a:lnTo>
                  <a:lnTo>
                    <a:pt x="3475684" y="1670297"/>
                  </a:lnTo>
                  <a:lnTo>
                    <a:pt x="3477668" y="1670423"/>
                  </a:lnTo>
                  <a:lnTo>
                    <a:pt x="3496526" y="1671627"/>
                  </a:lnTo>
                  <a:lnTo>
                    <a:pt x="3498511" y="1671754"/>
                  </a:lnTo>
                  <a:lnTo>
                    <a:pt x="3500495" y="1671869"/>
                  </a:lnTo>
                  <a:lnTo>
                    <a:pt x="3519353" y="1672967"/>
                  </a:lnTo>
                  <a:lnTo>
                    <a:pt x="3521338" y="1673083"/>
                  </a:lnTo>
                  <a:lnTo>
                    <a:pt x="3523323" y="1673187"/>
                  </a:lnTo>
                  <a:lnTo>
                    <a:pt x="3542180" y="1674176"/>
                  </a:lnTo>
                  <a:lnTo>
                    <a:pt x="3544165" y="1674281"/>
                  </a:lnTo>
                  <a:lnTo>
                    <a:pt x="3546150" y="1674372"/>
                  </a:lnTo>
                  <a:lnTo>
                    <a:pt x="3565008" y="1675241"/>
                  </a:lnTo>
                  <a:lnTo>
                    <a:pt x="3566992" y="1675333"/>
                  </a:lnTo>
                  <a:lnTo>
                    <a:pt x="3568977" y="1675414"/>
                  </a:lnTo>
                  <a:lnTo>
                    <a:pt x="3587835" y="1676188"/>
                  </a:lnTo>
                  <a:lnTo>
                    <a:pt x="3589819" y="1676269"/>
                  </a:lnTo>
                  <a:lnTo>
                    <a:pt x="3591804" y="1676341"/>
                  </a:lnTo>
                  <a:lnTo>
                    <a:pt x="3610662" y="1677024"/>
                  </a:lnTo>
                  <a:lnTo>
                    <a:pt x="3612647" y="1677096"/>
                  </a:lnTo>
                  <a:lnTo>
                    <a:pt x="3614631" y="1677159"/>
                  </a:lnTo>
                  <a:lnTo>
                    <a:pt x="3633489" y="1677758"/>
                  </a:lnTo>
                  <a:lnTo>
                    <a:pt x="3635474" y="1677820"/>
                  </a:lnTo>
                  <a:lnTo>
                    <a:pt x="3637458" y="1677875"/>
                  </a:lnTo>
                  <a:lnTo>
                    <a:pt x="3656316" y="1678395"/>
                  </a:lnTo>
                  <a:lnTo>
                    <a:pt x="3658301" y="1678450"/>
                  </a:lnTo>
                  <a:lnTo>
                    <a:pt x="3660286" y="1678497"/>
                  </a:lnTo>
                  <a:lnTo>
                    <a:pt x="3679143" y="1678945"/>
                  </a:lnTo>
                  <a:lnTo>
                    <a:pt x="3681128" y="1678992"/>
                  </a:lnTo>
                  <a:lnTo>
                    <a:pt x="3683113" y="1679031"/>
                  </a:lnTo>
                  <a:lnTo>
                    <a:pt x="3701971" y="1679407"/>
                  </a:lnTo>
                  <a:lnTo>
                    <a:pt x="3703955" y="1679446"/>
                  </a:lnTo>
                  <a:lnTo>
                    <a:pt x="3705940" y="1679479"/>
                  </a:lnTo>
                  <a:lnTo>
                    <a:pt x="3724798" y="1679793"/>
                  </a:lnTo>
                  <a:lnTo>
                    <a:pt x="3726782" y="1679826"/>
                  </a:lnTo>
                  <a:lnTo>
                    <a:pt x="3728767" y="1679854"/>
                  </a:lnTo>
                  <a:lnTo>
                    <a:pt x="3732353" y="16799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39851" y="3799897"/>
              <a:ext cx="7464706" cy="1681934"/>
            </a:xfrm>
            <a:custGeom>
              <a:avLst/>
              <a:pathLst>
                <a:path w="7464706" h="1681934">
                  <a:moveTo>
                    <a:pt x="0" y="1681934"/>
                  </a:moveTo>
                  <a:lnTo>
                    <a:pt x="17478" y="1681934"/>
                  </a:lnTo>
                  <a:lnTo>
                    <a:pt x="40305" y="1681934"/>
                  </a:lnTo>
                  <a:lnTo>
                    <a:pt x="63132" y="1681934"/>
                  </a:lnTo>
                  <a:lnTo>
                    <a:pt x="85959" y="1681934"/>
                  </a:lnTo>
                  <a:lnTo>
                    <a:pt x="108787" y="1681934"/>
                  </a:lnTo>
                  <a:lnTo>
                    <a:pt x="131614" y="1681934"/>
                  </a:lnTo>
                  <a:lnTo>
                    <a:pt x="154441" y="1681933"/>
                  </a:lnTo>
                  <a:lnTo>
                    <a:pt x="177268" y="1681933"/>
                  </a:lnTo>
                  <a:lnTo>
                    <a:pt x="200095" y="1681932"/>
                  </a:lnTo>
                  <a:lnTo>
                    <a:pt x="222922" y="1681932"/>
                  </a:lnTo>
                  <a:lnTo>
                    <a:pt x="245750" y="1681930"/>
                  </a:lnTo>
                  <a:lnTo>
                    <a:pt x="268577" y="1681928"/>
                  </a:lnTo>
                  <a:lnTo>
                    <a:pt x="291404" y="1681926"/>
                  </a:lnTo>
                  <a:lnTo>
                    <a:pt x="314231" y="1681922"/>
                  </a:lnTo>
                  <a:lnTo>
                    <a:pt x="337058" y="1681917"/>
                  </a:lnTo>
                  <a:lnTo>
                    <a:pt x="359886" y="1681910"/>
                  </a:lnTo>
                  <a:lnTo>
                    <a:pt x="382713" y="1681900"/>
                  </a:lnTo>
                  <a:lnTo>
                    <a:pt x="405540" y="1681887"/>
                  </a:lnTo>
                  <a:lnTo>
                    <a:pt x="428367" y="1681869"/>
                  </a:lnTo>
                  <a:lnTo>
                    <a:pt x="451194" y="1681844"/>
                  </a:lnTo>
                  <a:lnTo>
                    <a:pt x="474021" y="1681812"/>
                  </a:lnTo>
                  <a:lnTo>
                    <a:pt x="496849" y="1681770"/>
                  </a:lnTo>
                  <a:lnTo>
                    <a:pt x="519676" y="1681715"/>
                  </a:lnTo>
                  <a:lnTo>
                    <a:pt x="542503" y="1681641"/>
                  </a:lnTo>
                  <a:lnTo>
                    <a:pt x="565330" y="1681544"/>
                  </a:lnTo>
                  <a:lnTo>
                    <a:pt x="588157" y="1681421"/>
                  </a:lnTo>
                  <a:lnTo>
                    <a:pt x="610984" y="1681266"/>
                  </a:lnTo>
                  <a:lnTo>
                    <a:pt x="633812" y="1681071"/>
                  </a:lnTo>
                  <a:lnTo>
                    <a:pt x="656639" y="1680829"/>
                  </a:lnTo>
                  <a:lnTo>
                    <a:pt x="679466" y="1680525"/>
                  </a:lnTo>
                  <a:lnTo>
                    <a:pt x="702293" y="1680142"/>
                  </a:lnTo>
                  <a:lnTo>
                    <a:pt x="725120" y="1679674"/>
                  </a:lnTo>
                  <a:lnTo>
                    <a:pt x="747947" y="1679108"/>
                  </a:lnTo>
                  <a:lnTo>
                    <a:pt x="770775" y="1678429"/>
                  </a:lnTo>
                  <a:lnTo>
                    <a:pt x="793602" y="1677622"/>
                  </a:lnTo>
                  <a:lnTo>
                    <a:pt x="816429" y="1676670"/>
                  </a:lnTo>
                  <a:lnTo>
                    <a:pt x="839256" y="1675520"/>
                  </a:lnTo>
                  <a:lnTo>
                    <a:pt x="862083" y="1674173"/>
                  </a:lnTo>
                  <a:lnTo>
                    <a:pt x="884910" y="1672615"/>
                  </a:lnTo>
                  <a:lnTo>
                    <a:pt x="907738" y="1670828"/>
                  </a:lnTo>
                  <a:lnTo>
                    <a:pt x="930565" y="1668794"/>
                  </a:lnTo>
                  <a:lnTo>
                    <a:pt x="953392" y="1666495"/>
                  </a:lnTo>
                  <a:lnTo>
                    <a:pt x="976219" y="1663897"/>
                  </a:lnTo>
                  <a:lnTo>
                    <a:pt x="999046" y="1660949"/>
                  </a:lnTo>
                  <a:lnTo>
                    <a:pt x="1021873" y="1657687"/>
                  </a:lnTo>
                  <a:lnTo>
                    <a:pt x="1044701" y="1654100"/>
                  </a:lnTo>
                  <a:lnTo>
                    <a:pt x="1067528" y="1650182"/>
                  </a:lnTo>
                  <a:lnTo>
                    <a:pt x="1090355" y="1645928"/>
                  </a:lnTo>
                  <a:lnTo>
                    <a:pt x="1113182" y="1641335"/>
                  </a:lnTo>
                  <a:lnTo>
                    <a:pt x="1136009" y="1636355"/>
                  </a:lnTo>
                  <a:lnTo>
                    <a:pt x="1158836" y="1631018"/>
                  </a:lnTo>
                  <a:lnTo>
                    <a:pt x="1181664" y="1625351"/>
                  </a:lnTo>
                  <a:lnTo>
                    <a:pt x="1204491" y="1619360"/>
                  </a:lnTo>
                  <a:lnTo>
                    <a:pt x="1227318" y="1613050"/>
                  </a:lnTo>
                  <a:lnTo>
                    <a:pt x="1250145" y="1606425"/>
                  </a:lnTo>
                  <a:lnTo>
                    <a:pt x="1272972" y="1599478"/>
                  </a:lnTo>
                  <a:lnTo>
                    <a:pt x="1295800" y="1592158"/>
                  </a:lnTo>
                  <a:lnTo>
                    <a:pt x="1318627" y="1584520"/>
                  </a:lnTo>
                  <a:lnTo>
                    <a:pt x="1341454" y="1576555"/>
                  </a:lnTo>
                  <a:lnTo>
                    <a:pt x="1364281" y="1568250"/>
                  </a:lnTo>
                  <a:lnTo>
                    <a:pt x="1387108" y="1559589"/>
                  </a:lnTo>
                  <a:lnTo>
                    <a:pt x="1409935" y="1550552"/>
                  </a:lnTo>
                  <a:lnTo>
                    <a:pt x="1432763" y="1541062"/>
                  </a:lnTo>
                  <a:lnTo>
                    <a:pt x="1455590" y="1531090"/>
                  </a:lnTo>
                  <a:lnTo>
                    <a:pt x="1478417" y="1520644"/>
                  </a:lnTo>
                  <a:lnTo>
                    <a:pt x="1501244" y="1509696"/>
                  </a:lnTo>
                  <a:lnTo>
                    <a:pt x="1524071" y="1498216"/>
                  </a:lnTo>
                  <a:lnTo>
                    <a:pt x="1546898" y="1486178"/>
                  </a:lnTo>
                  <a:lnTo>
                    <a:pt x="1569726" y="1473560"/>
                  </a:lnTo>
                  <a:lnTo>
                    <a:pt x="1592553" y="1460212"/>
                  </a:lnTo>
                  <a:lnTo>
                    <a:pt x="1615380" y="1446248"/>
                  </a:lnTo>
                  <a:lnTo>
                    <a:pt x="1638207" y="1431678"/>
                  </a:lnTo>
                  <a:lnTo>
                    <a:pt x="1661034" y="1416512"/>
                  </a:lnTo>
                  <a:lnTo>
                    <a:pt x="1683861" y="1400773"/>
                  </a:lnTo>
                  <a:lnTo>
                    <a:pt x="1706689" y="1384492"/>
                  </a:lnTo>
                  <a:lnTo>
                    <a:pt x="1729516" y="1367675"/>
                  </a:lnTo>
                  <a:lnTo>
                    <a:pt x="1752343" y="1350378"/>
                  </a:lnTo>
                  <a:lnTo>
                    <a:pt x="1775170" y="1332737"/>
                  </a:lnTo>
                  <a:lnTo>
                    <a:pt x="1797997" y="1314831"/>
                  </a:lnTo>
                  <a:lnTo>
                    <a:pt x="1820824" y="1296742"/>
                  </a:lnTo>
                  <a:lnTo>
                    <a:pt x="1843652" y="1278560"/>
                  </a:lnTo>
                  <a:lnTo>
                    <a:pt x="1866479" y="1260380"/>
                  </a:lnTo>
                  <a:lnTo>
                    <a:pt x="1889306" y="1242343"/>
                  </a:lnTo>
                  <a:lnTo>
                    <a:pt x="1912133" y="1224563"/>
                  </a:lnTo>
                  <a:lnTo>
                    <a:pt x="1934960" y="1207132"/>
                  </a:lnTo>
                  <a:lnTo>
                    <a:pt x="1957787" y="1190141"/>
                  </a:lnTo>
                  <a:lnTo>
                    <a:pt x="1980615" y="1173677"/>
                  </a:lnTo>
                  <a:lnTo>
                    <a:pt x="2003442" y="1157819"/>
                  </a:lnTo>
                  <a:lnTo>
                    <a:pt x="2026269" y="1142679"/>
                  </a:lnTo>
                  <a:lnTo>
                    <a:pt x="2049096" y="1128413"/>
                  </a:lnTo>
                  <a:lnTo>
                    <a:pt x="2071923" y="1114943"/>
                  </a:lnTo>
                  <a:lnTo>
                    <a:pt x="2094751" y="1102286"/>
                  </a:lnTo>
                  <a:lnTo>
                    <a:pt x="2117578" y="1090444"/>
                  </a:lnTo>
                  <a:lnTo>
                    <a:pt x="2140405" y="1079403"/>
                  </a:lnTo>
                  <a:lnTo>
                    <a:pt x="2163232" y="1069130"/>
                  </a:lnTo>
                  <a:lnTo>
                    <a:pt x="2186059" y="1059666"/>
                  </a:lnTo>
                  <a:lnTo>
                    <a:pt x="2208886" y="1050853"/>
                  </a:lnTo>
                  <a:lnTo>
                    <a:pt x="2231714" y="1042540"/>
                  </a:lnTo>
                  <a:lnTo>
                    <a:pt x="2254541" y="1034613"/>
                  </a:lnTo>
                  <a:lnTo>
                    <a:pt x="2277368" y="1026947"/>
                  </a:lnTo>
                  <a:lnTo>
                    <a:pt x="2300195" y="1019409"/>
                  </a:lnTo>
                  <a:lnTo>
                    <a:pt x="2323022" y="1011853"/>
                  </a:lnTo>
                  <a:lnTo>
                    <a:pt x="2345849" y="1004052"/>
                  </a:lnTo>
                  <a:lnTo>
                    <a:pt x="2368677" y="995867"/>
                  </a:lnTo>
                  <a:lnTo>
                    <a:pt x="2391504" y="987160"/>
                  </a:lnTo>
                  <a:lnTo>
                    <a:pt x="2414331" y="977806"/>
                  </a:lnTo>
                  <a:lnTo>
                    <a:pt x="2437158" y="967690"/>
                  </a:lnTo>
                  <a:lnTo>
                    <a:pt x="2459985" y="956712"/>
                  </a:lnTo>
                  <a:lnTo>
                    <a:pt x="2482812" y="944675"/>
                  </a:lnTo>
                  <a:lnTo>
                    <a:pt x="2505640" y="931513"/>
                  </a:lnTo>
                  <a:lnTo>
                    <a:pt x="2528467" y="917306"/>
                  </a:lnTo>
                  <a:lnTo>
                    <a:pt x="2551294" y="902055"/>
                  </a:lnTo>
                  <a:lnTo>
                    <a:pt x="2574121" y="885784"/>
                  </a:lnTo>
                  <a:lnTo>
                    <a:pt x="2596948" y="868533"/>
                  </a:lnTo>
                  <a:lnTo>
                    <a:pt x="2619775" y="850362"/>
                  </a:lnTo>
                  <a:lnTo>
                    <a:pt x="2642603" y="831205"/>
                  </a:lnTo>
                  <a:lnTo>
                    <a:pt x="2665430" y="811349"/>
                  </a:lnTo>
                  <a:lnTo>
                    <a:pt x="2688257" y="790915"/>
                  </a:lnTo>
                  <a:lnTo>
                    <a:pt x="2711084" y="770019"/>
                  </a:lnTo>
                  <a:lnTo>
                    <a:pt x="2733911" y="748781"/>
                  </a:lnTo>
                  <a:lnTo>
                    <a:pt x="2756738" y="727320"/>
                  </a:lnTo>
                  <a:lnTo>
                    <a:pt x="2779566" y="705757"/>
                  </a:lnTo>
                  <a:lnTo>
                    <a:pt x="2802393" y="684248"/>
                  </a:lnTo>
                  <a:lnTo>
                    <a:pt x="2825220" y="662903"/>
                  </a:lnTo>
                  <a:lnTo>
                    <a:pt x="2848047" y="641809"/>
                  </a:lnTo>
                  <a:lnTo>
                    <a:pt x="2870874" y="621043"/>
                  </a:lnTo>
                  <a:lnTo>
                    <a:pt x="2893702" y="600670"/>
                  </a:lnTo>
                  <a:lnTo>
                    <a:pt x="2916529" y="580740"/>
                  </a:lnTo>
                  <a:lnTo>
                    <a:pt x="2939356" y="561384"/>
                  </a:lnTo>
                  <a:lnTo>
                    <a:pt x="2962183" y="542559"/>
                  </a:lnTo>
                  <a:lnTo>
                    <a:pt x="2985010" y="524243"/>
                  </a:lnTo>
                  <a:lnTo>
                    <a:pt x="3007837" y="506419"/>
                  </a:lnTo>
                  <a:lnTo>
                    <a:pt x="3030665" y="489059"/>
                  </a:lnTo>
                  <a:lnTo>
                    <a:pt x="3053492" y="472122"/>
                  </a:lnTo>
                  <a:lnTo>
                    <a:pt x="3076319" y="455569"/>
                  </a:lnTo>
                  <a:lnTo>
                    <a:pt x="3099146" y="439341"/>
                  </a:lnTo>
                  <a:lnTo>
                    <a:pt x="3121973" y="423290"/>
                  </a:lnTo>
                  <a:lnTo>
                    <a:pt x="3144800" y="407326"/>
                  </a:lnTo>
                  <a:lnTo>
                    <a:pt x="3167628" y="391352"/>
                  </a:lnTo>
                  <a:lnTo>
                    <a:pt x="3190455" y="375270"/>
                  </a:lnTo>
                  <a:lnTo>
                    <a:pt x="3213282" y="358981"/>
                  </a:lnTo>
                  <a:lnTo>
                    <a:pt x="3236109" y="342326"/>
                  </a:lnTo>
                  <a:lnTo>
                    <a:pt x="3258936" y="325211"/>
                  </a:lnTo>
                  <a:lnTo>
                    <a:pt x="3281763" y="307594"/>
                  </a:lnTo>
                  <a:lnTo>
                    <a:pt x="3304591" y="289431"/>
                  </a:lnTo>
                  <a:lnTo>
                    <a:pt x="3327418" y="270696"/>
                  </a:lnTo>
                  <a:lnTo>
                    <a:pt x="3350245" y="251391"/>
                  </a:lnTo>
                  <a:lnTo>
                    <a:pt x="3373072" y="231533"/>
                  </a:lnTo>
                  <a:lnTo>
                    <a:pt x="3395899" y="211128"/>
                  </a:lnTo>
                  <a:lnTo>
                    <a:pt x="3418726" y="190411"/>
                  </a:lnTo>
                  <a:lnTo>
                    <a:pt x="3441554" y="169538"/>
                  </a:lnTo>
                  <a:lnTo>
                    <a:pt x="3464381" y="148694"/>
                  </a:lnTo>
                  <a:lnTo>
                    <a:pt x="3487208" y="128091"/>
                  </a:lnTo>
                  <a:lnTo>
                    <a:pt x="3510035" y="107964"/>
                  </a:lnTo>
                  <a:lnTo>
                    <a:pt x="3532862" y="88694"/>
                  </a:lnTo>
                  <a:lnTo>
                    <a:pt x="3555689" y="70671"/>
                  </a:lnTo>
                  <a:lnTo>
                    <a:pt x="3578517" y="54089"/>
                  </a:lnTo>
                  <a:lnTo>
                    <a:pt x="3601344" y="39221"/>
                  </a:lnTo>
                  <a:lnTo>
                    <a:pt x="3624171" y="26323"/>
                  </a:lnTo>
                  <a:lnTo>
                    <a:pt x="3646998" y="15633"/>
                  </a:lnTo>
                  <a:lnTo>
                    <a:pt x="3669825" y="7366"/>
                  </a:lnTo>
                  <a:lnTo>
                    <a:pt x="3692652" y="2267"/>
                  </a:lnTo>
                  <a:lnTo>
                    <a:pt x="3715480" y="0"/>
                  </a:lnTo>
                  <a:lnTo>
                    <a:pt x="3732353" y="430"/>
                  </a:lnTo>
                  <a:lnTo>
                    <a:pt x="3738307" y="581"/>
                  </a:lnTo>
                  <a:lnTo>
                    <a:pt x="3761134" y="4029"/>
                  </a:lnTo>
                  <a:lnTo>
                    <a:pt x="3783961" y="10320"/>
                  </a:lnTo>
                  <a:lnTo>
                    <a:pt x="3806788" y="19389"/>
                  </a:lnTo>
                  <a:lnTo>
                    <a:pt x="3829616" y="31323"/>
                  </a:lnTo>
                  <a:lnTo>
                    <a:pt x="3852443" y="46072"/>
                  </a:lnTo>
                  <a:lnTo>
                    <a:pt x="3875270" y="63064"/>
                  </a:lnTo>
                  <a:lnTo>
                    <a:pt x="3898097" y="82084"/>
                  </a:lnTo>
                  <a:lnTo>
                    <a:pt x="3920924" y="102909"/>
                  </a:lnTo>
                  <a:lnTo>
                    <a:pt x="3943751" y="125304"/>
                  </a:lnTo>
                  <a:lnTo>
                    <a:pt x="3966579" y="149032"/>
                  </a:lnTo>
                  <a:lnTo>
                    <a:pt x="3989406" y="173985"/>
                  </a:lnTo>
                  <a:lnTo>
                    <a:pt x="4012233" y="199737"/>
                  </a:lnTo>
                  <a:lnTo>
                    <a:pt x="4035060" y="226029"/>
                  </a:lnTo>
                  <a:lnTo>
                    <a:pt x="4057887" y="252670"/>
                  </a:lnTo>
                  <a:lnTo>
                    <a:pt x="4080714" y="279485"/>
                  </a:lnTo>
                  <a:lnTo>
                    <a:pt x="4103542" y="306315"/>
                  </a:lnTo>
                  <a:lnTo>
                    <a:pt x="4126369" y="333003"/>
                  </a:lnTo>
                  <a:lnTo>
                    <a:pt x="4149196" y="359355"/>
                  </a:lnTo>
                  <a:lnTo>
                    <a:pt x="4172023" y="385302"/>
                  </a:lnTo>
                  <a:lnTo>
                    <a:pt x="4194850" y="410764"/>
                  </a:lnTo>
                  <a:lnTo>
                    <a:pt x="4217677" y="435675"/>
                  </a:lnTo>
                  <a:lnTo>
                    <a:pt x="4240505" y="459982"/>
                  </a:lnTo>
                  <a:lnTo>
                    <a:pt x="4263332" y="483642"/>
                  </a:lnTo>
                  <a:lnTo>
                    <a:pt x="4286159" y="506524"/>
                  </a:lnTo>
                  <a:lnTo>
                    <a:pt x="4308986" y="528645"/>
                  </a:lnTo>
                  <a:lnTo>
                    <a:pt x="4331813" y="550057"/>
                  </a:lnTo>
                  <a:lnTo>
                    <a:pt x="4354640" y="570767"/>
                  </a:lnTo>
                  <a:lnTo>
                    <a:pt x="4377468" y="590791"/>
                  </a:lnTo>
                  <a:lnTo>
                    <a:pt x="4400295" y="610152"/>
                  </a:lnTo>
                  <a:lnTo>
                    <a:pt x="4423122" y="628877"/>
                  </a:lnTo>
                  <a:lnTo>
                    <a:pt x="4445949" y="646913"/>
                  </a:lnTo>
                  <a:lnTo>
                    <a:pt x="4468776" y="664449"/>
                  </a:lnTo>
                  <a:lnTo>
                    <a:pt x="4491603" y="681549"/>
                  </a:lnTo>
                  <a:lnTo>
                    <a:pt x="4514431" y="698283"/>
                  </a:lnTo>
                  <a:lnTo>
                    <a:pt x="4537258" y="714726"/>
                  </a:lnTo>
                  <a:lnTo>
                    <a:pt x="4560085" y="730955"/>
                  </a:lnTo>
                  <a:lnTo>
                    <a:pt x="4582912" y="747046"/>
                  </a:lnTo>
                  <a:lnTo>
                    <a:pt x="4605739" y="763109"/>
                  </a:lnTo>
                  <a:lnTo>
                    <a:pt x="4628567" y="779229"/>
                  </a:lnTo>
                  <a:lnTo>
                    <a:pt x="4651394" y="795473"/>
                  </a:lnTo>
                  <a:lnTo>
                    <a:pt x="4674221" y="811899"/>
                  </a:lnTo>
                  <a:lnTo>
                    <a:pt x="4697048" y="828559"/>
                  </a:lnTo>
                  <a:lnTo>
                    <a:pt x="4719875" y="845495"/>
                  </a:lnTo>
                  <a:lnTo>
                    <a:pt x="4742702" y="862802"/>
                  </a:lnTo>
                  <a:lnTo>
                    <a:pt x="4765530" y="880442"/>
                  </a:lnTo>
                  <a:lnTo>
                    <a:pt x="4788357" y="898408"/>
                  </a:lnTo>
                  <a:lnTo>
                    <a:pt x="4811184" y="916687"/>
                  </a:lnTo>
                  <a:lnTo>
                    <a:pt x="4834011" y="935255"/>
                  </a:lnTo>
                  <a:lnTo>
                    <a:pt x="4856838" y="954083"/>
                  </a:lnTo>
                  <a:lnTo>
                    <a:pt x="4879665" y="973140"/>
                  </a:lnTo>
                  <a:lnTo>
                    <a:pt x="4902493" y="992368"/>
                  </a:lnTo>
                  <a:lnTo>
                    <a:pt x="4925320" y="1011678"/>
                  </a:lnTo>
                  <a:lnTo>
                    <a:pt x="4948147" y="1031007"/>
                  </a:lnTo>
                  <a:lnTo>
                    <a:pt x="4970974" y="1050290"/>
                  </a:lnTo>
                  <a:lnTo>
                    <a:pt x="4993801" y="1069459"/>
                  </a:lnTo>
                  <a:lnTo>
                    <a:pt x="5016628" y="1088446"/>
                  </a:lnTo>
                  <a:lnTo>
                    <a:pt x="5039456" y="1107125"/>
                  </a:lnTo>
                  <a:lnTo>
                    <a:pt x="5062283" y="1125434"/>
                  </a:lnTo>
                  <a:lnTo>
                    <a:pt x="5085110" y="1143322"/>
                  </a:lnTo>
                  <a:lnTo>
                    <a:pt x="5107937" y="1160726"/>
                  </a:lnTo>
                  <a:lnTo>
                    <a:pt x="5130764" y="1177585"/>
                  </a:lnTo>
                  <a:lnTo>
                    <a:pt x="5153591" y="1193840"/>
                  </a:lnTo>
                  <a:lnTo>
                    <a:pt x="5176419" y="1209406"/>
                  </a:lnTo>
                  <a:lnTo>
                    <a:pt x="5199246" y="1224116"/>
                  </a:lnTo>
                  <a:lnTo>
                    <a:pt x="5222073" y="1238042"/>
                  </a:lnTo>
                  <a:lnTo>
                    <a:pt x="5244900" y="1251147"/>
                  </a:lnTo>
                  <a:lnTo>
                    <a:pt x="5267727" y="1263398"/>
                  </a:lnTo>
                  <a:lnTo>
                    <a:pt x="5290554" y="1274766"/>
                  </a:lnTo>
                  <a:lnTo>
                    <a:pt x="5313382" y="1285231"/>
                  </a:lnTo>
                  <a:lnTo>
                    <a:pt x="5336209" y="1294660"/>
                  </a:lnTo>
                  <a:lnTo>
                    <a:pt x="5359036" y="1303094"/>
                  </a:lnTo>
                  <a:lnTo>
                    <a:pt x="5381863" y="1310628"/>
                  </a:lnTo>
                  <a:lnTo>
                    <a:pt x="5404690" y="1317288"/>
                  </a:lnTo>
                  <a:lnTo>
                    <a:pt x="5427518" y="1323108"/>
                  </a:lnTo>
                  <a:lnTo>
                    <a:pt x="5450345" y="1328134"/>
                  </a:lnTo>
                  <a:lnTo>
                    <a:pt x="5473172" y="1332419"/>
                  </a:lnTo>
                  <a:lnTo>
                    <a:pt x="5495999" y="1335918"/>
                  </a:lnTo>
                  <a:lnTo>
                    <a:pt x="5518826" y="1338874"/>
                  </a:lnTo>
                  <a:lnTo>
                    <a:pt x="5541653" y="1341380"/>
                  </a:lnTo>
                  <a:lnTo>
                    <a:pt x="5564481" y="1343533"/>
                  </a:lnTo>
                  <a:lnTo>
                    <a:pt x="5587308" y="1345436"/>
                  </a:lnTo>
                  <a:lnTo>
                    <a:pt x="5610135" y="1347194"/>
                  </a:lnTo>
                  <a:lnTo>
                    <a:pt x="5632962" y="1348924"/>
                  </a:lnTo>
                  <a:lnTo>
                    <a:pt x="5655789" y="1350775"/>
                  </a:lnTo>
                  <a:lnTo>
                    <a:pt x="5678616" y="1352847"/>
                  </a:lnTo>
                  <a:lnTo>
                    <a:pt x="5701444" y="1355230"/>
                  </a:lnTo>
                  <a:lnTo>
                    <a:pt x="5724271" y="1358007"/>
                  </a:lnTo>
                  <a:lnTo>
                    <a:pt x="5747098" y="1361251"/>
                  </a:lnTo>
                  <a:lnTo>
                    <a:pt x="5769925" y="1365023"/>
                  </a:lnTo>
                  <a:lnTo>
                    <a:pt x="5792752" y="1369495"/>
                  </a:lnTo>
                  <a:lnTo>
                    <a:pt x="5815579" y="1374610"/>
                  </a:lnTo>
                  <a:lnTo>
                    <a:pt x="5838407" y="1380365"/>
                  </a:lnTo>
                  <a:lnTo>
                    <a:pt x="5861234" y="1386759"/>
                  </a:lnTo>
                  <a:lnTo>
                    <a:pt x="5884061" y="1393784"/>
                  </a:lnTo>
                  <a:lnTo>
                    <a:pt x="5906888" y="1401416"/>
                  </a:lnTo>
                  <a:lnTo>
                    <a:pt x="5929715" y="1409658"/>
                  </a:lnTo>
                  <a:lnTo>
                    <a:pt x="5952542" y="1418493"/>
                  </a:lnTo>
                  <a:lnTo>
                    <a:pt x="5975370" y="1427775"/>
                  </a:lnTo>
                  <a:lnTo>
                    <a:pt x="5998197" y="1437442"/>
                  </a:lnTo>
                  <a:lnTo>
                    <a:pt x="6021024" y="1447428"/>
                  </a:lnTo>
                  <a:lnTo>
                    <a:pt x="6043851" y="1457662"/>
                  </a:lnTo>
                  <a:lnTo>
                    <a:pt x="6066678" y="1468071"/>
                  </a:lnTo>
                  <a:lnTo>
                    <a:pt x="6089505" y="1478580"/>
                  </a:lnTo>
                  <a:lnTo>
                    <a:pt x="6112333" y="1489078"/>
                  </a:lnTo>
                  <a:lnTo>
                    <a:pt x="6135160" y="1499488"/>
                  </a:lnTo>
                  <a:lnTo>
                    <a:pt x="6157987" y="1509740"/>
                  </a:lnTo>
                  <a:lnTo>
                    <a:pt x="6180814" y="1519769"/>
                  </a:lnTo>
                  <a:lnTo>
                    <a:pt x="6203641" y="1529510"/>
                  </a:lnTo>
                  <a:lnTo>
                    <a:pt x="6226468" y="1538892"/>
                  </a:lnTo>
                  <a:lnTo>
                    <a:pt x="6249296" y="1547785"/>
                  </a:lnTo>
                  <a:lnTo>
                    <a:pt x="6272123" y="1556213"/>
                  </a:lnTo>
                  <a:lnTo>
                    <a:pt x="6294950" y="1564141"/>
                  </a:lnTo>
                  <a:lnTo>
                    <a:pt x="6317777" y="1571544"/>
                  </a:lnTo>
                  <a:lnTo>
                    <a:pt x="6340604" y="1578403"/>
                  </a:lnTo>
                  <a:lnTo>
                    <a:pt x="6363432" y="1584706"/>
                  </a:lnTo>
                  <a:lnTo>
                    <a:pt x="6386259" y="1590378"/>
                  </a:lnTo>
                  <a:lnTo>
                    <a:pt x="6409086" y="1595452"/>
                  </a:lnTo>
                  <a:lnTo>
                    <a:pt x="6431913" y="1599998"/>
                  </a:lnTo>
                  <a:lnTo>
                    <a:pt x="6454740" y="1604039"/>
                  </a:lnTo>
                  <a:lnTo>
                    <a:pt x="6477567" y="1607609"/>
                  </a:lnTo>
                  <a:lnTo>
                    <a:pt x="6500395" y="1610743"/>
                  </a:lnTo>
                  <a:lnTo>
                    <a:pt x="6523222" y="1613481"/>
                  </a:lnTo>
                  <a:lnTo>
                    <a:pt x="6546049" y="1615808"/>
                  </a:lnTo>
                  <a:lnTo>
                    <a:pt x="6568876" y="1617860"/>
                  </a:lnTo>
                  <a:lnTo>
                    <a:pt x="6591703" y="1619686"/>
                  </a:lnTo>
                  <a:lnTo>
                    <a:pt x="6614530" y="1621334"/>
                  </a:lnTo>
                  <a:lnTo>
                    <a:pt x="6637358" y="1622850"/>
                  </a:lnTo>
                  <a:lnTo>
                    <a:pt x="6660185" y="1624280"/>
                  </a:lnTo>
                  <a:lnTo>
                    <a:pt x="6683012" y="1625667"/>
                  </a:lnTo>
                  <a:lnTo>
                    <a:pt x="6705839" y="1627061"/>
                  </a:lnTo>
                  <a:lnTo>
                    <a:pt x="6728666" y="1628495"/>
                  </a:lnTo>
                  <a:lnTo>
                    <a:pt x="6751493" y="1629995"/>
                  </a:lnTo>
                  <a:lnTo>
                    <a:pt x="6774321" y="1631578"/>
                  </a:lnTo>
                  <a:lnTo>
                    <a:pt x="6797148" y="1633258"/>
                  </a:lnTo>
                  <a:lnTo>
                    <a:pt x="6819975" y="1635044"/>
                  </a:lnTo>
                  <a:lnTo>
                    <a:pt x="6842802" y="1636958"/>
                  </a:lnTo>
                  <a:lnTo>
                    <a:pt x="6865629" y="1638979"/>
                  </a:lnTo>
                  <a:lnTo>
                    <a:pt x="6888456" y="1641093"/>
                  </a:lnTo>
                  <a:lnTo>
                    <a:pt x="6911284" y="1643289"/>
                  </a:lnTo>
                  <a:lnTo>
                    <a:pt x="6934111" y="1645552"/>
                  </a:lnTo>
                  <a:lnTo>
                    <a:pt x="6956938" y="1647864"/>
                  </a:lnTo>
                  <a:lnTo>
                    <a:pt x="6979765" y="1650208"/>
                  </a:lnTo>
                  <a:lnTo>
                    <a:pt x="7002592" y="1652556"/>
                  </a:lnTo>
                  <a:lnTo>
                    <a:pt x="7025419" y="1654884"/>
                  </a:lnTo>
                  <a:lnTo>
                    <a:pt x="7048247" y="1657174"/>
                  </a:lnTo>
                  <a:lnTo>
                    <a:pt x="7071074" y="1659408"/>
                  </a:lnTo>
                  <a:lnTo>
                    <a:pt x="7093901" y="1661569"/>
                  </a:lnTo>
                  <a:lnTo>
                    <a:pt x="7116728" y="1663642"/>
                  </a:lnTo>
                  <a:lnTo>
                    <a:pt x="7139555" y="1665597"/>
                  </a:lnTo>
                  <a:lnTo>
                    <a:pt x="7162383" y="1667430"/>
                  </a:lnTo>
                  <a:lnTo>
                    <a:pt x="7185210" y="1669141"/>
                  </a:lnTo>
                  <a:lnTo>
                    <a:pt x="7208037" y="1670727"/>
                  </a:lnTo>
                  <a:lnTo>
                    <a:pt x="7230864" y="1672184"/>
                  </a:lnTo>
                  <a:lnTo>
                    <a:pt x="7253691" y="1673513"/>
                  </a:lnTo>
                  <a:lnTo>
                    <a:pt x="7276518" y="1674711"/>
                  </a:lnTo>
                  <a:lnTo>
                    <a:pt x="7299346" y="1675763"/>
                  </a:lnTo>
                  <a:lnTo>
                    <a:pt x="7322173" y="1676699"/>
                  </a:lnTo>
                  <a:lnTo>
                    <a:pt x="7345000" y="1677526"/>
                  </a:lnTo>
                  <a:lnTo>
                    <a:pt x="7367827" y="1678251"/>
                  </a:lnTo>
                  <a:lnTo>
                    <a:pt x="7390654" y="1678880"/>
                  </a:lnTo>
                  <a:lnTo>
                    <a:pt x="7413481" y="1679422"/>
                  </a:lnTo>
                  <a:lnTo>
                    <a:pt x="7436309" y="1679876"/>
                  </a:lnTo>
                  <a:lnTo>
                    <a:pt x="7459136" y="1680256"/>
                  </a:lnTo>
                  <a:lnTo>
                    <a:pt x="7464706" y="1680334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35461" y="5434466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35461" y="4547259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3660052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0.006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277284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0.009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025635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382854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835491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119285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476504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282475" y="5889022"/>
              <a:ext cx="31794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- predicted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139851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2026-05-21T09:04:25Z</dcterms:modified>
  <cp:category/>
</cp:coreProperties>
</file>