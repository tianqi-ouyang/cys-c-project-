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213278" y="5061455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213278" y="4220703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13278" y="3379951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13278" y="2539198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245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93114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236983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80852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24722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68591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213278" y="5481832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213278" y="4641079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213278" y="3800327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13278" y="2959575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13278" y="2118822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221180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565049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908918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252787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596656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13278" y="1950672"/>
              <a:ext cx="3697605" cy="3531159"/>
            </a:xfrm>
            <a:custGeom>
              <a:avLst/>
              <a:pathLst>
                <a:path w="3697605" h="3531159">
                  <a:moveTo>
                    <a:pt x="0" y="3531159"/>
                  </a:moveTo>
                  <a:lnTo>
                    <a:pt x="15341" y="3531159"/>
                  </a:lnTo>
                  <a:lnTo>
                    <a:pt x="17306" y="3531159"/>
                  </a:lnTo>
                  <a:lnTo>
                    <a:pt x="19271" y="3531159"/>
                  </a:lnTo>
                  <a:lnTo>
                    <a:pt x="37943" y="3531159"/>
                  </a:lnTo>
                  <a:lnTo>
                    <a:pt x="39909" y="3531159"/>
                  </a:lnTo>
                  <a:lnTo>
                    <a:pt x="41874" y="3531159"/>
                  </a:lnTo>
                  <a:lnTo>
                    <a:pt x="60546" y="3531159"/>
                  </a:lnTo>
                  <a:lnTo>
                    <a:pt x="62511" y="3531159"/>
                  </a:lnTo>
                  <a:lnTo>
                    <a:pt x="64476" y="3531159"/>
                  </a:lnTo>
                  <a:lnTo>
                    <a:pt x="83149" y="3531159"/>
                  </a:lnTo>
                  <a:lnTo>
                    <a:pt x="85114" y="3531159"/>
                  </a:lnTo>
                  <a:lnTo>
                    <a:pt x="87079" y="3531159"/>
                  </a:lnTo>
                  <a:lnTo>
                    <a:pt x="105751" y="3531159"/>
                  </a:lnTo>
                  <a:lnTo>
                    <a:pt x="107717" y="3531159"/>
                  </a:lnTo>
                  <a:lnTo>
                    <a:pt x="109682" y="3531159"/>
                  </a:lnTo>
                  <a:lnTo>
                    <a:pt x="128354" y="3531159"/>
                  </a:lnTo>
                  <a:lnTo>
                    <a:pt x="130319" y="3531159"/>
                  </a:lnTo>
                  <a:lnTo>
                    <a:pt x="132284" y="3531159"/>
                  </a:lnTo>
                  <a:lnTo>
                    <a:pt x="150957" y="3531159"/>
                  </a:lnTo>
                  <a:lnTo>
                    <a:pt x="152922" y="3531159"/>
                  </a:lnTo>
                  <a:lnTo>
                    <a:pt x="154887" y="3531158"/>
                  </a:lnTo>
                  <a:lnTo>
                    <a:pt x="173559" y="3531158"/>
                  </a:lnTo>
                  <a:lnTo>
                    <a:pt x="175524" y="3531158"/>
                  </a:lnTo>
                  <a:lnTo>
                    <a:pt x="177490" y="3531158"/>
                  </a:lnTo>
                  <a:lnTo>
                    <a:pt x="196162" y="3531157"/>
                  </a:lnTo>
                  <a:lnTo>
                    <a:pt x="198127" y="3531157"/>
                  </a:lnTo>
                  <a:lnTo>
                    <a:pt x="200092" y="3531157"/>
                  </a:lnTo>
                  <a:lnTo>
                    <a:pt x="218765" y="3531156"/>
                  </a:lnTo>
                  <a:lnTo>
                    <a:pt x="220730" y="3531156"/>
                  </a:lnTo>
                  <a:lnTo>
                    <a:pt x="222695" y="3531156"/>
                  </a:lnTo>
                  <a:lnTo>
                    <a:pt x="241367" y="3531155"/>
                  </a:lnTo>
                  <a:lnTo>
                    <a:pt x="243332" y="3531155"/>
                  </a:lnTo>
                  <a:lnTo>
                    <a:pt x="245298" y="3531155"/>
                  </a:lnTo>
                  <a:lnTo>
                    <a:pt x="263970" y="3531153"/>
                  </a:lnTo>
                  <a:lnTo>
                    <a:pt x="265935" y="3531153"/>
                  </a:lnTo>
                  <a:lnTo>
                    <a:pt x="267900" y="3531153"/>
                  </a:lnTo>
                  <a:lnTo>
                    <a:pt x="286572" y="3531150"/>
                  </a:lnTo>
                  <a:lnTo>
                    <a:pt x="288538" y="3531150"/>
                  </a:lnTo>
                  <a:lnTo>
                    <a:pt x="290503" y="3531149"/>
                  </a:lnTo>
                  <a:lnTo>
                    <a:pt x="309175" y="3531146"/>
                  </a:lnTo>
                  <a:lnTo>
                    <a:pt x="311140" y="3531146"/>
                  </a:lnTo>
                  <a:lnTo>
                    <a:pt x="313105" y="3531145"/>
                  </a:lnTo>
                  <a:lnTo>
                    <a:pt x="331778" y="3531140"/>
                  </a:lnTo>
                  <a:lnTo>
                    <a:pt x="333743" y="3531140"/>
                  </a:lnTo>
                  <a:lnTo>
                    <a:pt x="335708" y="3531139"/>
                  </a:lnTo>
                  <a:lnTo>
                    <a:pt x="354380" y="3531133"/>
                  </a:lnTo>
                  <a:lnTo>
                    <a:pt x="356345" y="3531132"/>
                  </a:lnTo>
                  <a:lnTo>
                    <a:pt x="358311" y="3531131"/>
                  </a:lnTo>
                  <a:lnTo>
                    <a:pt x="376983" y="3531122"/>
                  </a:lnTo>
                  <a:lnTo>
                    <a:pt x="378948" y="3531121"/>
                  </a:lnTo>
                  <a:lnTo>
                    <a:pt x="380913" y="3531120"/>
                  </a:lnTo>
                  <a:lnTo>
                    <a:pt x="399586" y="3531107"/>
                  </a:lnTo>
                  <a:lnTo>
                    <a:pt x="401551" y="3531106"/>
                  </a:lnTo>
                  <a:lnTo>
                    <a:pt x="403516" y="3531104"/>
                  </a:lnTo>
                  <a:lnTo>
                    <a:pt x="422188" y="3531087"/>
                  </a:lnTo>
                  <a:lnTo>
                    <a:pt x="424153" y="3531085"/>
                  </a:lnTo>
                  <a:lnTo>
                    <a:pt x="426119" y="3531082"/>
                  </a:lnTo>
                  <a:lnTo>
                    <a:pt x="444791" y="3531059"/>
                  </a:lnTo>
                  <a:lnTo>
                    <a:pt x="446756" y="3531057"/>
                  </a:lnTo>
                  <a:lnTo>
                    <a:pt x="448721" y="3531054"/>
                  </a:lnTo>
                  <a:lnTo>
                    <a:pt x="467393" y="3531024"/>
                  </a:lnTo>
                  <a:lnTo>
                    <a:pt x="469359" y="3531020"/>
                  </a:lnTo>
                  <a:lnTo>
                    <a:pt x="471324" y="3531016"/>
                  </a:lnTo>
                  <a:lnTo>
                    <a:pt x="489996" y="3530977"/>
                  </a:lnTo>
                  <a:lnTo>
                    <a:pt x="491961" y="3530972"/>
                  </a:lnTo>
                  <a:lnTo>
                    <a:pt x="493926" y="3530967"/>
                  </a:lnTo>
                  <a:lnTo>
                    <a:pt x="512599" y="3530916"/>
                  </a:lnTo>
                  <a:lnTo>
                    <a:pt x="514564" y="3530910"/>
                  </a:lnTo>
                  <a:lnTo>
                    <a:pt x="516529" y="3530903"/>
                  </a:lnTo>
                  <a:lnTo>
                    <a:pt x="535201" y="3530833"/>
                  </a:lnTo>
                  <a:lnTo>
                    <a:pt x="537167" y="3530826"/>
                  </a:lnTo>
                  <a:lnTo>
                    <a:pt x="539132" y="3530816"/>
                  </a:lnTo>
                  <a:lnTo>
                    <a:pt x="557804" y="3530726"/>
                  </a:lnTo>
                  <a:lnTo>
                    <a:pt x="559769" y="3530716"/>
                  </a:lnTo>
                  <a:lnTo>
                    <a:pt x="561734" y="3530704"/>
                  </a:lnTo>
                  <a:lnTo>
                    <a:pt x="580407" y="3530588"/>
                  </a:lnTo>
                  <a:lnTo>
                    <a:pt x="582372" y="3530576"/>
                  </a:lnTo>
                  <a:lnTo>
                    <a:pt x="584337" y="3530561"/>
                  </a:lnTo>
                  <a:lnTo>
                    <a:pt x="603009" y="3530415"/>
                  </a:lnTo>
                  <a:lnTo>
                    <a:pt x="604974" y="3530400"/>
                  </a:lnTo>
                  <a:lnTo>
                    <a:pt x="606940" y="3530380"/>
                  </a:lnTo>
                  <a:lnTo>
                    <a:pt x="625612" y="3530197"/>
                  </a:lnTo>
                  <a:lnTo>
                    <a:pt x="627577" y="3530178"/>
                  </a:lnTo>
                  <a:lnTo>
                    <a:pt x="629542" y="3530154"/>
                  </a:lnTo>
                  <a:lnTo>
                    <a:pt x="648215" y="3529927"/>
                  </a:lnTo>
                  <a:lnTo>
                    <a:pt x="650180" y="3529903"/>
                  </a:lnTo>
                  <a:lnTo>
                    <a:pt x="652145" y="3529873"/>
                  </a:lnTo>
                  <a:lnTo>
                    <a:pt x="670817" y="3529587"/>
                  </a:lnTo>
                  <a:lnTo>
                    <a:pt x="672782" y="3529557"/>
                  </a:lnTo>
                  <a:lnTo>
                    <a:pt x="674748" y="3529519"/>
                  </a:lnTo>
                  <a:lnTo>
                    <a:pt x="693420" y="3529159"/>
                  </a:lnTo>
                  <a:lnTo>
                    <a:pt x="695385" y="3529121"/>
                  </a:lnTo>
                  <a:lnTo>
                    <a:pt x="697350" y="3529075"/>
                  </a:lnTo>
                  <a:lnTo>
                    <a:pt x="716022" y="3528635"/>
                  </a:lnTo>
                  <a:lnTo>
                    <a:pt x="717988" y="3528589"/>
                  </a:lnTo>
                  <a:lnTo>
                    <a:pt x="719953" y="3528533"/>
                  </a:lnTo>
                  <a:lnTo>
                    <a:pt x="738625" y="3528001"/>
                  </a:lnTo>
                  <a:lnTo>
                    <a:pt x="740590" y="3527945"/>
                  </a:lnTo>
                  <a:lnTo>
                    <a:pt x="742555" y="3527878"/>
                  </a:lnTo>
                  <a:lnTo>
                    <a:pt x="761228" y="3527241"/>
                  </a:lnTo>
                  <a:lnTo>
                    <a:pt x="763193" y="3527174"/>
                  </a:lnTo>
                  <a:lnTo>
                    <a:pt x="765158" y="3527094"/>
                  </a:lnTo>
                  <a:lnTo>
                    <a:pt x="783830" y="3526336"/>
                  </a:lnTo>
                  <a:lnTo>
                    <a:pt x="785796" y="3526256"/>
                  </a:lnTo>
                  <a:lnTo>
                    <a:pt x="787761" y="3526162"/>
                  </a:lnTo>
                  <a:lnTo>
                    <a:pt x="806433" y="3525267"/>
                  </a:lnTo>
                  <a:lnTo>
                    <a:pt x="808398" y="3525173"/>
                  </a:lnTo>
                  <a:lnTo>
                    <a:pt x="810363" y="3525060"/>
                  </a:lnTo>
                  <a:lnTo>
                    <a:pt x="829036" y="3523979"/>
                  </a:lnTo>
                  <a:lnTo>
                    <a:pt x="831001" y="3523866"/>
                  </a:lnTo>
                  <a:lnTo>
                    <a:pt x="832966" y="3523732"/>
                  </a:lnTo>
                  <a:lnTo>
                    <a:pt x="851638" y="3522467"/>
                  </a:lnTo>
                  <a:lnTo>
                    <a:pt x="853603" y="3522334"/>
                  </a:lnTo>
                  <a:lnTo>
                    <a:pt x="855569" y="3522180"/>
                  </a:lnTo>
                  <a:lnTo>
                    <a:pt x="874241" y="3520716"/>
                  </a:lnTo>
                  <a:lnTo>
                    <a:pt x="876206" y="3520562"/>
                  </a:lnTo>
                  <a:lnTo>
                    <a:pt x="878171" y="3520386"/>
                  </a:lnTo>
                  <a:lnTo>
                    <a:pt x="896844" y="3518707"/>
                  </a:lnTo>
                  <a:lnTo>
                    <a:pt x="898809" y="3518530"/>
                  </a:lnTo>
                  <a:lnTo>
                    <a:pt x="900774" y="3518329"/>
                  </a:lnTo>
                  <a:lnTo>
                    <a:pt x="919446" y="3516418"/>
                  </a:lnTo>
                  <a:lnTo>
                    <a:pt x="921411" y="3516217"/>
                  </a:lnTo>
                  <a:lnTo>
                    <a:pt x="923376" y="3515990"/>
                  </a:lnTo>
                  <a:lnTo>
                    <a:pt x="942049" y="3513830"/>
                  </a:lnTo>
                  <a:lnTo>
                    <a:pt x="944014" y="3513603"/>
                  </a:lnTo>
                  <a:lnTo>
                    <a:pt x="945979" y="3513346"/>
                  </a:lnTo>
                  <a:lnTo>
                    <a:pt x="964651" y="3510905"/>
                  </a:lnTo>
                  <a:lnTo>
                    <a:pt x="966617" y="3510648"/>
                  </a:lnTo>
                  <a:lnTo>
                    <a:pt x="968582" y="3510357"/>
                  </a:lnTo>
                  <a:lnTo>
                    <a:pt x="987254" y="3507588"/>
                  </a:lnTo>
                  <a:lnTo>
                    <a:pt x="989219" y="3507296"/>
                  </a:lnTo>
                  <a:lnTo>
                    <a:pt x="991184" y="3506974"/>
                  </a:lnTo>
                  <a:lnTo>
                    <a:pt x="1009857" y="3503909"/>
                  </a:lnTo>
                  <a:lnTo>
                    <a:pt x="1011822" y="3503586"/>
                  </a:lnTo>
                  <a:lnTo>
                    <a:pt x="1013787" y="3503231"/>
                  </a:lnTo>
                  <a:lnTo>
                    <a:pt x="1032459" y="3499862"/>
                  </a:lnTo>
                  <a:lnTo>
                    <a:pt x="1034424" y="3499507"/>
                  </a:lnTo>
                  <a:lnTo>
                    <a:pt x="1036390" y="3499120"/>
                  </a:lnTo>
                  <a:lnTo>
                    <a:pt x="1055062" y="3495439"/>
                  </a:lnTo>
                  <a:lnTo>
                    <a:pt x="1057027" y="3495051"/>
                  </a:lnTo>
                  <a:lnTo>
                    <a:pt x="1058992" y="3494631"/>
                  </a:lnTo>
                  <a:lnTo>
                    <a:pt x="1077665" y="3490634"/>
                  </a:lnTo>
                  <a:lnTo>
                    <a:pt x="1079630" y="3490214"/>
                  </a:lnTo>
                  <a:lnTo>
                    <a:pt x="1081595" y="3489760"/>
                  </a:lnTo>
                  <a:lnTo>
                    <a:pt x="1100267" y="3485446"/>
                  </a:lnTo>
                  <a:lnTo>
                    <a:pt x="1102232" y="3484992"/>
                  </a:lnTo>
                  <a:lnTo>
                    <a:pt x="1104198" y="3484499"/>
                  </a:lnTo>
                  <a:lnTo>
                    <a:pt x="1122870" y="3479820"/>
                  </a:lnTo>
                  <a:lnTo>
                    <a:pt x="1124835" y="3479328"/>
                  </a:lnTo>
                  <a:lnTo>
                    <a:pt x="1126800" y="3478800"/>
                  </a:lnTo>
                  <a:lnTo>
                    <a:pt x="1145472" y="3473786"/>
                  </a:lnTo>
                  <a:lnTo>
                    <a:pt x="1147438" y="3473259"/>
                  </a:lnTo>
                  <a:lnTo>
                    <a:pt x="1149403" y="3472698"/>
                  </a:lnTo>
                  <a:lnTo>
                    <a:pt x="1168075" y="3467375"/>
                  </a:lnTo>
                  <a:lnTo>
                    <a:pt x="1170040" y="3466815"/>
                  </a:lnTo>
                  <a:lnTo>
                    <a:pt x="1172005" y="3466223"/>
                  </a:lnTo>
                  <a:lnTo>
                    <a:pt x="1190678" y="3460595"/>
                  </a:lnTo>
                  <a:lnTo>
                    <a:pt x="1192643" y="3460003"/>
                  </a:lnTo>
                  <a:lnTo>
                    <a:pt x="1194608" y="3459379"/>
                  </a:lnTo>
                  <a:lnTo>
                    <a:pt x="1213280" y="3453451"/>
                  </a:lnTo>
                  <a:lnTo>
                    <a:pt x="1215246" y="3452827"/>
                  </a:lnTo>
                  <a:lnTo>
                    <a:pt x="1217211" y="3452172"/>
                  </a:lnTo>
                  <a:lnTo>
                    <a:pt x="1235883" y="3445947"/>
                  </a:lnTo>
                  <a:lnTo>
                    <a:pt x="1237848" y="3445292"/>
                  </a:lnTo>
                  <a:lnTo>
                    <a:pt x="1239813" y="3444605"/>
                  </a:lnTo>
                  <a:lnTo>
                    <a:pt x="1258486" y="3438080"/>
                  </a:lnTo>
                  <a:lnTo>
                    <a:pt x="1260451" y="3437393"/>
                  </a:lnTo>
                  <a:lnTo>
                    <a:pt x="1262416" y="3436669"/>
                  </a:lnTo>
                  <a:lnTo>
                    <a:pt x="1281088" y="3429793"/>
                  </a:lnTo>
                  <a:lnTo>
                    <a:pt x="1283053" y="3429069"/>
                  </a:lnTo>
                  <a:lnTo>
                    <a:pt x="1285019" y="3428314"/>
                  </a:lnTo>
                  <a:lnTo>
                    <a:pt x="1303691" y="3421139"/>
                  </a:lnTo>
                  <a:lnTo>
                    <a:pt x="1305656" y="3420384"/>
                  </a:lnTo>
                  <a:lnTo>
                    <a:pt x="1307621" y="3419596"/>
                  </a:lnTo>
                  <a:lnTo>
                    <a:pt x="1326294" y="3412113"/>
                  </a:lnTo>
                  <a:lnTo>
                    <a:pt x="1328259" y="3411326"/>
                  </a:lnTo>
                  <a:lnTo>
                    <a:pt x="1330224" y="3410505"/>
                  </a:lnTo>
                  <a:lnTo>
                    <a:pt x="1348896" y="3402703"/>
                  </a:lnTo>
                  <a:lnTo>
                    <a:pt x="1350861" y="3401882"/>
                  </a:lnTo>
                  <a:lnTo>
                    <a:pt x="1352827" y="3401025"/>
                  </a:lnTo>
                  <a:lnTo>
                    <a:pt x="1371499" y="3392889"/>
                  </a:lnTo>
                  <a:lnTo>
                    <a:pt x="1373464" y="3392033"/>
                  </a:lnTo>
                  <a:lnTo>
                    <a:pt x="1375429" y="3391139"/>
                  </a:lnTo>
                  <a:lnTo>
                    <a:pt x="1394101" y="3382649"/>
                  </a:lnTo>
                  <a:lnTo>
                    <a:pt x="1396067" y="3381756"/>
                  </a:lnTo>
                  <a:lnTo>
                    <a:pt x="1398032" y="3380817"/>
                  </a:lnTo>
                  <a:lnTo>
                    <a:pt x="1416704" y="3371903"/>
                  </a:lnTo>
                  <a:lnTo>
                    <a:pt x="1418669" y="3370965"/>
                  </a:lnTo>
                  <a:lnTo>
                    <a:pt x="1420634" y="3369979"/>
                  </a:lnTo>
                  <a:lnTo>
                    <a:pt x="1439307" y="3360610"/>
                  </a:lnTo>
                  <a:lnTo>
                    <a:pt x="1441272" y="3359624"/>
                  </a:lnTo>
                  <a:lnTo>
                    <a:pt x="1443237" y="3358591"/>
                  </a:lnTo>
                  <a:lnTo>
                    <a:pt x="1461909" y="3348778"/>
                  </a:lnTo>
                  <a:lnTo>
                    <a:pt x="1463874" y="3347746"/>
                  </a:lnTo>
                  <a:lnTo>
                    <a:pt x="1465840" y="3346663"/>
                  </a:lnTo>
                  <a:lnTo>
                    <a:pt x="1484512" y="3336378"/>
                  </a:lnTo>
                  <a:lnTo>
                    <a:pt x="1486477" y="3335295"/>
                  </a:lnTo>
                  <a:lnTo>
                    <a:pt x="1488442" y="3334160"/>
                  </a:lnTo>
                  <a:lnTo>
                    <a:pt x="1507115" y="3323376"/>
                  </a:lnTo>
                  <a:lnTo>
                    <a:pt x="1509080" y="3322241"/>
                  </a:lnTo>
                  <a:lnTo>
                    <a:pt x="1511045" y="3321051"/>
                  </a:lnTo>
                  <a:lnTo>
                    <a:pt x="1529717" y="3309742"/>
                  </a:lnTo>
                  <a:lnTo>
                    <a:pt x="1531682" y="3308552"/>
                  </a:lnTo>
                  <a:lnTo>
                    <a:pt x="1533648" y="3307304"/>
                  </a:lnTo>
                  <a:lnTo>
                    <a:pt x="1552320" y="3295450"/>
                  </a:lnTo>
                  <a:lnTo>
                    <a:pt x="1554285" y="3294203"/>
                  </a:lnTo>
                  <a:lnTo>
                    <a:pt x="1556250" y="3292883"/>
                  </a:lnTo>
                  <a:lnTo>
                    <a:pt x="1574922" y="3280343"/>
                  </a:lnTo>
                  <a:lnTo>
                    <a:pt x="1576888" y="3279024"/>
                  </a:lnTo>
                  <a:lnTo>
                    <a:pt x="1578853" y="3277643"/>
                  </a:lnTo>
                  <a:lnTo>
                    <a:pt x="1597525" y="3264526"/>
                  </a:lnTo>
                  <a:lnTo>
                    <a:pt x="1599490" y="3263145"/>
                  </a:lnTo>
                  <a:lnTo>
                    <a:pt x="1601455" y="3261705"/>
                  </a:lnTo>
                  <a:lnTo>
                    <a:pt x="1620128" y="3248016"/>
                  </a:lnTo>
                  <a:lnTo>
                    <a:pt x="1622093" y="3246576"/>
                  </a:lnTo>
                  <a:lnTo>
                    <a:pt x="1624058" y="3245076"/>
                  </a:lnTo>
                  <a:lnTo>
                    <a:pt x="1642730" y="3230829"/>
                  </a:lnTo>
                  <a:lnTo>
                    <a:pt x="1644696" y="3229330"/>
                  </a:lnTo>
                  <a:lnTo>
                    <a:pt x="1646661" y="3227774"/>
                  </a:lnTo>
                  <a:lnTo>
                    <a:pt x="1665333" y="3212988"/>
                  </a:lnTo>
                  <a:lnTo>
                    <a:pt x="1667298" y="3211432"/>
                  </a:lnTo>
                  <a:lnTo>
                    <a:pt x="1669263" y="3209822"/>
                  </a:lnTo>
                  <a:lnTo>
                    <a:pt x="1687936" y="3194528"/>
                  </a:lnTo>
                  <a:lnTo>
                    <a:pt x="1689901" y="3192918"/>
                  </a:lnTo>
                  <a:lnTo>
                    <a:pt x="1691866" y="3191256"/>
                  </a:lnTo>
                  <a:lnTo>
                    <a:pt x="1710538" y="3175457"/>
                  </a:lnTo>
                  <a:lnTo>
                    <a:pt x="1712503" y="3173794"/>
                  </a:lnTo>
                  <a:lnTo>
                    <a:pt x="1714469" y="3172084"/>
                  </a:lnTo>
                  <a:lnTo>
                    <a:pt x="1733141" y="3155835"/>
                  </a:lnTo>
                  <a:lnTo>
                    <a:pt x="1735106" y="3154124"/>
                  </a:lnTo>
                  <a:lnTo>
                    <a:pt x="1737071" y="3152380"/>
                  </a:lnTo>
                  <a:lnTo>
                    <a:pt x="1755744" y="3135808"/>
                  </a:lnTo>
                  <a:lnTo>
                    <a:pt x="1757709" y="3134064"/>
                  </a:lnTo>
                  <a:lnTo>
                    <a:pt x="1759674" y="3132294"/>
                  </a:lnTo>
                  <a:lnTo>
                    <a:pt x="1778346" y="3115472"/>
                  </a:lnTo>
                  <a:lnTo>
                    <a:pt x="1780311" y="3113701"/>
                  </a:lnTo>
                  <a:lnTo>
                    <a:pt x="1782277" y="3111913"/>
                  </a:lnTo>
                  <a:lnTo>
                    <a:pt x="1800949" y="3094919"/>
                  </a:lnTo>
                  <a:lnTo>
                    <a:pt x="1802914" y="3093131"/>
                  </a:lnTo>
                  <a:lnTo>
                    <a:pt x="1804879" y="3091333"/>
                  </a:lnTo>
                  <a:lnTo>
                    <a:pt x="1823551" y="3074253"/>
                  </a:lnTo>
                  <a:lnTo>
                    <a:pt x="1825517" y="3072455"/>
                  </a:lnTo>
                  <a:lnTo>
                    <a:pt x="1827482" y="3070658"/>
                  </a:lnTo>
                  <a:lnTo>
                    <a:pt x="1846154" y="3053579"/>
                  </a:lnTo>
                  <a:lnTo>
                    <a:pt x="1848119" y="3051781"/>
                  </a:lnTo>
                  <a:lnTo>
                    <a:pt x="1850084" y="3049998"/>
                  </a:lnTo>
                  <a:lnTo>
                    <a:pt x="1868757" y="3033054"/>
                  </a:lnTo>
                  <a:lnTo>
                    <a:pt x="1870722" y="3031270"/>
                  </a:lnTo>
                  <a:lnTo>
                    <a:pt x="1872687" y="3029512"/>
                  </a:lnTo>
                  <a:lnTo>
                    <a:pt x="1891359" y="3012810"/>
                  </a:lnTo>
                  <a:lnTo>
                    <a:pt x="1893325" y="3011052"/>
                  </a:lnTo>
                  <a:lnTo>
                    <a:pt x="1895290" y="3009328"/>
                  </a:lnTo>
                  <a:lnTo>
                    <a:pt x="1913962" y="2992953"/>
                  </a:lnTo>
                  <a:lnTo>
                    <a:pt x="1915927" y="2991230"/>
                  </a:lnTo>
                  <a:lnTo>
                    <a:pt x="1917892" y="2989550"/>
                  </a:lnTo>
                  <a:lnTo>
                    <a:pt x="1936565" y="2973588"/>
                  </a:lnTo>
                  <a:lnTo>
                    <a:pt x="1938530" y="2971908"/>
                  </a:lnTo>
                  <a:lnTo>
                    <a:pt x="1940495" y="2970280"/>
                  </a:lnTo>
                  <a:lnTo>
                    <a:pt x="1959167" y="2954814"/>
                  </a:lnTo>
                  <a:lnTo>
                    <a:pt x="1961132" y="2953186"/>
                  </a:lnTo>
                  <a:lnTo>
                    <a:pt x="1963098" y="2951618"/>
                  </a:lnTo>
                  <a:lnTo>
                    <a:pt x="1981770" y="2936721"/>
                  </a:lnTo>
                  <a:lnTo>
                    <a:pt x="1983735" y="2935153"/>
                  </a:lnTo>
                  <a:lnTo>
                    <a:pt x="1985700" y="2933656"/>
                  </a:lnTo>
                  <a:lnTo>
                    <a:pt x="2004372" y="2919433"/>
                  </a:lnTo>
                  <a:lnTo>
                    <a:pt x="2006338" y="2917936"/>
                  </a:lnTo>
                  <a:lnTo>
                    <a:pt x="2008303" y="2916525"/>
                  </a:lnTo>
                  <a:lnTo>
                    <a:pt x="2026975" y="2903124"/>
                  </a:lnTo>
                  <a:lnTo>
                    <a:pt x="2028940" y="2901713"/>
                  </a:lnTo>
                  <a:lnTo>
                    <a:pt x="2030905" y="2900381"/>
                  </a:lnTo>
                  <a:lnTo>
                    <a:pt x="2049578" y="2887727"/>
                  </a:lnTo>
                  <a:lnTo>
                    <a:pt x="2051543" y="2886395"/>
                  </a:lnTo>
                  <a:lnTo>
                    <a:pt x="2053508" y="2885144"/>
                  </a:lnTo>
                  <a:lnTo>
                    <a:pt x="2072180" y="2873254"/>
                  </a:lnTo>
                  <a:lnTo>
                    <a:pt x="2074146" y="2872002"/>
                  </a:lnTo>
                  <a:lnTo>
                    <a:pt x="2076111" y="2870832"/>
                  </a:lnTo>
                  <a:lnTo>
                    <a:pt x="2094783" y="2859707"/>
                  </a:lnTo>
                  <a:lnTo>
                    <a:pt x="2096748" y="2858536"/>
                  </a:lnTo>
                  <a:lnTo>
                    <a:pt x="2098713" y="2857445"/>
                  </a:lnTo>
                  <a:lnTo>
                    <a:pt x="2117386" y="2847072"/>
                  </a:lnTo>
                  <a:lnTo>
                    <a:pt x="2119351" y="2845981"/>
                  </a:lnTo>
                  <a:lnTo>
                    <a:pt x="2121316" y="2844965"/>
                  </a:lnTo>
                  <a:lnTo>
                    <a:pt x="2139988" y="2835314"/>
                  </a:lnTo>
                  <a:lnTo>
                    <a:pt x="2141953" y="2834299"/>
                  </a:lnTo>
                  <a:lnTo>
                    <a:pt x="2143919" y="2833363"/>
                  </a:lnTo>
                  <a:lnTo>
                    <a:pt x="2162591" y="2824472"/>
                  </a:lnTo>
                  <a:lnTo>
                    <a:pt x="2164556" y="2823537"/>
                  </a:lnTo>
                  <a:lnTo>
                    <a:pt x="2166521" y="2822665"/>
                  </a:lnTo>
                  <a:lnTo>
                    <a:pt x="2185194" y="2814386"/>
                  </a:lnTo>
                  <a:lnTo>
                    <a:pt x="2187159" y="2813514"/>
                  </a:lnTo>
                  <a:lnTo>
                    <a:pt x="2189124" y="2812692"/>
                  </a:lnTo>
                  <a:lnTo>
                    <a:pt x="2207796" y="2804883"/>
                  </a:lnTo>
                  <a:lnTo>
                    <a:pt x="2209761" y="2804061"/>
                  </a:lnTo>
                  <a:lnTo>
                    <a:pt x="2211727" y="2803277"/>
                  </a:lnTo>
                  <a:lnTo>
                    <a:pt x="2230399" y="2795830"/>
                  </a:lnTo>
                  <a:lnTo>
                    <a:pt x="2232364" y="2795046"/>
                  </a:lnTo>
                  <a:lnTo>
                    <a:pt x="2234329" y="2794288"/>
                  </a:lnTo>
                  <a:lnTo>
                    <a:pt x="2253001" y="2787087"/>
                  </a:lnTo>
                  <a:lnTo>
                    <a:pt x="2254967" y="2786329"/>
                  </a:lnTo>
                  <a:lnTo>
                    <a:pt x="2256932" y="2785584"/>
                  </a:lnTo>
                  <a:lnTo>
                    <a:pt x="2275604" y="2778503"/>
                  </a:lnTo>
                  <a:lnTo>
                    <a:pt x="2277569" y="2777758"/>
                  </a:lnTo>
                  <a:lnTo>
                    <a:pt x="2279534" y="2777011"/>
                  </a:lnTo>
                  <a:lnTo>
                    <a:pt x="2298207" y="2769912"/>
                  </a:lnTo>
                  <a:lnTo>
                    <a:pt x="2300172" y="2769165"/>
                  </a:lnTo>
                  <a:lnTo>
                    <a:pt x="2302137" y="2768394"/>
                  </a:lnTo>
                  <a:lnTo>
                    <a:pt x="2320809" y="2761066"/>
                  </a:lnTo>
                  <a:lnTo>
                    <a:pt x="2322775" y="2760294"/>
                  </a:lnTo>
                  <a:lnTo>
                    <a:pt x="2324740" y="2759485"/>
                  </a:lnTo>
                  <a:lnTo>
                    <a:pt x="2343412" y="2751795"/>
                  </a:lnTo>
                  <a:lnTo>
                    <a:pt x="2345377" y="2750986"/>
                  </a:lnTo>
                  <a:lnTo>
                    <a:pt x="2347342" y="2750125"/>
                  </a:lnTo>
                  <a:lnTo>
                    <a:pt x="2366015" y="2741946"/>
                  </a:lnTo>
                  <a:lnTo>
                    <a:pt x="2367980" y="2741085"/>
                  </a:lnTo>
                  <a:lnTo>
                    <a:pt x="2369945" y="2740160"/>
                  </a:lnTo>
                  <a:lnTo>
                    <a:pt x="2388617" y="2731372"/>
                  </a:lnTo>
                  <a:lnTo>
                    <a:pt x="2390582" y="2730447"/>
                  </a:lnTo>
                  <a:lnTo>
                    <a:pt x="2392548" y="2729447"/>
                  </a:lnTo>
                  <a:lnTo>
                    <a:pt x="2411220" y="2719944"/>
                  </a:lnTo>
                  <a:lnTo>
                    <a:pt x="2413185" y="2718944"/>
                  </a:lnTo>
                  <a:lnTo>
                    <a:pt x="2415150" y="2717858"/>
                  </a:lnTo>
                  <a:lnTo>
                    <a:pt x="2433823" y="2707546"/>
                  </a:lnTo>
                  <a:lnTo>
                    <a:pt x="2435788" y="2706461"/>
                  </a:lnTo>
                  <a:lnTo>
                    <a:pt x="2437753" y="2705271"/>
                  </a:lnTo>
                  <a:lnTo>
                    <a:pt x="2456425" y="2693962"/>
                  </a:lnTo>
                  <a:lnTo>
                    <a:pt x="2458390" y="2692772"/>
                  </a:lnTo>
                  <a:lnTo>
                    <a:pt x="2460355" y="2691471"/>
                  </a:lnTo>
                  <a:lnTo>
                    <a:pt x="2479028" y="2679106"/>
                  </a:lnTo>
                  <a:lnTo>
                    <a:pt x="2480993" y="2677804"/>
                  </a:lnTo>
                  <a:lnTo>
                    <a:pt x="2482958" y="2676400"/>
                  </a:lnTo>
                  <a:lnTo>
                    <a:pt x="2501630" y="2663053"/>
                  </a:lnTo>
                  <a:lnTo>
                    <a:pt x="2503596" y="2661649"/>
                  </a:lnTo>
                  <a:lnTo>
                    <a:pt x="2505561" y="2660141"/>
                  </a:lnTo>
                  <a:lnTo>
                    <a:pt x="2524233" y="2645814"/>
                  </a:lnTo>
                  <a:lnTo>
                    <a:pt x="2526198" y="2644306"/>
                  </a:lnTo>
                  <a:lnTo>
                    <a:pt x="2528163" y="2642698"/>
                  </a:lnTo>
                  <a:lnTo>
                    <a:pt x="2546836" y="2627412"/>
                  </a:lnTo>
                  <a:lnTo>
                    <a:pt x="2548801" y="2625803"/>
                  </a:lnTo>
                  <a:lnTo>
                    <a:pt x="2550766" y="2624098"/>
                  </a:lnTo>
                  <a:lnTo>
                    <a:pt x="2569438" y="2607892"/>
                  </a:lnTo>
                  <a:lnTo>
                    <a:pt x="2571403" y="2606186"/>
                  </a:lnTo>
                  <a:lnTo>
                    <a:pt x="2573369" y="2604389"/>
                  </a:lnTo>
                  <a:lnTo>
                    <a:pt x="2592041" y="2587319"/>
                  </a:lnTo>
                  <a:lnTo>
                    <a:pt x="2594006" y="2585522"/>
                  </a:lnTo>
                  <a:lnTo>
                    <a:pt x="2595971" y="2583628"/>
                  </a:lnTo>
                  <a:lnTo>
                    <a:pt x="2614644" y="2565632"/>
                  </a:lnTo>
                  <a:lnTo>
                    <a:pt x="2616609" y="2563737"/>
                  </a:lnTo>
                  <a:lnTo>
                    <a:pt x="2618574" y="2561774"/>
                  </a:lnTo>
                  <a:lnTo>
                    <a:pt x="2637246" y="2543121"/>
                  </a:lnTo>
                  <a:lnTo>
                    <a:pt x="2639211" y="2541158"/>
                  </a:lnTo>
                  <a:lnTo>
                    <a:pt x="2641177" y="2539138"/>
                  </a:lnTo>
                  <a:lnTo>
                    <a:pt x="2659849" y="2519942"/>
                  </a:lnTo>
                  <a:lnTo>
                    <a:pt x="2661814" y="2517921"/>
                  </a:lnTo>
                  <a:lnTo>
                    <a:pt x="2663779" y="2515855"/>
                  </a:lnTo>
                  <a:lnTo>
                    <a:pt x="2682451" y="2496225"/>
                  </a:lnTo>
                  <a:lnTo>
                    <a:pt x="2684417" y="2494159"/>
                  </a:lnTo>
                  <a:lnTo>
                    <a:pt x="2686382" y="2492060"/>
                  </a:lnTo>
                  <a:lnTo>
                    <a:pt x="2705054" y="2472108"/>
                  </a:lnTo>
                  <a:lnTo>
                    <a:pt x="2707019" y="2470008"/>
                  </a:lnTo>
                  <a:lnTo>
                    <a:pt x="2708984" y="2467886"/>
                  </a:lnTo>
                  <a:lnTo>
                    <a:pt x="2727657" y="2447725"/>
                  </a:lnTo>
                  <a:lnTo>
                    <a:pt x="2729622" y="2445603"/>
                  </a:lnTo>
                  <a:lnTo>
                    <a:pt x="2731587" y="2443471"/>
                  </a:lnTo>
                  <a:lnTo>
                    <a:pt x="2750259" y="2423214"/>
                  </a:lnTo>
                  <a:lnTo>
                    <a:pt x="2752225" y="2421082"/>
                  </a:lnTo>
                  <a:lnTo>
                    <a:pt x="2754190" y="2418956"/>
                  </a:lnTo>
                  <a:lnTo>
                    <a:pt x="2772862" y="2398750"/>
                  </a:lnTo>
                  <a:lnTo>
                    <a:pt x="2774827" y="2396623"/>
                  </a:lnTo>
                  <a:lnTo>
                    <a:pt x="2776792" y="2394513"/>
                  </a:lnTo>
                  <a:lnTo>
                    <a:pt x="2795465" y="2374461"/>
                  </a:lnTo>
                  <a:lnTo>
                    <a:pt x="2797430" y="2372350"/>
                  </a:lnTo>
                  <a:lnTo>
                    <a:pt x="2799395" y="2370265"/>
                  </a:lnTo>
                  <a:lnTo>
                    <a:pt x="2818067" y="2350449"/>
                  </a:lnTo>
                  <a:lnTo>
                    <a:pt x="2820032" y="2348363"/>
                  </a:lnTo>
                  <a:lnTo>
                    <a:pt x="2821998" y="2346310"/>
                  </a:lnTo>
                  <a:lnTo>
                    <a:pt x="2840670" y="2326802"/>
                  </a:lnTo>
                  <a:lnTo>
                    <a:pt x="2842635" y="2324749"/>
                  </a:lnTo>
                  <a:lnTo>
                    <a:pt x="2844600" y="2322735"/>
                  </a:lnTo>
                  <a:lnTo>
                    <a:pt x="2863273" y="2303595"/>
                  </a:lnTo>
                  <a:lnTo>
                    <a:pt x="2865238" y="2301580"/>
                  </a:lnTo>
                  <a:lnTo>
                    <a:pt x="2867203" y="2299610"/>
                  </a:lnTo>
                  <a:lnTo>
                    <a:pt x="2885875" y="2280888"/>
                  </a:lnTo>
                  <a:lnTo>
                    <a:pt x="2887840" y="2278918"/>
                  </a:lnTo>
                  <a:lnTo>
                    <a:pt x="2889806" y="2277004"/>
                  </a:lnTo>
                  <a:lnTo>
                    <a:pt x="2908478" y="2258820"/>
                  </a:lnTo>
                  <a:lnTo>
                    <a:pt x="2910443" y="2256906"/>
                  </a:lnTo>
                  <a:lnTo>
                    <a:pt x="2912408" y="2255045"/>
                  </a:lnTo>
                  <a:lnTo>
                    <a:pt x="2931080" y="2237361"/>
                  </a:lnTo>
                  <a:lnTo>
                    <a:pt x="2933046" y="2235500"/>
                  </a:lnTo>
                  <a:lnTo>
                    <a:pt x="2935011" y="2233689"/>
                  </a:lnTo>
                  <a:lnTo>
                    <a:pt x="2953683" y="2216482"/>
                  </a:lnTo>
                  <a:lnTo>
                    <a:pt x="2955648" y="2214671"/>
                  </a:lnTo>
                  <a:lnTo>
                    <a:pt x="2957613" y="2212908"/>
                  </a:lnTo>
                  <a:lnTo>
                    <a:pt x="2976286" y="2196164"/>
                  </a:lnTo>
                  <a:lnTo>
                    <a:pt x="2978251" y="2194402"/>
                  </a:lnTo>
                  <a:lnTo>
                    <a:pt x="2980216" y="2192685"/>
                  </a:lnTo>
                  <a:lnTo>
                    <a:pt x="2998888" y="2176377"/>
                  </a:lnTo>
                  <a:lnTo>
                    <a:pt x="3000854" y="2174660"/>
                  </a:lnTo>
                  <a:lnTo>
                    <a:pt x="3002819" y="2172986"/>
                  </a:lnTo>
                  <a:lnTo>
                    <a:pt x="3021491" y="2157075"/>
                  </a:lnTo>
                  <a:lnTo>
                    <a:pt x="3023456" y="2155400"/>
                  </a:lnTo>
                  <a:lnTo>
                    <a:pt x="3025421" y="2153764"/>
                  </a:lnTo>
                  <a:lnTo>
                    <a:pt x="3044094" y="2138213"/>
                  </a:lnTo>
                  <a:lnTo>
                    <a:pt x="3046059" y="2136577"/>
                  </a:lnTo>
                  <a:lnTo>
                    <a:pt x="3048024" y="2134972"/>
                  </a:lnTo>
                  <a:lnTo>
                    <a:pt x="3066696" y="2119727"/>
                  </a:lnTo>
                  <a:lnTo>
                    <a:pt x="3068661" y="2118122"/>
                  </a:lnTo>
                  <a:lnTo>
                    <a:pt x="3070627" y="2116535"/>
                  </a:lnTo>
                  <a:lnTo>
                    <a:pt x="3089299" y="2101457"/>
                  </a:lnTo>
                  <a:lnTo>
                    <a:pt x="3091264" y="2099870"/>
                  </a:lnTo>
                  <a:lnTo>
                    <a:pt x="3093229" y="2098292"/>
                  </a:lnTo>
                  <a:lnTo>
                    <a:pt x="3111901" y="2083295"/>
                  </a:lnTo>
                  <a:lnTo>
                    <a:pt x="3113867" y="2081716"/>
                  </a:lnTo>
                  <a:lnTo>
                    <a:pt x="3115832" y="2080137"/>
                  </a:lnTo>
                  <a:lnTo>
                    <a:pt x="3134504" y="2065131"/>
                  </a:lnTo>
                  <a:lnTo>
                    <a:pt x="3136469" y="2063552"/>
                  </a:lnTo>
                  <a:lnTo>
                    <a:pt x="3138434" y="2061962"/>
                  </a:lnTo>
                  <a:lnTo>
                    <a:pt x="3157107" y="2046854"/>
                  </a:lnTo>
                  <a:lnTo>
                    <a:pt x="3159072" y="2045264"/>
                  </a:lnTo>
                  <a:lnTo>
                    <a:pt x="3161037" y="2043653"/>
                  </a:lnTo>
                  <a:lnTo>
                    <a:pt x="3179709" y="2028350"/>
                  </a:lnTo>
                  <a:lnTo>
                    <a:pt x="3181675" y="2026740"/>
                  </a:lnTo>
                  <a:lnTo>
                    <a:pt x="3183640" y="2025093"/>
                  </a:lnTo>
                  <a:lnTo>
                    <a:pt x="3202312" y="2009447"/>
                  </a:lnTo>
                  <a:lnTo>
                    <a:pt x="3204277" y="2007801"/>
                  </a:lnTo>
                  <a:lnTo>
                    <a:pt x="3206242" y="2006108"/>
                  </a:lnTo>
                  <a:lnTo>
                    <a:pt x="3224915" y="1990030"/>
                  </a:lnTo>
                  <a:lnTo>
                    <a:pt x="3226880" y="1988337"/>
                  </a:lnTo>
                  <a:lnTo>
                    <a:pt x="3228845" y="1986596"/>
                  </a:lnTo>
                  <a:lnTo>
                    <a:pt x="3247517" y="1970046"/>
                  </a:lnTo>
                  <a:lnTo>
                    <a:pt x="3249482" y="1968305"/>
                  </a:lnTo>
                  <a:lnTo>
                    <a:pt x="3251448" y="1966509"/>
                  </a:lnTo>
                  <a:lnTo>
                    <a:pt x="3270120" y="1949446"/>
                  </a:lnTo>
                  <a:lnTo>
                    <a:pt x="3272085" y="1947650"/>
                  </a:lnTo>
                  <a:lnTo>
                    <a:pt x="3274050" y="1945798"/>
                  </a:lnTo>
                  <a:lnTo>
                    <a:pt x="3292723" y="1928198"/>
                  </a:lnTo>
                  <a:lnTo>
                    <a:pt x="3294688" y="1926346"/>
                  </a:lnTo>
                  <a:lnTo>
                    <a:pt x="3296653" y="1924437"/>
                  </a:lnTo>
                  <a:lnTo>
                    <a:pt x="3315325" y="1906300"/>
                  </a:lnTo>
                  <a:lnTo>
                    <a:pt x="3317290" y="1904392"/>
                  </a:lnTo>
                  <a:lnTo>
                    <a:pt x="3319256" y="1902428"/>
                  </a:lnTo>
                  <a:lnTo>
                    <a:pt x="3337928" y="1883773"/>
                  </a:lnTo>
                  <a:lnTo>
                    <a:pt x="3339893" y="1881810"/>
                  </a:lnTo>
                  <a:lnTo>
                    <a:pt x="3341858" y="1879792"/>
                  </a:lnTo>
                  <a:lnTo>
                    <a:pt x="3360530" y="1860624"/>
                  </a:lnTo>
                  <a:lnTo>
                    <a:pt x="3362496" y="1858607"/>
                  </a:lnTo>
                  <a:lnTo>
                    <a:pt x="3364461" y="1856558"/>
                  </a:lnTo>
                  <a:lnTo>
                    <a:pt x="3383133" y="1837096"/>
                  </a:lnTo>
                  <a:lnTo>
                    <a:pt x="3385098" y="1835048"/>
                  </a:lnTo>
                  <a:lnTo>
                    <a:pt x="3387063" y="1832984"/>
                  </a:lnTo>
                  <a:lnTo>
                    <a:pt x="3405736" y="1813376"/>
                  </a:lnTo>
                  <a:lnTo>
                    <a:pt x="3407701" y="1811312"/>
                  </a:lnTo>
                  <a:lnTo>
                    <a:pt x="3409666" y="1809251"/>
                  </a:lnTo>
                  <a:lnTo>
                    <a:pt x="3428338" y="1789670"/>
                  </a:lnTo>
                  <a:lnTo>
                    <a:pt x="3430304" y="1787609"/>
                  </a:lnTo>
                  <a:lnTo>
                    <a:pt x="3432269" y="1785572"/>
                  </a:lnTo>
                  <a:lnTo>
                    <a:pt x="3450941" y="1766216"/>
                  </a:lnTo>
                  <a:lnTo>
                    <a:pt x="3452906" y="1764179"/>
                  </a:lnTo>
                  <a:lnTo>
                    <a:pt x="3454871" y="1762189"/>
                  </a:lnTo>
                  <a:lnTo>
                    <a:pt x="3473544" y="1743282"/>
                  </a:lnTo>
                  <a:lnTo>
                    <a:pt x="3475509" y="1741292"/>
                  </a:lnTo>
                  <a:lnTo>
                    <a:pt x="3477474" y="1739387"/>
                  </a:lnTo>
                  <a:lnTo>
                    <a:pt x="3496146" y="1721284"/>
                  </a:lnTo>
                  <a:lnTo>
                    <a:pt x="3498111" y="1719378"/>
                  </a:lnTo>
                  <a:lnTo>
                    <a:pt x="3500077" y="1717596"/>
                  </a:lnTo>
                  <a:lnTo>
                    <a:pt x="3518749" y="1700665"/>
                  </a:lnTo>
                  <a:lnTo>
                    <a:pt x="3520714" y="1698883"/>
                  </a:lnTo>
                  <a:lnTo>
                    <a:pt x="3522679" y="1697243"/>
                  </a:lnTo>
                  <a:lnTo>
                    <a:pt x="3541352" y="1681666"/>
                  </a:lnTo>
                  <a:lnTo>
                    <a:pt x="3543317" y="1680027"/>
                  </a:lnTo>
                  <a:lnTo>
                    <a:pt x="3545282" y="1678557"/>
                  </a:lnTo>
                  <a:lnTo>
                    <a:pt x="3563954" y="1664589"/>
                  </a:lnTo>
                  <a:lnTo>
                    <a:pt x="3565919" y="1663119"/>
                  </a:lnTo>
                  <a:lnTo>
                    <a:pt x="3567884" y="1661844"/>
                  </a:lnTo>
                  <a:lnTo>
                    <a:pt x="3586557" y="1649727"/>
                  </a:lnTo>
                  <a:lnTo>
                    <a:pt x="3588522" y="1648452"/>
                  </a:lnTo>
                  <a:lnTo>
                    <a:pt x="3590487" y="1647395"/>
                  </a:lnTo>
                  <a:lnTo>
                    <a:pt x="3609159" y="1637353"/>
                  </a:lnTo>
                  <a:lnTo>
                    <a:pt x="3611125" y="1636296"/>
                  </a:lnTo>
                  <a:lnTo>
                    <a:pt x="3613090" y="1635479"/>
                  </a:lnTo>
                  <a:lnTo>
                    <a:pt x="3631762" y="1627712"/>
                  </a:lnTo>
                  <a:lnTo>
                    <a:pt x="3633727" y="1626894"/>
                  </a:lnTo>
                  <a:lnTo>
                    <a:pt x="3635692" y="1626390"/>
                  </a:lnTo>
                  <a:lnTo>
                    <a:pt x="3654365" y="1621600"/>
                  </a:lnTo>
                  <a:lnTo>
                    <a:pt x="3656330" y="1621096"/>
                  </a:lnTo>
                  <a:lnTo>
                    <a:pt x="3658295" y="1620872"/>
                  </a:lnTo>
                  <a:lnTo>
                    <a:pt x="3676967" y="1618742"/>
                  </a:lnTo>
                  <a:lnTo>
                    <a:pt x="3678932" y="1618518"/>
                  </a:lnTo>
                  <a:lnTo>
                    <a:pt x="3680898" y="1618575"/>
                  </a:lnTo>
                  <a:lnTo>
                    <a:pt x="3693674" y="1618949"/>
                  </a:lnTo>
                  <a:lnTo>
                    <a:pt x="3695338" y="0"/>
                  </a:lnTo>
                  <a:lnTo>
                    <a:pt x="3695941" y="0"/>
                  </a:lnTo>
                  <a:lnTo>
                    <a:pt x="3697605" y="1619064"/>
                  </a:lnTo>
                  <a:lnTo>
                    <a:pt x="3695640" y="1619007"/>
                  </a:lnTo>
                  <a:lnTo>
                    <a:pt x="3693674" y="3531159"/>
                  </a:lnTo>
                  <a:lnTo>
                    <a:pt x="3680898" y="3531159"/>
                  </a:lnTo>
                  <a:lnTo>
                    <a:pt x="3678932" y="3531159"/>
                  </a:lnTo>
                  <a:lnTo>
                    <a:pt x="3676967" y="3531159"/>
                  </a:lnTo>
                  <a:lnTo>
                    <a:pt x="3658295" y="3531159"/>
                  </a:lnTo>
                  <a:lnTo>
                    <a:pt x="3656330" y="3531159"/>
                  </a:lnTo>
                  <a:lnTo>
                    <a:pt x="3654365" y="3531159"/>
                  </a:lnTo>
                  <a:lnTo>
                    <a:pt x="3635692" y="3531159"/>
                  </a:lnTo>
                  <a:lnTo>
                    <a:pt x="3633727" y="3531159"/>
                  </a:lnTo>
                  <a:lnTo>
                    <a:pt x="3631762" y="3531159"/>
                  </a:lnTo>
                  <a:lnTo>
                    <a:pt x="3613090" y="3531159"/>
                  </a:lnTo>
                  <a:lnTo>
                    <a:pt x="3611125" y="3531159"/>
                  </a:lnTo>
                  <a:lnTo>
                    <a:pt x="3609159" y="3531159"/>
                  </a:lnTo>
                  <a:lnTo>
                    <a:pt x="3590487" y="3531159"/>
                  </a:lnTo>
                  <a:lnTo>
                    <a:pt x="3588522" y="3531159"/>
                  </a:lnTo>
                  <a:lnTo>
                    <a:pt x="3586557" y="3531159"/>
                  </a:lnTo>
                  <a:lnTo>
                    <a:pt x="3567884" y="3531159"/>
                  </a:lnTo>
                  <a:lnTo>
                    <a:pt x="3565919" y="3531159"/>
                  </a:lnTo>
                  <a:lnTo>
                    <a:pt x="3563954" y="3531159"/>
                  </a:lnTo>
                  <a:lnTo>
                    <a:pt x="3545282" y="3531159"/>
                  </a:lnTo>
                  <a:lnTo>
                    <a:pt x="3543317" y="3531159"/>
                  </a:lnTo>
                  <a:lnTo>
                    <a:pt x="3541352" y="3531159"/>
                  </a:lnTo>
                  <a:lnTo>
                    <a:pt x="3522679" y="3531159"/>
                  </a:lnTo>
                  <a:lnTo>
                    <a:pt x="3520714" y="3531159"/>
                  </a:lnTo>
                  <a:lnTo>
                    <a:pt x="3518749" y="3531159"/>
                  </a:lnTo>
                  <a:lnTo>
                    <a:pt x="3500077" y="3531159"/>
                  </a:lnTo>
                  <a:lnTo>
                    <a:pt x="3498111" y="3531159"/>
                  </a:lnTo>
                  <a:lnTo>
                    <a:pt x="3496146" y="3531159"/>
                  </a:lnTo>
                  <a:lnTo>
                    <a:pt x="3477474" y="3531159"/>
                  </a:lnTo>
                  <a:lnTo>
                    <a:pt x="3475509" y="3531159"/>
                  </a:lnTo>
                  <a:lnTo>
                    <a:pt x="3473544" y="3531159"/>
                  </a:lnTo>
                  <a:lnTo>
                    <a:pt x="3454871" y="3531159"/>
                  </a:lnTo>
                  <a:lnTo>
                    <a:pt x="3452906" y="3531159"/>
                  </a:lnTo>
                  <a:lnTo>
                    <a:pt x="3450941" y="3531159"/>
                  </a:lnTo>
                  <a:lnTo>
                    <a:pt x="3432269" y="3531159"/>
                  </a:lnTo>
                  <a:lnTo>
                    <a:pt x="3430304" y="3531159"/>
                  </a:lnTo>
                  <a:lnTo>
                    <a:pt x="3428338" y="3531159"/>
                  </a:lnTo>
                  <a:lnTo>
                    <a:pt x="3409666" y="3531159"/>
                  </a:lnTo>
                  <a:lnTo>
                    <a:pt x="3407701" y="3531159"/>
                  </a:lnTo>
                  <a:lnTo>
                    <a:pt x="3405736" y="3531159"/>
                  </a:lnTo>
                  <a:lnTo>
                    <a:pt x="3387063" y="3531159"/>
                  </a:lnTo>
                  <a:lnTo>
                    <a:pt x="3385098" y="3531159"/>
                  </a:lnTo>
                  <a:lnTo>
                    <a:pt x="3383133" y="3531159"/>
                  </a:lnTo>
                  <a:lnTo>
                    <a:pt x="3364461" y="3531159"/>
                  </a:lnTo>
                  <a:lnTo>
                    <a:pt x="3362496" y="3531159"/>
                  </a:lnTo>
                  <a:lnTo>
                    <a:pt x="3360530" y="3531159"/>
                  </a:lnTo>
                  <a:lnTo>
                    <a:pt x="3341858" y="3531159"/>
                  </a:lnTo>
                  <a:lnTo>
                    <a:pt x="3339893" y="3531159"/>
                  </a:lnTo>
                  <a:lnTo>
                    <a:pt x="3337928" y="3531159"/>
                  </a:lnTo>
                  <a:lnTo>
                    <a:pt x="3319256" y="3531159"/>
                  </a:lnTo>
                  <a:lnTo>
                    <a:pt x="3317290" y="3531159"/>
                  </a:lnTo>
                  <a:lnTo>
                    <a:pt x="3315325" y="3531159"/>
                  </a:lnTo>
                  <a:lnTo>
                    <a:pt x="3296653" y="3531159"/>
                  </a:lnTo>
                  <a:lnTo>
                    <a:pt x="3294688" y="3531159"/>
                  </a:lnTo>
                  <a:lnTo>
                    <a:pt x="3292723" y="3531159"/>
                  </a:lnTo>
                  <a:lnTo>
                    <a:pt x="3274050" y="3531159"/>
                  </a:lnTo>
                  <a:lnTo>
                    <a:pt x="3272085" y="3531159"/>
                  </a:lnTo>
                  <a:lnTo>
                    <a:pt x="3270120" y="3531159"/>
                  </a:lnTo>
                  <a:lnTo>
                    <a:pt x="3251448" y="3531159"/>
                  </a:lnTo>
                  <a:lnTo>
                    <a:pt x="3249482" y="3531159"/>
                  </a:lnTo>
                  <a:lnTo>
                    <a:pt x="3247517" y="3531159"/>
                  </a:lnTo>
                  <a:lnTo>
                    <a:pt x="3228845" y="3531159"/>
                  </a:lnTo>
                  <a:lnTo>
                    <a:pt x="3226880" y="3531159"/>
                  </a:lnTo>
                  <a:lnTo>
                    <a:pt x="3224915" y="3531159"/>
                  </a:lnTo>
                  <a:lnTo>
                    <a:pt x="3206242" y="3531159"/>
                  </a:lnTo>
                  <a:lnTo>
                    <a:pt x="3204277" y="3531159"/>
                  </a:lnTo>
                  <a:lnTo>
                    <a:pt x="3202312" y="3531159"/>
                  </a:lnTo>
                  <a:lnTo>
                    <a:pt x="3183640" y="3531159"/>
                  </a:lnTo>
                  <a:lnTo>
                    <a:pt x="3181675" y="3531159"/>
                  </a:lnTo>
                  <a:lnTo>
                    <a:pt x="3179709" y="3531159"/>
                  </a:lnTo>
                  <a:lnTo>
                    <a:pt x="3161037" y="3531159"/>
                  </a:lnTo>
                  <a:lnTo>
                    <a:pt x="3159072" y="3531159"/>
                  </a:lnTo>
                  <a:lnTo>
                    <a:pt x="3157107" y="3531159"/>
                  </a:lnTo>
                  <a:lnTo>
                    <a:pt x="3138434" y="3531159"/>
                  </a:lnTo>
                  <a:lnTo>
                    <a:pt x="3136469" y="3531159"/>
                  </a:lnTo>
                  <a:lnTo>
                    <a:pt x="3134504" y="3531159"/>
                  </a:lnTo>
                  <a:lnTo>
                    <a:pt x="3115832" y="3531159"/>
                  </a:lnTo>
                  <a:lnTo>
                    <a:pt x="3113867" y="3531159"/>
                  </a:lnTo>
                  <a:lnTo>
                    <a:pt x="3111901" y="3531159"/>
                  </a:lnTo>
                  <a:lnTo>
                    <a:pt x="3093229" y="3531159"/>
                  </a:lnTo>
                  <a:lnTo>
                    <a:pt x="3091264" y="3531159"/>
                  </a:lnTo>
                  <a:lnTo>
                    <a:pt x="3089299" y="3531159"/>
                  </a:lnTo>
                  <a:lnTo>
                    <a:pt x="3070627" y="3531159"/>
                  </a:lnTo>
                  <a:lnTo>
                    <a:pt x="3068661" y="3531159"/>
                  </a:lnTo>
                  <a:lnTo>
                    <a:pt x="3066696" y="3531159"/>
                  </a:lnTo>
                  <a:lnTo>
                    <a:pt x="3048024" y="3531159"/>
                  </a:lnTo>
                  <a:lnTo>
                    <a:pt x="3046059" y="3531159"/>
                  </a:lnTo>
                  <a:lnTo>
                    <a:pt x="3044094" y="3531159"/>
                  </a:lnTo>
                  <a:lnTo>
                    <a:pt x="3025421" y="3531159"/>
                  </a:lnTo>
                  <a:lnTo>
                    <a:pt x="3023456" y="3531159"/>
                  </a:lnTo>
                  <a:lnTo>
                    <a:pt x="3021491" y="3531159"/>
                  </a:lnTo>
                  <a:lnTo>
                    <a:pt x="3002819" y="3531159"/>
                  </a:lnTo>
                  <a:lnTo>
                    <a:pt x="3000854" y="3531159"/>
                  </a:lnTo>
                  <a:lnTo>
                    <a:pt x="2998888" y="3531159"/>
                  </a:lnTo>
                  <a:lnTo>
                    <a:pt x="2980216" y="3531159"/>
                  </a:lnTo>
                  <a:lnTo>
                    <a:pt x="2978251" y="3531159"/>
                  </a:lnTo>
                  <a:lnTo>
                    <a:pt x="2976286" y="3531159"/>
                  </a:lnTo>
                  <a:lnTo>
                    <a:pt x="2957613" y="3531159"/>
                  </a:lnTo>
                  <a:lnTo>
                    <a:pt x="2955648" y="3531159"/>
                  </a:lnTo>
                  <a:lnTo>
                    <a:pt x="2953683" y="3531159"/>
                  </a:lnTo>
                  <a:lnTo>
                    <a:pt x="2935011" y="3531159"/>
                  </a:lnTo>
                  <a:lnTo>
                    <a:pt x="2933046" y="3531159"/>
                  </a:lnTo>
                  <a:lnTo>
                    <a:pt x="2931080" y="3531159"/>
                  </a:lnTo>
                  <a:lnTo>
                    <a:pt x="2912408" y="3531159"/>
                  </a:lnTo>
                  <a:lnTo>
                    <a:pt x="2910443" y="3531159"/>
                  </a:lnTo>
                  <a:lnTo>
                    <a:pt x="2908478" y="3531159"/>
                  </a:lnTo>
                  <a:lnTo>
                    <a:pt x="2889806" y="3531159"/>
                  </a:lnTo>
                  <a:lnTo>
                    <a:pt x="2887840" y="3531159"/>
                  </a:lnTo>
                  <a:lnTo>
                    <a:pt x="2885875" y="3531159"/>
                  </a:lnTo>
                  <a:lnTo>
                    <a:pt x="2867203" y="3531159"/>
                  </a:lnTo>
                  <a:lnTo>
                    <a:pt x="2865238" y="3531159"/>
                  </a:lnTo>
                  <a:lnTo>
                    <a:pt x="2863273" y="3531159"/>
                  </a:lnTo>
                  <a:lnTo>
                    <a:pt x="2844600" y="3531159"/>
                  </a:lnTo>
                  <a:lnTo>
                    <a:pt x="2842635" y="3531159"/>
                  </a:lnTo>
                  <a:lnTo>
                    <a:pt x="2840670" y="3531159"/>
                  </a:lnTo>
                  <a:lnTo>
                    <a:pt x="2821998" y="3531159"/>
                  </a:lnTo>
                  <a:lnTo>
                    <a:pt x="2820032" y="3531159"/>
                  </a:lnTo>
                  <a:lnTo>
                    <a:pt x="2818067" y="3531159"/>
                  </a:lnTo>
                  <a:lnTo>
                    <a:pt x="2799395" y="3531159"/>
                  </a:lnTo>
                  <a:lnTo>
                    <a:pt x="2797430" y="3531159"/>
                  </a:lnTo>
                  <a:lnTo>
                    <a:pt x="2795465" y="3531159"/>
                  </a:lnTo>
                  <a:lnTo>
                    <a:pt x="2776792" y="3531159"/>
                  </a:lnTo>
                  <a:lnTo>
                    <a:pt x="2774827" y="3531159"/>
                  </a:lnTo>
                  <a:lnTo>
                    <a:pt x="2772862" y="3531159"/>
                  </a:lnTo>
                  <a:lnTo>
                    <a:pt x="2754190" y="3531159"/>
                  </a:lnTo>
                  <a:lnTo>
                    <a:pt x="2752225" y="3531159"/>
                  </a:lnTo>
                  <a:lnTo>
                    <a:pt x="2750259" y="3531159"/>
                  </a:lnTo>
                  <a:lnTo>
                    <a:pt x="2731587" y="3531159"/>
                  </a:lnTo>
                  <a:lnTo>
                    <a:pt x="2729622" y="3531159"/>
                  </a:lnTo>
                  <a:lnTo>
                    <a:pt x="2727657" y="3531159"/>
                  </a:lnTo>
                  <a:lnTo>
                    <a:pt x="2708984" y="3531159"/>
                  </a:lnTo>
                  <a:lnTo>
                    <a:pt x="2707019" y="3531159"/>
                  </a:lnTo>
                  <a:lnTo>
                    <a:pt x="2705054" y="3531159"/>
                  </a:lnTo>
                  <a:lnTo>
                    <a:pt x="2686382" y="3531159"/>
                  </a:lnTo>
                  <a:lnTo>
                    <a:pt x="2684417" y="3531159"/>
                  </a:lnTo>
                  <a:lnTo>
                    <a:pt x="2682451" y="3531159"/>
                  </a:lnTo>
                  <a:lnTo>
                    <a:pt x="2663779" y="3531159"/>
                  </a:lnTo>
                  <a:lnTo>
                    <a:pt x="2661814" y="3531159"/>
                  </a:lnTo>
                  <a:lnTo>
                    <a:pt x="2659849" y="3531159"/>
                  </a:lnTo>
                  <a:lnTo>
                    <a:pt x="2641177" y="3531159"/>
                  </a:lnTo>
                  <a:lnTo>
                    <a:pt x="2639211" y="3531159"/>
                  </a:lnTo>
                  <a:lnTo>
                    <a:pt x="2637246" y="3531159"/>
                  </a:lnTo>
                  <a:lnTo>
                    <a:pt x="2618574" y="3531159"/>
                  </a:lnTo>
                  <a:lnTo>
                    <a:pt x="2616609" y="3531159"/>
                  </a:lnTo>
                  <a:lnTo>
                    <a:pt x="2614644" y="3531159"/>
                  </a:lnTo>
                  <a:lnTo>
                    <a:pt x="2595971" y="3531159"/>
                  </a:lnTo>
                  <a:lnTo>
                    <a:pt x="2594006" y="3531159"/>
                  </a:lnTo>
                  <a:lnTo>
                    <a:pt x="2592041" y="3531159"/>
                  </a:lnTo>
                  <a:lnTo>
                    <a:pt x="2573369" y="3531159"/>
                  </a:lnTo>
                  <a:lnTo>
                    <a:pt x="2571403" y="3531159"/>
                  </a:lnTo>
                  <a:lnTo>
                    <a:pt x="2569438" y="3531159"/>
                  </a:lnTo>
                  <a:lnTo>
                    <a:pt x="2550766" y="3531159"/>
                  </a:lnTo>
                  <a:lnTo>
                    <a:pt x="2548801" y="3531159"/>
                  </a:lnTo>
                  <a:lnTo>
                    <a:pt x="2546836" y="3531159"/>
                  </a:lnTo>
                  <a:lnTo>
                    <a:pt x="2528163" y="3531159"/>
                  </a:lnTo>
                  <a:lnTo>
                    <a:pt x="2526198" y="3531159"/>
                  </a:lnTo>
                  <a:lnTo>
                    <a:pt x="2524233" y="3531159"/>
                  </a:lnTo>
                  <a:lnTo>
                    <a:pt x="2505561" y="3531159"/>
                  </a:lnTo>
                  <a:lnTo>
                    <a:pt x="2503596" y="3531159"/>
                  </a:lnTo>
                  <a:lnTo>
                    <a:pt x="2501630" y="3531159"/>
                  </a:lnTo>
                  <a:lnTo>
                    <a:pt x="2482958" y="3531159"/>
                  </a:lnTo>
                  <a:lnTo>
                    <a:pt x="2480993" y="3531159"/>
                  </a:lnTo>
                  <a:lnTo>
                    <a:pt x="2479028" y="3531159"/>
                  </a:lnTo>
                  <a:lnTo>
                    <a:pt x="2460355" y="3531159"/>
                  </a:lnTo>
                  <a:lnTo>
                    <a:pt x="2458390" y="3531159"/>
                  </a:lnTo>
                  <a:lnTo>
                    <a:pt x="2456425" y="3531159"/>
                  </a:lnTo>
                  <a:lnTo>
                    <a:pt x="2437753" y="3531159"/>
                  </a:lnTo>
                  <a:lnTo>
                    <a:pt x="2435788" y="3531159"/>
                  </a:lnTo>
                  <a:lnTo>
                    <a:pt x="2433823" y="3531159"/>
                  </a:lnTo>
                  <a:lnTo>
                    <a:pt x="2415150" y="3531159"/>
                  </a:lnTo>
                  <a:lnTo>
                    <a:pt x="2413185" y="3531159"/>
                  </a:lnTo>
                  <a:lnTo>
                    <a:pt x="2411220" y="3531159"/>
                  </a:lnTo>
                  <a:lnTo>
                    <a:pt x="2392548" y="3531159"/>
                  </a:lnTo>
                  <a:lnTo>
                    <a:pt x="2390582" y="3531159"/>
                  </a:lnTo>
                  <a:lnTo>
                    <a:pt x="2388617" y="3531159"/>
                  </a:lnTo>
                  <a:lnTo>
                    <a:pt x="2369945" y="3531159"/>
                  </a:lnTo>
                  <a:lnTo>
                    <a:pt x="2367980" y="3531159"/>
                  </a:lnTo>
                  <a:lnTo>
                    <a:pt x="2366015" y="3531159"/>
                  </a:lnTo>
                  <a:lnTo>
                    <a:pt x="2347342" y="3531159"/>
                  </a:lnTo>
                  <a:lnTo>
                    <a:pt x="2345377" y="3531159"/>
                  </a:lnTo>
                  <a:lnTo>
                    <a:pt x="2343412" y="3531159"/>
                  </a:lnTo>
                  <a:lnTo>
                    <a:pt x="2324740" y="3531159"/>
                  </a:lnTo>
                  <a:lnTo>
                    <a:pt x="2322775" y="3531159"/>
                  </a:lnTo>
                  <a:lnTo>
                    <a:pt x="2320809" y="3531159"/>
                  </a:lnTo>
                  <a:lnTo>
                    <a:pt x="2302137" y="3531159"/>
                  </a:lnTo>
                  <a:lnTo>
                    <a:pt x="2300172" y="3531159"/>
                  </a:lnTo>
                  <a:lnTo>
                    <a:pt x="2298207" y="3531159"/>
                  </a:lnTo>
                  <a:lnTo>
                    <a:pt x="2279534" y="3531159"/>
                  </a:lnTo>
                  <a:lnTo>
                    <a:pt x="2277569" y="3531159"/>
                  </a:lnTo>
                  <a:lnTo>
                    <a:pt x="2275604" y="3531159"/>
                  </a:lnTo>
                  <a:lnTo>
                    <a:pt x="2256932" y="3531159"/>
                  </a:lnTo>
                  <a:lnTo>
                    <a:pt x="2254967" y="3531159"/>
                  </a:lnTo>
                  <a:lnTo>
                    <a:pt x="2253001" y="3531159"/>
                  </a:lnTo>
                  <a:lnTo>
                    <a:pt x="2234329" y="3531159"/>
                  </a:lnTo>
                  <a:lnTo>
                    <a:pt x="2232364" y="3531159"/>
                  </a:lnTo>
                  <a:lnTo>
                    <a:pt x="2230399" y="3531159"/>
                  </a:lnTo>
                  <a:lnTo>
                    <a:pt x="2211727" y="3531159"/>
                  </a:lnTo>
                  <a:lnTo>
                    <a:pt x="2209761" y="3531159"/>
                  </a:lnTo>
                  <a:lnTo>
                    <a:pt x="2207796" y="3531159"/>
                  </a:lnTo>
                  <a:lnTo>
                    <a:pt x="2189124" y="3531159"/>
                  </a:lnTo>
                  <a:lnTo>
                    <a:pt x="2187159" y="3531159"/>
                  </a:lnTo>
                  <a:lnTo>
                    <a:pt x="2185194" y="3531159"/>
                  </a:lnTo>
                  <a:lnTo>
                    <a:pt x="2166521" y="3531159"/>
                  </a:lnTo>
                  <a:lnTo>
                    <a:pt x="2164556" y="3531159"/>
                  </a:lnTo>
                  <a:lnTo>
                    <a:pt x="2162591" y="3531159"/>
                  </a:lnTo>
                  <a:lnTo>
                    <a:pt x="2143919" y="3531159"/>
                  </a:lnTo>
                  <a:lnTo>
                    <a:pt x="2141953" y="3531159"/>
                  </a:lnTo>
                  <a:lnTo>
                    <a:pt x="2139988" y="3531159"/>
                  </a:lnTo>
                  <a:lnTo>
                    <a:pt x="2121316" y="3531159"/>
                  </a:lnTo>
                  <a:lnTo>
                    <a:pt x="2119351" y="3531159"/>
                  </a:lnTo>
                  <a:lnTo>
                    <a:pt x="2117386" y="3531159"/>
                  </a:lnTo>
                  <a:lnTo>
                    <a:pt x="2098713" y="3531159"/>
                  </a:lnTo>
                  <a:lnTo>
                    <a:pt x="2096748" y="3531159"/>
                  </a:lnTo>
                  <a:lnTo>
                    <a:pt x="2094783" y="3531159"/>
                  </a:lnTo>
                  <a:lnTo>
                    <a:pt x="2076111" y="3531159"/>
                  </a:lnTo>
                  <a:lnTo>
                    <a:pt x="2074146" y="3531159"/>
                  </a:lnTo>
                  <a:lnTo>
                    <a:pt x="2072180" y="3531159"/>
                  </a:lnTo>
                  <a:lnTo>
                    <a:pt x="2053508" y="3531159"/>
                  </a:lnTo>
                  <a:lnTo>
                    <a:pt x="2051543" y="3531159"/>
                  </a:lnTo>
                  <a:lnTo>
                    <a:pt x="2049578" y="3531159"/>
                  </a:lnTo>
                  <a:lnTo>
                    <a:pt x="2030905" y="3531159"/>
                  </a:lnTo>
                  <a:lnTo>
                    <a:pt x="2028940" y="3531159"/>
                  </a:lnTo>
                  <a:lnTo>
                    <a:pt x="2026975" y="3531159"/>
                  </a:lnTo>
                  <a:lnTo>
                    <a:pt x="2008303" y="3531159"/>
                  </a:lnTo>
                  <a:lnTo>
                    <a:pt x="2006338" y="3531159"/>
                  </a:lnTo>
                  <a:lnTo>
                    <a:pt x="2004372" y="3531159"/>
                  </a:lnTo>
                  <a:lnTo>
                    <a:pt x="1985700" y="3531159"/>
                  </a:lnTo>
                  <a:lnTo>
                    <a:pt x="1983735" y="3531159"/>
                  </a:lnTo>
                  <a:lnTo>
                    <a:pt x="1981770" y="3531159"/>
                  </a:lnTo>
                  <a:lnTo>
                    <a:pt x="1963098" y="3531159"/>
                  </a:lnTo>
                  <a:lnTo>
                    <a:pt x="1961132" y="3531159"/>
                  </a:lnTo>
                  <a:lnTo>
                    <a:pt x="1959167" y="3531159"/>
                  </a:lnTo>
                  <a:lnTo>
                    <a:pt x="1940495" y="3531159"/>
                  </a:lnTo>
                  <a:lnTo>
                    <a:pt x="1938530" y="3531159"/>
                  </a:lnTo>
                  <a:lnTo>
                    <a:pt x="1936565" y="3531159"/>
                  </a:lnTo>
                  <a:lnTo>
                    <a:pt x="1917892" y="3531159"/>
                  </a:lnTo>
                  <a:lnTo>
                    <a:pt x="1915927" y="3531159"/>
                  </a:lnTo>
                  <a:lnTo>
                    <a:pt x="1913962" y="3531159"/>
                  </a:lnTo>
                  <a:lnTo>
                    <a:pt x="1895290" y="3531159"/>
                  </a:lnTo>
                  <a:lnTo>
                    <a:pt x="1893325" y="3531159"/>
                  </a:lnTo>
                  <a:lnTo>
                    <a:pt x="1891359" y="3531159"/>
                  </a:lnTo>
                  <a:lnTo>
                    <a:pt x="1872687" y="3531159"/>
                  </a:lnTo>
                  <a:lnTo>
                    <a:pt x="1870722" y="3531159"/>
                  </a:lnTo>
                  <a:lnTo>
                    <a:pt x="1868757" y="3531159"/>
                  </a:lnTo>
                  <a:lnTo>
                    <a:pt x="1850084" y="3531159"/>
                  </a:lnTo>
                  <a:lnTo>
                    <a:pt x="1848119" y="3531159"/>
                  </a:lnTo>
                  <a:lnTo>
                    <a:pt x="1846154" y="3531159"/>
                  </a:lnTo>
                  <a:lnTo>
                    <a:pt x="1827482" y="3531159"/>
                  </a:lnTo>
                  <a:lnTo>
                    <a:pt x="1825517" y="3531159"/>
                  </a:lnTo>
                  <a:lnTo>
                    <a:pt x="1823551" y="3531159"/>
                  </a:lnTo>
                  <a:lnTo>
                    <a:pt x="1804879" y="3531159"/>
                  </a:lnTo>
                  <a:lnTo>
                    <a:pt x="1802914" y="3531159"/>
                  </a:lnTo>
                  <a:lnTo>
                    <a:pt x="1800949" y="3531159"/>
                  </a:lnTo>
                  <a:lnTo>
                    <a:pt x="1782277" y="3531159"/>
                  </a:lnTo>
                  <a:lnTo>
                    <a:pt x="1780311" y="3531159"/>
                  </a:lnTo>
                  <a:lnTo>
                    <a:pt x="1778346" y="3531159"/>
                  </a:lnTo>
                  <a:lnTo>
                    <a:pt x="1759674" y="3531159"/>
                  </a:lnTo>
                  <a:lnTo>
                    <a:pt x="1757709" y="3531159"/>
                  </a:lnTo>
                  <a:lnTo>
                    <a:pt x="1755744" y="3531159"/>
                  </a:lnTo>
                  <a:lnTo>
                    <a:pt x="1737071" y="3531159"/>
                  </a:lnTo>
                  <a:lnTo>
                    <a:pt x="1735106" y="3531159"/>
                  </a:lnTo>
                  <a:lnTo>
                    <a:pt x="1733141" y="3531159"/>
                  </a:lnTo>
                  <a:lnTo>
                    <a:pt x="1714469" y="3531159"/>
                  </a:lnTo>
                  <a:lnTo>
                    <a:pt x="1712503" y="3531159"/>
                  </a:lnTo>
                  <a:lnTo>
                    <a:pt x="1710538" y="3531159"/>
                  </a:lnTo>
                  <a:lnTo>
                    <a:pt x="1691866" y="3531159"/>
                  </a:lnTo>
                  <a:lnTo>
                    <a:pt x="1689901" y="3531159"/>
                  </a:lnTo>
                  <a:lnTo>
                    <a:pt x="1687936" y="3531159"/>
                  </a:lnTo>
                  <a:lnTo>
                    <a:pt x="1669263" y="3531159"/>
                  </a:lnTo>
                  <a:lnTo>
                    <a:pt x="1667298" y="3531159"/>
                  </a:lnTo>
                  <a:lnTo>
                    <a:pt x="1665333" y="3531159"/>
                  </a:lnTo>
                  <a:lnTo>
                    <a:pt x="1646661" y="3531159"/>
                  </a:lnTo>
                  <a:lnTo>
                    <a:pt x="1644696" y="3531159"/>
                  </a:lnTo>
                  <a:lnTo>
                    <a:pt x="1642730" y="3531159"/>
                  </a:lnTo>
                  <a:lnTo>
                    <a:pt x="1624058" y="3531159"/>
                  </a:lnTo>
                  <a:lnTo>
                    <a:pt x="1622093" y="3531159"/>
                  </a:lnTo>
                  <a:lnTo>
                    <a:pt x="1620128" y="3531159"/>
                  </a:lnTo>
                  <a:lnTo>
                    <a:pt x="1601455" y="3531159"/>
                  </a:lnTo>
                  <a:lnTo>
                    <a:pt x="1599490" y="3531159"/>
                  </a:lnTo>
                  <a:lnTo>
                    <a:pt x="1597525" y="3531159"/>
                  </a:lnTo>
                  <a:lnTo>
                    <a:pt x="1578853" y="3531159"/>
                  </a:lnTo>
                  <a:lnTo>
                    <a:pt x="1576888" y="3531159"/>
                  </a:lnTo>
                  <a:lnTo>
                    <a:pt x="1574922" y="3531159"/>
                  </a:lnTo>
                  <a:lnTo>
                    <a:pt x="1556250" y="3531159"/>
                  </a:lnTo>
                  <a:lnTo>
                    <a:pt x="1554285" y="3531159"/>
                  </a:lnTo>
                  <a:lnTo>
                    <a:pt x="1552320" y="3531159"/>
                  </a:lnTo>
                  <a:lnTo>
                    <a:pt x="1533648" y="3531159"/>
                  </a:lnTo>
                  <a:lnTo>
                    <a:pt x="1531682" y="3531159"/>
                  </a:lnTo>
                  <a:lnTo>
                    <a:pt x="1529717" y="3531159"/>
                  </a:lnTo>
                  <a:lnTo>
                    <a:pt x="1511045" y="3531159"/>
                  </a:lnTo>
                  <a:lnTo>
                    <a:pt x="1509080" y="3531159"/>
                  </a:lnTo>
                  <a:lnTo>
                    <a:pt x="1507115" y="3531159"/>
                  </a:lnTo>
                  <a:lnTo>
                    <a:pt x="1488442" y="3531159"/>
                  </a:lnTo>
                  <a:lnTo>
                    <a:pt x="1486477" y="3531159"/>
                  </a:lnTo>
                  <a:lnTo>
                    <a:pt x="1484512" y="3531159"/>
                  </a:lnTo>
                  <a:lnTo>
                    <a:pt x="1465840" y="3531159"/>
                  </a:lnTo>
                  <a:lnTo>
                    <a:pt x="1463874" y="3531159"/>
                  </a:lnTo>
                  <a:lnTo>
                    <a:pt x="1461909" y="3531159"/>
                  </a:lnTo>
                  <a:lnTo>
                    <a:pt x="1443237" y="3531159"/>
                  </a:lnTo>
                  <a:lnTo>
                    <a:pt x="1441272" y="3531159"/>
                  </a:lnTo>
                  <a:lnTo>
                    <a:pt x="1439307" y="3531159"/>
                  </a:lnTo>
                  <a:lnTo>
                    <a:pt x="1420634" y="3531159"/>
                  </a:lnTo>
                  <a:lnTo>
                    <a:pt x="1418669" y="3531159"/>
                  </a:lnTo>
                  <a:lnTo>
                    <a:pt x="1416704" y="3531159"/>
                  </a:lnTo>
                  <a:lnTo>
                    <a:pt x="1398032" y="3531159"/>
                  </a:lnTo>
                  <a:lnTo>
                    <a:pt x="1396067" y="3531159"/>
                  </a:lnTo>
                  <a:lnTo>
                    <a:pt x="1394101" y="3531159"/>
                  </a:lnTo>
                  <a:lnTo>
                    <a:pt x="1375429" y="3531159"/>
                  </a:lnTo>
                  <a:lnTo>
                    <a:pt x="1373464" y="3531159"/>
                  </a:lnTo>
                  <a:lnTo>
                    <a:pt x="1371499" y="3531159"/>
                  </a:lnTo>
                  <a:lnTo>
                    <a:pt x="1352827" y="3531159"/>
                  </a:lnTo>
                  <a:lnTo>
                    <a:pt x="1350861" y="3531159"/>
                  </a:lnTo>
                  <a:lnTo>
                    <a:pt x="1348896" y="3531159"/>
                  </a:lnTo>
                  <a:lnTo>
                    <a:pt x="1330224" y="3531159"/>
                  </a:lnTo>
                  <a:lnTo>
                    <a:pt x="1328259" y="3531159"/>
                  </a:lnTo>
                  <a:lnTo>
                    <a:pt x="1326294" y="3531159"/>
                  </a:lnTo>
                  <a:lnTo>
                    <a:pt x="1307621" y="3531159"/>
                  </a:lnTo>
                  <a:lnTo>
                    <a:pt x="1305656" y="3531159"/>
                  </a:lnTo>
                  <a:lnTo>
                    <a:pt x="1303691" y="3531159"/>
                  </a:lnTo>
                  <a:lnTo>
                    <a:pt x="1285019" y="3531159"/>
                  </a:lnTo>
                  <a:lnTo>
                    <a:pt x="1283053" y="3531159"/>
                  </a:lnTo>
                  <a:lnTo>
                    <a:pt x="1281088" y="3531159"/>
                  </a:lnTo>
                  <a:lnTo>
                    <a:pt x="1262416" y="3531159"/>
                  </a:lnTo>
                  <a:lnTo>
                    <a:pt x="1260451" y="3531159"/>
                  </a:lnTo>
                  <a:lnTo>
                    <a:pt x="1258486" y="3531159"/>
                  </a:lnTo>
                  <a:lnTo>
                    <a:pt x="1239813" y="3531159"/>
                  </a:lnTo>
                  <a:lnTo>
                    <a:pt x="1237848" y="3531159"/>
                  </a:lnTo>
                  <a:lnTo>
                    <a:pt x="1235883" y="3531159"/>
                  </a:lnTo>
                  <a:lnTo>
                    <a:pt x="1217211" y="3531159"/>
                  </a:lnTo>
                  <a:lnTo>
                    <a:pt x="1215246" y="3531159"/>
                  </a:lnTo>
                  <a:lnTo>
                    <a:pt x="1213280" y="3531159"/>
                  </a:lnTo>
                  <a:lnTo>
                    <a:pt x="1194608" y="3531159"/>
                  </a:lnTo>
                  <a:lnTo>
                    <a:pt x="1192643" y="3531159"/>
                  </a:lnTo>
                  <a:lnTo>
                    <a:pt x="1190678" y="3531159"/>
                  </a:lnTo>
                  <a:lnTo>
                    <a:pt x="1172005" y="3531159"/>
                  </a:lnTo>
                  <a:lnTo>
                    <a:pt x="1170040" y="3531159"/>
                  </a:lnTo>
                  <a:lnTo>
                    <a:pt x="1168075" y="3531159"/>
                  </a:lnTo>
                  <a:lnTo>
                    <a:pt x="1149403" y="3531159"/>
                  </a:lnTo>
                  <a:lnTo>
                    <a:pt x="1147438" y="3531159"/>
                  </a:lnTo>
                  <a:lnTo>
                    <a:pt x="1145472" y="3531159"/>
                  </a:lnTo>
                  <a:lnTo>
                    <a:pt x="1126800" y="3531159"/>
                  </a:lnTo>
                  <a:lnTo>
                    <a:pt x="1124835" y="3531159"/>
                  </a:lnTo>
                  <a:lnTo>
                    <a:pt x="1122870" y="3531159"/>
                  </a:lnTo>
                  <a:lnTo>
                    <a:pt x="1104198" y="3531159"/>
                  </a:lnTo>
                  <a:lnTo>
                    <a:pt x="1102232" y="3531159"/>
                  </a:lnTo>
                  <a:lnTo>
                    <a:pt x="1100267" y="3531159"/>
                  </a:lnTo>
                  <a:lnTo>
                    <a:pt x="1081595" y="3531159"/>
                  </a:lnTo>
                  <a:lnTo>
                    <a:pt x="1079630" y="3531159"/>
                  </a:lnTo>
                  <a:lnTo>
                    <a:pt x="1077665" y="3531159"/>
                  </a:lnTo>
                  <a:lnTo>
                    <a:pt x="1058992" y="3531159"/>
                  </a:lnTo>
                  <a:lnTo>
                    <a:pt x="1057027" y="3531159"/>
                  </a:lnTo>
                  <a:lnTo>
                    <a:pt x="1055062" y="3531159"/>
                  </a:lnTo>
                  <a:lnTo>
                    <a:pt x="1036390" y="3531159"/>
                  </a:lnTo>
                  <a:lnTo>
                    <a:pt x="1034424" y="3531159"/>
                  </a:lnTo>
                  <a:lnTo>
                    <a:pt x="1032459" y="3531159"/>
                  </a:lnTo>
                  <a:lnTo>
                    <a:pt x="1013787" y="3531159"/>
                  </a:lnTo>
                  <a:lnTo>
                    <a:pt x="1011822" y="3531159"/>
                  </a:lnTo>
                  <a:lnTo>
                    <a:pt x="1009857" y="3531159"/>
                  </a:lnTo>
                  <a:lnTo>
                    <a:pt x="991184" y="3531159"/>
                  </a:lnTo>
                  <a:lnTo>
                    <a:pt x="989219" y="3531159"/>
                  </a:lnTo>
                  <a:lnTo>
                    <a:pt x="987254" y="3531159"/>
                  </a:lnTo>
                  <a:lnTo>
                    <a:pt x="968582" y="3531159"/>
                  </a:lnTo>
                  <a:lnTo>
                    <a:pt x="966617" y="3531159"/>
                  </a:lnTo>
                  <a:lnTo>
                    <a:pt x="964651" y="3531159"/>
                  </a:lnTo>
                  <a:lnTo>
                    <a:pt x="945979" y="3531159"/>
                  </a:lnTo>
                  <a:lnTo>
                    <a:pt x="944014" y="3531159"/>
                  </a:lnTo>
                  <a:lnTo>
                    <a:pt x="942049" y="3531159"/>
                  </a:lnTo>
                  <a:lnTo>
                    <a:pt x="923376" y="3531159"/>
                  </a:lnTo>
                  <a:lnTo>
                    <a:pt x="921411" y="3531159"/>
                  </a:lnTo>
                  <a:lnTo>
                    <a:pt x="919446" y="3531159"/>
                  </a:lnTo>
                  <a:lnTo>
                    <a:pt x="900774" y="3531159"/>
                  </a:lnTo>
                  <a:lnTo>
                    <a:pt x="898809" y="3531159"/>
                  </a:lnTo>
                  <a:lnTo>
                    <a:pt x="896844" y="3531159"/>
                  </a:lnTo>
                  <a:lnTo>
                    <a:pt x="878171" y="3531159"/>
                  </a:lnTo>
                  <a:lnTo>
                    <a:pt x="876206" y="3531159"/>
                  </a:lnTo>
                  <a:lnTo>
                    <a:pt x="874241" y="3531159"/>
                  </a:lnTo>
                  <a:lnTo>
                    <a:pt x="855569" y="3531159"/>
                  </a:lnTo>
                  <a:lnTo>
                    <a:pt x="853603" y="3531159"/>
                  </a:lnTo>
                  <a:lnTo>
                    <a:pt x="851638" y="3531159"/>
                  </a:lnTo>
                  <a:lnTo>
                    <a:pt x="832966" y="3531159"/>
                  </a:lnTo>
                  <a:lnTo>
                    <a:pt x="831001" y="3531159"/>
                  </a:lnTo>
                  <a:lnTo>
                    <a:pt x="829036" y="3531159"/>
                  </a:lnTo>
                  <a:lnTo>
                    <a:pt x="810363" y="3531159"/>
                  </a:lnTo>
                  <a:lnTo>
                    <a:pt x="808398" y="3531159"/>
                  </a:lnTo>
                  <a:lnTo>
                    <a:pt x="806433" y="3531159"/>
                  </a:lnTo>
                  <a:lnTo>
                    <a:pt x="787761" y="3531159"/>
                  </a:lnTo>
                  <a:lnTo>
                    <a:pt x="785796" y="3531159"/>
                  </a:lnTo>
                  <a:lnTo>
                    <a:pt x="783830" y="3531159"/>
                  </a:lnTo>
                  <a:lnTo>
                    <a:pt x="765158" y="3531159"/>
                  </a:lnTo>
                  <a:lnTo>
                    <a:pt x="763193" y="3531159"/>
                  </a:lnTo>
                  <a:lnTo>
                    <a:pt x="761228" y="3531159"/>
                  </a:lnTo>
                  <a:lnTo>
                    <a:pt x="742555" y="3531159"/>
                  </a:lnTo>
                  <a:lnTo>
                    <a:pt x="740590" y="3531159"/>
                  </a:lnTo>
                  <a:lnTo>
                    <a:pt x="738625" y="3531159"/>
                  </a:lnTo>
                  <a:lnTo>
                    <a:pt x="719953" y="3531159"/>
                  </a:lnTo>
                  <a:lnTo>
                    <a:pt x="717988" y="3531159"/>
                  </a:lnTo>
                  <a:lnTo>
                    <a:pt x="716022" y="3531159"/>
                  </a:lnTo>
                  <a:lnTo>
                    <a:pt x="697350" y="3531159"/>
                  </a:lnTo>
                  <a:lnTo>
                    <a:pt x="695385" y="3531159"/>
                  </a:lnTo>
                  <a:lnTo>
                    <a:pt x="693420" y="3531159"/>
                  </a:lnTo>
                  <a:lnTo>
                    <a:pt x="674748" y="3531159"/>
                  </a:lnTo>
                  <a:lnTo>
                    <a:pt x="672782" y="3531159"/>
                  </a:lnTo>
                  <a:lnTo>
                    <a:pt x="670817" y="3531159"/>
                  </a:lnTo>
                  <a:lnTo>
                    <a:pt x="652145" y="3531159"/>
                  </a:lnTo>
                  <a:lnTo>
                    <a:pt x="650180" y="3531159"/>
                  </a:lnTo>
                  <a:lnTo>
                    <a:pt x="648215" y="3531159"/>
                  </a:lnTo>
                  <a:lnTo>
                    <a:pt x="629542" y="3531159"/>
                  </a:lnTo>
                  <a:lnTo>
                    <a:pt x="627577" y="3531159"/>
                  </a:lnTo>
                  <a:lnTo>
                    <a:pt x="625612" y="3531159"/>
                  </a:lnTo>
                  <a:lnTo>
                    <a:pt x="606940" y="3531159"/>
                  </a:lnTo>
                  <a:lnTo>
                    <a:pt x="604974" y="3531159"/>
                  </a:lnTo>
                  <a:lnTo>
                    <a:pt x="603009" y="3531159"/>
                  </a:lnTo>
                  <a:lnTo>
                    <a:pt x="584337" y="3531159"/>
                  </a:lnTo>
                  <a:lnTo>
                    <a:pt x="582372" y="3531159"/>
                  </a:lnTo>
                  <a:lnTo>
                    <a:pt x="580407" y="3531159"/>
                  </a:lnTo>
                  <a:lnTo>
                    <a:pt x="561734" y="3531159"/>
                  </a:lnTo>
                  <a:lnTo>
                    <a:pt x="559769" y="3531159"/>
                  </a:lnTo>
                  <a:lnTo>
                    <a:pt x="557804" y="3531159"/>
                  </a:lnTo>
                  <a:lnTo>
                    <a:pt x="539132" y="3531159"/>
                  </a:lnTo>
                  <a:lnTo>
                    <a:pt x="537167" y="3531159"/>
                  </a:lnTo>
                  <a:lnTo>
                    <a:pt x="535201" y="3531159"/>
                  </a:lnTo>
                  <a:lnTo>
                    <a:pt x="516529" y="3531159"/>
                  </a:lnTo>
                  <a:lnTo>
                    <a:pt x="514564" y="3531159"/>
                  </a:lnTo>
                  <a:lnTo>
                    <a:pt x="512599" y="3531159"/>
                  </a:lnTo>
                  <a:lnTo>
                    <a:pt x="493926" y="3531159"/>
                  </a:lnTo>
                  <a:lnTo>
                    <a:pt x="491961" y="3531159"/>
                  </a:lnTo>
                  <a:lnTo>
                    <a:pt x="489996" y="3531159"/>
                  </a:lnTo>
                  <a:lnTo>
                    <a:pt x="471324" y="3531159"/>
                  </a:lnTo>
                  <a:lnTo>
                    <a:pt x="469359" y="3531159"/>
                  </a:lnTo>
                  <a:lnTo>
                    <a:pt x="467393" y="3531159"/>
                  </a:lnTo>
                  <a:lnTo>
                    <a:pt x="448721" y="3531159"/>
                  </a:lnTo>
                  <a:lnTo>
                    <a:pt x="446756" y="3531159"/>
                  </a:lnTo>
                  <a:lnTo>
                    <a:pt x="444791" y="3531159"/>
                  </a:lnTo>
                  <a:lnTo>
                    <a:pt x="426119" y="3531159"/>
                  </a:lnTo>
                  <a:lnTo>
                    <a:pt x="424153" y="3531159"/>
                  </a:lnTo>
                  <a:lnTo>
                    <a:pt x="422188" y="3531159"/>
                  </a:lnTo>
                  <a:lnTo>
                    <a:pt x="403516" y="3531159"/>
                  </a:lnTo>
                  <a:lnTo>
                    <a:pt x="401551" y="3531159"/>
                  </a:lnTo>
                  <a:lnTo>
                    <a:pt x="399586" y="3531159"/>
                  </a:lnTo>
                  <a:lnTo>
                    <a:pt x="380913" y="3531159"/>
                  </a:lnTo>
                  <a:lnTo>
                    <a:pt x="378948" y="3531159"/>
                  </a:lnTo>
                  <a:lnTo>
                    <a:pt x="376983" y="3531159"/>
                  </a:lnTo>
                  <a:lnTo>
                    <a:pt x="358311" y="3531159"/>
                  </a:lnTo>
                  <a:lnTo>
                    <a:pt x="356345" y="3531159"/>
                  </a:lnTo>
                  <a:lnTo>
                    <a:pt x="354380" y="3531159"/>
                  </a:lnTo>
                  <a:lnTo>
                    <a:pt x="335708" y="3531159"/>
                  </a:lnTo>
                  <a:lnTo>
                    <a:pt x="333743" y="3531159"/>
                  </a:lnTo>
                  <a:lnTo>
                    <a:pt x="331778" y="3531159"/>
                  </a:lnTo>
                  <a:lnTo>
                    <a:pt x="313105" y="3531159"/>
                  </a:lnTo>
                  <a:lnTo>
                    <a:pt x="311140" y="3531159"/>
                  </a:lnTo>
                  <a:lnTo>
                    <a:pt x="309175" y="3531159"/>
                  </a:lnTo>
                  <a:lnTo>
                    <a:pt x="290503" y="3531159"/>
                  </a:lnTo>
                  <a:lnTo>
                    <a:pt x="288538" y="3531159"/>
                  </a:lnTo>
                  <a:lnTo>
                    <a:pt x="286572" y="3531159"/>
                  </a:lnTo>
                  <a:lnTo>
                    <a:pt x="267900" y="3531159"/>
                  </a:lnTo>
                  <a:lnTo>
                    <a:pt x="265935" y="3531159"/>
                  </a:lnTo>
                  <a:lnTo>
                    <a:pt x="263970" y="3531159"/>
                  </a:lnTo>
                  <a:lnTo>
                    <a:pt x="245298" y="3531159"/>
                  </a:lnTo>
                  <a:lnTo>
                    <a:pt x="243332" y="3531159"/>
                  </a:lnTo>
                  <a:lnTo>
                    <a:pt x="241367" y="3531159"/>
                  </a:lnTo>
                  <a:lnTo>
                    <a:pt x="222695" y="3531159"/>
                  </a:lnTo>
                  <a:lnTo>
                    <a:pt x="220730" y="3531159"/>
                  </a:lnTo>
                  <a:lnTo>
                    <a:pt x="218765" y="3531159"/>
                  </a:lnTo>
                  <a:lnTo>
                    <a:pt x="200092" y="3531159"/>
                  </a:lnTo>
                  <a:lnTo>
                    <a:pt x="198127" y="3531159"/>
                  </a:lnTo>
                  <a:lnTo>
                    <a:pt x="196162" y="3531159"/>
                  </a:lnTo>
                  <a:lnTo>
                    <a:pt x="177490" y="3531159"/>
                  </a:lnTo>
                  <a:lnTo>
                    <a:pt x="175524" y="3531159"/>
                  </a:lnTo>
                  <a:lnTo>
                    <a:pt x="173559" y="3531159"/>
                  </a:lnTo>
                  <a:lnTo>
                    <a:pt x="154887" y="3531159"/>
                  </a:lnTo>
                  <a:lnTo>
                    <a:pt x="152922" y="3531159"/>
                  </a:lnTo>
                  <a:lnTo>
                    <a:pt x="150957" y="3531159"/>
                  </a:lnTo>
                  <a:lnTo>
                    <a:pt x="132284" y="3531159"/>
                  </a:lnTo>
                  <a:lnTo>
                    <a:pt x="130319" y="3531159"/>
                  </a:lnTo>
                  <a:lnTo>
                    <a:pt x="128354" y="3531159"/>
                  </a:lnTo>
                  <a:lnTo>
                    <a:pt x="109682" y="3531159"/>
                  </a:lnTo>
                  <a:lnTo>
                    <a:pt x="107717" y="3531159"/>
                  </a:lnTo>
                  <a:lnTo>
                    <a:pt x="105751" y="3531159"/>
                  </a:lnTo>
                  <a:lnTo>
                    <a:pt x="87079" y="3531159"/>
                  </a:lnTo>
                  <a:lnTo>
                    <a:pt x="85114" y="3531159"/>
                  </a:lnTo>
                  <a:lnTo>
                    <a:pt x="83149" y="3531159"/>
                  </a:lnTo>
                  <a:lnTo>
                    <a:pt x="64476" y="3531159"/>
                  </a:lnTo>
                  <a:lnTo>
                    <a:pt x="62511" y="3531159"/>
                  </a:lnTo>
                  <a:lnTo>
                    <a:pt x="60546" y="3531159"/>
                  </a:lnTo>
                  <a:lnTo>
                    <a:pt x="41874" y="3531159"/>
                  </a:lnTo>
                  <a:lnTo>
                    <a:pt x="39909" y="3531159"/>
                  </a:lnTo>
                  <a:lnTo>
                    <a:pt x="37943" y="3531159"/>
                  </a:lnTo>
                  <a:lnTo>
                    <a:pt x="19271" y="3531159"/>
                  </a:lnTo>
                  <a:lnTo>
                    <a:pt x="17306" y="3531159"/>
                  </a:lnTo>
                  <a:lnTo>
                    <a:pt x="15341" y="3531159"/>
                  </a:lnTo>
                  <a:close/>
                </a:path>
              </a:pathLst>
            </a:custGeom>
            <a:solidFill>
              <a:srgbClr val="E31A1C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13278" y="1950672"/>
              <a:ext cx="3695338" cy="3531159"/>
            </a:xfrm>
            <a:custGeom>
              <a:avLst/>
              <a:pathLst>
                <a:path w="3695338" h="3531159">
                  <a:moveTo>
                    <a:pt x="0" y="3531159"/>
                  </a:moveTo>
                  <a:lnTo>
                    <a:pt x="15341" y="3531159"/>
                  </a:lnTo>
                  <a:lnTo>
                    <a:pt x="17306" y="3531159"/>
                  </a:lnTo>
                  <a:lnTo>
                    <a:pt x="19271" y="3531159"/>
                  </a:lnTo>
                  <a:lnTo>
                    <a:pt x="37943" y="3531159"/>
                  </a:lnTo>
                  <a:lnTo>
                    <a:pt x="39909" y="3531159"/>
                  </a:lnTo>
                  <a:lnTo>
                    <a:pt x="41874" y="3531159"/>
                  </a:lnTo>
                  <a:lnTo>
                    <a:pt x="60546" y="3531159"/>
                  </a:lnTo>
                  <a:lnTo>
                    <a:pt x="62511" y="3531159"/>
                  </a:lnTo>
                  <a:lnTo>
                    <a:pt x="64476" y="3531159"/>
                  </a:lnTo>
                  <a:lnTo>
                    <a:pt x="83149" y="3531159"/>
                  </a:lnTo>
                  <a:lnTo>
                    <a:pt x="85114" y="3531159"/>
                  </a:lnTo>
                  <a:lnTo>
                    <a:pt x="87079" y="3531159"/>
                  </a:lnTo>
                  <a:lnTo>
                    <a:pt x="105751" y="3531159"/>
                  </a:lnTo>
                  <a:lnTo>
                    <a:pt x="107717" y="3531159"/>
                  </a:lnTo>
                  <a:lnTo>
                    <a:pt x="109682" y="3531159"/>
                  </a:lnTo>
                  <a:lnTo>
                    <a:pt x="128354" y="3531159"/>
                  </a:lnTo>
                  <a:lnTo>
                    <a:pt x="130319" y="3531159"/>
                  </a:lnTo>
                  <a:lnTo>
                    <a:pt x="132284" y="3531159"/>
                  </a:lnTo>
                  <a:lnTo>
                    <a:pt x="150957" y="3531159"/>
                  </a:lnTo>
                  <a:lnTo>
                    <a:pt x="152922" y="3531159"/>
                  </a:lnTo>
                  <a:lnTo>
                    <a:pt x="154887" y="3531158"/>
                  </a:lnTo>
                  <a:lnTo>
                    <a:pt x="173559" y="3531158"/>
                  </a:lnTo>
                  <a:lnTo>
                    <a:pt x="175524" y="3531158"/>
                  </a:lnTo>
                  <a:lnTo>
                    <a:pt x="177490" y="3531158"/>
                  </a:lnTo>
                  <a:lnTo>
                    <a:pt x="196162" y="3531157"/>
                  </a:lnTo>
                  <a:lnTo>
                    <a:pt x="198127" y="3531157"/>
                  </a:lnTo>
                  <a:lnTo>
                    <a:pt x="200092" y="3531157"/>
                  </a:lnTo>
                  <a:lnTo>
                    <a:pt x="218765" y="3531156"/>
                  </a:lnTo>
                  <a:lnTo>
                    <a:pt x="220730" y="3531156"/>
                  </a:lnTo>
                  <a:lnTo>
                    <a:pt x="222695" y="3531156"/>
                  </a:lnTo>
                  <a:lnTo>
                    <a:pt x="241367" y="3531155"/>
                  </a:lnTo>
                  <a:lnTo>
                    <a:pt x="243332" y="3531155"/>
                  </a:lnTo>
                  <a:lnTo>
                    <a:pt x="245298" y="3531155"/>
                  </a:lnTo>
                  <a:lnTo>
                    <a:pt x="263970" y="3531153"/>
                  </a:lnTo>
                  <a:lnTo>
                    <a:pt x="265935" y="3531153"/>
                  </a:lnTo>
                  <a:lnTo>
                    <a:pt x="267900" y="3531153"/>
                  </a:lnTo>
                  <a:lnTo>
                    <a:pt x="286572" y="3531150"/>
                  </a:lnTo>
                  <a:lnTo>
                    <a:pt x="288538" y="3531150"/>
                  </a:lnTo>
                  <a:lnTo>
                    <a:pt x="290503" y="3531149"/>
                  </a:lnTo>
                  <a:lnTo>
                    <a:pt x="309175" y="3531146"/>
                  </a:lnTo>
                  <a:lnTo>
                    <a:pt x="311140" y="3531146"/>
                  </a:lnTo>
                  <a:lnTo>
                    <a:pt x="313105" y="3531145"/>
                  </a:lnTo>
                  <a:lnTo>
                    <a:pt x="331778" y="3531140"/>
                  </a:lnTo>
                  <a:lnTo>
                    <a:pt x="333743" y="3531140"/>
                  </a:lnTo>
                  <a:lnTo>
                    <a:pt x="335708" y="3531139"/>
                  </a:lnTo>
                  <a:lnTo>
                    <a:pt x="354380" y="3531133"/>
                  </a:lnTo>
                  <a:lnTo>
                    <a:pt x="356345" y="3531132"/>
                  </a:lnTo>
                  <a:lnTo>
                    <a:pt x="358311" y="3531131"/>
                  </a:lnTo>
                  <a:lnTo>
                    <a:pt x="376983" y="3531122"/>
                  </a:lnTo>
                  <a:lnTo>
                    <a:pt x="378948" y="3531121"/>
                  </a:lnTo>
                  <a:lnTo>
                    <a:pt x="380913" y="3531120"/>
                  </a:lnTo>
                  <a:lnTo>
                    <a:pt x="399586" y="3531107"/>
                  </a:lnTo>
                  <a:lnTo>
                    <a:pt x="401551" y="3531106"/>
                  </a:lnTo>
                  <a:lnTo>
                    <a:pt x="403516" y="3531104"/>
                  </a:lnTo>
                  <a:lnTo>
                    <a:pt x="422188" y="3531087"/>
                  </a:lnTo>
                  <a:lnTo>
                    <a:pt x="424153" y="3531085"/>
                  </a:lnTo>
                  <a:lnTo>
                    <a:pt x="426119" y="3531082"/>
                  </a:lnTo>
                  <a:lnTo>
                    <a:pt x="444791" y="3531059"/>
                  </a:lnTo>
                  <a:lnTo>
                    <a:pt x="446756" y="3531057"/>
                  </a:lnTo>
                  <a:lnTo>
                    <a:pt x="448721" y="3531054"/>
                  </a:lnTo>
                  <a:lnTo>
                    <a:pt x="467393" y="3531024"/>
                  </a:lnTo>
                  <a:lnTo>
                    <a:pt x="469359" y="3531020"/>
                  </a:lnTo>
                  <a:lnTo>
                    <a:pt x="471324" y="3531016"/>
                  </a:lnTo>
                  <a:lnTo>
                    <a:pt x="489996" y="3530977"/>
                  </a:lnTo>
                  <a:lnTo>
                    <a:pt x="491961" y="3530972"/>
                  </a:lnTo>
                  <a:lnTo>
                    <a:pt x="493926" y="3530967"/>
                  </a:lnTo>
                  <a:lnTo>
                    <a:pt x="512599" y="3530916"/>
                  </a:lnTo>
                  <a:lnTo>
                    <a:pt x="514564" y="3530910"/>
                  </a:lnTo>
                  <a:lnTo>
                    <a:pt x="516529" y="3530903"/>
                  </a:lnTo>
                  <a:lnTo>
                    <a:pt x="535201" y="3530833"/>
                  </a:lnTo>
                  <a:lnTo>
                    <a:pt x="537167" y="3530826"/>
                  </a:lnTo>
                  <a:lnTo>
                    <a:pt x="539132" y="3530816"/>
                  </a:lnTo>
                  <a:lnTo>
                    <a:pt x="557804" y="3530726"/>
                  </a:lnTo>
                  <a:lnTo>
                    <a:pt x="559769" y="3530716"/>
                  </a:lnTo>
                  <a:lnTo>
                    <a:pt x="561734" y="3530704"/>
                  </a:lnTo>
                  <a:lnTo>
                    <a:pt x="580407" y="3530588"/>
                  </a:lnTo>
                  <a:lnTo>
                    <a:pt x="582372" y="3530576"/>
                  </a:lnTo>
                  <a:lnTo>
                    <a:pt x="584337" y="3530561"/>
                  </a:lnTo>
                  <a:lnTo>
                    <a:pt x="603009" y="3530415"/>
                  </a:lnTo>
                  <a:lnTo>
                    <a:pt x="604974" y="3530400"/>
                  </a:lnTo>
                  <a:lnTo>
                    <a:pt x="606940" y="3530380"/>
                  </a:lnTo>
                  <a:lnTo>
                    <a:pt x="625612" y="3530197"/>
                  </a:lnTo>
                  <a:lnTo>
                    <a:pt x="627577" y="3530178"/>
                  </a:lnTo>
                  <a:lnTo>
                    <a:pt x="629542" y="3530154"/>
                  </a:lnTo>
                  <a:lnTo>
                    <a:pt x="648215" y="3529927"/>
                  </a:lnTo>
                  <a:lnTo>
                    <a:pt x="650180" y="3529903"/>
                  </a:lnTo>
                  <a:lnTo>
                    <a:pt x="652145" y="3529873"/>
                  </a:lnTo>
                  <a:lnTo>
                    <a:pt x="670817" y="3529587"/>
                  </a:lnTo>
                  <a:lnTo>
                    <a:pt x="672782" y="3529557"/>
                  </a:lnTo>
                  <a:lnTo>
                    <a:pt x="674748" y="3529519"/>
                  </a:lnTo>
                  <a:lnTo>
                    <a:pt x="693420" y="3529159"/>
                  </a:lnTo>
                  <a:lnTo>
                    <a:pt x="695385" y="3529121"/>
                  </a:lnTo>
                  <a:lnTo>
                    <a:pt x="697350" y="3529075"/>
                  </a:lnTo>
                  <a:lnTo>
                    <a:pt x="716022" y="3528635"/>
                  </a:lnTo>
                  <a:lnTo>
                    <a:pt x="717988" y="3528589"/>
                  </a:lnTo>
                  <a:lnTo>
                    <a:pt x="719953" y="3528533"/>
                  </a:lnTo>
                  <a:lnTo>
                    <a:pt x="738625" y="3528001"/>
                  </a:lnTo>
                  <a:lnTo>
                    <a:pt x="740590" y="3527945"/>
                  </a:lnTo>
                  <a:lnTo>
                    <a:pt x="742555" y="3527878"/>
                  </a:lnTo>
                  <a:lnTo>
                    <a:pt x="761228" y="3527241"/>
                  </a:lnTo>
                  <a:lnTo>
                    <a:pt x="763193" y="3527174"/>
                  </a:lnTo>
                  <a:lnTo>
                    <a:pt x="765158" y="3527094"/>
                  </a:lnTo>
                  <a:lnTo>
                    <a:pt x="783830" y="3526336"/>
                  </a:lnTo>
                  <a:lnTo>
                    <a:pt x="785796" y="3526256"/>
                  </a:lnTo>
                  <a:lnTo>
                    <a:pt x="787761" y="3526162"/>
                  </a:lnTo>
                  <a:lnTo>
                    <a:pt x="806433" y="3525267"/>
                  </a:lnTo>
                  <a:lnTo>
                    <a:pt x="808398" y="3525173"/>
                  </a:lnTo>
                  <a:lnTo>
                    <a:pt x="810363" y="3525060"/>
                  </a:lnTo>
                  <a:lnTo>
                    <a:pt x="829036" y="3523979"/>
                  </a:lnTo>
                  <a:lnTo>
                    <a:pt x="831001" y="3523866"/>
                  </a:lnTo>
                  <a:lnTo>
                    <a:pt x="832966" y="3523732"/>
                  </a:lnTo>
                  <a:lnTo>
                    <a:pt x="851638" y="3522467"/>
                  </a:lnTo>
                  <a:lnTo>
                    <a:pt x="853603" y="3522334"/>
                  </a:lnTo>
                  <a:lnTo>
                    <a:pt x="855569" y="3522180"/>
                  </a:lnTo>
                  <a:lnTo>
                    <a:pt x="874241" y="3520716"/>
                  </a:lnTo>
                  <a:lnTo>
                    <a:pt x="876206" y="3520562"/>
                  </a:lnTo>
                  <a:lnTo>
                    <a:pt x="878171" y="3520386"/>
                  </a:lnTo>
                  <a:lnTo>
                    <a:pt x="896844" y="3518707"/>
                  </a:lnTo>
                  <a:lnTo>
                    <a:pt x="898809" y="3518530"/>
                  </a:lnTo>
                  <a:lnTo>
                    <a:pt x="900774" y="3518329"/>
                  </a:lnTo>
                  <a:lnTo>
                    <a:pt x="919446" y="3516418"/>
                  </a:lnTo>
                  <a:lnTo>
                    <a:pt x="921411" y="3516217"/>
                  </a:lnTo>
                  <a:lnTo>
                    <a:pt x="923376" y="3515990"/>
                  </a:lnTo>
                  <a:lnTo>
                    <a:pt x="942049" y="3513830"/>
                  </a:lnTo>
                  <a:lnTo>
                    <a:pt x="944014" y="3513603"/>
                  </a:lnTo>
                  <a:lnTo>
                    <a:pt x="945979" y="3513346"/>
                  </a:lnTo>
                  <a:lnTo>
                    <a:pt x="964651" y="3510905"/>
                  </a:lnTo>
                  <a:lnTo>
                    <a:pt x="966617" y="3510648"/>
                  </a:lnTo>
                  <a:lnTo>
                    <a:pt x="968582" y="3510357"/>
                  </a:lnTo>
                  <a:lnTo>
                    <a:pt x="987254" y="3507588"/>
                  </a:lnTo>
                  <a:lnTo>
                    <a:pt x="989219" y="3507296"/>
                  </a:lnTo>
                  <a:lnTo>
                    <a:pt x="991184" y="3506974"/>
                  </a:lnTo>
                  <a:lnTo>
                    <a:pt x="1009857" y="3503909"/>
                  </a:lnTo>
                  <a:lnTo>
                    <a:pt x="1011822" y="3503586"/>
                  </a:lnTo>
                  <a:lnTo>
                    <a:pt x="1013787" y="3503231"/>
                  </a:lnTo>
                  <a:lnTo>
                    <a:pt x="1032459" y="3499862"/>
                  </a:lnTo>
                  <a:lnTo>
                    <a:pt x="1034424" y="3499507"/>
                  </a:lnTo>
                  <a:lnTo>
                    <a:pt x="1036390" y="3499120"/>
                  </a:lnTo>
                  <a:lnTo>
                    <a:pt x="1055062" y="3495439"/>
                  </a:lnTo>
                  <a:lnTo>
                    <a:pt x="1057027" y="3495051"/>
                  </a:lnTo>
                  <a:lnTo>
                    <a:pt x="1058992" y="3494631"/>
                  </a:lnTo>
                  <a:lnTo>
                    <a:pt x="1077665" y="3490634"/>
                  </a:lnTo>
                  <a:lnTo>
                    <a:pt x="1079630" y="3490214"/>
                  </a:lnTo>
                  <a:lnTo>
                    <a:pt x="1081595" y="3489760"/>
                  </a:lnTo>
                  <a:lnTo>
                    <a:pt x="1100267" y="3485446"/>
                  </a:lnTo>
                  <a:lnTo>
                    <a:pt x="1102232" y="3484992"/>
                  </a:lnTo>
                  <a:lnTo>
                    <a:pt x="1104198" y="3484499"/>
                  </a:lnTo>
                  <a:lnTo>
                    <a:pt x="1122870" y="3479820"/>
                  </a:lnTo>
                  <a:lnTo>
                    <a:pt x="1124835" y="3479328"/>
                  </a:lnTo>
                  <a:lnTo>
                    <a:pt x="1126800" y="3478800"/>
                  </a:lnTo>
                  <a:lnTo>
                    <a:pt x="1145472" y="3473786"/>
                  </a:lnTo>
                  <a:lnTo>
                    <a:pt x="1147438" y="3473259"/>
                  </a:lnTo>
                  <a:lnTo>
                    <a:pt x="1149403" y="3472698"/>
                  </a:lnTo>
                  <a:lnTo>
                    <a:pt x="1168075" y="3467375"/>
                  </a:lnTo>
                  <a:lnTo>
                    <a:pt x="1170040" y="3466815"/>
                  </a:lnTo>
                  <a:lnTo>
                    <a:pt x="1172005" y="3466223"/>
                  </a:lnTo>
                  <a:lnTo>
                    <a:pt x="1190678" y="3460595"/>
                  </a:lnTo>
                  <a:lnTo>
                    <a:pt x="1192643" y="3460003"/>
                  </a:lnTo>
                  <a:lnTo>
                    <a:pt x="1194608" y="3459379"/>
                  </a:lnTo>
                  <a:lnTo>
                    <a:pt x="1213280" y="3453451"/>
                  </a:lnTo>
                  <a:lnTo>
                    <a:pt x="1215246" y="3452827"/>
                  </a:lnTo>
                  <a:lnTo>
                    <a:pt x="1217211" y="3452172"/>
                  </a:lnTo>
                  <a:lnTo>
                    <a:pt x="1235883" y="3445947"/>
                  </a:lnTo>
                  <a:lnTo>
                    <a:pt x="1237848" y="3445292"/>
                  </a:lnTo>
                  <a:lnTo>
                    <a:pt x="1239813" y="3444605"/>
                  </a:lnTo>
                  <a:lnTo>
                    <a:pt x="1258486" y="3438080"/>
                  </a:lnTo>
                  <a:lnTo>
                    <a:pt x="1260451" y="3437393"/>
                  </a:lnTo>
                  <a:lnTo>
                    <a:pt x="1262416" y="3436669"/>
                  </a:lnTo>
                  <a:lnTo>
                    <a:pt x="1281088" y="3429793"/>
                  </a:lnTo>
                  <a:lnTo>
                    <a:pt x="1283053" y="3429069"/>
                  </a:lnTo>
                  <a:lnTo>
                    <a:pt x="1285019" y="3428314"/>
                  </a:lnTo>
                  <a:lnTo>
                    <a:pt x="1303691" y="3421139"/>
                  </a:lnTo>
                  <a:lnTo>
                    <a:pt x="1305656" y="3420384"/>
                  </a:lnTo>
                  <a:lnTo>
                    <a:pt x="1307621" y="3419596"/>
                  </a:lnTo>
                  <a:lnTo>
                    <a:pt x="1326294" y="3412113"/>
                  </a:lnTo>
                  <a:lnTo>
                    <a:pt x="1328259" y="3411326"/>
                  </a:lnTo>
                  <a:lnTo>
                    <a:pt x="1330224" y="3410505"/>
                  </a:lnTo>
                  <a:lnTo>
                    <a:pt x="1348896" y="3402703"/>
                  </a:lnTo>
                  <a:lnTo>
                    <a:pt x="1350861" y="3401882"/>
                  </a:lnTo>
                  <a:lnTo>
                    <a:pt x="1352827" y="3401025"/>
                  </a:lnTo>
                  <a:lnTo>
                    <a:pt x="1371499" y="3392889"/>
                  </a:lnTo>
                  <a:lnTo>
                    <a:pt x="1373464" y="3392033"/>
                  </a:lnTo>
                  <a:lnTo>
                    <a:pt x="1375429" y="3391139"/>
                  </a:lnTo>
                  <a:lnTo>
                    <a:pt x="1394101" y="3382649"/>
                  </a:lnTo>
                  <a:lnTo>
                    <a:pt x="1396067" y="3381756"/>
                  </a:lnTo>
                  <a:lnTo>
                    <a:pt x="1398032" y="3380817"/>
                  </a:lnTo>
                  <a:lnTo>
                    <a:pt x="1416704" y="3371903"/>
                  </a:lnTo>
                  <a:lnTo>
                    <a:pt x="1418669" y="3370965"/>
                  </a:lnTo>
                  <a:lnTo>
                    <a:pt x="1420634" y="3369979"/>
                  </a:lnTo>
                  <a:lnTo>
                    <a:pt x="1439307" y="3360610"/>
                  </a:lnTo>
                  <a:lnTo>
                    <a:pt x="1441272" y="3359624"/>
                  </a:lnTo>
                  <a:lnTo>
                    <a:pt x="1443237" y="3358591"/>
                  </a:lnTo>
                  <a:lnTo>
                    <a:pt x="1461909" y="3348778"/>
                  </a:lnTo>
                  <a:lnTo>
                    <a:pt x="1463874" y="3347746"/>
                  </a:lnTo>
                  <a:lnTo>
                    <a:pt x="1465840" y="3346663"/>
                  </a:lnTo>
                  <a:lnTo>
                    <a:pt x="1484512" y="3336378"/>
                  </a:lnTo>
                  <a:lnTo>
                    <a:pt x="1486477" y="3335295"/>
                  </a:lnTo>
                  <a:lnTo>
                    <a:pt x="1488442" y="3334160"/>
                  </a:lnTo>
                  <a:lnTo>
                    <a:pt x="1507115" y="3323376"/>
                  </a:lnTo>
                  <a:lnTo>
                    <a:pt x="1509080" y="3322241"/>
                  </a:lnTo>
                  <a:lnTo>
                    <a:pt x="1511045" y="3321051"/>
                  </a:lnTo>
                  <a:lnTo>
                    <a:pt x="1529717" y="3309742"/>
                  </a:lnTo>
                  <a:lnTo>
                    <a:pt x="1531682" y="3308552"/>
                  </a:lnTo>
                  <a:lnTo>
                    <a:pt x="1533648" y="3307304"/>
                  </a:lnTo>
                  <a:lnTo>
                    <a:pt x="1552320" y="3295450"/>
                  </a:lnTo>
                  <a:lnTo>
                    <a:pt x="1554285" y="3294203"/>
                  </a:lnTo>
                  <a:lnTo>
                    <a:pt x="1556250" y="3292883"/>
                  </a:lnTo>
                  <a:lnTo>
                    <a:pt x="1574922" y="3280343"/>
                  </a:lnTo>
                  <a:lnTo>
                    <a:pt x="1576888" y="3279024"/>
                  </a:lnTo>
                  <a:lnTo>
                    <a:pt x="1578853" y="3277643"/>
                  </a:lnTo>
                  <a:lnTo>
                    <a:pt x="1597525" y="3264526"/>
                  </a:lnTo>
                  <a:lnTo>
                    <a:pt x="1599490" y="3263145"/>
                  </a:lnTo>
                  <a:lnTo>
                    <a:pt x="1601455" y="3261705"/>
                  </a:lnTo>
                  <a:lnTo>
                    <a:pt x="1620128" y="3248016"/>
                  </a:lnTo>
                  <a:lnTo>
                    <a:pt x="1622093" y="3246576"/>
                  </a:lnTo>
                  <a:lnTo>
                    <a:pt x="1624058" y="3245076"/>
                  </a:lnTo>
                  <a:lnTo>
                    <a:pt x="1642730" y="3230829"/>
                  </a:lnTo>
                  <a:lnTo>
                    <a:pt x="1644696" y="3229330"/>
                  </a:lnTo>
                  <a:lnTo>
                    <a:pt x="1646661" y="3227774"/>
                  </a:lnTo>
                  <a:lnTo>
                    <a:pt x="1665333" y="3212988"/>
                  </a:lnTo>
                  <a:lnTo>
                    <a:pt x="1667298" y="3211432"/>
                  </a:lnTo>
                  <a:lnTo>
                    <a:pt x="1669263" y="3209822"/>
                  </a:lnTo>
                  <a:lnTo>
                    <a:pt x="1687936" y="3194528"/>
                  </a:lnTo>
                  <a:lnTo>
                    <a:pt x="1689901" y="3192918"/>
                  </a:lnTo>
                  <a:lnTo>
                    <a:pt x="1691866" y="3191256"/>
                  </a:lnTo>
                  <a:lnTo>
                    <a:pt x="1710538" y="3175457"/>
                  </a:lnTo>
                  <a:lnTo>
                    <a:pt x="1712503" y="3173794"/>
                  </a:lnTo>
                  <a:lnTo>
                    <a:pt x="1714469" y="3172084"/>
                  </a:lnTo>
                  <a:lnTo>
                    <a:pt x="1733141" y="3155835"/>
                  </a:lnTo>
                  <a:lnTo>
                    <a:pt x="1735106" y="3154124"/>
                  </a:lnTo>
                  <a:lnTo>
                    <a:pt x="1737071" y="3152380"/>
                  </a:lnTo>
                  <a:lnTo>
                    <a:pt x="1755744" y="3135808"/>
                  </a:lnTo>
                  <a:lnTo>
                    <a:pt x="1757709" y="3134064"/>
                  </a:lnTo>
                  <a:lnTo>
                    <a:pt x="1759674" y="3132294"/>
                  </a:lnTo>
                  <a:lnTo>
                    <a:pt x="1778346" y="3115472"/>
                  </a:lnTo>
                  <a:lnTo>
                    <a:pt x="1780311" y="3113701"/>
                  </a:lnTo>
                  <a:lnTo>
                    <a:pt x="1782277" y="3111913"/>
                  </a:lnTo>
                  <a:lnTo>
                    <a:pt x="1800949" y="3094919"/>
                  </a:lnTo>
                  <a:lnTo>
                    <a:pt x="1802914" y="3093131"/>
                  </a:lnTo>
                  <a:lnTo>
                    <a:pt x="1804879" y="3091333"/>
                  </a:lnTo>
                  <a:lnTo>
                    <a:pt x="1823551" y="3074253"/>
                  </a:lnTo>
                  <a:lnTo>
                    <a:pt x="1825517" y="3072455"/>
                  </a:lnTo>
                  <a:lnTo>
                    <a:pt x="1827482" y="3070658"/>
                  </a:lnTo>
                  <a:lnTo>
                    <a:pt x="1846154" y="3053579"/>
                  </a:lnTo>
                  <a:lnTo>
                    <a:pt x="1848119" y="3051781"/>
                  </a:lnTo>
                  <a:lnTo>
                    <a:pt x="1850084" y="3049998"/>
                  </a:lnTo>
                  <a:lnTo>
                    <a:pt x="1868757" y="3033054"/>
                  </a:lnTo>
                  <a:lnTo>
                    <a:pt x="1870722" y="3031270"/>
                  </a:lnTo>
                  <a:lnTo>
                    <a:pt x="1872687" y="3029512"/>
                  </a:lnTo>
                  <a:lnTo>
                    <a:pt x="1891359" y="3012810"/>
                  </a:lnTo>
                  <a:lnTo>
                    <a:pt x="1893325" y="3011052"/>
                  </a:lnTo>
                  <a:lnTo>
                    <a:pt x="1895290" y="3009328"/>
                  </a:lnTo>
                  <a:lnTo>
                    <a:pt x="1913962" y="2992953"/>
                  </a:lnTo>
                  <a:lnTo>
                    <a:pt x="1915927" y="2991230"/>
                  </a:lnTo>
                  <a:lnTo>
                    <a:pt x="1917892" y="2989550"/>
                  </a:lnTo>
                  <a:lnTo>
                    <a:pt x="1936565" y="2973588"/>
                  </a:lnTo>
                  <a:lnTo>
                    <a:pt x="1938530" y="2971908"/>
                  </a:lnTo>
                  <a:lnTo>
                    <a:pt x="1940495" y="2970280"/>
                  </a:lnTo>
                  <a:lnTo>
                    <a:pt x="1959167" y="2954814"/>
                  </a:lnTo>
                  <a:lnTo>
                    <a:pt x="1961132" y="2953186"/>
                  </a:lnTo>
                  <a:lnTo>
                    <a:pt x="1963098" y="2951618"/>
                  </a:lnTo>
                  <a:lnTo>
                    <a:pt x="1981770" y="2936721"/>
                  </a:lnTo>
                  <a:lnTo>
                    <a:pt x="1983735" y="2935153"/>
                  </a:lnTo>
                  <a:lnTo>
                    <a:pt x="1985700" y="2933656"/>
                  </a:lnTo>
                  <a:lnTo>
                    <a:pt x="2004372" y="2919433"/>
                  </a:lnTo>
                  <a:lnTo>
                    <a:pt x="2006338" y="2917936"/>
                  </a:lnTo>
                  <a:lnTo>
                    <a:pt x="2008303" y="2916525"/>
                  </a:lnTo>
                  <a:lnTo>
                    <a:pt x="2026975" y="2903124"/>
                  </a:lnTo>
                  <a:lnTo>
                    <a:pt x="2028940" y="2901713"/>
                  </a:lnTo>
                  <a:lnTo>
                    <a:pt x="2030905" y="2900381"/>
                  </a:lnTo>
                  <a:lnTo>
                    <a:pt x="2049578" y="2887727"/>
                  </a:lnTo>
                  <a:lnTo>
                    <a:pt x="2051543" y="2886395"/>
                  </a:lnTo>
                  <a:lnTo>
                    <a:pt x="2053508" y="2885144"/>
                  </a:lnTo>
                  <a:lnTo>
                    <a:pt x="2072180" y="2873254"/>
                  </a:lnTo>
                  <a:lnTo>
                    <a:pt x="2074146" y="2872002"/>
                  </a:lnTo>
                  <a:lnTo>
                    <a:pt x="2076111" y="2870832"/>
                  </a:lnTo>
                  <a:lnTo>
                    <a:pt x="2094783" y="2859707"/>
                  </a:lnTo>
                  <a:lnTo>
                    <a:pt x="2096748" y="2858536"/>
                  </a:lnTo>
                  <a:lnTo>
                    <a:pt x="2098713" y="2857445"/>
                  </a:lnTo>
                  <a:lnTo>
                    <a:pt x="2117386" y="2847072"/>
                  </a:lnTo>
                  <a:lnTo>
                    <a:pt x="2119351" y="2845981"/>
                  </a:lnTo>
                  <a:lnTo>
                    <a:pt x="2121316" y="2844965"/>
                  </a:lnTo>
                  <a:lnTo>
                    <a:pt x="2139988" y="2835314"/>
                  </a:lnTo>
                  <a:lnTo>
                    <a:pt x="2141953" y="2834299"/>
                  </a:lnTo>
                  <a:lnTo>
                    <a:pt x="2143919" y="2833363"/>
                  </a:lnTo>
                  <a:lnTo>
                    <a:pt x="2162591" y="2824472"/>
                  </a:lnTo>
                  <a:lnTo>
                    <a:pt x="2164556" y="2823537"/>
                  </a:lnTo>
                  <a:lnTo>
                    <a:pt x="2166521" y="2822665"/>
                  </a:lnTo>
                  <a:lnTo>
                    <a:pt x="2185194" y="2814386"/>
                  </a:lnTo>
                  <a:lnTo>
                    <a:pt x="2187159" y="2813514"/>
                  </a:lnTo>
                  <a:lnTo>
                    <a:pt x="2189124" y="2812692"/>
                  </a:lnTo>
                  <a:lnTo>
                    <a:pt x="2207796" y="2804883"/>
                  </a:lnTo>
                  <a:lnTo>
                    <a:pt x="2209761" y="2804061"/>
                  </a:lnTo>
                  <a:lnTo>
                    <a:pt x="2211727" y="2803277"/>
                  </a:lnTo>
                  <a:lnTo>
                    <a:pt x="2230399" y="2795830"/>
                  </a:lnTo>
                  <a:lnTo>
                    <a:pt x="2232364" y="2795046"/>
                  </a:lnTo>
                  <a:lnTo>
                    <a:pt x="2234329" y="2794288"/>
                  </a:lnTo>
                  <a:lnTo>
                    <a:pt x="2253001" y="2787087"/>
                  </a:lnTo>
                  <a:lnTo>
                    <a:pt x="2254967" y="2786329"/>
                  </a:lnTo>
                  <a:lnTo>
                    <a:pt x="2256932" y="2785584"/>
                  </a:lnTo>
                  <a:lnTo>
                    <a:pt x="2275604" y="2778503"/>
                  </a:lnTo>
                  <a:lnTo>
                    <a:pt x="2277569" y="2777758"/>
                  </a:lnTo>
                  <a:lnTo>
                    <a:pt x="2279534" y="2777011"/>
                  </a:lnTo>
                  <a:lnTo>
                    <a:pt x="2298207" y="2769912"/>
                  </a:lnTo>
                  <a:lnTo>
                    <a:pt x="2300172" y="2769165"/>
                  </a:lnTo>
                  <a:lnTo>
                    <a:pt x="2302137" y="2768394"/>
                  </a:lnTo>
                  <a:lnTo>
                    <a:pt x="2320809" y="2761066"/>
                  </a:lnTo>
                  <a:lnTo>
                    <a:pt x="2322775" y="2760294"/>
                  </a:lnTo>
                  <a:lnTo>
                    <a:pt x="2324740" y="2759485"/>
                  </a:lnTo>
                  <a:lnTo>
                    <a:pt x="2343412" y="2751795"/>
                  </a:lnTo>
                  <a:lnTo>
                    <a:pt x="2345377" y="2750986"/>
                  </a:lnTo>
                  <a:lnTo>
                    <a:pt x="2347342" y="2750125"/>
                  </a:lnTo>
                  <a:lnTo>
                    <a:pt x="2366015" y="2741946"/>
                  </a:lnTo>
                  <a:lnTo>
                    <a:pt x="2367980" y="2741085"/>
                  </a:lnTo>
                  <a:lnTo>
                    <a:pt x="2369945" y="2740160"/>
                  </a:lnTo>
                  <a:lnTo>
                    <a:pt x="2388617" y="2731372"/>
                  </a:lnTo>
                  <a:lnTo>
                    <a:pt x="2390582" y="2730447"/>
                  </a:lnTo>
                  <a:lnTo>
                    <a:pt x="2392548" y="2729447"/>
                  </a:lnTo>
                  <a:lnTo>
                    <a:pt x="2411220" y="2719944"/>
                  </a:lnTo>
                  <a:lnTo>
                    <a:pt x="2413185" y="2718944"/>
                  </a:lnTo>
                  <a:lnTo>
                    <a:pt x="2415150" y="2717858"/>
                  </a:lnTo>
                  <a:lnTo>
                    <a:pt x="2433823" y="2707546"/>
                  </a:lnTo>
                  <a:lnTo>
                    <a:pt x="2435788" y="2706461"/>
                  </a:lnTo>
                  <a:lnTo>
                    <a:pt x="2437753" y="2705271"/>
                  </a:lnTo>
                  <a:lnTo>
                    <a:pt x="2456425" y="2693962"/>
                  </a:lnTo>
                  <a:lnTo>
                    <a:pt x="2458390" y="2692772"/>
                  </a:lnTo>
                  <a:lnTo>
                    <a:pt x="2460355" y="2691471"/>
                  </a:lnTo>
                  <a:lnTo>
                    <a:pt x="2479028" y="2679106"/>
                  </a:lnTo>
                  <a:lnTo>
                    <a:pt x="2480993" y="2677804"/>
                  </a:lnTo>
                  <a:lnTo>
                    <a:pt x="2482958" y="2676400"/>
                  </a:lnTo>
                  <a:lnTo>
                    <a:pt x="2501630" y="2663053"/>
                  </a:lnTo>
                  <a:lnTo>
                    <a:pt x="2503596" y="2661649"/>
                  </a:lnTo>
                  <a:lnTo>
                    <a:pt x="2505561" y="2660141"/>
                  </a:lnTo>
                  <a:lnTo>
                    <a:pt x="2524233" y="2645814"/>
                  </a:lnTo>
                  <a:lnTo>
                    <a:pt x="2526198" y="2644306"/>
                  </a:lnTo>
                  <a:lnTo>
                    <a:pt x="2528163" y="2642698"/>
                  </a:lnTo>
                  <a:lnTo>
                    <a:pt x="2546836" y="2627412"/>
                  </a:lnTo>
                  <a:lnTo>
                    <a:pt x="2548801" y="2625803"/>
                  </a:lnTo>
                  <a:lnTo>
                    <a:pt x="2550766" y="2624098"/>
                  </a:lnTo>
                  <a:lnTo>
                    <a:pt x="2569438" y="2607892"/>
                  </a:lnTo>
                  <a:lnTo>
                    <a:pt x="2571403" y="2606186"/>
                  </a:lnTo>
                  <a:lnTo>
                    <a:pt x="2573369" y="2604389"/>
                  </a:lnTo>
                  <a:lnTo>
                    <a:pt x="2592041" y="2587319"/>
                  </a:lnTo>
                  <a:lnTo>
                    <a:pt x="2594006" y="2585522"/>
                  </a:lnTo>
                  <a:lnTo>
                    <a:pt x="2595971" y="2583628"/>
                  </a:lnTo>
                  <a:lnTo>
                    <a:pt x="2614644" y="2565632"/>
                  </a:lnTo>
                  <a:lnTo>
                    <a:pt x="2616609" y="2563737"/>
                  </a:lnTo>
                  <a:lnTo>
                    <a:pt x="2618574" y="2561774"/>
                  </a:lnTo>
                  <a:lnTo>
                    <a:pt x="2637246" y="2543121"/>
                  </a:lnTo>
                  <a:lnTo>
                    <a:pt x="2639211" y="2541158"/>
                  </a:lnTo>
                  <a:lnTo>
                    <a:pt x="2641177" y="2539138"/>
                  </a:lnTo>
                  <a:lnTo>
                    <a:pt x="2659849" y="2519942"/>
                  </a:lnTo>
                  <a:lnTo>
                    <a:pt x="2661814" y="2517921"/>
                  </a:lnTo>
                  <a:lnTo>
                    <a:pt x="2663779" y="2515855"/>
                  </a:lnTo>
                  <a:lnTo>
                    <a:pt x="2682451" y="2496225"/>
                  </a:lnTo>
                  <a:lnTo>
                    <a:pt x="2684417" y="2494159"/>
                  </a:lnTo>
                  <a:lnTo>
                    <a:pt x="2686382" y="2492060"/>
                  </a:lnTo>
                  <a:lnTo>
                    <a:pt x="2705054" y="2472108"/>
                  </a:lnTo>
                  <a:lnTo>
                    <a:pt x="2707019" y="2470008"/>
                  </a:lnTo>
                  <a:lnTo>
                    <a:pt x="2708984" y="2467886"/>
                  </a:lnTo>
                  <a:lnTo>
                    <a:pt x="2727657" y="2447725"/>
                  </a:lnTo>
                  <a:lnTo>
                    <a:pt x="2729622" y="2445603"/>
                  </a:lnTo>
                  <a:lnTo>
                    <a:pt x="2731587" y="2443471"/>
                  </a:lnTo>
                  <a:lnTo>
                    <a:pt x="2750259" y="2423214"/>
                  </a:lnTo>
                  <a:lnTo>
                    <a:pt x="2752225" y="2421082"/>
                  </a:lnTo>
                  <a:lnTo>
                    <a:pt x="2754190" y="2418956"/>
                  </a:lnTo>
                  <a:lnTo>
                    <a:pt x="2772862" y="2398750"/>
                  </a:lnTo>
                  <a:lnTo>
                    <a:pt x="2774827" y="2396623"/>
                  </a:lnTo>
                  <a:lnTo>
                    <a:pt x="2776792" y="2394513"/>
                  </a:lnTo>
                  <a:lnTo>
                    <a:pt x="2795465" y="2374461"/>
                  </a:lnTo>
                  <a:lnTo>
                    <a:pt x="2797430" y="2372350"/>
                  </a:lnTo>
                  <a:lnTo>
                    <a:pt x="2799395" y="2370265"/>
                  </a:lnTo>
                  <a:lnTo>
                    <a:pt x="2818067" y="2350449"/>
                  </a:lnTo>
                  <a:lnTo>
                    <a:pt x="2820032" y="2348363"/>
                  </a:lnTo>
                  <a:lnTo>
                    <a:pt x="2821998" y="2346310"/>
                  </a:lnTo>
                  <a:lnTo>
                    <a:pt x="2840670" y="2326802"/>
                  </a:lnTo>
                  <a:lnTo>
                    <a:pt x="2842635" y="2324749"/>
                  </a:lnTo>
                  <a:lnTo>
                    <a:pt x="2844600" y="2322735"/>
                  </a:lnTo>
                  <a:lnTo>
                    <a:pt x="2863273" y="2303595"/>
                  </a:lnTo>
                  <a:lnTo>
                    <a:pt x="2865238" y="2301580"/>
                  </a:lnTo>
                  <a:lnTo>
                    <a:pt x="2867203" y="2299610"/>
                  </a:lnTo>
                  <a:lnTo>
                    <a:pt x="2885875" y="2280888"/>
                  </a:lnTo>
                  <a:lnTo>
                    <a:pt x="2887840" y="2278918"/>
                  </a:lnTo>
                  <a:lnTo>
                    <a:pt x="2889806" y="2277004"/>
                  </a:lnTo>
                  <a:lnTo>
                    <a:pt x="2908478" y="2258820"/>
                  </a:lnTo>
                  <a:lnTo>
                    <a:pt x="2910443" y="2256906"/>
                  </a:lnTo>
                  <a:lnTo>
                    <a:pt x="2912408" y="2255045"/>
                  </a:lnTo>
                  <a:lnTo>
                    <a:pt x="2931080" y="2237361"/>
                  </a:lnTo>
                  <a:lnTo>
                    <a:pt x="2933046" y="2235500"/>
                  </a:lnTo>
                  <a:lnTo>
                    <a:pt x="2935011" y="2233689"/>
                  </a:lnTo>
                  <a:lnTo>
                    <a:pt x="2953683" y="2216482"/>
                  </a:lnTo>
                  <a:lnTo>
                    <a:pt x="2955648" y="2214671"/>
                  </a:lnTo>
                  <a:lnTo>
                    <a:pt x="2957613" y="2212908"/>
                  </a:lnTo>
                  <a:lnTo>
                    <a:pt x="2976286" y="2196164"/>
                  </a:lnTo>
                  <a:lnTo>
                    <a:pt x="2978251" y="2194402"/>
                  </a:lnTo>
                  <a:lnTo>
                    <a:pt x="2980216" y="2192685"/>
                  </a:lnTo>
                  <a:lnTo>
                    <a:pt x="2998888" y="2176377"/>
                  </a:lnTo>
                  <a:lnTo>
                    <a:pt x="3000854" y="2174660"/>
                  </a:lnTo>
                  <a:lnTo>
                    <a:pt x="3002819" y="2172986"/>
                  </a:lnTo>
                  <a:lnTo>
                    <a:pt x="3021491" y="2157075"/>
                  </a:lnTo>
                  <a:lnTo>
                    <a:pt x="3023456" y="2155400"/>
                  </a:lnTo>
                  <a:lnTo>
                    <a:pt x="3025421" y="2153764"/>
                  </a:lnTo>
                  <a:lnTo>
                    <a:pt x="3044094" y="2138213"/>
                  </a:lnTo>
                  <a:lnTo>
                    <a:pt x="3046059" y="2136577"/>
                  </a:lnTo>
                  <a:lnTo>
                    <a:pt x="3048024" y="2134972"/>
                  </a:lnTo>
                  <a:lnTo>
                    <a:pt x="3066696" y="2119727"/>
                  </a:lnTo>
                  <a:lnTo>
                    <a:pt x="3068661" y="2118122"/>
                  </a:lnTo>
                  <a:lnTo>
                    <a:pt x="3070627" y="2116535"/>
                  </a:lnTo>
                  <a:lnTo>
                    <a:pt x="3089299" y="2101457"/>
                  </a:lnTo>
                  <a:lnTo>
                    <a:pt x="3091264" y="2099870"/>
                  </a:lnTo>
                  <a:lnTo>
                    <a:pt x="3093229" y="2098292"/>
                  </a:lnTo>
                  <a:lnTo>
                    <a:pt x="3111901" y="2083295"/>
                  </a:lnTo>
                  <a:lnTo>
                    <a:pt x="3113867" y="2081716"/>
                  </a:lnTo>
                  <a:lnTo>
                    <a:pt x="3115832" y="2080137"/>
                  </a:lnTo>
                  <a:lnTo>
                    <a:pt x="3134504" y="2065131"/>
                  </a:lnTo>
                  <a:lnTo>
                    <a:pt x="3136469" y="2063552"/>
                  </a:lnTo>
                  <a:lnTo>
                    <a:pt x="3138434" y="2061962"/>
                  </a:lnTo>
                  <a:lnTo>
                    <a:pt x="3157107" y="2046854"/>
                  </a:lnTo>
                  <a:lnTo>
                    <a:pt x="3159072" y="2045264"/>
                  </a:lnTo>
                  <a:lnTo>
                    <a:pt x="3161037" y="2043653"/>
                  </a:lnTo>
                  <a:lnTo>
                    <a:pt x="3179709" y="2028350"/>
                  </a:lnTo>
                  <a:lnTo>
                    <a:pt x="3181675" y="2026740"/>
                  </a:lnTo>
                  <a:lnTo>
                    <a:pt x="3183640" y="2025093"/>
                  </a:lnTo>
                  <a:lnTo>
                    <a:pt x="3202312" y="2009447"/>
                  </a:lnTo>
                  <a:lnTo>
                    <a:pt x="3204277" y="2007801"/>
                  </a:lnTo>
                  <a:lnTo>
                    <a:pt x="3206242" y="2006108"/>
                  </a:lnTo>
                  <a:lnTo>
                    <a:pt x="3224915" y="1990030"/>
                  </a:lnTo>
                  <a:lnTo>
                    <a:pt x="3226880" y="1988337"/>
                  </a:lnTo>
                  <a:lnTo>
                    <a:pt x="3228845" y="1986596"/>
                  </a:lnTo>
                  <a:lnTo>
                    <a:pt x="3247517" y="1970046"/>
                  </a:lnTo>
                  <a:lnTo>
                    <a:pt x="3249482" y="1968305"/>
                  </a:lnTo>
                  <a:lnTo>
                    <a:pt x="3251448" y="1966509"/>
                  </a:lnTo>
                  <a:lnTo>
                    <a:pt x="3270120" y="1949446"/>
                  </a:lnTo>
                  <a:lnTo>
                    <a:pt x="3272085" y="1947650"/>
                  </a:lnTo>
                  <a:lnTo>
                    <a:pt x="3274050" y="1945798"/>
                  </a:lnTo>
                  <a:lnTo>
                    <a:pt x="3292723" y="1928198"/>
                  </a:lnTo>
                  <a:lnTo>
                    <a:pt x="3294688" y="1926346"/>
                  </a:lnTo>
                  <a:lnTo>
                    <a:pt x="3296653" y="1924437"/>
                  </a:lnTo>
                  <a:lnTo>
                    <a:pt x="3315325" y="1906300"/>
                  </a:lnTo>
                  <a:lnTo>
                    <a:pt x="3317290" y="1904392"/>
                  </a:lnTo>
                  <a:lnTo>
                    <a:pt x="3319256" y="1902428"/>
                  </a:lnTo>
                  <a:lnTo>
                    <a:pt x="3337928" y="1883773"/>
                  </a:lnTo>
                  <a:lnTo>
                    <a:pt x="3339893" y="1881810"/>
                  </a:lnTo>
                  <a:lnTo>
                    <a:pt x="3341858" y="1879792"/>
                  </a:lnTo>
                  <a:lnTo>
                    <a:pt x="3360530" y="1860624"/>
                  </a:lnTo>
                  <a:lnTo>
                    <a:pt x="3362496" y="1858607"/>
                  </a:lnTo>
                  <a:lnTo>
                    <a:pt x="3364461" y="1856558"/>
                  </a:lnTo>
                  <a:lnTo>
                    <a:pt x="3383133" y="1837096"/>
                  </a:lnTo>
                  <a:lnTo>
                    <a:pt x="3385098" y="1835048"/>
                  </a:lnTo>
                  <a:lnTo>
                    <a:pt x="3387063" y="1832984"/>
                  </a:lnTo>
                  <a:lnTo>
                    <a:pt x="3405736" y="1813376"/>
                  </a:lnTo>
                  <a:lnTo>
                    <a:pt x="3407701" y="1811312"/>
                  </a:lnTo>
                  <a:lnTo>
                    <a:pt x="3409666" y="1809251"/>
                  </a:lnTo>
                  <a:lnTo>
                    <a:pt x="3428338" y="1789670"/>
                  </a:lnTo>
                  <a:lnTo>
                    <a:pt x="3430304" y="1787609"/>
                  </a:lnTo>
                  <a:lnTo>
                    <a:pt x="3432269" y="1785572"/>
                  </a:lnTo>
                  <a:lnTo>
                    <a:pt x="3450941" y="1766216"/>
                  </a:lnTo>
                  <a:lnTo>
                    <a:pt x="3452906" y="1764179"/>
                  </a:lnTo>
                  <a:lnTo>
                    <a:pt x="3454871" y="1762189"/>
                  </a:lnTo>
                  <a:lnTo>
                    <a:pt x="3473544" y="1743282"/>
                  </a:lnTo>
                  <a:lnTo>
                    <a:pt x="3475509" y="1741292"/>
                  </a:lnTo>
                  <a:lnTo>
                    <a:pt x="3477474" y="1739387"/>
                  </a:lnTo>
                  <a:lnTo>
                    <a:pt x="3496146" y="1721284"/>
                  </a:lnTo>
                  <a:lnTo>
                    <a:pt x="3498111" y="1719378"/>
                  </a:lnTo>
                  <a:lnTo>
                    <a:pt x="3500077" y="1717596"/>
                  </a:lnTo>
                  <a:lnTo>
                    <a:pt x="3518749" y="1700665"/>
                  </a:lnTo>
                  <a:lnTo>
                    <a:pt x="3520714" y="1698883"/>
                  </a:lnTo>
                  <a:lnTo>
                    <a:pt x="3522679" y="1697243"/>
                  </a:lnTo>
                  <a:lnTo>
                    <a:pt x="3541352" y="1681666"/>
                  </a:lnTo>
                  <a:lnTo>
                    <a:pt x="3543317" y="1680027"/>
                  </a:lnTo>
                  <a:lnTo>
                    <a:pt x="3545282" y="1678557"/>
                  </a:lnTo>
                  <a:lnTo>
                    <a:pt x="3563954" y="1664589"/>
                  </a:lnTo>
                  <a:lnTo>
                    <a:pt x="3565919" y="1663119"/>
                  </a:lnTo>
                  <a:lnTo>
                    <a:pt x="3567884" y="1661844"/>
                  </a:lnTo>
                  <a:lnTo>
                    <a:pt x="3586557" y="1649727"/>
                  </a:lnTo>
                  <a:lnTo>
                    <a:pt x="3588522" y="1648452"/>
                  </a:lnTo>
                  <a:lnTo>
                    <a:pt x="3590487" y="1647395"/>
                  </a:lnTo>
                  <a:lnTo>
                    <a:pt x="3609159" y="1637353"/>
                  </a:lnTo>
                  <a:lnTo>
                    <a:pt x="3611125" y="1636296"/>
                  </a:lnTo>
                  <a:lnTo>
                    <a:pt x="3613090" y="1635479"/>
                  </a:lnTo>
                  <a:lnTo>
                    <a:pt x="3631762" y="1627712"/>
                  </a:lnTo>
                  <a:lnTo>
                    <a:pt x="3633727" y="1626894"/>
                  </a:lnTo>
                  <a:lnTo>
                    <a:pt x="3635692" y="1626390"/>
                  </a:lnTo>
                  <a:lnTo>
                    <a:pt x="3654365" y="1621600"/>
                  </a:lnTo>
                  <a:lnTo>
                    <a:pt x="3656330" y="1621096"/>
                  </a:lnTo>
                  <a:lnTo>
                    <a:pt x="3658295" y="1620872"/>
                  </a:lnTo>
                  <a:lnTo>
                    <a:pt x="3676967" y="1618742"/>
                  </a:lnTo>
                  <a:lnTo>
                    <a:pt x="3678932" y="1618518"/>
                  </a:lnTo>
                  <a:lnTo>
                    <a:pt x="3680898" y="1618575"/>
                  </a:lnTo>
                  <a:lnTo>
                    <a:pt x="3693674" y="1618949"/>
                  </a:lnTo>
                  <a:lnTo>
                    <a:pt x="369533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906953" y="3569679"/>
              <a:ext cx="3697605" cy="1912152"/>
            </a:xfrm>
            <a:custGeom>
              <a:avLst/>
              <a:pathLst>
                <a:path w="3697605" h="1912152">
                  <a:moveTo>
                    <a:pt x="1965" y="0"/>
                  </a:moveTo>
                  <a:lnTo>
                    <a:pt x="3930" y="57"/>
                  </a:lnTo>
                  <a:lnTo>
                    <a:pt x="5895" y="115"/>
                  </a:lnTo>
                  <a:lnTo>
                    <a:pt x="7860" y="172"/>
                  </a:lnTo>
                  <a:lnTo>
                    <a:pt x="9825" y="513"/>
                  </a:lnTo>
                  <a:lnTo>
                    <a:pt x="28498" y="3752"/>
                  </a:lnTo>
                  <a:lnTo>
                    <a:pt x="30463" y="4093"/>
                  </a:lnTo>
                  <a:lnTo>
                    <a:pt x="32428" y="4715"/>
                  </a:lnTo>
                  <a:lnTo>
                    <a:pt x="51100" y="10625"/>
                  </a:lnTo>
                  <a:lnTo>
                    <a:pt x="53065" y="11247"/>
                  </a:lnTo>
                  <a:lnTo>
                    <a:pt x="55031" y="12143"/>
                  </a:lnTo>
                  <a:lnTo>
                    <a:pt x="73703" y="20663"/>
                  </a:lnTo>
                  <a:lnTo>
                    <a:pt x="75668" y="21560"/>
                  </a:lnTo>
                  <a:lnTo>
                    <a:pt x="77633" y="22740"/>
                  </a:lnTo>
                  <a:lnTo>
                    <a:pt x="96306" y="33950"/>
                  </a:lnTo>
                  <a:lnTo>
                    <a:pt x="98271" y="35130"/>
                  </a:lnTo>
                  <a:lnTo>
                    <a:pt x="100236" y="36589"/>
                  </a:lnTo>
                  <a:lnTo>
                    <a:pt x="118908" y="50444"/>
                  </a:lnTo>
                  <a:lnTo>
                    <a:pt x="120873" y="51903"/>
                  </a:lnTo>
                  <a:lnTo>
                    <a:pt x="122839" y="53583"/>
                  </a:lnTo>
                  <a:lnTo>
                    <a:pt x="141511" y="69545"/>
                  </a:lnTo>
                  <a:lnTo>
                    <a:pt x="143476" y="71225"/>
                  </a:lnTo>
                  <a:lnTo>
                    <a:pt x="145441" y="73105"/>
                  </a:lnTo>
                  <a:lnTo>
                    <a:pt x="164113" y="90974"/>
                  </a:lnTo>
                  <a:lnTo>
                    <a:pt x="166079" y="92855"/>
                  </a:lnTo>
                  <a:lnTo>
                    <a:pt x="168044" y="94914"/>
                  </a:lnTo>
                  <a:lnTo>
                    <a:pt x="186716" y="114477"/>
                  </a:lnTo>
                  <a:lnTo>
                    <a:pt x="188681" y="116536"/>
                  </a:lnTo>
                  <a:lnTo>
                    <a:pt x="190646" y="118750"/>
                  </a:lnTo>
                  <a:lnTo>
                    <a:pt x="209319" y="139788"/>
                  </a:lnTo>
                  <a:lnTo>
                    <a:pt x="211284" y="142003"/>
                  </a:lnTo>
                  <a:lnTo>
                    <a:pt x="213249" y="144349"/>
                  </a:lnTo>
                  <a:lnTo>
                    <a:pt x="231921" y="166639"/>
                  </a:lnTo>
                  <a:lnTo>
                    <a:pt x="233887" y="168985"/>
                  </a:lnTo>
                  <a:lnTo>
                    <a:pt x="235852" y="171452"/>
                  </a:lnTo>
                  <a:lnTo>
                    <a:pt x="254524" y="194894"/>
                  </a:lnTo>
                  <a:lnTo>
                    <a:pt x="256489" y="197361"/>
                  </a:lnTo>
                  <a:lnTo>
                    <a:pt x="258454" y="199907"/>
                  </a:lnTo>
                  <a:lnTo>
                    <a:pt x="277127" y="224099"/>
                  </a:lnTo>
                  <a:lnTo>
                    <a:pt x="279092" y="226645"/>
                  </a:lnTo>
                  <a:lnTo>
                    <a:pt x="281057" y="229245"/>
                  </a:lnTo>
                  <a:lnTo>
                    <a:pt x="299729" y="253944"/>
                  </a:lnTo>
                  <a:lnTo>
                    <a:pt x="301694" y="256544"/>
                  </a:lnTo>
                  <a:lnTo>
                    <a:pt x="303660" y="259178"/>
                  </a:lnTo>
                  <a:lnTo>
                    <a:pt x="322332" y="284206"/>
                  </a:lnTo>
                  <a:lnTo>
                    <a:pt x="324297" y="286840"/>
                  </a:lnTo>
                  <a:lnTo>
                    <a:pt x="326262" y="289491"/>
                  </a:lnTo>
                  <a:lnTo>
                    <a:pt x="344935" y="314682"/>
                  </a:lnTo>
                  <a:lnTo>
                    <a:pt x="346900" y="317333"/>
                  </a:lnTo>
                  <a:lnTo>
                    <a:pt x="348865" y="319985"/>
                  </a:lnTo>
                  <a:lnTo>
                    <a:pt x="367537" y="345190"/>
                  </a:lnTo>
                  <a:lnTo>
                    <a:pt x="369502" y="347842"/>
                  </a:lnTo>
                  <a:lnTo>
                    <a:pt x="371467" y="350481"/>
                  </a:lnTo>
                  <a:lnTo>
                    <a:pt x="390140" y="375553"/>
                  </a:lnTo>
                  <a:lnTo>
                    <a:pt x="392105" y="378191"/>
                  </a:lnTo>
                  <a:lnTo>
                    <a:pt x="394070" y="380797"/>
                  </a:lnTo>
                  <a:lnTo>
                    <a:pt x="412742" y="405553"/>
                  </a:lnTo>
                  <a:lnTo>
                    <a:pt x="414708" y="408158"/>
                  </a:lnTo>
                  <a:lnTo>
                    <a:pt x="416673" y="410723"/>
                  </a:lnTo>
                  <a:lnTo>
                    <a:pt x="435345" y="435098"/>
                  </a:lnTo>
                  <a:lnTo>
                    <a:pt x="437310" y="437663"/>
                  </a:lnTo>
                  <a:lnTo>
                    <a:pt x="439275" y="440181"/>
                  </a:lnTo>
                  <a:lnTo>
                    <a:pt x="457948" y="464101"/>
                  </a:lnTo>
                  <a:lnTo>
                    <a:pt x="459913" y="466618"/>
                  </a:lnTo>
                  <a:lnTo>
                    <a:pt x="461878" y="469081"/>
                  </a:lnTo>
                  <a:lnTo>
                    <a:pt x="480550" y="492484"/>
                  </a:lnTo>
                  <a:lnTo>
                    <a:pt x="482515" y="494947"/>
                  </a:lnTo>
                  <a:lnTo>
                    <a:pt x="484481" y="497350"/>
                  </a:lnTo>
                  <a:lnTo>
                    <a:pt x="503153" y="520185"/>
                  </a:lnTo>
                  <a:lnTo>
                    <a:pt x="505118" y="522588"/>
                  </a:lnTo>
                  <a:lnTo>
                    <a:pt x="507083" y="524927"/>
                  </a:lnTo>
                  <a:lnTo>
                    <a:pt x="525756" y="547154"/>
                  </a:lnTo>
                  <a:lnTo>
                    <a:pt x="527721" y="549493"/>
                  </a:lnTo>
                  <a:lnTo>
                    <a:pt x="529686" y="551755"/>
                  </a:lnTo>
                  <a:lnTo>
                    <a:pt x="548358" y="573252"/>
                  </a:lnTo>
                  <a:lnTo>
                    <a:pt x="550323" y="575514"/>
                  </a:lnTo>
                  <a:lnTo>
                    <a:pt x="552289" y="577701"/>
                  </a:lnTo>
                  <a:lnTo>
                    <a:pt x="570961" y="598482"/>
                  </a:lnTo>
                  <a:lnTo>
                    <a:pt x="572926" y="600669"/>
                  </a:lnTo>
                  <a:lnTo>
                    <a:pt x="574891" y="602786"/>
                  </a:lnTo>
                  <a:lnTo>
                    <a:pt x="593563" y="622901"/>
                  </a:lnTo>
                  <a:lnTo>
                    <a:pt x="595529" y="625018"/>
                  </a:lnTo>
                  <a:lnTo>
                    <a:pt x="597494" y="627066"/>
                  </a:lnTo>
                  <a:lnTo>
                    <a:pt x="616166" y="646522"/>
                  </a:lnTo>
                  <a:lnTo>
                    <a:pt x="618131" y="648569"/>
                  </a:lnTo>
                  <a:lnTo>
                    <a:pt x="620096" y="650549"/>
                  </a:lnTo>
                  <a:lnTo>
                    <a:pt x="638769" y="669359"/>
                  </a:lnTo>
                  <a:lnTo>
                    <a:pt x="640734" y="671339"/>
                  </a:lnTo>
                  <a:lnTo>
                    <a:pt x="642699" y="673253"/>
                  </a:lnTo>
                  <a:lnTo>
                    <a:pt x="661371" y="691442"/>
                  </a:lnTo>
                  <a:lnTo>
                    <a:pt x="663337" y="693356"/>
                  </a:lnTo>
                  <a:lnTo>
                    <a:pt x="665302" y="695207"/>
                  </a:lnTo>
                  <a:lnTo>
                    <a:pt x="683974" y="712798"/>
                  </a:lnTo>
                  <a:lnTo>
                    <a:pt x="685939" y="714650"/>
                  </a:lnTo>
                  <a:lnTo>
                    <a:pt x="687904" y="716433"/>
                  </a:lnTo>
                  <a:lnTo>
                    <a:pt x="706577" y="733377"/>
                  </a:lnTo>
                  <a:lnTo>
                    <a:pt x="708542" y="735160"/>
                  </a:lnTo>
                  <a:lnTo>
                    <a:pt x="710507" y="736894"/>
                  </a:lnTo>
                  <a:lnTo>
                    <a:pt x="729179" y="753367"/>
                  </a:lnTo>
                  <a:lnTo>
                    <a:pt x="731144" y="755101"/>
                  </a:lnTo>
                  <a:lnTo>
                    <a:pt x="733110" y="756791"/>
                  </a:lnTo>
                  <a:lnTo>
                    <a:pt x="751782" y="772856"/>
                  </a:lnTo>
                  <a:lnTo>
                    <a:pt x="753747" y="774546"/>
                  </a:lnTo>
                  <a:lnTo>
                    <a:pt x="755712" y="776201"/>
                  </a:lnTo>
                  <a:lnTo>
                    <a:pt x="774385" y="791922"/>
                  </a:lnTo>
                  <a:lnTo>
                    <a:pt x="776350" y="793576"/>
                  </a:lnTo>
                  <a:lnTo>
                    <a:pt x="778315" y="795202"/>
                  </a:lnTo>
                  <a:lnTo>
                    <a:pt x="796987" y="810649"/>
                  </a:lnTo>
                  <a:lnTo>
                    <a:pt x="798952" y="812275"/>
                  </a:lnTo>
                  <a:lnTo>
                    <a:pt x="800918" y="813879"/>
                  </a:lnTo>
                  <a:lnTo>
                    <a:pt x="819590" y="829125"/>
                  </a:lnTo>
                  <a:lnTo>
                    <a:pt x="821555" y="830730"/>
                  </a:lnTo>
                  <a:lnTo>
                    <a:pt x="823520" y="832321"/>
                  </a:lnTo>
                  <a:lnTo>
                    <a:pt x="842192" y="847437"/>
                  </a:lnTo>
                  <a:lnTo>
                    <a:pt x="844158" y="849028"/>
                  </a:lnTo>
                  <a:lnTo>
                    <a:pt x="846123" y="850616"/>
                  </a:lnTo>
                  <a:lnTo>
                    <a:pt x="864795" y="865706"/>
                  </a:lnTo>
                  <a:lnTo>
                    <a:pt x="866760" y="867294"/>
                  </a:lnTo>
                  <a:lnTo>
                    <a:pt x="868725" y="868887"/>
                  </a:lnTo>
                  <a:lnTo>
                    <a:pt x="887398" y="884031"/>
                  </a:lnTo>
                  <a:lnTo>
                    <a:pt x="889363" y="885625"/>
                  </a:lnTo>
                  <a:lnTo>
                    <a:pt x="891328" y="887231"/>
                  </a:lnTo>
                  <a:lnTo>
                    <a:pt x="910000" y="902491"/>
                  </a:lnTo>
                  <a:lnTo>
                    <a:pt x="911965" y="904097"/>
                  </a:lnTo>
                  <a:lnTo>
                    <a:pt x="913931" y="905721"/>
                  </a:lnTo>
                  <a:lnTo>
                    <a:pt x="932603" y="921152"/>
                  </a:lnTo>
                  <a:lnTo>
                    <a:pt x="934568" y="922777"/>
                  </a:lnTo>
                  <a:lnTo>
                    <a:pt x="936533" y="924424"/>
                  </a:lnTo>
                  <a:lnTo>
                    <a:pt x="955206" y="940075"/>
                  </a:lnTo>
                  <a:lnTo>
                    <a:pt x="957171" y="941722"/>
                  </a:lnTo>
                  <a:lnTo>
                    <a:pt x="959136" y="943396"/>
                  </a:lnTo>
                  <a:lnTo>
                    <a:pt x="977808" y="959306"/>
                  </a:lnTo>
                  <a:lnTo>
                    <a:pt x="979773" y="960980"/>
                  </a:lnTo>
                  <a:lnTo>
                    <a:pt x="981739" y="962691"/>
                  </a:lnTo>
                  <a:lnTo>
                    <a:pt x="1000411" y="978950"/>
                  </a:lnTo>
                  <a:lnTo>
                    <a:pt x="1002376" y="980661"/>
                  </a:lnTo>
                  <a:lnTo>
                    <a:pt x="1004341" y="982405"/>
                  </a:lnTo>
                  <a:lnTo>
                    <a:pt x="1023013" y="998977"/>
                  </a:lnTo>
                  <a:lnTo>
                    <a:pt x="1024979" y="1000721"/>
                  </a:lnTo>
                  <a:lnTo>
                    <a:pt x="1026944" y="1002498"/>
                  </a:lnTo>
                  <a:lnTo>
                    <a:pt x="1045616" y="1019375"/>
                  </a:lnTo>
                  <a:lnTo>
                    <a:pt x="1047581" y="1021152"/>
                  </a:lnTo>
                  <a:lnTo>
                    <a:pt x="1049546" y="1022959"/>
                  </a:lnTo>
                  <a:lnTo>
                    <a:pt x="1068219" y="1040130"/>
                  </a:lnTo>
                  <a:lnTo>
                    <a:pt x="1070184" y="1041937"/>
                  </a:lnTo>
                  <a:lnTo>
                    <a:pt x="1072149" y="1043773"/>
                  </a:lnTo>
                  <a:lnTo>
                    <a:pt x="1090821" y="1061217"/>
                  </a:lnTo>
                  <a:lnTo>
                    <a:pt x="1092787" y="1063053"/>
                  </a:lnTo>
                  <a:lnTo>
                    <a:pt x="1094752" y="1064914"/>
                  </a:lnTo>
                  <a:lnTo>
                    <a:pt x="1113424" y="1082601"/>
                  </a:lnTo>
                  <a:lnTo>
                    <a:pt x="1115389" y="1084463"/>
                  </a:lnTo>
                  <a:lnTo>
                    <a:pt x="1117354" y="1086347"/>
                  </a:lnTo>
                  <a:lnTo>
                    <a:pt x="1136027" y="1104250"/>
                  </a:lnTo>
                  <a:lnTo>
                    <a:pt x="1137992" y="1106134"/>
                  </a:lnTo>
                  <a:lnTo>
                    <a:pt x="1139957" y="1108035"/>
                  </a:lnTo>
                  <a:lnTo>
                    <a:pt x="1158629" y="1126099"/>
                  </a:lnTo>
                  <a:lnTo>
                    <a:pt x="1160594" y="1128000"/>
                  </a:lnTo>
                  <a:lnTo>
                    <a:pt x="1162560" y="1129909"/>
                  </a:lnTo>
                  <a:lnTo>
                    <a:pt x="1181232" y="1148050"/>
                  </a:lnTo>
                  <a:lnTo>
                    <a:pt x="1183197" y="1149959"/>
                  </a:lnTo>
                  <a:lnTo>
                    <a:pt x="1185162" y="1151870"/>
                  </a:lnTo>
                  <a:lnTo>
                    <a:pt x="1203835" y="1170028"/>
                  </a:lnTo>
                  <a:lnTo>
                    <a:pt x="1205800" y="1171939"/>
                  </a:lnTo>
                  <a:lnTo>
                    <a:pt x="1207765" y="1173846"/>
                  </a:lnTo>
                  <a:lnTo>
                    <a:pt x="1226437" y="1191960"/>
                  </a:lnTo>
                  <a:lnTo>
                    <a:pt x="1228402" y="1193866"/>
                  </a:lnTo>
                  <a:lnTo>
                    <a:pt x="1230368" y="1195762"/>
                  </a:lnTo>
                  <a:lnTo>
                    <a:pt x="1249040" y="1213769"/>
                  </a:lnTo>
                  <a:lnTo>
                    <a:pt x="1251005" y="1215665"/>
                  </a:lnTo>
                  <a:lnTo>
                    <a:pt x="1252970" y="1217542"/>
                  </a:lnTo>
                  <a:lnTo>
                    <a:pt x="1271642" y="1235379"/>
                  </a:lnTo>
                  <a:lnTo>
                    <a:pt x="1273608" y="1237256"/>
                  </a:lnTo>
                  <a:lnTo>
                    <a:pt x="1275573" y="1239103"/>
                  </a:lnTo>
                  <a:lnTo>
                    <a:pt x="1294245" y="1256650"/>
                  </a:lnTo>
                  <a:lnTo>
                    <a:pt x="1296210" y="1258497"/>
                  </a:lnTo>
                  <a:lnTo>
                    <a:pt x="1298175" y="1260307"/>
                  </a:lnTo>
                  <a:lnTo>
                    <a:pt x="1316848" y="1277507"/>
                  </a:lnTo>
                  <a:lnTo>
                    <a:pt x="1318813" y="1279318"/>
                  </a:lnTo>
                  <a:lnTo>
                    <a:pt x="1320778" y="1281086"/>
                  </a:lnTo>
                  <a:lnTo>
                    <a:pt x="1339450" y="1297891"/>
                  </a:lnTo>
                  <a:lnTo>
                    <a:pt x="1341416" y="1299660"/>
                  </a:lnTo>
                  <a:lnTo>
                    <a:pt x="1343381" y="1301381"/>
                  </a:lnTo>
                  <a:lnTo>
                    <a:pt x="1362053" y="1317730"/>
                  </a:lnTo>
                  <a:lnTo>
                    <a:pt x="1364018" y="1319451"/>
                  </a:lnTo>
                  <a:lnTo>
                    <a:pt x="1365983" y="1321118"/>
                  </a:lnTo>
                  <a:lnTo>
                    <a:pt x="1384656" y="1336956"/>
                  </a:lnTo>
                  <a:lnTo>
                    <a:pt x="1386621" y="1338622"/>
                  </a:lnTo>
                  <a:lnTo>
                    <a:pt x="1388586" y="1340229"/>
                  </a:lnTo>
                  <a:lnTo>
                    <a:pt x="1407258" y="1355500"/>
                  </a:lnTo>
                  <a:lnTo>
                    <a:pt x="1409223" y="1357107"/>
                  </a:lnTo>
                  <a:lnTo>
                    <a:pt x="1411189" y="1358646"/>
                  </a:lnTo>
                  <a:lnTo>
                    <a:pt x="1429861" y="1373270"/>
                  </a:lnTo>
                  <a:lnTo>
                    <a:pt x="1431826" y="1374809"/>
                  </a:lnTo>
                  <a:lnTo>
                    <a:pt x="1433791" y="1376263"/>
                  </a:lnTo>
                  <a:lnTo>
                    <a:pt x="1452463" y="1390081"/>
                  </a:lnTo>
                  <a:lnTo>
                    <a:pt x="1454429" y="1391535"/>
                  </a:lnTo>
                  <a:lnTo>
                    <a:pt x="1456394" y="1392912"/>
                  </a:lnTo>
                  <a:lnTo>
                    <a:pt x="1475066" y="1405995"/>
                  </a:lnTo>
                  <a:lnTo>
                    <a:pt x="1477031" y="1407372"/>
                  </a:lnTo>
                  <a:lnTo>
                    <a:pt x="1478996" y="1408668"/>
                  </a:lnTo>
                  <a:lnTo>
                    <a:pt x="1497669" y="1420979"/>
                  </a:lnTo>
                  <a:lnTo>
                    <a:pt x="1499634" y="1422275"/>
                  </a:lnTo>
                  <a:lnTo>
                    <a:pt x="1501599" y="1423486"/>
                  </a:lnTo>
                  <a:lnTo>
                    <a:pt x="1520271" y="1434994"/>
                  </a:lnTo>
                  <a:lnTo>
                    <a:pt x="1522237" y="1436206"/>
                  </a:lnTo>
                  <a:lnTo>
                    <a:pt x="1524202" y="1437330"/>
                  </a:lnTo>
                  <a:lnTo>
                    <a:pt x="1542874" y="1448009"/>
                  </a:lnTo>
                  <a:lnTo>
                    <a:pt x="1544839" y="1449133"/>
                  </a:lnTo>
                  <a:lnTo>
                    <a:pt x="1546804" y="1450168"/>
                  </a:lnTo>
                  <a:lnTo>
                    <a:pt x="1565477" y="1459999"/>
                  </a:lnTo>
                  <a:lnTo>
                    <a:pt x="1567442" y="1461034"/>
                  </a:lnTo>
                  <a:lnTo>
                    <a:pt x="1569407" y="1461966"/>
                  </a:lnTo>
                  <a:lnTo>
                    <a:pt x="1588079" y="1470824"/>
                  </a:lnTo>
                  <a:lnTo>
                    <a:pt x="1590044" y="1471756"/>
                  </a:lnTo>
                  <a:lnTo>
                    <a:pt x="1592010" y="1472590"/>
                  </a:lnTo>
                  <a:lnTo>
                    <a:pt x="1610682" y="1480513"/>
                  </a:lnTo>
                  <a:lnTo>
                    <a:pt x="1612647" y="1481347"/>
                  </a:lnTo>
                  <a:lnTo>
                    <a:pt x="1614612" y="1482092"/>
                  </a:lnTo>
                  <a:lnTo>
                    <a:pt x="1633285" y="1489170"/>
                  </a:lnTo>
                  <a:lnTo>
                    <a:pt x="1635250" y="1489915"/>
                  </a:lnTo>
                  <a:lnTo>
                    <a:pt x="1637215" y="1490574"/>
                  </a:lnTo>
                  <a:lnTo>
                    <a:pt x="1655887" y="1496830"/>
                  </a:lnTo>
                  <a:lnTo>
                    <a:pt x="1657852" y="1497488"/>
                  </a:lnTo>
                  <a:lnTo>
                    <a:pt x="1659818" y="1498064"/>
                  </a:lnTo>
                  <a:lnTo>
                    <a:pt x="1678490" y="1503531"/>
                  </a:lnTo>
                  <a:lnTo>
                    <a:pt x="1680455" y="1504106"/>
                  </a:lnTo>
                  <a:lnTo>
                    <a:pt x="1682420" y="1504603"/>
                  </a:lnTo>
                  <a:lnTo>
                    <a:pt x="1701092" y="1509325"/>
                  </a:lnTo>
                  <a:lnTo>
                    <a:pt x="1703058" y="1509822"/>
                  </a:lnTo>
                  <a:lnTo>
                    <a:pt x="1705023" y="1510246"/>
                  </a:lnTo>
                  <a:lnTo>
                    <a:pt x="1723695" y="1514271"/>
                  </a:lnTo>
                  <a:lnTo>
                    <a:pt x="1725660" y="1514694"/>
                  </a:lnTo>
                  <a:lnTo>
                    <a:pt x="1727625" y="1515040"/>
                  </a:lnTo>
                  <a:lnTo>
                    <a:pt x="1746298" y="1518328"/>
                  </a:lnTo>
                  <a:lnTo>
                    <a:pt x="1748263" y="1518674"/>
                  </a:lnTo>
                  <a:lnTo>
                    <a:pt x="1750228" y="1518966"/>
                  </a:lnTo>
                  <a:lnTo>
                    <a:pt x="1768900" y="1521743"/>
                  </a:lnTo>
                  <a:lnTo>
                    <a:pt x="1770866" y="1522036"/>
                  </a:lnTo>
                  <a:lnTo>
                    <a:pt x="1772831" y="1522283"/>
                  </a:lnTo>
                  <a:lnTo>
                    <a:pt x="1791503" y="1524637"/>
                  </a:lnTo>
                  <a:lnTo>
                    <a:pt x="1793468" y="1524885"/>
                  </a:lnTo>
                  <a:lnTo>
                    <a:pt x="1795433" y="1525098"/>
                  </a:lnTo>
                  <a:lnTo>
                    <a:pt x="1814106" y="1527120"/>
                  </a:lnTo>
                  <a:lnTo>
                    <a:pt x="1816071" y="1527333"/>
                  </a:lnTo>
                  <a:lnTo>
                    <a:pt x="1818036" y="1527521"/>
                  </a:lnTo>
                  <a:lnTo>
                    <a:pt x="1836708" y="1529309"/>
                  </a:lnTo>
                  <a:lnTo>
                    <a:pt x="1838673" y="1529497"/>
                  </a:lnTo>
                  <a:lnTo>
                    <a:pt x="1840639" y="1529671"/>
                  </a:lnTo>
                  <a:lnTo>
                    <a:pt x="1859311" y="1531322"/>
                  </a:lnTo>
                  <a:lnTo>
                    <a:pt x="1861276" y="1531496"/>
                  </a:lnTo>
                  <a:lnTo>
                    <a:pt x="1863241" y="1531667"/>
                  </a:lnTo>
                  <a:lnTo>
                    <a:pt x="1881914" y="1533292"/>
                  </a:lnTo>
                  <a:lnTo>
                    <a:pt x="1883879" y="1533463"/>
                  </a:lnTo>
                  <a:lnTo>
                    <a:pt x="1885844" y="1533646"/>
                  </a:lnTo>
                  <a:lnTo>
                    <a:pt x="1904516" y="1535385"/>
                  </a:lnTo>
                  <a:lnTo>
                    <a:pt x="1906481" y="1535568"/>
                  </a:lnTo>
                  <a:lnTo>
                    <a:pt x="1908446" y="1535773"/>
                  </a:lnTo>
                  <a:lnTo>
                    <a:pt x="1927119" y="1537720"/>
                  </a:lnTo>
                  <a:lnTo>
                    <a:pt x="1929084" y="1537924"/>
                  </a:lnTo>
                  <a:lnTo>
                    <a:pt x="1931049" y="1538160"/>
                  </a:lnTo>
                  <a:lnTo>
                    <a:pt x="1949721" y="1540399"/>
                  </a:lnTo>
                  <a:lnTo>
                    <a:pt x="1951687" y="1540635"/>
                  </a:lnTo>
                  <a:lnTo>
                    <a:pt x="1953652" y="1540909"/>
                  </a:lnTo>
                  <a:lnTo>
                    <a:pt x="1972324" y="1543518"/>
                  </a:lnTo>
                  <a:lnTo>
                    <a:pt x="1974289" y="1543793"/>
                  </a:lnTo>
                  <a:lnTo>
                    <a:pt x="1976254" y="1544113"/>
                  </a:lnTo>
                  <a:lnTo>
                    <a:pt x="1994927" y="1547160"/>
                  </a:lnTo>
                  <a:lnTo>
                    <a:pt x="1996892" y="1547481"/>
                  </a:lnTo>
                  <a:lnTo>
                    <a:pt x="1998857" y="1547854"/>
                  </a:lnTo>
                  <a:lnTo>
                    <a:pt x="2017529" y="1551397"/>
                  </a:lnTo>
                  <a:lnTo>
                    <a:pt x="2019494" y="1551770"/>
                  </a:lnTo>
                  <a:lnTo>
                    <a:pt x="2021460" y="1552213"/>
                  </a:lnTo>
                  <a:lnTo>
                    <a:pt x="2040132" y="1556414"/>
                  </a:lnTo>
                  <a:lnTo>
                    <a:pt x="2042097" y="1556856"/>
                  </a:lnTo>
                  <a:lnTo>
                    <a:pt x="2044062" y="1557362"/>
                  </a:lnTo>
                  <a:lnTo>
                    <a:pt x="2062735" y="1562167"/>
                  </a:lnTo>
                  <a:lnTo>
                    <a:pt x="2064700" y="1562673"/>
                  </a:lnTo>
                  <a:lnTo>
                    <a:pt x="2066665" y="1563242"/>
                  </a:lnTo>
                  <a:lnTo>
                    <a:pt x="2085337" y="1568648"/>
                  </a:lnTo>
                  <a:lnTo>
                    <a:pt x="2087302" y="1569217"/>
                  </a:lnTo>
                  <a:lnTo>
                    <a:pt x="2089268" y="1569849"/>
                  </a:lnTo>
                  <a:lnTo>
                    <a:pt x="2107940" y="1575857"/>
                  </a:lnTo>
                  <a:lnTo>
                    <a:pt x="2109905" y="1576489"/>
                  </a:lnTo>
                  <a:lnTo>
                    <a:pt x="2111870" y="1577183"/>
                  </a:lnTo>
                  <a:lnTo>
                    <a:pt x="2130542" y="1583782"/>
                  </a:lnTo>
                  <a:lnTo>
                    <a:pt x="2132508" y="1584477"/>
                  </a:lnTo>
                  <a:lnTo>
                    <a:pt x="2134473" y="1585231"/>
                  </a:lnTo>
                  <a:lnTo>
                    <a:pt x="2153145" y="1592401"/>
                  </a:lnTo>
                  <a:lnTo>
                    <a:pt x="2155110" y="1593156"/>
                  </a:lnTo>
                  <a:lnTo>
                    <a:pt x="2157075" y="1593971"/>
                  </a:lnTo>
                  <a:lnTo>
                    <a:pt x="2175748" y="1601714"/>
                  </a:lnTo>
                  <a:lnTo>
                    <a:pt x="2177713" y="1602529"/>
                  </a:lnTo>
                  <a:lnTo>
                    <a:pt x="2179678" y="1603402"/>
                  </a:lnTo>
                  <a:lnTo>
                    <a:pt x="2198350" y="1611701"/>
                  </a:lnTo>
                  <a:lnTo>
                    <a:pt x="2200316" y="1612575"/>
                  </a:lnTo>
                  <a:lnTo>
                    <a:pt x="2202281" y="1613492"/>
                  </a:lnTo>
                  <a:lnTo>
                    <a:pt x="2220953" y="1622212"/>
                  </a:lnTo>
                  <a:lnTo>
                    <a:pt x="2222918" y="1623130"/>
                  </a:lnTo>
                  <a:lnTo>
                    <a:pt x="2224883" y="1624086"/>
                  </a:lnTo>
                  <a:lnTo>
                    <a:pt x="2243556" y="1633168"/>
                  </a:lnTo>
                  <a:lnTo>
                    <a:pt x="2245521" y="1634124"/>
                  </a:lnTo>
                  <a:lnTo>
                    <a:pt x="2247486" y="1635111"/>
                  </a:lnTo>
                  <a:lnTo>
                    <a:pt x="2266158" y="1644492"/>
                  </a:lnTo>
                  <a:lnTo>
                    <a:pt x="2268123" y="1645480"/>
                  </a:lnTo>
                  <a:lnTo>
                    <a:pt x="2270089" y="1646491"/>
                  </a:lnTo>
                  <a:lnTo>
                    <a:pt x="2288761" y="1656105"/>
                  </a:lnTo>
                  <a:lnTo>
                    <a:pt x="2290726" y="1657117"/>
                  </a:lnTo>
                  <a:lnTo>
                    <a:pt x="2292691" y="1658146"/>
                  </a:lnTo>
                  <a:lnTo>
                    <a:pt x="2311364" y="1667925"/>
                  </a:lnTo>
                  <a:lnTo>
                    <a:pt x="2313329" y="1668954"/>
                  </a:lnTo>
                  <a:lnTo>
                    <a:pt x="2315294" y="1669993"/>
                  </a:lnTo>
                  <a:lnTo>
                    <a:pt x="2333966" y="1679865"/>
                  </a:lnTo>
                  <a:lnTo>
                    <a:pt x="2335931" y="1680904"/>
                  </a:lnTo>
                  <a:lnTo>
                    <a:pt x="2337897" y="1681942"/>
                  </a:lnTo>
                  <a:lnTo>
                    <a:pt x="2356569" y="1691804"/>
                  </a:lnTo>
                  <a:lnTo>
                    <a:pt x="2358534" y="1692842"/>
                  </a:lnTo>
                  <a:lnTo>
                    <a:pt x="2360499" y="1693871"/>
                  </a:lnTo>
                  <a:lnTo>
                    <a:pt x="2379171" y="1703650"/>
                  </a:lnTo>
                  <a:lnTo>
                    <a:pt x="2381137" y="1704680"/>
                  </a:lnTo>
                  <a:lnTo>
                    <a:pt x="2383102" y="1705693"/>
                  </a:lnTo>
                  <a:lnTo>
                    <a:pt x="2401774" y="1715325"/>
                  </a:lnTo>
                  <a:lnTo>
                    <a:pt x="2403739" y="1716339"/>
                  </a:lnTo>
                  <a:lnTo>
                    <a:pt x="2405704" y="1717330"/>
                  </a:lnTo>
                  <a:lnTo>
                    <a:pt x="2424377" y="1726751"/>
                  </a:lnTo>
                  <a:lnTo>
                    <a:pt x="2426342" y="1727743"/>
                  </a:lnTo>
                  <a:lnTo>
                    <a:pt x="2428307" y="1728706"/>
                  </a:lnTo>
                  <a:lnTo>
                    <a:pt x="2446979" y="1737858"/>
                  </a:lnTo>
                  <a:lnTo>
                    <a:pt x="2448945" y="1738821"/>
                  </a:lnTo>
                  <a:lnTo>
                    <a:pt x="2450910" y="1739748"/>
                  </a:lnTo>
                  <a:lnTo>
                    <a:pt x="2469582" y="1748562"/>
                  </a:lnTo>
                  <a:lnTo>
                    <a:pt x="2471547" y="1749489"/>
                  </a:lnTo>
                  <a:lnTo>
                    <a:pt x="2473512" y="1750369"/>
                  </a:lnTo>
                  <a:lnTo>
                    <a:pt x="2492185" y="1758723"/>
                  </a:lnTo>
                  <a:lnTo>
                    <a:pt x="2494150" y="1759602"/>
                  </a:lnTo>
                  <a:lnTo>
                    <a:pt x="2496115" y="1760435"/>
                  </a:lnTo>
                  <a:lnTo>
                    <a:pt x="2514787" y="1768352"/>
                  </a:lnTo>
                  <a:lnTo>
                    <a:pt x="2516752" y="1769186"/>
                  </a:lnTo>
                  <a:lnTo>
                    <a:pt x="2518718" y="1769969"/>
                  </a:lnTo>
                  <a:lnTo>
                    <a:pt x="2537390" y="1777418"/>
                  </a:lnTo>
                  <a:lnTo>
                    <a:pt x="2539355" y="1778202"/>
                  </a:lnTo>
                  <a:lnTo>
                    <a:pt x="2541320" y="1778934"/>
                  </a:lnTo>
                  <a:lnTo>
                    <a:pt x="2559992" y="1785888"/>
                  </a:lnTo>
                  <a:lnTo>
                    <a:pt x="2561958" y="1786620"/>
                  </a:lnTo>
                  <a:lnTo>
                    <a:pt x="2563923" y="1787298"/>
                  </a:lnTo>
                  <a:lnTo>
                    <a:pt x="2582595" y="1793742"/>
                  </a:lnTo>
                  <a:lnTo>
                    <a:pt x="2584560" y="1794420"/>
                  </a:lnTo>
                  <a:lnTo>
                    <a:pt x="2586525" y="1795043"/>
                  </a:lnTo>
                  <a:lnTo>
                    <a:pt x="2605198" y="1800964"/>
                  </a:lnTo>
                  <a:lnTo>
                    <a:pt x="2607163" y="1801587"/>
                  </a:lnTo>
                  <a:lnTo>
                    <a:pt x="2609128" y="1802148"/>
                  </a:lnTo>
                  <a:lnTo>
                    <a:pt x="2627800" y="1807477"/>
                  </a:lnTo>
                  <a:lnTo>
                    <a:pt x="2629766" y="1808038"/>
                  </a:lnTo>
                  <a:lnTo>
                    <a:pt x="2631731" y="1808539"/>
                  </a:lnTo>
                  <a:lnTo>
                    <a:pt x="2650403" y="1813306"/>
                  </a:lnTo>
                  <a:lnTo>
                    <a:pt x="2652368" y="1813807"/>
                  </a:lnTo>
                  <a:lnTo>
                    <a:pt x="2654333" y="1814257"/>
                  </a:lnTo>
                  <a:lnTo>
                    <a:pt x="2673006" y="1818527"/>
                  </a:lnTo>
                  <a:lnTo>
                    <a:pt x="2674971" y="1818976"/>
                  </a:lnTo>
                  <a:lnTo>
                    <a:pt x="2676936" y="1819376"/>
                  </a:lnTo>
                  <a:lnTo>
                    <a:pt x="2695608" y="1823173"/>
                  </a:lnTo>
                  <a:lnTo>
                    <a:pt x="2697573" y="1823573"/>
                  </a:lnTo>
                  <a:lnTo>
                    <a:pt x="2699539" y="1823926"/>
                  </a:lnTo>
                  <a:lnTo>
                    <a:pt x="2718211" y="1827279"/>
                  </a:lnTo>
                  <a:lnTo>
                    <a:pt x="2720176" y="1827632"/>
                  </a:lnTo>
                  <a:lnTo>
                    <a:pt x="2722141" y="1827942"/>
                  </a:lnTo>
                  <a:lnTo>
                    <a:pt x="2740814" y="1830886"/>
                  </a:lnTo>
                  <a:lnTo>
                    <a:pt x="2742779" y="1831195"/>
                  </a:lnTo>
                  <a:lnTo>
                    <a:pt x="2744744" y="1831466"/>
                  </a:lnTo>
                  <a:lnTo>
                    <a:pt x="2763416" y="1834038"/>
                  </a:lnTo>
                  <a:lnTo>
                    <a:pt x="2765381" y="1834309"/>
                  </a:lnTo>
                  <a:lnTo>
                    <a:pt x="2767347" y="1834539"/>
                  </a:lnTo>
                  <a:lnTo>
                    <a:pt x="2786019" y="1836726"/>
                  </a:lnTo>
                  <a:lnTo>
                    <a:pt x="2787984" y="1836956"/>
                  </a:lnTo>
                  <a:lnTo>
                    <a:pt x="2789949" y="1837159"/>
                  </a:lnTo>
                  <a:lnTo>
                    <a:pt x="2808621" y="1839087"/>
                  </a:lnTo>
                  <a:lnTo>
                    <a:pt x="2810587" y="1839289"/>
                  </a:lnTo>
                  <a:lnTo>
                    <a:pt x="2812552" y="1839470"/>
                  </a:lnTo>
                  <a:lnTo>
                    <a:pt x="2831224" y="1841185"/>
                  </a:lnTo>
                  <a:lnTo>
                    <a:pt x="2833189" y="1841365"/>
                  </a:lnTo>
                  <a:lnTo>
                    <a:pt x="2835154" y="1841528"/>
                  </a:lnTo>
                  <a:lnTo>
                    <a:pt x="2853827" y="1843076"/>
                  </a:lnTo>
                  <a:lnTo>
                    <a:pt x="2855792" y="1843239"/>
                  </a:lnTo>
                  <a:lnTo>
                    <a:pt x="2857757" y="1843389"/>
                  </a:lnTo>
                  <a:lnTo>
                    <a:pt x="2876429" y="1844813"/>
                  </a:lnTo>
                  <a:lnTo>
                    <a:pt x="2878395" y="1844963"/>
                  </a:lnTo>
                  <a:lnTo>
                    <a:pt x="2880360" y="1845105"/>
                  </a:lnTo>
                  <a:lnTo>
                    <a:pt x="2899032" y="1846448"/>
                  </a:lnTo>
                  <a:lnTo>
                    <a:pt x="2900997" y="1846590"/>
                  </a:lnTo>
                  <a:lnTo>
                    <a:pt x="2902962" y="1846727"/>
                  </a:lnTo>
                  <a:lnTo>
                    <a:pt x="2921635" y="1848029"/>
                  </a:lnTo>
                  <a:lnTo>
                    <a:pt x="2923600" y="1848167"/>
                  </a:lnTo>
                  <a:lnTo>
                    <a:pt x="2925565" y="1848304"/>
                  </a:lnTo>
                  <a:lnTo>
                    <a:pt x="2944237" y="1849614"/>
                  </a:lnTo>
                  <a:lnTo>
                    <a:pt x="2946202" y="1849752"/>
                  </a:lnTo>
                  <a:lnTo>
                    <a:pt x="2948168" y="1849893"/>
                  </a:lnTo>
                  <a:lnTo>
                    <a:pt x="2966840" y="1851241"/>
                  </a:lnTo>
                  <a:lnTo>
                    <a:pt x="2968805" y="1851383"/>
                  </a:lnTo>
                  <a:lnTo>
                    <a:pt x="2970770" y="1851531"/>
                  </a:lnTo>
                  <a:lnTo>
                    <a:pt x="2989443" y="1852940"/>
                  </a:lnTo>
                  <a:lnTo>
                    <a:pt x="2991408" y="1853088"/>
                  </a:lnTo>
                  <a:lnTo>
                    <a:pt x="2993373" y="1853245"/>
                  </a:lnTo>
                  <a:lnTo>
                    <a:pt x="3012045" y="1854732"/>
                  </a:lnTo>
                  <a:lnTo>
                    <a:pt x="3014010" y="1854888"/>
                  </a:lnTo>
                  <a:lnTo>
                    <a:pt x="3015975" y="1855054"/>
                  </a:lnTo>
                  <a:lnTo>
                    <a:pt x="3034648" y="1856633"/>
                  </a:lnTo>
                  <a:lnTo>
                    <a:pt x="3036613" y="1856799"/>
                  </a:lnTo>
                  <a:lnTo>
                    <a:pt x="3038578" y="1856975"/>
                  </a:lnTo>
                  <a:lnTo>
                    <a:pt x="3057250" y="1858653"/>
                  </a:lnTo>
                  <a:lnTo>
                    <a:pt x="3059216" y="1858829"/>
                  </a:lnTo>
                  <a:lnTo>
                    <a:pt x="3061181" y="1859019"/>
                  </a:lnTo>
                  <a:lnTo>
                    <a:pt x="3079853" y="1860817"/>
                  </a:lnTo>
                  <a:lnTo>
                    <a:pt x="3081818" y="1861006"/>
                  </a:lnTo>
                  <a:lnTo>
                    <a:pt x="3083783" y="1861206"/>
                  </a:lnTo>
                  <a:lnTo>
                    <a:pt x="3102456" y="1863105"/>
                  </a:lnTo>
                  <a:lnTo>
                    <a:pt x="3104421" y="1863304"/>
                  </a:lnTo>
                  <a:lnTo>
                    <a:pt x="3106386" y="1863513"/>
                  </a:lnTo>
                  <a:lnTo>
                    <a:pt x="3125058" y="1865500"/>
                  </a:lnTo>
                  <a:lnTo>
                    <a:pt x="3127023" y="1865709"/>
                  </a:lnTo>
                  <a:lnTo>
                    <a:pt x="3128989" y="1865926"/>
                  </a:lnTo>
                  <a:lnTo>
                    <a:pt x="3147661" y="1867989"/>
                  </a:lnTo>
                  <a:lnTo>
                    <a:pt x="3149626" y="1868206"/>
                  </a:lnTo>
                  <a:lnTo>
                    <a:pt x="3151591" y="1868430"/>
                  </a:lnTo>
                  <a:lnTo>
                    <a:pt x="3170264" y="1870556"/>
                  </a:lnTo>
                  <a:lnTo>
                    <a:pt x="3172229" y="1870779"/>
                  </a:lnTo>
                  <a:lnTo>
                    <a:pt x="3174194" y="1871008"/>
                  </a:lnTo>
                  <a:lnTo>
                    <a:pt x="3192866" y="1873180"/>
                  </a:lnTo>
                  <a:lnTo>
                    <a:pt x="3194831" y="1873409"/>
                  </a:lnTo>
                  <a:lnTo>
                    <a:pt x="3196797" y="1873640"/>
                  </a:lnTo>
                  <a:lnTo>
                    <a:pt x="3215469" y="1875842"/>
                  </a:lnTo>
                  <a:lnTo>
                    <a:pt x="3217434" y="1876073"/>
                  </a:lnTo>
                  <a:lnTo>
                    <a:pt x="3219399" y="1876306"/>
                  </a:lnTo>
                  <a:lnTo>
                    <a:pt x="3238071" y="1878511"/>
                  </a:lnTo>
                  <a:lnTo>
                    <a:pt x="3240037" y="1878744"/>
                  </a:lnTo>
                  <a:lnTo>
                    <a:pt x="3242002" y="1878974"/>
                  </a:lnTo>
                  <a:lnTo>
                    <a:pt x="3260674" y="1881161"/>
                  </a:lnTo>
                  <a:lnTo>
                    <a:pt x="3262639" y="1881391"/>
                  </a:lnTo>
                  <a:lnTo>
                    <a:pt x="3264604" y="1881618"/>
                  </a:lnTo>
                  <a:lnTo>
                    <a:pt x="3283277" y="1883769"/>
                  </a:lnTo>
                  <a:lnTo>
                    <a:pt x="3285242" y="1883996"/>
                  </a:lnTo>
                  <a:lnTo>
                    <a:pt x="3287207" y="1884216"/>
                  </a:lnTo>
                  <a:lnTo>
                    <a:pt x="3305879" y="1886315"/>
                  </a:lnTo>
                  <a:lnTo>
                    <a:pt x="3307845" y="1886536"/>
                  </a:lnTo>
                  <a:lnTo>
                    <a:pt x="3309810" y="1886749"/>
                  </a:lnTo>
                  <a:lnTo>
                    <a:pt x="3328482" y="1888779"/>
                  </a:lnTo>
                  <a:lnTo>
                    <a:pt x="3330447" y="1888993"/>
                  </a:lnTo>
                  <a:lnTo>
                    <a:pt x="3332412" y="1889198"/>
                  </a:lnTo>
                  <a:lnTo>
                    <a:pt x="3351085" y="1891146"/>
                  </a:lnTo>
                  <a:lnTo>
                    <a:pt x="3353050" y="1891350"/>
                  </a:lnTo>
                  <a:lnTo>
                    <a:pt x="3355015" y="1891544"/>
                  </a:lnTo>
                  <a:lnTo>
                    <a:pt x="3373687" y="1893380"/>
                  </a:lnTo>
                  <a:lnTo>
                    <a:pt x="3375652" y="1893574"/>
                  </a:lnTo>
                  <a:lnTo>
                    <a:pt x="3377618" y="1893755"/>
                  </a:lnTo>
                  <a:lnTo>
                    <a:pt x="3396290" y="1895477"/>
                  </a:lnTo>
                  <a:lnTo>
                    <a:pt x="3398255" y="1895658"/>
                  </a:lnTo>
                  <a:lnTo>
                    <a:pt x="3400220" y="1895827"/>
                  </a:lnTo>
                  <a:lnTo>
                    <a:pt x="3418893" y="1897435"/>
                  </a:lnTo>
                  <a:lnTo>
                    <a:pt x="3420858" y="1897604"/>
                  </a:lnTo>
                  <a:lnTo>
                    <a:pt x="3422823" y="1897761"/>
                  </a:lnTo>
                  <a:lnTo>
                    <a:pt x="3441495" y="1899250"/>
                  </a:lnTo>
                  <a:lnTo>
                    <a:pt x="3443460" y="1899407"/>
                  </a:lnTo>
                  <a:lnTo>
                    <a:pt x="3445426" y="1899551"/>
                  </a:lnTo>
                  <a:lnTo>
                    <a:pt x="3464098" y="1900920"/>
                  </a:lnTo>
                  <a:lnTo>
                    <a:pt x="3466063" y="1901064"/>
                  </a:lnTo>
                  <a:lnTo>
                    <a:pt x="3468028" y="1901196"/>
                  </a:lnTo>
                  <a:lnTo>
                    <a:pt x="3486700" y="1902444"/>
                  </a:lnTo>
                  <a:lnTo>
                    <a:pt x="3488666" y="1902575"/>
                  </a:lnTo>
                  <a:lnTo>
                    <a:pt x="3490631" y="1902694"/>
                  </a:lnTo>
                  <a:lnTo>
                    <a:pt x="3509303" y="1903819"/>
                  </a:lnTo>
                  <a:lnTo>
                    <a:pt x="3511268" y="1903938"/>
                  </a:lnTo>
                  <a:lnTo>
                    <a:pt x="3513233" y="1904042"/>
                  </a:lnTo>
                  <a:lnTo>
                    <a:pt x="3531906" y="1905030"/>
                  </a:lnTo>
                  <a:lnTo>
                    <a:pt x="3533871" y="1905134"/>
                  </a:lnTo>
                  <a:lnTo>
                    <a:pt x="3535836" y="1905227"/>
                  </a:lnTo>
                  <a:lnTo>
                    <a:pt x="3554508" y="1906107"/>
                  </a:lnTo>
                  <a:lnTo>
                    <a:pt x="3556473" y="1906199"/>
                  </a:lnTo>
                  <a:lnTo>
                    <a:pt x="3558439" y="1906281"/>
                  </a:lnTo>
                  <a:lnTo>
                    <a:pt x="3577111" y="1907058"/>
                  </a:lnTo>
                  <a:lnTo>
                    <a:pt x="3579076" y="1907139"/>
                  </a:lnTo>
                  <a:lnTo>
                    <a:pt x="3581041" y="1907211"/>
                  </a:lnTo>
                  <a:lnTo>
                    <a:pt x="3599714" y="1907891"/>
                  </a:lnTo>
                  <a:lnTo>
                    <a:pt x="3601679" y="1907963"/>
                  </a:lnTo>
                  <a:lnTo>
                    <a:pt x="3603644" y="1908025"/>
                  </a:lnTo>
                  <a:lnTo>
                    <a:pt x="3622316" y="1908616"/>
                  </a:lnTo>
                  <a:lnTo>
                    <a:pt x="3624281" y="1908679"/>
                  </a:lnTo>
                  <a:lnTo>
                    <a:pt x="3626247" y="1908732"/>
                  </a:lnTo>
                  <a:lnTo>
                    <a:pt x="3644919" y="1909241"/>
                  </a:lnTo>
                  <a:lnTo>
                    <a:pt x="3646884" y="1909295"/>
                  </a:lnTo>
                  <a:lnTo>
                    <a:pt x="3648849" y="1909340"/>
                  </a:lnTo>
                  <a:lnTo>
                    <a:pt x="3667521" y="1909767"/>
                  </a:lnTo>
                  <a:lnTo>
                    <a:pt x="3669487" y="1909812"/>
                  </a:lnTo>
                  <a:lnTo>
                    <a:pt x="3671452" y="1909849"/>
                  </a:lnTo>
                  <a:lnTo>
                    <a:pt x="3690124" y="1910206"/>
                  </a:lnTo>
                  <a:lnTo>
                    <a:pt x="3692089" y="1910244"/>
                  </a:lnTo>
                  <a:lnTo>
                    <a:pt x="3694054" y="1910275"/>
                  </a:lnTo>
                  <a:lnTo>
                    <a:pt x="3697605" y="1910333"/>
                  </a:lnTo>
                  <a:lnTo>
                    <a:pt x="3697605" y="1912152"/>
                  </a:lnTo>
                  <a:lnTo>
                    <a:pt x="3694054" y="1912152"/>
                  </a:lnTo>
                  <a:lnTo>
                    <a:pt x="3692089" y="1912152"/>
                  </a:lnTo>
                  <a:lnTo>
                    <a:pt x="3690124" y="1912152"/>
                  </a:lnTo>
                  <a:lnTo>
                    <a:pt x="3671452" y="1912152"/>
                  </a:lnTo>
                  <a:lnTo>
                    <a:pt x="3669487" y="1912152"/>
                  </a:lnTo>
                  <a:lnTo>
                    <a:pt x="3667521" y="1912152"/>
                  </a:lnTo>
                  <a:lnTo>
                    <a:pt x="3648849" y="1912152"/>
                  </a:lnTo>
                  <a:lnTo>
                    <a:pt x="3646884" y="1912152"/>
                  </a:lnTo>
                  <a:lnTo>
                    <a:pt x="3644919" y="1912152"/>
                  </a:lnTo>
                  <a:lnTo>
                    <a:pt x="3626247" y="1912152"/>
                  </a:lnTo>
                  <a:lnTo>
                    <a:pt x="3624281" y="1912152"/>
                  </a:lnTo>
                  <a:lnTo>
                    <a:pt x="3622316" y="1912152"/>
                  </a:lnTo>
                  <a:lnTo>
                    <a:pt x="3603644" y="1912152"/>
                  </a:lnTo>
                  <a:lnTo>
                    <a:pt x="3601679" y="1912152"/>
                  </a:lnTo>
                  <a:lnTo>
                    <a:pt x="3599714" y="1912152"/>
                  </a:lnTo>
                  <a:lnTo>
                    <a:pt x="3581041" y="1912152"/>
                  </a:lnTo>
                  <a:lnTo>
                    <a:pt x="3579076" y="1912152"/>
                  </a:lnTo>
                  <a:lnTo>
                    <a:pt x="3577111" y="1912152"/>
                  </a:lnTo>
                  <a:lnTo>
                    <a:pt x="3558439" y="1912152"/>
                  </a:lnTo>
                  <a:lnTo>
                    <a:pt x="3556473" y="1912152"/>
                  </a:lnTo>
                  <a:lnTo>
                    <a:pt x="3554508" y="1912152"/>
                  </a:lnTo>
                  <a:lnTo>
                    <a:pt x="3535836" y="1912152"/>
                  </a:lnTo>
                  <a:lnTo>
                    <a:pt x="3533871" y="1912152"/>
                  </a:lnTo>
                  <a:lnTo>
                    <a:pt x="3531906" y="1912152"/>
                  </a:lnTo>
                  <a:lnTo>
                    <a:pt x="3513233" y="1912152"/>
                  </a:lnTo>
                  <a:lnTo>
                    <a:pt x="3511268" y="1912152"/>
                  </a:lnTo>
                  <a:lnTo>
                    <a:pt x="3509303" y="1912152"/>
                  </a:lnTo>
                  <a:lnTo>
                    <a:pt x="3490631" y="1912152"/>
                  </a:lnTo>
                  <a:lnTo>
                    <a:pt x="3488666" y="1912152"/>
                  </a:lnTo>
                  <a:lnTo>
                    <a:pt x="3486700" y="1912152"/>
                  </a:lnTo>
                  <a:lnTo>
                    <a:pt x="3468028" y="1912152"/>
                  </a:lnTo>
                  <a:lnTo>
                    <a:pt x="3466063" y="1912152"/>
                  </a:lnTo>
                  <a:lnTo>
                    <a:pt x="3464098" y="1912152"/>
                  </a:lnTo>
                  <a:lnTo>
                    <a:pt x="3445426" y="1912152"/>
                  </a:lnTo>
                  <a:lnTo>
                    <a:pt x="3443460" y="1912152"/>
                  </a:lnTo>
                  <a:lnTo>
                    <a:pt x="3441495" y="1912152"/>
                  </a:lnTo>
                  <a:lnTo>
                    <a:pt x="3422823" y="1912152"/>
                  </a:lnTo>
                  <a:lnTo>
                    <a:pt x="3420858" y="1912152"/>
                  </a:lnTo>
                  <a:lnTo>
                    <a:pt x="3418893" y="1912152"/>
                  </a:lnTo>
                  <a:lnTo>
                    <a:pt x="3400220" y="1912152"/>
                  </a:lnTo>
                  <a:lnTo>
                    <a:pt x="3398255" y="1912152"/>
                  </a:lnTo>
                  <a:lnTo>
                    <a:pt x="3396290" y="1912152"/>
                  </a:lnTo>
                  <a:lnTo>
                    <a:pt x="3377618" y="1912152"/>
                  </a:lnTo>
                  <a:lnTo>
                    <a:pt x="3375652" y="1912152"/>
                  </a:lnTo>
                  <a:lnTo>
                    <a:pt x="3373687" y="1912152"/>
                  </a:lnTo>
                  <a:lnTo>
                    <a:pt x="3355015" y="1912152"/>
                  </a:lnTo>
                  <a:lnTo>
                    <a:pt x="3353050" y="1912152"/>
                  </a:lnTo>
                  <a:lnTo>
                    <a:pt x="3351085" y="1912152"/>
                  </a:lnTo>
                  <a:lnTo>
                    <a:pt x="3332412" y="1912152"/>
                  </a:lnTo>
                  <a:lnTo>
                    <a:pt x="3330447" y="1912152"/>
                  </a:lnTo>
                  <a:lnTo>
                    <a:pt x="3328482" y="1912152"/>
                  </a:lnTo>
                  <a:lnTo>
                    <a:pt x="3309810" y="1912152"/>
                  </a:lnTo>
                  <a:lnTo>
                    <a:pt x="3307845" y="1912152"/>
                  </a:lnTo>
                  <a:lnTo>
                    <a:pt x="3305879" y="1912152"/>
                  </a:lnTo>
                  <a:lnTo>
                    <a:pt x="3287207" y="1912152"/>
                  </a:lnTo>
                  <a:lnTo>
                    <a:pt x="3285242" y="1912152"/>
                  </a:lnTo>
                  <a:lnTo>
                    <a:pt x="3283277" y="1912152"/>
                  </a:lnTo>
                  <a:lnTo>
                    <a:pt x="3264604" y="1912152"/>
                  </a:lnTo>
                  <a:lnTo>
                    <a:pt x="3262639" y="1912152"/>
                  </a:lnTo>
                  <a:lnTo>
                    <a:pt x="3260674" y="1912152"/>
                  </a:lnTo>
                  <a:lnTo>
                    <a:pt x="3242002" y="1912152"/>
                  </a:lnTo>
                  <a:lnTo>
                    <a:pt x="3240037" y="1912152"/>
                  </a:lnTo>
                  <a:lnTo>
                    <a:pt x="3238071" y="1912152"/>
                  </a:lnTo>
                  <a:lnTo>
                    <a:pt x="3219399" y="1912152"/>
                  </a:lnTo>
                  <a:lnTo>
                    <a:pt x="3217434" y="1912152"/>
                  </a:lnTo>
                  <a:lnTo>
                    <a:pt x="3215469" y="1912152"/>
                  </a:lnTo>
                  <a:lnTo>
                    <a:pt x="3196797" y="1912152"/>
                  </a:lnTo>
                  <a:lnTo>
                    <a:pt x="3194831" y="1912152"/>
                  </a:lnTo>
                  <a:lnTo>
                    <a:pt x="3192866" y="1912152"/>
                  </a:lnTo>
                  <a:lnTo>
                    <a:pt x="3174194" y="1912152"/>
                  </a:lnTo>
                  <a:lnTo>
                    <a:pt x="3172229" y="1912152"/>
                  </a:lnTo>
                  <a:lnTo>
                    <a:pt x="3170264" y="1912152"/>
                  </a:lnTo>
                  <a:lnTo>
                    <a:pt x="3151591" y="1912152"/>
                  </a:lnTo>
                  <a:lnTo>
                    <a:pt x="3149626" y="1912152"/>
                  </a:lnTo>
                  <a:lnTo>
                    <a:pt x="3147661" y="1912152"/>
                  </a:lnTo>
                  <a:lnTo>
                    <a:pt x="3128989" y="1912152"/>
                  </a:lnTo>
                  <a:lnTo>
                    <a:pt x="3127023" y="1912152"/>
                  </a:lnTo>
                  <a:lnTo>
                    <a:pt x="3125058" y="1912152"/>
                  </a:lnTo>
                  <a:lnTo>
                    <a:pt x="3106386" y="1912152"/>
                  </a:lnTo>
                  <a:lnTo>
                    <a:pt x="3104421" y="1912152"/>
                  </a:lnTo>
                  <a:lnTo>
                    <a:pt x="3102456" y="1912152"/>
                  </a:lnTo>
                  <a:lnTo>
                    <a:pt x="3083783" y="1912152"/>
                  </a:lnTo>
                  <a:lnTo>
                    <a:pt x="3081818" y="1912152"/>
                  </a:lnTo>
                  <a:lnTo>
                    <a:pt x="3079853" y="1912152"/>
                  </a:lnTo>
                  <a:lnTo>
                    <a:pt x="3061181" y="1912152"/>
                  </a:lnTo>
                  <a:lnTo>
                    <a:pt x="3059216" y="1912152"/>
                  </a:lnTo>
                  <a:lnTo>
                    <a:pt x="3057250" y="1912152"/>
                  </a:lnTo>
                  <a:lnTo>
                    <a:pt x="3038578" y="1912152"/>
                  </a:lnTo>
                  <a:lnTo>
                    <a:pt x="3036613" y="1912152"/>
                  </a:lnTo>
                  <a:lnTo>
                    <a:pt x="3034648" y="1912152"/>
                  </a:lnTo>
                  <a:lnTo>
                    <a:pt x="3015975" y="1912152"/>
                  </a:lnTo>
                  <a:lnTo>
                    <a:pt x="3014010" y="1912152"/>
                  </a:lnTo>
                  <a:lnTo>
                    <a:pt x="3012045" y="1912152"/>
                  </a:lnTo>
                  <a:lnTo>
                    <a:pt x="2993373" y="1912152"/>
                  </a:lnTo>
                  <a:lnTo>
                    <a:pt x="2991408" y="1912152"/>
                  </a:lnTo>
                  <a:lnTo>
                    <a:pt x="2989443" y="1912152"/>
                  </a:lnTo>
                  <a:lnTo>
                    <a:pt x="2970770" y="1912152"/>
                  </a:lnTo>
                  <a:lnTo>
                    <a:pt x="2968805" y="1912152"/>
                  </a:lnTo>
                  <a:lnTo>
                    <a:pt x="2966840" y="1912152"/>
                  </a:lnTo>
                  <a:lnTo>
                    <a:pt x="2948168" y="1912152"/>
                  </a:lnTo>
                  <a:lnTo>
                    <a:pt x="2946202" y="1912152"/>
                  </a:lnTo>
                  <a:lnTo>
                    <a:pt x="2944237" y="1912152"/>
                  </a:lnTo>
                  <a:lnTo>
                    <a:pt x="2925565" y="1912152"/>
                  </a:lnTo>
                  <a:lnTo>
                    <a:pt x="2923600" y="1912152"/>
                  </a:lnTo>
                  <a:lnTo>
                    <a:pt x="2921635" y="1912152"/>
                  </a:lnTo>
                  <a:lnTo>
                    <a:pt x="2902962" y="1912152"/>
                  </a:lnTo>
                  <a:lnTo>
                    <a:pt x="2900997" y="1912152"/>
                  </a:lnTo>
                  <a:lnTo>
                    <a:pt x="2899032" y="1912152"/>
                  </a:lnTo>
                  <a:lnTo>
                    <a:pt x="2880360" y="1912152"/>
                  </a:lnTo>
                  <a:lnTo>
                    <a:pt x="2878395" y="1912152"/>
                  </a:lnTo>
                  <a:lnTo>
                    <a:pt x="2876429" y="1912152"/>
                  </a:lnTo>
                  <a:lnTo>
                    <a:pt x="2857757" y="1912152"/>
                  </a:lnTo>
                  <a:lnTo>
                    <a:pt x="2855792" y="1912152"/>
                  </a:lnTo>
                  <a:lnTo>
                    <a:pt x="2853827" y="1912152"/>
                  </a:lnTo>
                  <a:lnTo>
                    <a:pt x="2835154" y="1912152"/>
                  </a:lnTo>
                  <a:lnTo>
                    <a:pt x="2833189" y="1912152"/>
                  </a:lnTo>
                  <a:lnTo>
                    <a:pt x="2831224" y="1912152"/>
                  </a:lnTo>
                  <a:lnTo>
                    <a:pt x="2812552" y="1912152"/>
                  </a:lnTo>
                  <a:lnTo>
                    <a:pt x="2810587" y="1912152"/>
                  </a:lnTo>
                  <a:lnTo>
                    <a:pt x="2808621" y="1912152"/>
                  </a:lnTo>
                  <a:lnTo>
                    <a:pt x="2789949" y="1912152"/>
                  </a:lnTo>
                  <a:lnTo>
                    <a:pt x="2787984" y="1912152"/>
                  </a:lnTo>
                  <a:lnTo>
                    <a:pt x="2786019" y="1912152"/>
                  </a:lnTo>
                  <a:lnTo>
                    <a:pt x="2767347" y="1912152"/>
                  </a:lnTo>
                  <a:lnTo>
                    <a:pt x="2765381" y="1912152"/>
                  </a:lnTo>
                  <a:lnTo>
                    <a:pt x="2763416" y="1912152"/>
                  </a:lnTo>
                  <a:lnTo>
                    <a:pt x="2744744" y="1912152"/>
                  </a:lnTo>
                  <a:lnTo>
                    <a:pt x="2742779" y="1912152"/>
                  </a:lnTo>
                  <a:lnTo>
                    <a:pt x="2740814" y="1912152"/>
                  </a:lnTo>
                  <a:lnTo>
                    <a:pt x="2722141" y="1912152"/>
                  </a:lnTo>
                  <a:lnTo>
                    <a:pt x="2720176" y="1912152"/>
                  </a:lnTo>
                  <a:lnTo>
                    <a:pt x="2718211" y="1912152"/>
                  </a:lnTo>
                  <a:lnTo>
                    <a:pt x="2699539" y="1912152"/>
                  </a:lnTo>
                  <a:lnTo>
                    <a:pt x="2697573" y="1912152"/>
                  </a:lnTo>
                  <a:lnTo>
                    <a:pt x="2695608" y="1912152"/>
                  </a:lnTo>
                  <a:lnTo>
                    <a:pt x="2676936" y="1912152"/>
                  </a:lnTo>
                  <a:lnTo>
                    <a:pt x="2674971" y="1912152"/>
                  </a:lnTo>
                  <a:lnTo>
                    <a:pt x="2673006" y="1912152"/>
                  </a:lnTo>
                  <a:lnTo>
                    <a:pt x="2654333" y="1912152"/>
                  </a:lnTo>
                  <a:lnTo>
                    <a:pt x="2652368" y="1912152"/>
                  </a:lnTo>
                  <a:lnTo>
                    <a:pt x="2650403" y="1912152"/>
                  </a:lnTo>
                  <a:lnTo>
                    <a:pt x="2631731" y="1912152"/>
                  </a:lnTo>
                  <a:lnTo>
                    <a:pt x="2629766" y="1912152"/>
                  </a:lnTo>
                  <a:lnTo>
                    <a:pt x="2627800" y="1912152"/>
                  </a:lnTo>
                  <a:lnTo>
                    <a:pt x="2609128" y="1912152"/>
                  </a:lnTo>
                  <a:lnTo>
                    <a:pt x="2607163" y="1912152"/>
                  </a:lnTo>
                  <a:lnTo>
                    <a:pt x="2605198" y="1912152"/>
                  </a:lnTo>
                  <a:lnTo>
                    <a:pt x="2586525" y="1912152"/>
                  </a:lnTo>
                  <a:lnTo>
                    <a:pt x="2584560" y="1912152"/>
                  </a:lnTo>
                  <a:lnTo>
                    <a:pt x="2582595" y="1912152"/>
                  </a:lnTo>
                  <a:lnTo>
                    <a:pt x="2563923" y="1912152"/>
                  </a:lnTo>
                  <a:lnTo>
                    <a:pt x="2561958" y="1912152"/>
                  </a:lnTo>
                  <a:lnTo>
                    <a:pt x="2559992" y="1912152"/>
                  </a:lnTo>
                  <a:lnTo>
                    <a:pt x="2541320" y="1912152"/>
                  </a:lnTo>
                  <a:lnTo>
                    <a:pt x="2539355" y="1912152"/>
                  </a:lnTo>
                  <a:lnTo>
                    <a:pt x="2537390" y="1912152"/>
                  </a:lnTo>
                  <a:lnTo>
                    <a:pt x="2518718" y="1912152"/>
                  </a:lnTo>
                  <a:lnTo>
                    <a:pt x="2516752" y="1912152"/>
                  </a:lnTo>
                  <a:lnTo>
                    <a:pt x="2514787" y="1912152"/>
                  </a:lnTo>
                  <a:lnTo>
                    <a:pt x="2496115" y="1912152"/>
                  </a:lnTo>
                  <a:lnTo>
                    <a:pt x="2494150" y="1912152"/>
                  </a:lnTo>
                  <a:lnTo>
                    <a:pt x="2492185" y="1912152"/>
                  </a:lnTo>
                  <a:lnTo>
                    <a:pt x="2473512" y="1912152"/>
                  </a:lnTo>
                  <a:lnTo>
                    <a:pt x="2471547" y="1912152"/>
                  </a:lnTo>
                  <a:lnTo>
                    <a:pt x="2469582" y="1912152"/>
                  </a:lnTo>
                  <a:lnTo>
                    <a:pt x="2450910" y="1912152"/>
                  </a:lnTo>
                  <a:lnTo>
                    <a:pt x="2448945" y="1912152"/>
                  </a:lnTo>
                  <a:lnTo>
                    <a:pt x="2446979" y="1912152"/>
                  </a:lnTo>
                  <a:lnTo>
                    <a:pt x="2428307" y="1912152"/>
                  </a:lnTo>
                  <a:lnTo>
                    <a:pt x="2426342" y="1912152"/>
                  </a:lnTo>
                  <a:lnTo>
                    <a:pt x="2424377" y="1912152"/>
                  </a:lnTo>
                  <a:lnTo>
                    <a:pt x="2405704" y="1912152"/>
                  </a:lnTo>
                  <a:lnTo>
                    <a:pt x="2403739" y="1912152"/>
                  </a:lnTo>
                  <a:lnTo>
                    <a:pt x="2401774" y="1912152"/>
                  </a:lnTo>
                  <a:lnTo>
                    <a:pt x="2383102" y="1912152"/>
                  </a:lnTo>
                  <a:lnTo>
                    <a:pt x="2381137" y="1912152"/>
                  </a:lnTo>
                  <a:lnTo>
                    <a:pt x="2379171" y="1912152"/>
                  </a:lnTo>
                  <a:lnTo>
                    <a:pt x="2360499" y="1912152"/>
                  </a:lnTo>
                  <a:lnTo>
                    <a:pt x="2358534" y="1912152"/>
                  </a:lnTo>
                  <a:lnTo>
                    <a:pt x="2356569" y="1912152"/>
                  </a:lnTo>
                  <a:lnTo>
                    <a:pt x="2337897" y="1912152"/>
                  </a:lnTo>
                  <a:lnTo>
                    <a:pt x="2335931" y="1912152"/>
                  </a:lnTo>
                  <a:lnTo>
                    <a:pt x="2333966" y="1912152"/>
                  </a:lnTo>
                  <a:lnTo>
                    <a:pt x="2315294" y="1912152"/>
                  </a:lnTo>
                  <a:lnTo>
                    <a:pt x="2313329" y="1912152"/>
                  </a:lnTo>
                  <a:lnTo>
                    <a:pt x="2311364" y="1912152"/>
                  </a:lnTo>
                  <a:lnTo>
                    <a:pt x="2292691" y="1912152"/>
                  </a:lnTo>
                  <a:lnTo>
                    <a:pt x="2290726" y="1912152"/>
                  </a:lnTo>
                  <a:lnTo>
                    <a:pt x="2288761" y="1912152"/>
                  </a:lnTo>
                  <a:lnTo>
                    <a:pt x="2270089" y="1912152"/>
                  </a:lnTo>
                  <a:lnTo>
                    <a:pt x="2268123" y="1912152"/>
                  </a:lnTo>
                  <a:lnTo>
                    <a:pt x="2266158" y="1912152"/>
                  </a:lnTo>
                  <a:lnTo>
                    <a:pt x="2247486" y="1912152"/>
                  </a:lnTo>
                  <a:lnTo>
                    <a:pt x="2245521" y="1912152"/>
                  </a:lnTo>
                  <a:lnTo>
                    <a:pt x="2243556" y="1912152"/>
                  </a:lnTo>
                  <a:lnTo>
                    <a:pt x="2224883" y="1912152"/>
                  </a:lnTo>
                  <a:lnTo>
                    <a:pt x="2222918" y="1912152"/>
                  </a:lnTo>
                  <a:lnTo>
                    <a:pt x="2220953" y="1912152"/>
                  </a:lnTo>
                  <a:lnTo>
                    <a:pt x="2202281" y="1912152"/>
                  </a:lnTo>
                  <a:lnTo>
                    <a:pt x="2200316" y="1912152"/>
                  </a:lnTo>
                  <a:lnTo>
                    <a:pt x="2198350" y="1912152"/>
                  </a:lnTo>
                  <a:lnTo>
                    <a:pt x="2179678" y="1912152"/>
                  </a:lnTo>
                  <a:lnTo>
                    <a:pt x="2177713" y="1912152"/>
                  </a:lnTo>
                  <a:lnTo>
                    <a:pt x="2175748" y="1912152"/>
                  </a:lnTo>
                  <a:lnTo>
                    <a:pt x="2157075" y="1912152"/>
                  </a:lnTo>
                  <a:lnTo>
                    <a:pt x="2155110" y="1912152"/>
                  </a:lnTo>
                  <a:lnTo>
                    <a:pt x="2153145" y="1912152"/>
                  </a:lnTo>
                  <a:lnTo>
                    <a:pt x="2134473" y="1912152"/>
                  </a:lnTo>
                  <a:lnTo>
                    <a:pt x="2132508" y="1912152"/>
                  </a:lnTo>
                  <a:lnTo>
                    <a:pt x="2130542" y="1912152"/>
                  </a:lnTo>
                  <a:lnTo>
                    <a:pt x="2111870" y="1912152"/>
                  </a:lnTo>
                  <a:lnTo>
                    <a:pt x="2109905" y="1912152"/>
                  </a:lnTo>
                  <a:lnTo>
                    <a:pt x="2107940" y="1912152"/>
                  </a:lnTo>
                  <a:lnTo>
                    <a:pt x="2089268" y="1912152"/>
                  </a:lnTo>
                  <a:lnTo>
                    <a:pt x="2087302" y="1912152"/>
                  </a:lnTo>
                  <a:lnTo>
                    <a:pt x="2085337" y="1912152"/>
                  </a:lnTo>
                  <a:lnTo>
                    <a:pt x="2066665" y="1912152"/>
                  </a:lnTo>
                  <a:lnTo>
                    <a:pt x="2064700" y="1912152"/>
                  </a:lnTo>
                  <a:lnTo>
                    <a:pt x="2062735" y="1912152"/>
                  </a:lnTo>
                  <a:lnTo>
                    <a:pt x="2044062" y="1912152"/>
                  </a:lnTo>
                  <a:lnTo>
                    <a:pt x="2042097" y="1912152"/>
                  </a:lnTo>
                  <a:lnTo>
                    <a:pt x="2040132" y="1912152"/>
                  </a:lnTo>
                  <a:lnTo>
                    <a:pt x="2021460" y="1912152"/>
                  </a:lnTo>
                  <a:lnTo>
                    <a:pt x="2019494" y="1912152"/>
                  </a:lnTo>
                  <a:lnTo>
                    <a:pt x="2017529" y="1912152"/>
                  </a:lnTo>
                  <a:lnTo>
                    <a:pt x="1998857" y="1912152"/>
                  </a:lnTo>
                  <a:lnTo>
                    <a:pt x="1996892" y="1912152"/>
                  </a:lnTo>
                  <a:lnTo>
                    <a:pt x="1994927" y="1912152"/>
                  </a:lnTo>
                  <a:lnTo>
                    <a:pt x="1976254" y="1912152"/>
                  </a:lnTo>
                  <a:lnTo>
                    <a:pt x="1974289" y="1912152"/>
                  </a:lnTo>
                  <a:lnTo>
                    <a:pt x="1972324" y="1912152"/>
                  </a:lnTo>
                  <a:lnTo>
                    <a:pt x="1953652" y="1912152"/>
                  </a:lnTo>
                  <a:lnTo>
                    <a:pt x="1951687" y="1912152"/>
                  </a:lnTo>
                  <a:lnTo>
                    <a:pt x="1949721" y="1912152"/>
                  </a:lnTo>
                  <a:lnTo>
                    <a:pt x="1931049" y="1912152"/>
                  </a:lnTo>
                  <a:lnTo>
                    <a:pt x="1929084" y="1912152"/>
                  </a:lnTo>
                  <a:lnTo>
                    <a:pt x="1927119" y="1912152"/>
                  </a:lnTo>
                  <a:lnTo>
                    <a:pt x="1908446" y="1912152"/>
                  </a:lnTo>
                  <a:lnTo>
                    <a:pt x="1906481" y="1912152"/>
                  </a:lnTo>
                  <a:lnTo>
                    <a:pt x="1904516" y="1912152"/>
                  </a:lnTo>
                  <a:lnTo>
                    <a:pt x="1885844" y="1912152"/>
                  </a:lnTo>
                  <a:lnTo>
                    <a:pt x="1883879" y="1912152"/>
                  </a:lnTo>
                  <a:lnTo>
                    <a:pt x="1881914" y="1912152"/>
                  </a:lnTo>
                  <a:lnTo>
                    <a:pt x="1863241" y="1912152"/>
                  </a:lnTo>
                  <a:lnTo>
                    <a:pt x="1861276" y="1912152"/>
                  </a:lnTo>
                  <a:lnTo>
                    <a:pt x="1859311" y="1912152"/>
                  </a:lnTo>
                  <a:lnTo>
                    <a:pt x="1840639" y="1912152"/>
                  </a:lnTo>
                  <a:lnTo>
                    <a:pt x="1838673" y="1912152"/>
                  </a:lnTo>
                  <a:lnTo>
                    <a:pt x="1836708" y="1912152"/>
                  </a:lnTo>
                  <a:lnTo>
                    <a:pt x="1818036" y="1912152"/>
                  </a:lnTo>
                  <a:lnTo>
                    <a:pt x="1816071" y="1912152"/>
                  </a:lnTo>
                  <a:lnTo>
                    <a:pt x="1814106" y="1912152"/>
                  </a:lnTo>
                  <a:lnTo>
                    <a:pt x="1795433" y="1912152"/>
                  </a:lnTo>
                  <a:lnTo>
                    <a:pt x="1793468" y="1912152"/>
                  </a:lnTo>
                  <a:lnTo>
                    <a:pt x="1791503" y="1912152"/>
                  </a:lnTo>
                  <a:lnTo>
                    <a:pt x="1772831" y="1912152"/>
                  </a:lnTo>
                  <a:lnTo>
                    <a:pt x="1770866" y="1912152"/>
                  </a:lnTo>
                  <a:lnTo>
                    <a:pt x="1768900" y="1912152"/>
                  </a:lnTo>
                  <a:lnTo>
                    <a:pt x="1750228" y="1912152"/>
                  </a:lnTo>
                  <a:lnTo>
                    <a:pt x="1748263" y="1912152"/>
                  </a:lnTo>
                  <a:lnTo>
                    <a:pt x="1746298" y="1912152"/>
                  </a:lnTo>
                  <a:lnTo>
                    <a:pt x="1727625" y="1912152"/>
                  </a:lnTo>
                  <a:lnTo>
                    <a:pt x="1725660" y="1912152"/>
                  </a:lnTo>
                  <a:lnTo>
                    <a:pt x="1723695" y="1912152"/>
                  </a:lnTo>
                  <a:lnTo>
                    <a:pt x="1705023" y="1912152"/>
                  </a:lnTo>
                  <a:lnTo>
                    <a:pt x="1703058" y="1912152"/>
                  </a:lnTo>
                  <a:lnTo>
                    <a:pt x="1701092" y="1912152"/>
                  </a:lnTo>
                  <a:lnTo>
                    <a:pt x="1682420" y="1912152"/>
                  </a:lnTo>
                  <a:lnTo>
                    <a:pt x="1680455" y="1912152"/>
                  </a:lnTo>
                  <a:lnTo>
                    <a:pt x="1678490" y="1912152"/>
                  </a:lnTo>
                  <a:lnTo>
                    <a:pt x="1659818" y="1912152"/>
                  </a:lnTo>
                  <a:lnTo>
                    <a:pt x="1657852" y="1912152"/>
                  </a:lnTo>
                  <a:lnTo>
                    <a:pt x="1655887" y="1912152"/>
                  </a:lnTo>
                  <a:lnTo>
                    <a:pt x="1637215" y="1912152"/>
                  </a:lnTo>
                  <a:lnTo>
                    <a:pt x="1635250" y="1912152"/>
                  </a:lnTo>
                  <a:lnTo>
                    <a:pt x="1633285" y="1912152"/>
                  </a:lnTo>
                  <a:lnTo>
                    <a:pt x="1614612" y="1912152"/>
                  </a:lnTo>
                  <a:lnTo>
                    <a:pt x="1612647" y="1912152"/>
                  </a:lnTo>
                  <a:lnTo>
                    <a:pt x="1610682" y="1912152"/>
                  </a:lnTo>
                  <a:lnTo>
                    <a:pt x="1592010" y="1912152"/>
                  </a:lnTo>
                  <a:lnTo>
                    <a:pt x="1590044" y="1912152"/>
                  </a:lnTo>
                  <a:lnTo>
                    <a:pt x="1588079" y="1912152"/>
                  </a:lnTo>
                  <a:lnTo>
                    <a:pt x="1569407" y="1912152"/>
                  </a:lnTo>
                  <a:lnTo>
                    <a:pt x="1567442" y="1912152"/>
                  </a:lnTo>
                  <a:lnTo>
                    <a:pt x="1565477" y="1912152"/>
                  </a:lnTo>
                  <a:lnTo>
                    <a:pt x="1546804" y="1912152"/>
                  </a:lnTo>
                  <a:lnTo>
                    <a:pt x="1544839" y="1912152"/>
                  </a:lnTo>
                  <a:lnTo>
                    <a:pt x="1542874" y="1912152"/>
                  </a:lnTo>
                  <a:lnTo>
                    <a:pt x="1524202" y="1912152"/>
                  </a:lnTo>
                  <a:lnTo>
                    <a:pt x="1522237" y="1912152"/>
                  </a:lnTo>
                  <a:lnTo>
                    <a:pt x="1520271" y="1912152"/>
                  </a:lnTo>
                  <a:lnTo>
                    <a:pt x="1501599" y="1912152"/>
                  </a:lnTo>
                  <a:lnTo>
                    <a:pt x="1499634" y="1912152"/>
                  </a:lnTo>
                  <a:lnTo>
                    <a:pt x="1497669" y="1912152"/>
                  </a:lnTo>
                  <a:lnTo>
                    <a:pt x="1478996" y="1912152"/>
                  </a:lnTo>
                  <a:lnTo>
                    <a:pt x="1477031" y="1912152"/>
                  </a:lnTo>
                  <a:lnTo>
                    <a:pt x="1475066" y="1912152"/>
                  </a:lnTo>
                  <a:lnTo>
                    <a:pt x="1456394" y="1912152"/>
                  </a:lnTo>
                  <a:lnTo>
                    <a:pt x="1454429" y="1912152"/>
                  </a:lnTo>
                  <a:lnTo>
                    <a:pt x="1452463" y="1912152"/>
                  </a:lnTo>
                  <a:lnTo>
                    <a:pt x="1433791" y="1912152"/>
                  </a:lnTo>
                  <a:lnTo>
                    <a:pt x="1431826" y="1912152"/>
                  </a:lnTo>
                  <a:lnTo>
                    <a:pt x="1429861" y="1912152"/>
                  </a:lnTo>
                  <a:lnTo>
                    <a:pt x="1411189" y="1912152"/>
                  </a:lnTo>
                  <a:lnTo>
                    <a:pt x="1409223" y="1912152"/>
                  </a:lnTo>
                  <a:lnTo>
                    <a:pt x="1407258" y="1912152"/>
                  </a:lnTo>
                  <a:lnTo>
                    <a:pt x="1388586" y="1912152"/>
                  </a:lnTo>
                  <a:lnTo>
                    <a:pt x="1386621" y="1912152"/>
                  </a:lnTo>
                  <a:lnTo>
                    <a:pt x="1384656" y="1912152"/>
                  </a:lnTo>
                  <a:lnTo>
                    <a:pt x="1365983" y="1912152"/>
                  </a:lnTo>
                  <a:lnTo>
                    <a:pt x="1364018" y="1912152"/>
                  </a:lnTo>
                  <a:lnTo>
                    <a:pt x="1362053" y="1912152"/>
                  </a:lnTo>
                  <a:lnTo>
                    <a:pt x="1343381" y="1912152"/>
                  </a:lnTo>
                  <a:lnTo>
                    <a:pt x="1341416" y="1912152"/>
                  </a:lnTo>
                  <a:lnTo>
                    <a:pt x="1339450" y="1912152"/>
                  </a:lnTo>
                  <a:lnTo>
                    <a:pt x="1320778" y="1912152"/>
                  </a:lnTo>
                  <a:lnTo>
                    <a:pt x="1318813" y="1912152"/>
                  </a:lnTo>
                  <a:lnTo>
                    <a:pt x="1316848" y="1912152"/>
                  </a:lnTo>
                  <a:lnTo>
                    <a:pt x="1298175" y="1912152"/>
                  </a:lnTo>
                  <a:lnTo>
                    <a:pt x="1296210" y="1912152"/>
                  </a:lnTo>
                  <a:lnTo>
                    <a:pt x="1294245" y="1912152"/>
                  </a:lnTo>
                  <a:lnTo>
                    <a:pt x="1275573" y="1912152"/>
                  </a:lnTo>
                  <a:lnTo>
                    <a:pt x="1273608" y="1912152"/>
                  </a:lnTo>
                  <a:lnTo>
                    <a:pt x="1271642" y="1912152"/>
                  </a:lnTo>
                  <a:lnTo>
                    <a:pt x="1252970" y="1912152"/>
                  </a:lnTo>
                  <a:lnTo>
                    <a:pt x="1251005" y="1912152"/>
                  </a:lnTo>
                  <a:lnTo>
                    <a:pt x="1249040" y="1912152"/>
                  </a:lnTo>
                  <a:lnTo>
                    <a:pt x="1230368" y="1912152"/>
                  </a:lnTo>
                  <a:lnTo>
                    <a:pt x="1228402" y="1912152"/>
                  </a:lnTo>
                  <a:lnTo>
                    <a:pt x="1226437" y="1912152"/>
                  </a:lnTo>
                  <a:lnTo>
                    <a:pt x="1207765" y="1912152"/>
                  </a:lnTo>
                  <a:lnTo>
                    <a:pt x="1205800" y="1912152"/>
                  </a:lnTo>
                  <a:lnTo>
                    <a:pt x="1203835" y="1912152"/>
                  </a:lnTo>
                  <a:lnTo>
                    <a:pt x="1185162" y="1912152"/>
                  </a:lnTo>
                  <a:lnTo>
                    <a:pt x="1183197" y="1912152"/>
                  </a:lnTo>
                  <a:lnTo>
                    <a:pt x="1181232" y="1912152"/>
                  </a:lnTo>
                  <a:lnTo>
                    <a:pt x="1162560" y="1912152"/>
                  </a:lnTo>
                  <a:lnTo>
                    <a:pt x="1160594" y="1912152"/>
                  </a:lnTo>
                  <a:lnTo>
                    <a:pt x="1158629" y="1912152"/>
                  </a:lnTo>
                  <a:lnTo>
                    <a:pt x="1139957" y="1912152"/>
                  </a:lnTo>
                  <a:lnTo>
                    <a:pt x="1137992" y="1912152"/>
                  </a:lnTo>
                  <a:lnTo>
                    <a:pt x="1136027" y="1912152"/>
                  </a:lnTo>
                  <a:lnTo>
                    <a:pt x="1117354" y="1912152"/>
                  </a:lnTo>
                  <a:lnTo>
                    <a:pt x="1115389" y="1912152"/>
                  </a:lnTo>
                  <a:lnTo>
                    <a:pt x="1113424" y="1912152"/>
                  </a:lnTo>
                  <a:lnTo>
                    <a:pt x="1094752" y="1912152"/>
                  </a:lnTo>
                  <a:lnTo>
                    <a:pt x="1092787" y="1912152"/>
                  </a:lnTo>
                  <a:lnTo>
                    <a:pt x="1090821" y="1912152"/>
                  </a:lnTo>
                  <a:lnTo>
                    <a:pt x="1072149" y="1912152"/>
                  </a:lnTo>
                  <a:lnTo>
                    <a:pt x="1070184" y="1912152"/>
                  </a:lnTo>
                  <a:lnTo>
                    <a:pt x="1068219" y="1912152"/>
                  </a:lnTo>
                  <a:lnTo>
                    <a:pt x="1049546" y="1912152"/>
                  </a:lnTo>
                  <a:lnTo>
                    <a:pt x="1047581" y="1912152"/>
                  </a:lnTo>
                  <a:lnTo>
                    <a:pt x="1045616" y="1912152"/>
                  </a:lnTo>
                  <a:lnTo>
                    <a:pt x="1026944" y="1912152"/>
                  </a:lnTo>
                  <a:lnTo>
                    <a:pt x="1024979" y="1912152"/>
                  </a:lnTo>
                  <a:lnTo>
                    <a:pt x="1023013" y="1912152"/>
                  </a:lnTo>
                  <a:lnTo>
                    <a:pt x="1004341" y="1912152"/>
                  </a:lnTo>
                  <a:lnTo>
                    <a:pt x="1002376" y="1912152"/>
                  </a:lnTo>
                  <a:lnTo>
                    <a:pt x="1000411" y="1912152"/>
                  </a:lnTo>
                  <a:lnTo>
                    <a:pt x="981739" y="1912152"/>
                  </a:lnTo>
                  <a:lnTo>
                    <a:pt x="979773" y="1912152"/>
                  </a:lnTo>
                  <a:lnTo>
                    <a:pt x="977808" y="1912152"/>
                  </a:lnTo>
                  <a:lnTo>
                    <a:pt x="959136" y="1912152"/>
                  </a:lnTo>
                  <a:lnTo>
                    <a:pt x="957171" y="1912152"/>
                  </a:lnTo>
                  <a:lnTo>
                    <a:pt x="955206" y="1912152"/>
                  </a:lnTo>
                  <a:lnTo>
                    <a:pt x="936533" y="1912152"/>
                  </a:lnTo>
                  <a:lnTo>
                    <a:pt x="934568" y="1912152"/>
                  </a:lnTo>
                  <a:lnTo>
                    <a:pt x="932603" y="1912152"/>
                  </a:lnTo>
                  <a:lnTo>
                    <a:pt x="913931" y="1912152"/>
                  </a:lnTo>
                  <a:lnTo>
                    <a:pt x="911965" y="1912152"/>
                  </a:lnTo>
                  <a:lnTo>
                    <a:pt x="910000" y="1912152"/>
                  </a:lnTo>
                  <a:lnTo>
                    <a:pt x="891328" y="1912152"/>
                  </a:lnTo>
                  <a:lnTo>
                    <a:pt x="889363" y="1912152"/>
                  </a:lnTo>
                  <a:lnTo>
                    <a:pt x="887398" y="1912152"/>
                  </a:lnTo>
                  <a:lnTo>
                    <a:pt x="868725" y="1912152"/>
                  </a:lnTo>
                  <a:lnTo>
                    <a:pt x="866760" y="1912152"/>
                  </a:lnTo>
                  <a:lnTo>
                    <a:pt x="864795" y="1912152"/>
                  </a:lnTo>
                  <a:lnTo>
                    <a:pt x="846123" y="1912152"/>
                  </a:lnTo>
                  <a:lnTo>
                    <a:pt x="844158" y="1912152"/>
                  </a:lnTo>
                  <a:lnTo>
                    <a:pt x="842192" y="1912152"/>
                  </a:lnTo>
                  <a:lnTo>
                    <a:pt x="823520" y="1912152"/>
                  </a:lnTo>
                  <a:lnTo>
                    <a:pt x="821555" y="1912152"/>
                  </a:lnTo>
                  <a:lnTo>
                    <a:pt x="819590" y="1912152"/>
                  </a:lnTo>
                  <a:lnTo>
                    <a:pt x="800918" y="1912152"/>
                  </a:lnTo>
                  <a:lnTo>
                    <a:pt x="798952" y="1912152"/>
                  </a:lnTo>
                  <a:lnTo>
                    <a:pt x="796987" y="1912152"/>
                  </a:lnTo>
                  <a:lnTo>
                    <a:pt x="778315" y="1912152"/>
                  </a:lnTo>
                  <a:lnTo>
                    <a:pt x="776350" y="1912152"/>
                  </a:lnTo>
                  <a:lnTo>
                    <a:pt x="774385" y="1912152"/>
                  </a:lnTo>
                  <a:lnTo>
                    <a:pt x="755712" y="1912152"/>
                  </a:lnTo>
                  <a:lnTo>
                    <a:pt x="753747" y="1912152"/>
                  </a:lnTo>
                  <a:lnTo>
                    <a:pt x="751782" y="1912152"/>
                  </a:lnTo>
                  <a:lnTo>
                    <a:pt x="733110" y="1912152"/>
                  </a:lnTo>
                  <a:lnTo>
                    <a:pt x="731144" y="1912152"/>
                  </a:lnTo>
                  <a:lnTo>
                    <a:pt x="729179" y="1912152"/>
                  </a:lnTo>
                  <a:lnTo>
                    <a:pt x="710507" y="1912152"/>
                  </a:lnTo>
                  <a:lnTo>
                    <a:pt x="708542" y="1912152"/>
                  </a:lnTo>
                  <a:lnTo>
                    <a:pt x="706577" y="1912152"/>
                  </a:lnTo>
                  <a:lnTo>
                    <a:pt x="687904" y="1912152"/>
                  </a:lnTo>
                  <a:lnTo>
                    <a:pt x="685939" y="1912152"/>
                  </a:lnTo>
                  <a:lnTo>
                    <a:pt x="683974" y="1912152"/>
                  </a:lnTo>
                  <a:lnTo>
                    <a:pt x="665302" y="1912152"/>
                  </a:lnTo>
                  <a:lnTo>
                    <a:pt x="663337" y="1912152"/>
                  </a:lnTo>
                  <a:lnTo>
                    <a:pt x="661371" y="1912152"/>
                  </a:lnTo>
                  <a:lnTo>
                    <a:pt x="642699" y="1912152"/>
                  </a:lnTo>
                  <a:lnTo>
                    <a:pt x="640734" y="1912152"/>
                  </a:lnTo>
                  <a:lnTo>
                    <a:pt x="638769" y="1912152"/>
                  </a:lnTo>
                  <a:lnTo>
                    <a:pt x="620096" y="1912152"/>
                  </a:lnTo>
                  <a:lnTo>
                    <a:pt x="618131" y="1912152"/>
                  </a:lnTo>
                  <a:lnTo>
                    <a:pt x="616166" y="1912152"/>
                  </a:lnTo>
                  <a:lnTo>
                    <a:pt x="597494" y="1912152"/>
                  </a:lnTo>
                  <a:lnTo>
                    <a:pt x="595529" y="1912152"/>
                  </a:lnTo>
                  <a:lnTo>
                    <a:pt x="593563" y="1912152"/>
                  </a:lnTo>
                  <a:lnTo>
                    <a:pt x="574891" y="1912152"/>
                  </a:lnTo>
                  <a:lnTo>
                    <a:pt x="572926" y="1912152"/>
                  </a:lnTo>
                  <a:lnTo>
                    <a:pt x="570961" y="1912152"/>
                  </a:lnTo>
                  <a:lnTo>
                    <a:pt x="552289" y="1912152"/>
                  </a:lnTo>
                  <a:lnTo>
                    <a:pt x="550323" y="1912152"/>
                  </a:lnTo>
                  <a:lnTo>
                    <a:pt x="548358" y="1912152"/>
                  </a:lnTo>
                  <a:lnTo>
                    <a:pt x="529686" y="1912152"/>
                  </a:lnTo>
                  <a:lnTo>
                    <a:pt x="527721" y="1912152"/>
                  </a:lnTo>
                  <a:lnTo>
                    <a:pt x="525756" y="1912152"/>
                  </a:lnTo>
                  <a:lnTo>
                    <a:pt x="507083" y="1912152"/>
                  </a:lnTo>
                  <a:lnTo>
                    <a:pt x="505118" y="1912152"/>
                  </a:lnTo>
                  <a:lnTo>
                    <a:pt x="503153" y="1912152"/>
                  </a:lnTo>
                  <a:lnTo>
                    <a:pt x="484481" y="1912152"/>
                  </a:lnTo>
                  <a:lnTo>
                    <a:pt x="482515" y="1912152"/>
                  </a:lnTo>
                  <a:lnTo>
                    <a:pt x="480550" y="1912152"/>
                  </a:lnTo>
                  <a:lnTo>
                    <a:pt x="461878" y="1912152"/>
                  </a:lnTo>
                  <a:lnTo>
                    <a:pt x="459913" y="1912152"/>
                  </a:lnTo>
                  <a:lnTo>
                    <a:pt x="457948" y="1912152"/>
                  </a:lnTo>
                  <a:lnTo>
                    <a:pt x="439275" y="1912152"/>
                  </a:lnTo>
                  <a:lnTo>
                    <a:pt x="437310" y="1912152"/>
                  </a:lnTo>
                  <a:lnTo>
                    <a:pt x="435345" y="1912152"/>
                  </a:lnTo>
                  <a:lnTo>
                    <a:pt x="416673" y="1912152"/>
                  </a:lnTo>
                  <a:lnTo>
                    <a:pt x="414708" y="1912152"/>
                  </a:lnTo>
                  <a:lnTo>
                    <a:pt x="412742" y="1912152"/>
                  </a:lnTo>
                  <a:lnTo>
                    <a:pt x="394070" y="1912152"/>
                  </a:lnTo>
                  <a:lnTo>
                    <a:pt x="392105" y="1912152"/>
                  </a:lnTo>
                  <a:lnTo>
                    <a:pt x="390140" y="1912152"/>
                  </a:lnTo>
                  <a:lnTo>
                    <a:pt x="371467" y="1912152"/>
                  </a:lnTo>
                  <a:lnTo>
                    <a:pt x="369502" y="1912152"/>
                  </a:lnTo>
                  <a:lnTo>
                    <a:pt x="367537" y="1912152"/>
                  </a:lnTo>
                  <a:lnTo>
                    <a:pt x="348865" y="1912152"/>
                  </a:lnTo>
                  <a:lnTo>
                    <a:pt x="346900" y="1912152"/>
                  </a:lnTo>
                  <a:lnTo>
                    <a:pt x="344935" y="1912152"/>
                  </a:lnTo>
                  <a:lnTo>
                    <a:pt x="326262" y="1912152"/>
                  </a:lnTo>
                  <a:lnTo>
                    <a:pt x="324297" y="1912152"/>
                  </a:lnTo>
                  <a:lnTo>
                    <a:pt x="322332" y="1912152"/>
                  </a:lnTo>
                  <a:lnTo>
                    <a:pt x="303660" y="1912152"/>
                  </a:lnTo>
                  <a:lnTo>
                    <a:pt x="301694" y="1912152"/>
                  </a:lnTo>
                  <a:lnTo>
                    <a:pt x="299729" y="1912152"/>
                  </a:lnTo>
                  <a:lnTo>
                    <a:pt x="281057" y="1912152"/>
                  </a:lnTo>
                  <a:lnTo>
                    <a:pt x="279092" y="1912152"/>
                  </a:lnTo>
                  <a:lnTo>
                    <a:pt x="277127" y="1912152"/>
                  </a:lnTo>
                  <a:lnTo>
                    <a:pt x="258454" y="1912152"/>
                  </a:lnTo>
                  <a:lnTo>
                    <a:pt x="256489" y="1912152"/>
                  </a:lnTo>
                  <a:lnTo>
                    <a:pt x="254524" y="1912152"/>
                  </a:lnTo>
                  <a:lnTo>
                    <a:pt x="235852" y="1912152"/>
                  </a:lnTo>
                  <a:lnTo>
                    <a:pt x="233887" y="1912152"/>
                  </a:lnTo>
                  <a:lnTo>
                    <a:pt x="231921" y="1912152"/>
                  </a:lnTo>
                  <a:lnTo>
                    <a:pt x="213249" y="1912152"/>
                  </a:lnTo>
                  <a:lnTo>
                    <a:pt x="211284" y="1912152"/>
                  </a:lnTo>
                  <a:lnTo>
                    <a:pt x="209319" y="1912152"/>
                  </a:lnTo>
                  <a:lnTo>
                    <a:pt x="190646" y="1912152"/>
                  </a:lnTo>
                  <a:lnTo>
                    <a:pt x="188681" y="1912152"/>
                  </a:lnTo>
                  <a:lnTo>
                    <a:pt x="186716" y="1912152"/>
                  </a:lnTo>
                  <a:lnTo>
                    <a:pt x="168044" y="1912152"/>
                  </a:lnTo>
                  <a:lnTo>
                    <a:pt x="166079" y="1912152"/>
                  </a:lnTo>
                  <a:lnTo>
                    <a:pt x="164113" y="1912152"/>
                  </a:lnTo>
                  <a:lnTo>
                    <a:pt x="145441" y="1912152"/>
                  </a:lnTo>
                  <a:lnTo>
                    <a:pt x="143476" y="1912152"/>
                  </a:lnTo>
                  <a:lnTo>
                    <a:pt x="141511" y="1912152"/>
                  </a:lnTo>
                  <a:lnTo>
                    <a:pt x="122839" y="1912152"/>
                  </a:lnTo>
                  <a:lnTo>
                    <a:pt x="120873" y="1912152"/>
                  </a:lnTo>
                  <a:lnTo>
                    <a:pt x="118908" y="1912152"/>
                  </a:lnTo>
                  <a:lnTo>
                    <a:pt x="100236" y="1912152"/>
                  </a:lnTo>
                  <a:lnTo>
                    <a:pt x="98271" y="1912152"/>
                  </a:lnTo>
                  <a:lnTo>
                    <a:pt x="96306" y="1912152"/>
                  </a:lnTo>
                  <a:lnTo>
                    <a:pt x="77633" y="1912152"/>
                  </a:lnTo>
                  <a:lnTo>
                    <a:pt x="75668" y="1912152"/>
                  </a:lnTo>
                  <a:lnTo>
                    <a:pt x="73703" y="1912152"/>
                  </a:lnTo>
                  <a:lnTo>
                    <a:pt x="55031" y="1912152"/>
                  </a:lnTo>
                  <a:lnTo>
                    <a:pt x="53065" y="1912152"/>
                  </a:lnTo>
                  <a:lnTo>
                    <a:pt x="51100" y="1912152"/>
                  </a:lnTo>
                  <a:lnTo>
                    <a:pt x="32428" y="1912152"/>
                  </a:lnTo>
                  <a:lnTo>
                    <a:pt x="30463" y="1912152"/>
                  </a:lnTo>
                  <a:lnTo>
                    <a:pt x="28498" y="1912152"/>
                  </a:lnTo>
                  <a:lnTo>
                    <a:pt x="9825" y="1912152"/>
                  </a:lnTo>
                  <a:lnTo>
                    <a:pt x="7860" y="1912152"/>
                  </a:lnTo>
                  <a:lnTo>
                    <a:pt x="5895" y="1912152"/>
                  </a:lnTo>
                  <a:lnTo>
                    <a:pt x="3930" y="1912152"/>
                  </a:lnTo>
                  <a:lnTo>
                    <a:pt x="1965" y="1912152"/>
                  </a:lnTo>
                  <a:lnTo>
                    <a:pt x="0" y="1912152"/>
                  </a:lnTo>
                  <a:close/>
                </a:path>
              </a:pathLst>
            </a:custGeom>
            <a:solidFill>
              <a:srgbClr val="1F78B4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908918" y="3569679"/>
              <a:ext cx="3695640" cy="1910333"/>
            </a:xfrm>
            <a:custGeom>
              <a:avLst/>
              <a:pathLst>
                <a:path w="3695640" h="1910333">
                  <a:moveTo>
                    <a:pt x="0" y="0"/>
                  </a:moveTo>
                  <a:lnTo>
                    <a:pt x="1965" y="57"/>
                  </a:lnTo>
                  <a:lnTo>
                    <a:pt x="3930" y="115"/>
                  </a:lnTo>
                  <a:lnTo>
                    <a:pt x="5895" y="172"/>
                  </a:lnTo>
                  <a:lnTo>
                    <a:pt x="7860" y="513"/>
                  </a:lnTo>
                  <a:lnTo>
                    <a:pt x="26532" y="3752"/>
                  </a:lnTo>
                  <a:lnTo>
                    <a:pt x="28498" y="4093"/>
                  </a:lnTo>
                  <a:lnTo>
                    <a:pt x="30463" y="4715"/>
                  </a:lnTo>
                  <a:lnTo>
                    <a:pt x="49135" y="10625"/>
                  </a:lnTo>
                  <a:lnTo>
                    <a:pt x="51100" y="11247"/>
                  </a:lnTo>
                  <a:lnTo>
                    <a:pt x="53065" y="12143"/>
                  </a:lnTo>
                  <a:lnTo>
                    <a:pt x="71738" y="20663"/>
                  </a:lnTo>
                  <a:lnTo>
                    <a:pt x="73703" y="21560"/>
                  </a:lnTo>
                  <a:lnTo>
                    <a:pt x="75668" y="22740"/>
                  </a:lnTo>
                  <a:lnTo>
                    <a:pt x="94340" y="33950"/>
                  </a:lnTo>
                  <a:lnTo>
                    <a:pt x="96306" y="35130"/>
                  </a:lnTo>
                  <a:lnTo>
                    <a:pt x="98271" y="36589"/>
                  </a:lnTo>
                  <a:lnTo>
                    <a:pt x="116943" y="50444"/>
                  </a:lnTo>
                  <a:lnTo>
                    <a:pt x="118908" y="51903"/>
                  </a:lnTo>
                  <a:lnTo>
                    <a:pt x="120873" y="53583"/>
                  </a:lnTo>
                  <a:lnTo>
                    <a:pt x="139546" y="69545"/>
                  </a:lnTo>
                  <a:lnTo>
                    <a:pt x="141511" y="71225"/>
                  </a:lnTo>
                  <a:lnTo>
                    <a:pt x="143476" y="73105"/>
                  </a:lnTo>
                  <a:lnTo>
                    <a:pt x="162148" y="90974"/>
                  </a:lnTo>
                  <a:lnTo>
                    <a:pt x="164113" y="92855"/>
                  </a:lnTo>
                  <a:lnTo>
                    <a:pt x="166079" y="94914"/>
                  </a:lnTo>
                  <a:lnTo>
                    <a:pt x="184751" y="114477"/>
                  </a:lnTo>
                  <a:lnTo>
                    <a:pt x="186716" y="116536"/>
                  </a:lnTo>
                  <a:lnTo>
                    <a:pt x="188681" y="118750"/>
                  </a:lnTo>
                  <a:lnTo>
                    <a:pt x="207354" y="139788"/>
                  </a:lnTo>
                  <a:lnTo>
                    <a:pt x="209319" y="142003"/>
                  </a:lnTo>
                  <a:lnTo>
                    <a:pt x="211284" y="144349"/>
                  </a:lnTo>
                  <a:lnTo>
                    <a:pt x="229956" y="166639"/>
                  </a:lnTo>
                  <a:lnTo>
                    <a:pt x="231921" y="168985"/>
                  </a:lnTo>
                  <a:lnTo>
                    <a:pt x="233887" y="171452"/>
                  </a:lnTo>
                  <a:lnTo>
                    <a:pt x="252559" y="194894"/>
                  </a:lnTo>
                  <a:lnTo>
                    <a:pt x="254524" y="197361"/>
                  </a:lnTo>
                  <a:lnTo>
                    <a:pt x="256489" y="199907"/>
                  </a:lnTo>
                  <a:lnTo>
                    <a:pt x="275161" y="224099"/>
                  </a:lnTo>
                  <a:lnTo>
                    <a:pt x="277127" y="226645"/>
                  </a:lnTo>
                  <a:lnTo>
                    <a:pt x="279092" y="229245"/>
                  </a:lnTo>
                  <a:lnTo>
                    <a:pt x="297764" y="253944"/>
                  </a:lnTo>
                  <a:lnTo>
                    <a:pt x="299729" y="256544"/>
                  </a:lnTo>
                  <a:lnTo>
                    <a:pt x="301694" y="259178"/>
                  </a:lnTo>
                  <a:lnTo>
                    <a:pt x="320367" y="284206"/>
                  </a:lnTo>
                  <a:lnTo>
                    <a:pt x="322332" y="286840"/>
                  </a:lnTo>
                  <a:lnTo>
                    <a:pt x="324297" y="289491"/>
                  </a:lnTo>
                  <a:lnTo>
                    <a:pt x="342969" y="314682"/>
                  </a:lnTo>
                  <a:lnTo>
                    <a:pt x="344935" y="317333"/>
                  </a:lnTo>
                  <a:lnTo>
                    <a:pt x="346900" y="319985"/>
                  </a:lnTo>
                  <a:lnTo>
                    <a:pt x="365572" y="345190"/>
                  </a:lnTo>
                  <a:lnTo>
                    <a:pt x="367537" y="347842"/>
                  </a:lnTo>
                  <a:lnTo>
                    <a:pt x="369502" y="350481"/>
                  </a:lnTo>
                  <a:lnTo>
                    <a:pt x="388175" y="375553"/>
                  </a:lnTo>
                  <a:lnTo>
                    <a:pt x="390140" y="378191"/>
                  </a:lnTo>
                  <a:lnTo>
                    <a:pt x="392105" y="380797"/>
                  </a:lnTo>
                  <a:lnTo>
                    <a:pt x="410777" y="405553"/>
                  </a:lnTo>
                  <a:lnTo>
                    <a:pt x="412742" y="408158"/>
                  </a:lnTo>
                  <a:lnTo>
                    <a:pt x="414708" y="410723"/>
                  </a:lnTo>
                  <a:lnTo>
                    <a:pt x="433380" y="435098"/>
                  </a:lnTo>
                  <a:lnTo>
                    <a:pt x="435345" y="437663"/>
                  </a:lnTo>
                  <a:lnTo>
                    <a:pt x="437310" y="440181"/>
                  </a:lnTo>
                  <a:lnTo>
                    <a:pt x="455982" y="464101"/>
                  </a:lnTo>
                  <a:lnTo>
                    <a:pt x="457948" y="466618"/>
                  </a:lnTo>
                  <a:lnTo>
                    <a:pt x="459913" y="469081"/>
                  </a:lnTo>
                  <a:lnTo>
                    <a:pt x="478585" y="492484"/>
                  </a:lnTo>
                  <a:lnTo>
                    <a:pt x="480550" y="494947"/>
                  </a:lnTo>
                  <a:lnTo>
                    <a:pt x="482515" y="497350"/>
                  </a:lnTo>
                  <a:lnTo>
                    <a:pt x="501188" y="520185"/>
                  </a:lnTo>
                  <a:lnTo>
                    <a:pt x="503153" y="522588"/>
                  </a:lnTo>
                  <a:lnTo>
                    <a:pt x="505118" y="524927"/>
                  </a:lnTo>
                  <a:lnTo>
                    <a:pt x="523790" y="547154"/>
                  </a:lnTo>
                  <a:lnTo>
                    <a:pt x="525756" y="549493"/>
                  </a:lnTo>
                  <a:lnTo>
                    <a:pt x="527721" y="551755"/>
                  </a:lnTo>
                  <a:lnTo>
                    <a:pt x="546393" y="573252"/>
                  </a:lnTo>
                  <a:lnTo>
                    <a:pt x="548358" y="575514"/>
                  </a:lnTo>
                  <a:lnTo>
                    <a:pt x="550323" y="577701"/>
                  </a:lnTo>
                  <a:lnTo>
                    <a:pt x="568996" y="598482"/>
                  </a:lnTo>
                  <a:lnTo>
                    <a:pt x="570961" y="600669"/>
                  </a:lnTo>
                  <a:lnTo>
                    <a:pt x="572926" y="602786"/>
                  </a:lnTo>
                  <a:lnTo>
                    <a:pt x="591598" y="622901"/>
                  </a:lnTo>
                  <a:lnTo>
                    <a:pt x="593563" y="625018"/>
                  </a:lnTo>
                  <a:lnTo>
                    <a:pt x="595529" y="627066"/>
                  </a:lnTo>
                  <a:lnTo>
                    <a:pt x="614201" y="646522"/>
                  </a:lnTo>
                  <a:lnTo>
                    <a:pt x="616166" y="648569"/>
                  </a:lnTo>
                  <a:lnTo>
                    <a:pt x="618131" y="650549"/>
                  </a:lnTo>
                  <a:lnTo>
                    <a:pt x="636804" y="669359"/>
                  </a:lnTo>
                  <a:lnTo>
                    <a:pt x="638769" y="671339"/>
                  </a:lnTo>
                  <a:lnTo>
                    <a:pt x="640734" y="673253"/>
                  </a:lnTo>
                  <a:lnTo>
                    <a:pt x="659406" y="691442"/>
                  </a:lnTo>
                  <a:lnTo>
                    <a:pt x="661371" y="693356"/>
                  </a:lnTo>
                  <a:lnTo>
                    <a:pt x="663337" y="695207"/>
                  </a:lnTo>
                  <a:lnTo>
                    <a:pt x="682009" y="712798"/>
                  </a:lnTo>
                  <a:lnTo>
                    <a:pt x="683974" y="714650"/>
                  </a:lnTo>
                  <a:lnTo>
                    <a:pt x="685939" y="716433"/>
                  </a:lnTo>
                  <a:lnTo>
                    <a:pt x="704611" y="733377"/>
                  </a:lnTo>
                  <a:lnTo>
                    <a:pt x="706577" y="735160"/>
                  </a:lnTo>
                  <a:lnTo>
                    <a:pt x="708542" y="736894"/>
                  </a:lnTo>
                  <a:lnTo>
                    <a:pt x="727214" y="753367"/>
                  </a:lnTo>
                  <a:lnTo>
                    <a:pt x="729179" y="755101"/>
                  </a:lnTo>
                  <a:lnTo>
                    <a:pt x="731144" y="756791"/>
                  </a:lnTo>
                  <a:lnTo>
                    <a:pt x="749817" y="772856"/>
                  </a:lnTo>
                  <a:lnTo>
                    <a:pt x="751782" y="774546"/>
                  </a:lnTo>
                  <a:lnTo>
                    <a:pt x="753747" y="776201"/>
                  </a:lnTo>
                  <a:lnTo>
                    <a:pt x="772419" y="791922"/>
                  </a:lnTo>
                  <a:lnTo>
                    <a:pt x="774385" y="793576"/>
                  </a:lnTo>
                  <a:lnTo>
                    <a:pt x="776350" y="795202"/>
                  </a:lnTo>
                  <a:lnTo>
                    <a:pt x="795022" y="810649"/>
                  </a:lnTo>
                  <a:lnTo>
                    <a:pt x="796987" y="812275"/>
                  </a:lnTo>
                  <a:lnTo>
                    <a:pt x="798952" y="813879"/>
                  </a:lnTo>
                  <a:lnTo>
                    <a:pt x="817625" y="829125"/>
                  </a:lnTo>
                  <a:lnTo>
                    <a:pt x="819590" y="830730"/>
                  </a:lnTo>
                  <a:lnTo>
                    <a:pt x="821555" y="832321"/>
                  </a:lnTo>
                  <a:lnTo>
                    <a:pt x="840227" y="847437"/>
                  </a:lnTo>
                  <a:lnTo>
                    <a:pt x="842192" y="849028"/>
                  </a:lnTo>
                  <a:lnTo>
                    <a:pt x="844158" y="850616"/>
                  </a:lnTo>
                  <a:lnTo>
                    <a:pt x="862830" y="865706"/>
                  </a:lnTo>
                  <a:lnTo>
                    <a:pt x="864795" y="867294"/>
                  </a:lnTo>
                  <a:lnTo>
                    <a:pt x="866760" y="868887"/>
                  </a:lnTo>
                  <a:lnTo>
                    <a:pt x="885433" y="884031"/>
                  </a:lnTo>
                  <a:lnTo>
                    <a:pt x="887398" y="885625"/>
                  </a:lnTo>
                  <a:lnTo>
                    <a:pt x="889363" y="887231"/>
                  </a:lnTo>
                  <a:lnTo>
                    <a:pt x="908035" y="902491"/>
                  </a:lnTo>
                  <a:lnTo>
                    <a:pt x="910000" y="904097"/>
                  </a:lnTo>
                  <a:lnTo>
                    <a:pt x="911965" y="905721"/>
                  </a:lnTo>
                  <a:lnTo>
                    <a:pt x="930638" y="921152"/>
                  </a:lnTo>
                  <a:lnTo>
                    <a:pt x="932603" y="922777"/>
                  </a:lnTo>
                  <a:lnTo>
                    <a:pt x="934568" y="924424"/>
                  </a:lnTo>
                  <a:lnTo>
                    <a:pt x="953240" y="940075"/>
                  </a:lnTo>
                  <a:lnTo>
                    <a:pt x="955206" y="941722"/>
                  </a:lnTo>
                  <a:lnTo>
                    <a:pt x="957171" y="943396"/>
                  </a:lnTo>
                  <a:lnTo>
                    <a:pt x="975843" y="959306"/>
                  </a:lnTo>
                  <a:lnTo>
                    <a:pt x="977808" y="960980"/>
                  </a:lnTo>
                  <a:lnTo>
                    <a:pt x="979773" y="962691"/>
                  </a:lnTo>
                  <a:lnTo>
                    <a:pt x="998446" y="978950"/>
                  </a:lnTo>
                  <a:lnTo>
                    <a:pt x="1000411" y="980661"/>
                  </a:lnTo>
                  <a:lnTo>
                    <a:pt x="1002376" y="982405"/>
                  </a:lnTo>
                  <a:lnTo>
                    <a:pt x="1021048" y="998977"/>
                  </a:lnTo>
                  <a:lnTo>
                    <a:pt x="1023013" y="1000721"/>
                  </a:lnTo>
                  <a:lnTo>
                    <a:pt x="1024979" y="1002498"/>
                  </a:lnTo>
                  <a:lnTo>
                    <a:pt x="1043651" y="1019375"/>
                  </a:lnTo>
                  <a:lnTo>
                    <a:pt x="1045616" y="1021152"/>
                  </a:lnTo>
                  <a:lnTo>
                    <a:pt x="1047581" y="1022959"/>
                  </a:lnTo>
                  <a:lnTo>
                    <a:pt x="1066254" y="1040130"/>
                  </a:lnTo>
                  <a:lnTo>
                    <a:pt x="1068219" y="1041937"/>
                  </a:lnTo>
                  <a:lnTo>
                    <a:pt x="1070184" y="1043773"/>
                  </a:lnTo>
                  <a:lnTo>
                    <a:pt x="1088856" y="1061217"/>
                  </a:lnTo>
                  <a:lnTo>
                    <a:pt x="1090821" y="1063053"/>
                  </a:lnTo>
                  <a:lnTo>
                    <a:pt x="1092787" y="1064914"/>
                  </a:lnTo>
                  <a:lnTo>
                    <a:pt x="1111459" y="1082601"/>
                  </a:lnTo>
                  <a:lnTo>
                    <a:pt x="1113424" y="1084463"/>
                  </a:lnTo>
                  <a:lnTo>
                    <a:pt x="1115389" y="1086347"/>
                  </a:lnTo>
                  <a:lnTo>
                    <a:pt x="1134061" y="1104250"/>
                  </a:lnTo>
                  <a:lnTo>
                    <a:pt x="1136027" y="1106134"/>
                  </a:lnTo>
                  <a:lnTo>
                    <a:pt x="1137992" y="1108035"/>
                  </a:lnTo>
                  <a:lnTo>
                    <a:pt x="1156664" y="1126099"/>
                  </a:lnTo>
                  <a:lnTo>
                    <a:pt x="1158629" y="1128000"/>
                  </a:lnTo>
                  <a:lnTo>
                    <a:pt x="1160594" y="1129909"/>
                  </a:lnTo>
                  <a:lnTo>
                    <a:pt x="1179267" y="1148050"/>
                  </a:lnTo>
                  <a:lnTo>
                    <a:pt x="1181232" y="1149959"/>
                  </a:lnTo>
                  <a:lnTo>
                    <a:pt x="1183197" y="1151870"/>
                  </a:lnTo>
                  <a:lnTo>
                    <a:pt x="1201869" y="1170028"/>
                  </a:lnTo>
                  <a:lnTo>
                    <a:pt x="1203835" y="1171939"/>
                  </a:lnTo>
                  <a:lnTo>
                    <a:pt x="1205800" y="1173846"/>
                  </a:lnTo>
                  <a:lnTo>
                    <a:pt x="1224472" y="1191960"/>
                  </a:lnTo>
                  <a:lnTo>
                    <a:pt x="1226437" y="1193866"/>
                  </a:lnTo>
                  <a:lnTo>
                    <a:pt x="1228402" y="1195762"/>
                  </a:lnTo>
                  <a:lnTo>
                    <a:pt x="1247075" y="1213769"/>
                  </a:lnTo>
                  <a:lnTo>
                    <a:pt x="1249040" y="1215665"/>
                  </a:lnTo>
                  <a:lnTo>
                    <a:pt x="1251005" y="1217542"/>
                  </a:lnTo>
                  <a:lnTo>
                    <a:pt x="1269677" y="1235379"/>
                  </a:lnTo>
                  <a:lnTo>
                    <a:pt x="1271642" y="1237256"/>
                  </a:lnTo>
                  <a:lnTo>
                    <a:pt x="1273608" y="1239103"/>
                  </a:lnTo>
                  <a:lnTo>
                    <a:pt x="1292280" y="1256650"/>
                  </a:lnTo>
                  <a:lnTo>
                    <a:pt x="1294245" y="1258497"/>
                  </a:lnTo>
                  <a:lnTo>
                    <a:pt x="1296210" y="1260307"/>
                  </a:lnTo>
                  <a:lnTo>
                    <a:pt x="1314883" y="1277507"/>
                  </a:lnTo>
                  <a:lnTo>
                    <a:pt x="1316848" y="1279318"/>
                  </a:lnTo>
                  <a:lnTo>
                    <a:pt x="1318813" y="1281086"/>
                  </a:lnTo>
                  <a:lnTo>
                    <a:pt x="1337485" y="1297891"/>
                  </a:lnTo>
                  <a:lnTo>
                    <a:pt x="1339450" y="1299660"/>
                  </a:lnTo>
                  <a:lnTo>
                    <a:pt x="1341416" y="1301381"/>
                  </a:lnTo>
                  <a:lnTo>
                    <a:pt x="1360088" y="1317730"/>
                  </a:lnTo>
                  <a:lnTo>
                    <a:pt x="1362053" y="1319451"/>
                  </a:lnTo>
                  <a:lnTo>
                    <a:pt x="1364018" y="1321118"/>
                  </a:lnTo>
                  <a:lnTo>
                    <a:pt x="1382690" y="1336956"/>
                  </a:lnTo>
                  <a:lnTo>
                    <a:pt x="1384656" y="1338622"/>
                  </a:lnTo>
                  <a:lnTo>
                    <a:pt x="1386621" y="1340229"/>
                  </a:lnTo>
                  <a:lnTo>
                    <a:pt x="1405293" y="1355500"/>
                  </a:lnTo>
                  <a:lnTo>
                    <a:pt x="1407258" y="1357107"/>
                  </a:lnTo>
                  <a:lnTo>
                    <a:pt x="1409223" y="1358646"/>
                  </a:lnTo>
                  <a:lnTo>
                    <a:pt x="1427896" y="1373270"/>
                  </a:lnTo>
                  <a:lnTo>
                    <a:pt x="1429861" y="1374809"/>
                  </a:lnTo>
                  <a:lnTo>
                    <a:pt x="1431826" y="1376263"/>
                  </a:lnTo>
                  <a:lnTo>
                    <a:pt x="1450498" y="1390081"/>
                  </a:lnTo>
                  <a:lnTo>
                    <a:pt x="1452463" y="1391535"/>
                  </a:lnTo>
                  <a:lnTo>
                    <a:pt x="1454429" y="1392912"/>
                  </a:lnTo>
                  <a:lnTo>
                    <a:pt x="1473101" y="1405995"/>
                  </a:lnTo>
                  <a:lnTo>
                    <a:pt x="1475066" y="1407372"/>
                  </a:lnTo>
                  <a:lnTo>
                    <a:pt x="1477031" y="1408668"/>
                  </a:lnTo>
                  <a:lnTo>
                    <a:pt x="1495704" y="1420979"/>
                  </a:lnTo>
                  <a:lnTo>
                    <a:pt x="1497669" y="1422275"/>
                  </a:lnTo>
                  <a:lnTo>
                    <a:pt x="1499634" y="1423486"/>
                  </a:lnTo>
                  <a:lnTo>
                    <a:pt x="1518306" y="1434994"/>
                  </a:lnTo>
                  <a:lnTo>
                    <a:pt x="1520271" y="1436206"/>
                  </a:lnTo>
                  <a:lnTo>
                    <a:pt x="1522237" y="1437330"/>
                  </a:lnTo>
                  <a:lnTo>
                    <a:pt x="1540909" y="1448009"/>
                  </a:lnTo>
                  <a:lnTo>
                    <a:pt x="1542874" y="1449133"/>
                  </a:lnTo>
                  <a:lnTo>
                    <a:pt x="1544839" y="1450168"/>
                  </a:lnTo>
                  <a:lnTo>
                    <a:pt x="1563511" y="1459999"/>
                  </a:lnTo>
                  <a:lnTo>
                    <a:pt x="1565477" y="1461034"/>
                  </a:lnTo>
                  <a:lnTo>
                    <a:pt x="1567442" y="1461966"/>
                  </a:lnTo>
                  <a:lnTo>
                    <a:pt x="1586114" y="1470824"/>
                  </a:lnTo>
                  <a:lnTo>
                    <a:pt x="1588079" y="1471756"/>
                  </a:lnTo>
                  <a:lnTo>
                    <a:pt x="1590044" y="1472590"/>
                  </a:lnTo>
                  <a:lnTo>
                    <a:pt x="1608717" y="1480513"/>
                  </a:lnTo>
                  <a:lnTo>
                    <a:pt x="1610682" y="1481347"/>
                  </a:lnTo>
                  <a:lnTo>
                    <a:pt x="1612647" y="1482092"/>
                  </a:lnTo>
                  <a:lnTo>
                    <a:pt x="1631319" y="1489170"/>
                  </a:lnTo>
                  <a:lnTo>
                    <a:pt x="1633285" y="1489915"/>
                  </a:lnTo>
                  <a:lnTo>
                    <a:pt x="1635250" y="1490574"/>
                  </a:lnTo>
                  <a:lnTo>
                    <a:pt x="1653922" y="1496830"/>
                  </a:lnTo>
                  <a:lnTo>
                    <a:pt x="1655887" y="1497488"/>
                  </a:lnTo>
                  <a:lnTo>
                    <a:pt x="1657852" y="1498064"/>
                  </a:lnTo>
                  <a:lnTo>
                    <a:pt x="1676525" y="1503531"/>
                  </a:lnTo>
                  <a:lnTo>
                    <a:pt x="1678490" y="1504106"/>
                  </a:lnTo>
                  <a:lnTo>
                    <a:pt x="1680455" y="1504603"/>
                  </a:lnTo>
                  <a:lnTo>
                    <a:pt x="1699127" y="1509325"/>
                  </a:lnTo>
                  <a:lnTo>
                    <a:pt x="1701092" y="1509822"/>
                  </a:lnTo>
                  <a:lnTo>
                    <a:pt x="1703058" y="1510246"/>
                  </a:lnTo>
                  <a:lnTo>
                    <a:pt x="1721730" y="1514271"/>
                  </a:lnTo>
                  <a:lnTo>
                    <a:pt x="1723695" y="1514694"/>
                  </a:lnTo>
                  <a:lnTo>
                    <a:pt x="1725660" y="1515040"/>
                  </a:lnTo>
                  <a:lnTo>
                    <a:pt x="1744333" y="1518328"/>
                  </a:lnTo>
                  <a:lnTo>
                    <a:pt x="1746298" y="1518674"/>
                  </a:lnTo>
                  <a:lnTo>
                    <a:pt x="1748263" y="1518966"/>
                  </a:lnTo>
                  <a:lnTo>
                    <a:pt x="1766935" y="1521743"/>
                  </a:lnTo>
                  <a:lnTo>
                    <a:pt x="1768900" y="1522036"/>
                  </a:lnTo>
                  <a:lnTo>
                    <a:pt x="1770866" y="1522283"/>
                  </a:lnTo>
                  <a:lnTo>
                    <a:pt x="1789538" y="1524637"/>
                  </a:lnTo>
                  <a:lnTo>
                    <a:pt x="1791503" y="1524885"/>
                  </a:lnTo>
                  <a:lnTo>
                    <a:pt x="1793468" y="1525098"/>
                  </a:lnTo>
                  <a:lnTo>
                    <a:pt x="1812140" y="1527120"/>
                  </a:lnTo>
                  <a:lnTo>
                    <a:pt x="1814106" y="1527333"/>
                  </a:lnTo>
                  <a:lnTo>
                    <a:pt x="1816071" y="1527521"/>
                  </a:lnTo>
                  <a:lnTo>
                    <a:pt x="1834743" y="1529309"/>
                  </a:lnTo>
                  <a:lnTo>
                    <a:pt x="1836708" y="1529497"/>
                  </a:lnTo>
                  <a:lnTo>
                    <a:pt x="1838673" y="1529671"/>
                  </a:lnTo>
                  <a:lnTo>
                    <a:pt x="1857346" y="1531322"/>
                  </a:lnTo>
                  <a:lnTo>
                    <a:pt x="1859311" y="1531496"/>
                  </a:lnTo>
                  <a:lnTo>
                    <a:pt x="1861276" y="1531667"/>
                  </a:lnTo>
                  <a:lnTo>
                    <a:pt x="1879948" y="1533292"/>
                  </a:lnTo>
                  <a:lnTo>
                    <a:pt x="1881914" y="1533463"/>
                  </a:lnTo>
                  <a:lnTo>
                    <a:pt x="1883879" y="1533646"/>
                  </a:lnTo>
                  <a:lnTo>
                    <a:pt x="1902551" y="1535385"/>
                  </a:lnTo>
                  <a:lnTo>
                    <a:pt x="1904516" y="1535568"/>
                  </a:lnTo>
                  <a:lnTo>
                    <a:pt x="1906481" y="1535773"/>
                  </a:lnTo>
                  <a:lnTo>
                    <a:pt x="1925154" y="1537720"/>
                  </a:lnTo>
                  <a:lnTo>
                    <a:pt x="1927119" y="1537924"/>
                  </a:lnTo>
                  <a:lnTo>
                    <a:pt x="1929084" y="1538160"/>
                  </a:lnTo>
                  <a:lnTo>
                    <a:pt x="1947756" y="1540399"/>
                  </a:lnTo>
                  <a:lnTo>
                    <a:pt x="1949721" y="1540635"/>
                  </a:lnTo>
                  <a:lnTo>
                    <a:pt x="1951687" y="1540909"/>
                  </a:lnTo>
                  <a:lnTo>
                    <a:pt x="1970359" y="1543518"/>
                  </a:lnTo>
                  <a:lnTo>
                    <a:pt x="1972324" y="1543793"/>
                  </a:lnTo>
                  <a:lnTo>
                    <a:pt x="1974289" y="1544113"/>
                  </a:lnTo>
                  <a:lnTo>
                    <a:pt x="1992962" y="1547160"/>
                  </a:lnTo>
                  <a:lnTo>
                    <a:pt x="1994927" y="1547481"/>
                  </a:lnTo>
                  <a:lnTo>
                    <a:pt x="1996892" y="1547854"/>
                  </a:lnTo>
                  <a:lnTo>
                    <a:pt x="2015564" y="1551397"/>
                  </a:lnTo>
                  <a:lnTo>
                    <a:pt x="2017529" y="1551770"/>
                  </a:lnTo>
                  <a:lnTo>
                    <a:pt x="2019494" y="1552213"/>
                  </a:lnTo>
                  <a:lnTo>
                    <a:pt x="2038167" y="1556414"/>
                  </a:lnTo>
                  <a:lnTo>
                    <a:pt x="2040132" y="1556856"/>
                  </a:lnTo>
                  <a:lnTo>
                    <a:pt x="2042097" y="1557362"/>
                  </a:lnTo>
                  <a:lnTo>
                    <a:pt x="2060769" y="1562167"/>
                  </a:lnTo>
                  <a:lnTo>
                    <a:pt x="2062735" y="1562673"/>
                  </a:lnTo>
                  <a:lnTo>
                    <a:pt x="2064700" y="1563242"/>
                  </a:lnTo>
                  <a:lnTo>
                    <a:pt x="2083372" y="1568648"/>
                  </a:lnTo>
                  <a:lnTo>
                    <a:pt x="2085337" y="1569217"/>
                  </a:lnTo>
                  <a:lnTo>
                    <a:pt x="2087302" y="1569849"/>
                  </a:lnTo>
                  <a:lnTo>
                    <a:pt x="2105975" y="1575857"/>
                  </a:lnTo>
                  <a:lnTo>
                    <a:pt x="2107940" y="1576489"/>
                  </a:lnTo>
                  <a:lnTo>
                    <a:pt x="2109905" y="1577183"/>
                  </a:lnTo>
                  <a:lnTo>
                    <a:pt x="2128577" y="1583782"/>
                  </a:lnTo>
                  <a:lnTo>
                    <a:pt x="2130542" y="1584477"/>
                  </a:lnTo>
                  <a:lnTo>
                    <a:pt x="2132508" y="1585231"/>
                  </a:lnTo>
                  <a:lnTo>
                    <a:pt x="2151180" y="1592401"/>
                  </a:lnTo>
                  <a:lnTo>
                    <a:pt x="2153145" y="1593156"/>
                  </a:lnTo>
                  <a:lnTo>
                    <a:pt x="2155110" y="1593971"/>
                  </a:lnTo>
                  <a:lnTo>
                    <a:pt x="2173783" y="1601714"/>
                  </a:lnTo>
                  <a:lnTo>
                    <a:pt x="2175748" y="1602529"/>
                  </a:lnTo>
                  <a:lnTo>
                    <a:pt x="2177713" y="1603402"/>
                  </a:lnTo>
                  <a:lnTo>
                    <a:pt x="2196385" y="1611701"/>
                  </a:lnTo>
                  <a:lnTo>
                    <a:pt x="2198350" y="1612575"/>
                  </a:lnTo>
                  <a:lnTo>
                    <a:pt x="2200316" y="1613492"/>
                  </a:lnTo>
                  <a:lnTo>
                    <a:pt x="2218988" y="1622212"/>
                  </a:lnTo>
                  <a:lnTo>
                    <a:pt x="2220953" y="1623130"/>
                  </a:lnTo>
                  <a:lnTo>
                    <a:pt x="2222918" y="1624086"/>
                  </a:lnTo>
                  <a:lnTo>
                    <a:pt x="2241590" y="1633168"/>
                  </a:lnTo>
                  <a:lnTo>
                    <a:pt x="2243556" y="1634124"/>
                  </a:lnTo>
                  <a:lnTo>
                    <a:pt x="2245521" y="1635111"/>
                  </a:lnTo>
                  <a:lnTo>
                    <a:pt x="2264193" y="1644492"/>
                  </a:lnTo>
                  <a:lnTo>
                    <a:pt x="2266158" y="1645480"/>
                  </a:lnTo>
                  <a:lnTo>
                    <a:pt x="2268123" y="1646491"/>
                  </a:lnTo>
                  <a:lnTo>
                    <a:pt x="2286796" y="1656105"/>
                  </a:lnTo>
                  <a:lnTo>
                    <a:pt x="2288761" y="1657117"/>
                  </a:lnTo>
                  <a:lnTo>
                    <a:pt x="2290726" y="1658146"/>
                  </a:lnTo>
                  <a:lnTo>
                    <a:pt x="2309398" y="1667925"/>
                  </a:lnTo>
                  <a:lnTo>
                    <a:pt x="2311364" y="1668954"/>
                  </a:lnTo>
                  <a:lnTo>
                    <a:pt x="2313329" y="1669993"/>
                  </a:lnTo>
                  <a:lnTo>
                    <a:pt x="2332001" y="1679865"/>
                  </a:lnTo>
                  <a:lnTo>
                    <a:pt x="2333966" y="1680904"/>
                  </a:lnTo>
                  <a:lnTo>
                    <a:pt x="2335931" y="1681942"/>
                  </a:lnTo>
                  <a:lnTo>
                    <a:pt x="2354604" y="1691804"/>
                  </a:lnTo>
                  <a:lnTo>
                    <a:pt x="2356569" y="1692842"/>
                  </a:lnTo>
                  <a:lnTo>
                    <a:pt x="2358534" y="1693871"/>
                  </a:lnTo>
                  <a:lnTo>
                    <a:pt x="2377206" y="1703650"/>
                  </a:lnTo>
                  <a:lnTo>
                    <a:pt x="2379171" y="1704680"/>
                  </a:lnTo>
                  <a:lnTo>
                    <a:pt x="2381137" y="1705693"/>
                  </a:lnTo>
                  <a:lnTo>
                    <a:pt x="2399809" y="1715325"/>
                  </a:lnTo>
                  <a:lnTo>
                    <a:pt x="2401774" y="1716339"/>
                  </a:lnTo>
                  <a:lnTo>
                    <a:pt x="2403739" y="1717330"/>
                  </a:lnTo>
                  <a:lnTo>
                    <a:pt x="2422412" y="1726751"/>
                  </a:lnTo>
                  <a:lnTo>
                    <a:pt x="2424377" y="1727743"/>
                  </a:lnTo>
                  <a:lnTo>
                    <a:pt x="2426342" y="1728706"/>
                  </a:lnTo>
                  <a:lnTo>
                    <a:pt x="2445014" y="1737858"/>
                  </a:lnTo>
                  <a:lnTo>
                    <a:pt x="2446979" y="1738821"/>
                  </a:lnTo>
                  <a:lnTo>
                    <a:pt x="2448945" y="1739748"/>
                  </a:lnTo>
                  <a:lnTo>
                    <a:pt x="2467617" y="1748562"/>
                  </a:lnTo>
                  <a:lnTo>
                    <a:pt x="2469582" y="1749489"/>
                  </a:lnTo>
                  <a:lnTo>
                    <a:pt x="2471547" y="1750369"/>
                  </a:lnTo>
                  <a:lnTo>
                    <a:pt x="2490219" y="1758723"/>
                  </a:lnTo>
                  <a:lnTo>
                    <a:pt x="2492185" y="1759602"/>
                  </a:lnTo>
                  <a:lnTo>
                    <a:pt x="2494150" y="1760435"/>
                  </a:lnTo>
                  <a:lnTo>
                    <a:pt x="2512822" y="1768352"/>
                  </a:lnTo>
                  <a:lnTo>
                    <a:pt x="2514787" y="1769186"/>
                  </a:lnTo>
                  <a:lnTo>
                    <a:pt x="2516752" y="1769969"/>
                  </a:lnTo>
                  <a:lnTo>
                    <a:pt x="2535425" y="1777418"/>
                  </a:lnTo>
                  <a:lnTo>
                    <a:pt x="2537390" y="1778202"/>
                  </a:lnTo>
                  <a:lnTo>
                    <a:pt x="2539355" y="1778934"/>
                  </a:lnTo>
                  <a:lnTo>
                    <a:pt x="2558027" y="1785888"/>
                  </a:lnTo>
                  <a:lnTo>
                    <a:pt x="2559992" y="1786620"/>
                  </a:lnTo>
                  <a:lnTo>
                    <a:pt x="2561958" y="1787298"/>
                  </a:lnTo>
                  <a:lnTo>
                    <a:pt x="2580630" y="1793742"/>
                  </a:lnTo>
                  <a:lnTo>
                    <a:pt x="2582595" y="1794420"/>
                  </a:lnTo>
                  <a:lnTo>
                    <a:pt x="2584560" y="1795043"/>
                  </a:lnTo>
                  <a:lnTo>
                    <a:pt x="2603233" y="1800964"/>
                  </a:lnTo>
                  <a:lnTo>
                    <a:pt x="2605198" y="1801587"/>
                  </a:lnTo>
                  <a:lnTo>
                    <a:pt x="2607163" y="1802148"/>
                  </a:lnTo>
                  <a:lnTo>
                    <a:pt x="2625835" y="1807477"/>
                  </a:lnTo>
                  <a:lnTo>
                    <a:pt x="2627800" y="1808038"/>
                  </a:lnTo>
                  <a:lnTo>
                    <a:pt x="2629766" y="1808539"/>
                  </a:lnTo>
                  <a:lnTo>
                    <a:pt x="2648438" y="1813306"/>
                  </a:lnTo>
                  <a:lnTo>
                    <a:pt x="2650403" y="1813807"/>
                  </a:lnTo>
                  <a:lnTo>
                    <a:pt x="2652368" y="1814257"/>
                  </a:lnTo>
                  <a:lnTo>
                    <a:pt x="2671040" y="1818527"/>
                  </a:lnTo>
                  <a:lnTo>
                    <a:pt x="2673006" y="1818976"/>
                  </a:lnTo>
                  <a:lnTo>
                    <a:pt x="2674971" y="1819376"/>
                  </a:lnTo>
                  <a:lnTo>
                    <a:pt x="2693643" y="1823173"/>
                  </a:lnTo>
                  <a:lnTo>
                    <a:pt x="2695608" y="1823573"/>
                  </a:lnTo>
                  <a:lnTo>
                    <a:pt x="2697573" y="1823926"/>
                  </a:lnTo>
                  <a:lnTo>
                    <a:pt x="2716246" y="1827279"/>
                  </a:lnTo>
                  <a:lnTo>
                    <a:pt x="2718211" y="1827632"/>
                  </a:lnTo>
                  <a:lnTo>
                    <a:pt x="2720176" y="1827942"/>
                  </a:lnTo>
                  <a:lnTo>
                    <a:pt x="2738848" y="1830886"/>
                  </a:lnTo>
                  <a:lnTo>
                    <a:pt x="2740814" y="1831195"/>
                  </a:lnTo>
                  <a:lnTo>
                    <a:pt x="2742779" y="1831466"/>
                  </a:lnTo>
                  <a:lnTo>
                    <a:pt x="2761451" y="1834038"/>
                  </a:lnTo>
                  <a:lnTo>
                    <a:pt x="2763416" y="1834309"/>
                  </a:lnTo>
                  <a:lnTo>
                    <a:pt x="2765381" y="1834539"/>
                  </a:lnTo>
                  <a:lnTo>
                    <a:pt x="2784054" y="1836726"/>
                  </a:lnTo>
                  <a:lnTo>
                    <a:pt x="2786019" y="1836956"/>
                  </a:lnTo>
                  <a:lnTo>
                    <a:pt x="2787984" y="1837159"/>
                  </a:lnTo>
                  <a:lnTo>
                    <a:pt x="2806656" y="1839087"/>
                  </a:lnTo>
                  <a:lnTo>
                    <a:pt x="2808621" y="1839289"/>
                  </a:lnTo>
                  <a:lnTo>
                    <a:pt x="2810587" y="1839470"/>
                  </a:lnTo>
                  <a:lnTo>
                    <a:pt x="2829259" y="1841185"/>
                  </a:lnTo>
                  <a:lnTo>
                    <a:pt x="2831224" y="1841365"/>
                  </a:lnTo>
                  <a:lnTo>
                    <a:pt x="2833189" y="1841528"/>
                  </a:lnTo>
                  <a:lnTo>
                    <a:pt x="2851862" y="1843076"/>
                  </a:lnTo>
                  <a:lnTo>
                    <a:pt x="2853827" y="1843239"/>
                  </a:lnTo>
                  <a:lnTo>
                    <a:pt x="2855792" y="1843389"/>
                  </a:lnTo>
                  <a:lnTo>
                    <a:pt x="2874464" y="1844813"/>
                  </a:lnTo>
                  <a:lnTo>
                    <a:pt x="2876429" y="1844963"/>
                  </a:lnTo>
                  <a:lnTo>
                    <a:pt x="2878395" y="1845105"/>
                  </a:lnTo>
                  <a:lnTo>
                    <a:pt x="2897067" y="1846448"/>
                  </a:lnTo>
                  <a:lnTo>
                    <a:pt x="2899032" y="1846590"/>
                  </a:lnTo>
                  <a:lnTo>
                    <a:pt x="2900997" y="1846727"/>
                  </a:lnTo>
                  <a:lnTo>
                    <a:pt x="2919669" y="1848029"/>
                  </a:lnTo>
                  <a:lnTo>
                    <a:pt x="2921635" y="1848167"/>
                  </a:lnTo>
                  <a:lnTo>
                    <a:pt x="2923600" y="1848304"/>
                  </a:lnTo>
                  <a:lnTo>
                    <a:pt x="2942272" y="1849614"/>
                  </a:lnTo>
                  <a:lnTo>
                    <a:pt x="2944237" y="1849752"/>
                  </a:lnTo>
                  <a:lnTo>
                    <a:pt x="2946202" y="1849893"/>
                  </a:lnTo>
                  <a:lnTo>
                    <a:pt x="2964875" y="1851241"/>
                  </a:lnTo>
                  <a:lnTo>
                    <a:pt x="2966840" y="1851383"/>
                  </a:lnTo>
                  <a:lnTo>
                    <a:pt x="2968805" y="1851531"/>
                  </a:lnTo>
                  <a:lnTo>
                    <a:pt x="2987477" y="1852940"/>
                  </a:lnTo>
                  <a:lnTo>
                    <a:pt x="2989443" y="1853088"/>
                  </a:lnTo>
                  <a:lnTo>
                    <a:pt x="2991408" y="1853245"/>
                  </a:lnTo>
                  <a:lnTo>
                    <a:pt x="3010080" y="1854732"/>
                  </a:lnTo>
                  <a:lnTo>
                    <a:pt x="3012045" y="1854888"/>
                  </a:lnTo>
                  <a:lnTo>
                    <a:pt x="3014010" y="1855054"/>
                  </a:lnTo>
                  <a:lnTo>
                    <a:pt x="3032683" y="1856633"/>
                  </a:lnTo>
                  <a:lnTo>
                    <a:pt x="3034648" y="1856799"/>
                  </a:lnTo>
                  <a:lnTo>
                    <a:pt x="3036613" y="1856975"/>
                  </a:lnTo>
                  <a:lnTo>
                    <a:pt x="3055285" y="1858653"/>
                  </a:lnTo>
                  <a:lnTo>
                    <a:pt x="3057250" y="1858829"/>
                  </a:lnTo>
                  <a:lnTo>
                    <a:pt x="3059216" y="1859019"/>
                  </a:lnTo>
                  <a:lnTo>
                    <a:pt x="3077888" y="1860817"/>
                  </a:lnTo>
                  <a:lnTo>
                    <a:pt x="3079853" y="1861006"/>
                  </a:lnTo>
                  <a:lnTo>
                    <a:pt x="3081818" y="1861206"/>
                  </a:lnTo>
                  <a:lnTo>
                    <a:pt x="3100490" y="1863105"/>
                  </a:lnTo>
                  <a:lnTo>
                    <a:pt x="3102456" y="1863304"/>
                  </a:lnTo>
                  <a:lnTo>
                    <a:pt x="3104421" y="1863513"/>
                  </a:lnTo>
                  <a:lnTo>
                    <a:pt x="3123093" y="1865500"/>
                  </a:lnTo>
                  <a:lnTo>
                    <a:pt x="3125058" y="1865709"/>
                  </a:lnTo>
                  <a:lnTo>
                    <a:pt x="3127023" y="1865926"/>
                  </a:lnTo>
                  <a:lnTo>
                    <a:pt x="3145696" y="1867989"/>
                  </a:lnTo>
                  <a:lnTo>
                    <a:pt x="3147661" y="1868206"/>
                  </a:lnTo>
                  <a:lnTo>
                    <a:pt x="3149626" y="1868430"/>
                  </a:lnTo>
                  <a:lnTo>
                    <a:pt x="3168298" y="1870556"/>
                  </a:lnTo>
                  <a:lnTo>
                    <a:pt x="3170264" y="1870779"/>
                  </a:lnTo>
                  <a:lnTo>
                    <a:pt x="3172229" y="1871008"/>
                  </a:lnTo>
                  <a:lnTo>
                    <a:pt x="3190901" y="1873180"/>
                  </a:lnTo>
                  <a:lnTo>
                    <a:pt x="3192866" y="1873409"/>
                  </a:lnTo>
                  <a:lnTo>
                    <a:pt x="3194831" y="1873640"/>
                  </a:lnTo>
                  <a:lnTo>
                    <a:pt x="3213504" y="1875842"/>
                  </a:lnTo>
                  <a:lnTo>
                    <a:pt x="3215469" y="1876073"/>
                  </a:lnTo>
                  <a:lnTo>
                    <a:pt x="3217434" y="1876306"/>
                  </a:lnTo>
                  <a:lnTo>
                    <a:pt x="3236106" y="1878511"/>
                  </a:lnTo>
                  <a:lnTo>
                    <a:pt x="3238071" y="1878744"/>
                  </a:lnTo>
                  <a:lnTo>
                    <a:pt x="3240037" y="1878974"/>
                  </a:lnTo>
                  <a:lnTo>
                    <a:pt x="3258709" y="1881161"/>
                  </a:lnTo>
                  <a:lnTo>
                    <a:pt x="3260674" y="1881391"/>
                  </a:lnTo>
                  <a:lnTo>
                    <a:pt x="3262639" y="1881618"/>
                  </a:lnTo>
                  <a:lnTo>
                    <a:pt x="3281312" y="1883769"/>
                  </a:lnTo>
                  <a:lnTo>
                    <a:pt x="3283277" y="1883996"/>
                  </a:lnTo>
                  <a:lnTo>
                    <a:pt x="3285242" y="1884216"/>
                  </a:lnTo>
                  <a:lnTo>
                    <a:pt x="3303914" y="1886315"/>
                  </a:lnTo>
                  <a:lnTo>
                    <a:pt x="3305879" y="1886536"/>
                  </a:lnTo>
                  <a:lnTo>
                    <a:pt x="3307845" y="1886749"/>
                  </a:lnTo>
                  <a:lnTo>
                    <a:pt x="3326517" y="1888779"/>
                  </a:lnTo>
                  <a:lnTo>
                    <a:pt x="3328482" y="1888993"/>
                  </a:lnTo>
                  <a:lnTo>
                    <a:pt x="3330447" y="1889198"/>
                  </a:lnTo>
                  <a:lnTo>
                    <a:pt x="3349119" y="1891146"/>
                  </a:lnTo>
                  <a:lnTo>
                    <a:pt x="3351085" y="1891350"/>
                  </a:lnTo>
                  <a:lnTo>
                    <a:pt x="3353050" y="1891544"/>
                  </a:lnTo>
                  <a:lnTo>
                    <a:pt x="3371722" y="1893380"/>
                  </a:lnTo>
                  <a:lnTo>
                    <a:pt x="3373687" y="1893574"/>
                  </a:lnTo>
                  <a:lnTo>
                    <a:pt x="3375652" y="1893755"/>
                  </a:lnTo>
                  <a:lnTo>
                    <a:pt x="3394325" y="1895477"/>
                  </a:lnTo>
                  <a:lnTo>
                    <a:pt x="3396290" y="1895658"/>
                  </a:lnTo>
                  <a:lnTo>
                    <a:pt x="3398255" y="1895827"/>
                  </a:lnTo>
                  <a:lnTo>
                    <a:pt x="3416927" y="1897435"/>
                  </a:lnTo>
                  <a:lnTo>
                    <a:pt x="3418893" y="1897604"/>
                  </a:lnTo>
                  <a:lnTo>
                    <a:pt x="3420858" y="1897761"/>
                  </a:lnTo>
                  <a:lnTo>
                    <a:pt x="3439530" y="1899250"/>
                  </a:lnTo>
                  <a:lnTo>
                    <a:pt x="3441495" y="1899407"/>
                  </a:lnTo>
                  <a:lnTo>
                    <a:pt x="3443460" y="1899551"/>
                  </a:lnTo>
                  <a:lnTo>
                    <a:pt x="3462133" y="1900920"/>
                  </a:lnTo>
                  <a:lnTo>
                    <a:pt x="3464098" y="1901064"/>
                  </a:lnTo>
                  <a:lnTo>
                    <a:pt x="3466063" y="1901196"/>
                  </a:lnTo>
                  <a:lnTo>
                    <a:pt x="3484735" y="1902444"/>
                  </a:lnTo>
                  <a:lnTo>
                    <a:pt x="3486700" y="1902575"/>
                  </a:lnTo>
                  <a:lnTo>
                    <a:pt x="3488666" y="1902694"/>
                  </a:lnTo>
                  <a:lnTo>
                    <a:pt x="3507338" y="1903819"/>
                  </a:lnTo>
                  <a:lnTo>
                    <a:pt x="3509303" y="1903938"/>
                  </a:lnTo>
                  <a:lnTo>
                    <a:pt x="3511268" y="1904042"/>
                  </a:lnTo>
                  <a:lnTo>
                    <a:pt x="3529941" y="1905030"/>
                  </a:lnTo>
                  <a:lnTo>
                    <a:pt x="3531906" y="1905134"/>
                  </a:lnTo>
                  <a:lnTo>
                    <a:pt x="3533871" y="1905227"/>
                  </a:lnTo>
                  <a:lnTo>
                    <a:pt x="3552543" y="1906107"/>
                  </a:lnTo>
                  <a:lnTo>
                    <a:pt x="3554508" y="1906199"/>
                  </a:lnTo>
                  <a:lnTo>
                    <a:pt x="3556473" y="1906281"/>
                  </a:lnTo>
                  <a:lnTo>
                    <a:pt x="3575146" y="1907058"/>
                  </a:lnTo>
                  <a:lnTo>
                    <a:pt x="3577111" y="1907139"/>
                  </a:lnTo>
                  <a:lnTo>
                    <a:pt x="3579076" y="1907211"/>
                  </a:lnTo>
                  <a:lnTo>
                    <a:pt x="3597748" y="1907891"/>
                  </a:lnTo>
                  <a:lnTo>
                    <a:pt x="3599714" y="1907963"/>
                  </a:lnTo>
                  <a:lnTo>
                    <a:pt x="3601679" y="1908025"/>
                  </a:lnTo>
                  <a:lnTo>
                    <a:pt x="3620351" y="1908616"/>
                  </a:lnTo>
                  <a:lnTo>
                    <a:pt x="3622316" y="1908679"/>
                  </a:lnTo>
                  <a:lnTo>
                    <a:pt x="3624281" y="1908732"/>
                  </a:lnTo>
                  <a:lnTo>
                    <a:pt x="3642954" y="1909241"/>
                  </a:lnTo>
                  <a:lnTo>
                    <a:pt x="3644919" y="1909295"/>
                  </a:lnTo>
                  <a:lnTo>
                    <a:pt x="3646884" y="1909340"/>
                  </a:lnTo>
                  <a:lnTo>
                    <a:pt x="3665556" y="1909767"/>
                  </a:lnTo>
                  <a:lnTo>
                    <a:pt x="3667521" y="1909812"/>
                  </a:lnTo>
                  <a:lnTo>
                    <a:pt x="3669487" y="1909849"/>
                  </a:lnTo>
                  <a:lnTo>
                    <a:pt x="3688159" y="1910206"/>
                  </a:lnTo>
                  <a:lnTo>
                    <a:pt x="3690124" y="1910244"/>
                  </a:lnTo>
                  <a:lnTo>
                    <a:pt x="3692089" y="1910275"/>
                  </a:lnTo>
                  <a:lnTo>
                    <a:pt x="3695640" y="191033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213278" y="3569190"/>
              <a:ext cx="7391280" cy="1912641"/>
            </a:xfrm>
            <a:custGeom>
              <a:avLst/>
              <a:pathLst>
                <a:path w="7391280" h="1912641">
                  <a:moveTo>
                    <a:pt x="0" y="1912641"/>
                  </a:moveTo>
                  <a:lnTo>
                    <a:pt x="17306" y="1912641"/>
                  </a:lnTo>
                  <a:lnTo>
                    <a:pt x="39909" y="1912641"/>
                  </a:lnTo>
                  <a:lnTo>
                    <a:pt x="62511" y="1912641"/>
                  </a:lnTo>
                  <a:lnTo>
                    <a:pt x="85114" y="1912641"/>
                  </a:lnTo>
                  <a:lnTo>
                    <a:pt x="107717" y="1912641"/>
                  </a:lnTo>
                  <a:lnTo>
                    <a:pt x="130319" y="1912640"/>
                  </a:lnTo>
                  <a:lnTo>
                    <a:pt x="152922" y="1912640"/>
                  </a:lnTo>
                  <a:lnTo>
                    <a:pt x="175524" y="1912640"/>
                  </a:lnTo>
                  <a:lnTo>
                    <a:pt x="198127" y="1912639"/>
                  </a:lnTo>
                  <a:lnTo>
                    <a:pt x="220730" y="1912638"/>
                  </a:lnTo>
                  <a:lnTo>
                    <a:pt x="243332" y="1912636"/>
                  </a:lnTo>
                  <a:lnTo>
                    <a:pt x="265935" y="1912634"/>
                  </a:lnTo>
                  <a:lnTo>
                    <a:pt x="288538" y="1912631"/>
                  </a:lnTo>
                  <a:lnTo>
                    <a:pt x="311140" y="1912627"/>
                  </a:lnTo>
                  <a:lnTo>
                    <a:pt x="333743" y="1912621"/>
                  </a:lnTo>
                  <a:lnTo>
                    <a:pt x="356345" y="1912614"/>
                  </a:lnTo>
                  <a:lnTo>
                    <a:pt x="378948" y="1912603"/>
                  </a:lnTo>
                  <a:lnTo>
                    <a:pt x="401551" y="1912587"/>
                  </a:lnTo>
                  <a:lnTo>
                    <a:pt x="424153" y="1912566"/>
                  </a:lnTo>
                  <a:lnTo>
                    <a:pt x="446756" y="1912539"/>
                  </a:lnTo>
                  <a:lnTo>
                    <a:pt x="469359" y="1912502"/>
                  </a:lnTo>
                  <a:lnTo>
                    <a:pt x="491961" y="1912454"/>
                  </a:lnTo>
                  <a:lnTo>
                    <a:pt x="514564" y="1912392"/>
                  </a:lnTo>
                  <a:lnTo>
                    <a:pt x="537167" y="1912307"/>
                  </a:lnTo>
                  <a:lnTo>
                    <a:pt x="559769" y="1912198"/>
                  </a:lnTo>
                  <a:lnTo>
                    <a:pt x="582372" y="1912058"/>
                  </a:lnTo>
                  <a:lnTo>
                    <a:pt x="604974" y="1911881"/>
                  </a:lnTo>
                  <a:lnTo>
                    <a:pt x="627577" y="1911660"/>
                  </a:lnTo>
                  <a:lnTo>
                    <a:pt x="650180" y="1911385"/>
                  </a:lnTo>
                  <a:lnTo>
                    <a:pt x="672782" y="1911039"/>
                  </a:lnTo>
                  <a:lnTo>
                    <a:pt x="695385" y="1910603"/>
                  </a:lnTo>
                  <a:lnTo>
                    <a:pt x="717988" y="1910071"/>
                  </a:lnTo>
                  <a:lnTo>
                    <a:pt x="740590" y="1909427"/>
                  </a:lnTo>
                  <a:lnTo>
                    <a:pt x="763193" y="1908655"/>
                  </a:lnTo>
                  <a:lnTo>
                    <a:pt x="785796" y="1907737"/>
                  </a:lnTo>
                  <a:lnTo>
                    <a:pt x="808398" y="1906655"/>
                  </a:lnTo>
                  <a:lnTo>
                    <a:pt x="831001" y="1905347"/>
                  </a:lnTo>
                  <a:lnTo>
                    <a:pt x="853603" y="1903815"/>
                  </a:lnTo>
                  <a:lnTo>
                    <a:pt x="876206" y="1902044"/>
                  </a:lnTo>
                  <a:lnTo>
                    <a:pt x="898809" y="1900012"/>
                  </a:lnTo>
                  <a:lnTo>
                    <a:pt x="921411" y="1897699"/>
                  </a:lnTo>
                  <a:lnTo>
                    <a:pt x="944014" y="1895084"/>
                  </a:lnTo>
                  <a:lnTo>
                    <a:pt x="966617" y="1892129"/>
                  </a:lnTo>
                  <a:lnTo>
                    <a:pt x="989219" y="1888778"/>
                  </a:lnTo>
                  <a:lnTo>
                    <a:pt x="1011822" y="1885068"/>
                  </a:lnTo>
                  <a:lnTo>
                    <a:pt x="1034424" y="1880989"/>
                  </a:lnTo>
                  <a:lnTo>
                    <a:pt x="1057027" y="1876533"/>
                  </a:lnTo>
                  <a:lnTo>
                    <a:pt x="1079630" y="1871695"/>
                  </a:lnTo>
                  <a:lnTo>
                    <a:pt x="1102232" y="1866473"/>
                  </a:lnTo>
                  <a:lnTo>
                    <a:pt x="1124835" y="1860809"/>
                  </a:lnTo>
                  <a:lnTo>
                    <a:pt x="1147438" y="1854740"/>
                  </a:lnTo>
                  <a:lnTo>
                    <a:pt x="1170040" y="1848297"/>
                  </a:lnTo>
                  <a:lnTo>
                    <a:pt x="1192643" y="1841484"/>
                  </a:lnTo>
                  <a:lnTo>
                    <a:pt x="1215246" y="1834308"/>
                  </a:lnTo>
                  <a:lnTo>
                    <a:pt x="1237848" y="1826774"/>
                  </a:lnTo>
                  <a:lnTo>
                    <a:pt x="1260451" y="1818875"/>
                  </a:lnTo>
                  <a:lnTo>
                    <a:pt x="1283053" y="1810551"/>
                  </a:lnTo>
                  <a:lnTo>
                    <a:pt x="1305656" y="1801865"/>
                  </a:lnTo>
                  <a:lnTo>
                    <a:pt x="1328259" y="1792807"/>
                  </a:lnTo>
                  <a:lnTo>
                    <a:pt x="1350861" y="1783363"/>
                  </a:lnTo>
                  <a:lnTo>
                    <a:pt x="1373464" y="1773514"/>
                  </a:lnTo>
                  <a:lnTo>
                    <a:pt x="1396067" y="1763237"/>
                  </a:lnTo>
                  <a:lnTo>
                    <a:pt x="1418669" y="1752446"/>
                  </a:lnTo>
                  <a:lnTo>
                    <a:pt x="1441272" y="1741106"/>
                  </a:lnTo>
                  <a:lnTo>
                    <a:pt x="1463874" y="1729227"/>
                  </a:lnTo>
                  <a:lnTo>
                    <a:pt x="1486477" y="1716777"/>
                  </a:lnTo>
                  <a:lnTo>
                    <a:pt x="1509080" y="1703722"/>
                  </a:lnTo>
                  <a:lnTo>
                    <a:pt x="1531682" y="1690034"/>
                  </a:lnTo>
                  <a:lnTo>
                    <a:pt x="1554285" y="1675684"/>
                  </a:lnTo>
                  <a:lnTo>
                    <a:pt x="1576888" y="1660505"/>
                  </a:lnTo>
                  <a:lnTo>
                    <a:pt x="1599490" y="1644627"/>
                  </a:lnTo>
                  <a:lnTo>
                    <a:pt x="1622093" y="1628057"/>
                  </a:lnTo>
                  <a:lnTo>
                    <a:pt x="1644696" y="1610811"/>
                  </a:lnTo>
                  <a:lnTo>
                    <a:pt x="1667298" y="1592914"/>
                  </a:lnTo>
                  <a:lnTo>
                    <a:pt x="1689901" y="1574400"/>
                  </a:lnTo>
                  <a:lnTo>
                    <a:pt x="1712503" y="1555275"/>
                  </a:lnTo>
                  <a:lnTo>
                    <a:pt x="1735106" y="1535606"/>
                  </a:lnTo>
                  <a:lnTo>
                    <a:pt x="1757709" y="1515546"/>
                  </a:lnTo>
                  <a:lnTo>
                    <a:pt x="1780311" y="1495183"/>
                  </a:lnTo>
                  <a:lnTo>
                    <a:pt x="1802914" y="1474612"/>
                  </a:lnTo>
                  <a:lnTo>
                    <a:pt x="1825517" y="1453937"/>
                  </a:lnTo>
                  <a:lnTo>
                    <a:pt x="1848119" y="1433263"/>
                  </a:lnTo>
                  <a:lnTo>
                    <a:pt x="1870722" y="1412752"/>
                  </a:lnTo>
                  <a:lnTo>
                    <a:pt x="1893325" y="1392533"/>
                  </a:lnTo>
                  <a:lnTo>
                    <a:pt x="1915927" y="1372711"/>
                  </a:lnTo>
                  <a:lnTo>
                    <a:pt x="1938530" y="1353390"/>
                  </a:lnTo>
                  <a:lnTo>
                    <a:pt x="1961132" y="1334667"/>
                  </a:lnTo>
                  <a:lnTo>
                    <a:pt x="1983735" y="1316634"/>
                  </a:lnTo>
                  <a:lnTo>
                    <a:pt x="2006338" y="1299417"/>
                  </a:lnTo>
                  <a:lnTo>
                    <a:pt x="2028940" y="1283195"/>
                  </a:lnTo>
                  <a:lnTo>
                    <a:pt x="2051543" y="1267877"/>
                  </a:lnTo>
                  <a:lnTo>
                    <a:pt x="2074146" y="1253484"/>
                  </a:lnTo>
                  <a:lnTo>
                    <a:pt x="2096748" y="1240018"/>
                  </a:lnTo>
                  <a:lnTo>
                    <a:pt x="2119351" y="1227462"/>
                  </a:lnTo>
                  <a:lnTo>
                    <a:pt x="2141953" y="1215780"/>
                  </a:lnTo>
                  <a:lnTo>
                    <a:pt x="2164556" y="1205018"/>
                  </a:lnTo>
                  <a:lnTo>
                    <a:pt x="2187159" y="1194996"/>
                  </a:lnTo>
                  <a:lnTo>
                    <a:pt x="2209761" y="1185542"/>
                  </a:lnTo>
                  <a:lnTo>
                    <a:pt x="2232364" y="1176528"/>
                  </a:lnTo>
                  <a:lnTo>
                    <a:pt x="2254967" y="1167811"/>
                  </a:lnTo>
                  <a:lnTo>
                    <a:pt x="2277569" y="1159239"/>
                  </a:lnTo>
                  <a:lnTo>
                    <a:pt x="2300172" y="1150647"/>
                  </a:lnTo>
                  <a:lnTo>
                    <a:pt x="2322775" y="1141776"/>
                  </a:lnTo>
                  <a:lnTo>
                    <a:pt x="2345377" y="1132467"/>
                  </a:lnTo>
                  <a:lnTo>
                    <a:pt x="2367980" y="1122566"/>
                  </a:lnTo>
                  <a:lnTo>
                    <a:pt x="2390582" y="1111929"/>
                  </a:lnTo>
                  <a:lnTo>
                    <a:pt x="2413185" y="1100425"/>
                  </a:lnTo>
                  <a:lnTo>
                    <a:pt x="2435788" y="1087942"/>
                  </a:lnTo>
                  <a:lnTo>
                    <a:pt x="2458390" y="1074254"/>
                  </a:lnTo>
                  <a:lnTo>
                    <a:pt x="2480993" y="1059286"/>
                  </a:lnTo>
                  <a:lnTo>
                    <a:pt x="2503596" y="1043130"/>
                  </a:lnTo>
                  <a:lnTo>
                    <a:pt x="2526198" y="1025788"/>
                  </a:lnTo>
                  <a:lnTo>
                    <a:pt x="2548801" y="1007285"/>
                  </a:lnTo>
                  <a:lnTo>
                    <a:pt x="2571403" y="987667"/>
                  </a:lnTo>
                  <a:lnTo>
                    <a:pt x="2594006" y="967004"/>
                  </a:lnTo>
                  <a:lnTo>
                    <a:pt x="2616609" y="945219"/>
                  </a:lnTo>
                  <a:lnTo>
                    <a:pt x="2639211" y="922640"/>
                  </a:lnTo>
                  <a:lnTo>
                    <a:pt x="2661814" y="899403"/>
                  </a:lnTo>
                  <a:lnTo>
                    <a:pt x="2684417" y="875641"/>
                  </a:lnTo>
                  <a:lnTo>
                    <a:pt x="2707019" y="851490"/>
                  </a:lnTo>
                  <a:lnTo>
                    <a:pt x="2729622" y="827084"/>
                  </a:lnTo>
                  <a:lnTo>
                    <a:pt x="2752225" y="802564"/>
                  </a:lnTo>
                  <a:lnTo>
                    <a:pt x="2774827" y="778105"/>
                  </a:lnTo>
                  <a:lnTo>
                    <a:pt x="2797430" y="753832"/>
                  </a:lnTo>
                  <a:lnTo>
                    <a:pt x="2820032" y="729845"/>
                  </a:lnTo>
                  <a:lnTo>
                    <a:pt x="2842635" y="706230"/>
                  </a:lnTo>
                  <a:lnTo>
                    <a:pt x="2865238" y="683062"/>
                  </a:lnTo>
                  <a:lnTo>
                    <a:pt x="2887840" y="660399"/>
                  </a:lnTo>
                  <a:lnTo>
                    <a:pt x="2910443" y="638388"/>
                  </a:lnTo>
                  <a:lnTo>
                    <a:pt x="2933046" y="616981"/>
                  </a:lnTo>
                  <a:lnTo>
                    <a:pt x="2955648" y="596152"/>
                  </a:lnTo>
                  <a:lnTo>
                    <a:pt x="2978251" y="575883"/>
                  </a:lnTo>
                  <a:lnTo>
                    <a:pt x="3000854" y="556142"/>
                  </a:lnTo>
                  <a:lnTo>
                    <a:pt x="3023456" y="536882"/>
                  </a:lnTo>
                  <a:lnTo>
                    <a:pt x="3046059" y="518058"/>
                  </a:lnTo>
                  <a:lnTo>
                    <a:pt x="3068661" y="499604"/>
                  </a:lnTo>
                  <a:lnTo>
                    <a:pt x="3091264" y="481352"/>
                  </a:lnTo>
                  <a:lnTo>
                    <a:pt x="3113867" y="463198"/>
                  </a:lnTo>
                  <a:lnTo>
                    <a:pt x="3136469" y="445033"/>
                  </a:lnTo>
                  <a:lnTo>
                    <a:pt x="3159072" y="426745"/>
                  </a:lnTo>
                  <a:lnTo>
                    <a:pt x="3181675" y="408221"/>
                  </a:lnTo>
                  <a:lnTo>
                    <a:pt x="3204277" y="389282"/>
                  </a:lnTo>
                  <a:lnTo>
                    <a:pt x="3226880" y="369819"/>
                  </a:lnTo>
                  <a:lnTo>
                    <a:pt x="3249482" y="349786"/>
                  </a:lnTo>
                  <a:lnTo>
                    <a:pt x="3272085" y="329131"/>
                  </a:lnTo>
                  <a:lnTo>
                    <a:pt x="3294688" y="307827"/>
                  </a:lnTo>
                  <a:lnTo>
                    <a:pt x="3317290" y="285873"/>
                  </a:lnTo>
                  <a:lnTo>
                    <a:pt x="3339893" y="263291"/>
                  </a:lnTo>
                  <a:lnTo>
                    <a:pt x="3362496" y="240088"/>
                  </a:lnTo>
                  <a:lnTo>
                    <a:pt x="3385098" y="216530"/>
                  </a:lnTo>
                  <a:lnTo>
                    <a:pt x="3407701" y="192794"/>
                  </a:lnTo>
                  <a:lnTo>
                    <a:pt x="3430304" y="169090"/>
                  </a:lnTo>
                  <a:lnTo>
                    <a:pt x="3452906" y="145661"/>
                  </a:lnTo>
                  <a:lnTo>
                    <a:pt x="3475509" y="122773"/>
                  </a:lnTo>
                  <a:lnTo>
                    <a:pt x="3498111" y="100860"/>
                  </a:lnTo>
                  <a:lnTo>
                    <a:pt x="3520714" y="80364"/>
                  </a:lnTo>
                  <a:lnTo>
                    <a:pt x="3543317" y="61508"/>
                  </a:lnTo>
                  <a:lnTo>
                    <a:pt x="3565919" y="44601"/>
                  </a:lnTo>
                  <a:lnTo>
                    <a:pt x="3588522" y="29934"/>
                  </a:lnTo>
                  <a:lnTo>
                    <a:pt x="3611125" y="17778"/>
                  </a:lnTo>
                  <a:lnTo>
                    <a:pt x="3633727" y="8376"/>
                  </a:lnTo>
                  <a:lnTo>
                    <a:pt x="3656330" y="2578"/>
                  </a:lnTo>
                  <a:lnTo>
                    <a:pt x="3678932" y="0"/>
                  </a:lnTo>
                  <a:lnTo>
                    <a:pt x="3695640" y="488"/>
                  </a:lnTo>
                  <a:lnTo>
                    <a:pt x="3701535" y="661"/>
                  </a:lnTo>
                  <a:lnTo>
                    <a:pt x="3724138" y="4582"/>
                  </a:lnTo>
                  <a:lnTo>
                    <a:pt x="3746740" y="11736"/>
                  </a:lnTo>
                  <a:lnTo>
                    <a:pt x="3769343" y="22049"/>
                  </a:lnTo>
                  <a:lnTo>
                    <a:pt x="3791946" y="35619"/>
                  </a:lnTo>
                  <a:lnTo>
                    <a:pt x="3814548" y="52392"/>
                  </a:lnTo>
                  <a:lnTo>
                    <a:pt x="3837151" y="71714"/>
                  </a:lnTo>
                  <a:lnTo>
                    <a:pt x="3859754" y="93344"/>
                  </a:lnTo>
                  <a:lnTo>
                    <a:pt x="3882356" y="117025"/>
                  </a:lnTo>
                  <a:lnTo>
                    <a:pt x="3904959" y="142492"/>
                  </a:lnTo>
                  <a:lnTo>
                    <a:pt x="3927561" y="169474"/>
                  </a:lnTo>
                  <a:lnTo>
                    <a:pt x="3950164" y="197850"/>
                  </a:lnTo>
                  <a:lnTo>
                    <a:pt x="3972767" y="227134"/>
                  </a:lnTo>
                  <a:lnTo>
                    <a:pt x="3995369" y="257033"/>
                  </a:lnTo>
                  <a:lnTo>
                    <a:pt x="4017972" y="287329"/>
                  </a:lnTo>
                  <a:lnTo>
                    <a:pt x="4040575" y="317822"/>
                  </a:lnTo>
                  <a:lnTo>
                    <a:pt x="4063177" y="348331"/>
                  </a:lnTo>
                  <a:lnTo>
                    <a:pt x="4085780" y="378680"/>
                  </a:lnTo>
                  <a:lnTo>
                    <a:pt x="4108382" y="408647"/>
                  </a:lnTo>
                  <a:lnTo>
                    <a:pt x="4130985" y="438152"/>
                  </a:lnTo>
                  <a:lnTo>
                    <a:pt x="4153588" y="467107"/>
                  </a:lnTo>
                  <a:lnTo>
                    <a:pt x="4176190" y="495436"/>
                  </a:lnTo>
                  <a:lnTo>
                    <a:pt x="4198793" y="523077"/>
                  </a:lnTo>
                  <a:lnTo>
                    <a:pt x="4221396" y="549982"/>
                  </a:lnTo>
                  <a:lnTo>
                    <a:pt x="4243998" y="576003"/>
                  </a:lnTo>
                  <a:lnTo>
                    <a:pt x="4266601" y="601158"/>
                  </a:lnTo>
                  <a:lnTo>
                    <a:pt x="4289204" y="625507"/>
                  </a:lnTo>
                  <a:lnTo>
                    <a:pt x="4311806" y="649058"/>
                  </a:lnTo>
                  <a:lnTo>
                    <a:pt x="4334409" y="671828"/>
                  </a:lnTo>
                  <a:lnTo>
                    <a:pt x="4357011" y="693845"/>
                  </a:lnTo>
                  <a:lnTo>
                    <a:pt x="4379614" y="715139"/>
                  </a:lnTo>
                  <a:lnTo>
                    <a:pt x="4402217" y="735649"/>
                  </a:lnTo>
                  <a:lnTo>
                    <a:pt x="4424819" y="755590"/>
                  </a:lnTo>
                  <a:lnTo>
                    <a:pt x="4447422" y="775035"/>
                  </a:lnTo>
                  <a:lnTo>
                    <a:pt x="4470025" y="794065"/>
                  </a:lnTo>
                  <a:lnTo>
                    <a:pt x="4492627" y="812764"/>
                  </a:lnTo>
                  <a:lnTo>
                    <a:pt x="4515230" y="831219"/>
                  </a:lnTo>
                  <a:lnTo>
                    <a:pt x="4537833" y="849517"/>
                  </a:lnTo>
                  <a:lnTo>
                    <a:pt x="4560435" y="867783"/>
                  </a:lnTo>
                  <a:lnTo>
                    <a:pt x="4583038" y="886114"/>
                  </a:lnTo>
                  <a:lnTo>
                    <a:pt x="4605640" y="904586"/>
                  </a:lnTo>
                  <a:lnTo>
                    <a:pt x="4628243" y="923266"/>
                  </a:lnTo>
                  <a:lnTo>
                    <a:pt x="4650846" y="942211"/>
                  </a:lnTo>
                  <a:lnTo>
                    <a:pt x="4673448" y="961469"/>
                  </a:lnTo>
                  <a:lnTo>
                    <a:pt x="4696051" y="981150"/>
                  </a:lnTo>
                  <a:lnTo>
                    <a:pt x="4718654" y="1001210"/>
                  </a:lnTo>
                  <a:lnTo>
                    <a:pt x="4741256" y="1021641"/>
                  </a:lnTo>
                  <a:lnTo>
                    <a:pt x="4763859" y="1042426"/>
                  </a:lnTo>
                  <a:lnTo>
                    <a:pt x="4786461" y="1063542"/>
                  </a:lnTo>
                  <a:lnTo>
                    <a:pt x="4809064" y="1084952"/>
                  </a:lnTo>
                  <a:lnTo>
                    <a:pt x="4831667" y="1106623"/>
                  </a:lnTo>
                  <a:lnTo>
                    <a:pt x="4854269" y="1128489"/>
                  </a:lnTo>
                  <a:lnTo>
                    <a:pt x="4876872" y="1150448"/>
                  </a:lnTo>
                  <a:lnTo>
                    <a:pt x="4899475" y="1172428"/>
                  </a:lnTo>
                  <a:lnTo>
                    <a:pt x="4922077" y="1194355"/>
                  </a:lnTo>
                  <a:lnTo>
                    <a:pt x="4944680" y="1216154"/>
                  </a:lnTo>
                  <a:lnTo>
                    <a:pt x="4967283" y="1237745"/>
                  </a:lnTo>
                  <a:lnTo>
                    <a:pt x="4989885" y="1258986"/>
                  </a:lnTo>
                  <a:lnTo>
                    <a:pt x="5012488" y="1279807"/>
                  </a:lnTo>
                  <a:lnTo>
                    <a:pt x="5035090" y="1300149"/>
                  </a:lnTo>
                  <a:lnTo>
                    <a:pt x="5057693" y="1319940"/>
                  </a:lnTo>
                  <a:lnTo>
                    <a:pt x="5080296" y="1339111"/>
                  </a:lnTo>
                  <a:lnTo>
                    <a:pt x="5102898" y="1357596"/>
                  </a:lnTo>
                  <a:lnTo>
                    <a:pt x="5125501" y="1375298"/>
                  </a:lnTo>
                  <a:lnTo>
                    <a:pt x="5148104" y="1392024"/>
                  </a:lnTo>
                  <a:lnTo>
                    <a:pt x="5170706" y="1407861"/>
                  </a:lnTo>
                  <a:lnTo>
                    <a:pt x="5193309" y="1422764"/>
                  </a:lnTo>
                  <a:lnTo>
                    <a:pt x="5215911" y="1436695"/>
                  </a:lnTo>
                  <a:lnTo>
                    <a:pt x="5238514" y="1449622"/>
                  </a:lnTo>
                  <a:lnTo>
                    <a:pt x="5261117" y="1461523"/>
                  </a:lnTo>
                  <a:lnTo>
                    <a:pt x="5283719" y="1472245"/>
                  </a:lnTo>
                  <a:lnTo>
                    <a:pt x="5306322" y="1481836"/>
                  </a:lnTo>
                  <a:lnTo>
                    <a:pt x="5328925" y="1490404"/>
                  </a:lnTo>
                  <a:lnTo>
                    <a:pt x="5351527" y="1497977"/>
                  </a:lnTo>
                  <a:lnTo>
                    <a:pt x="5374130" y="1504595"/>
                  </a:lnTo>
                  <a:lnTo>
                    <a:pt x="5396733" y="1510311"/>
                  </a:lnTo>
                  <a:lnTo>
                    <a:pt x="5419335" y="1515183"/>
                  </a:lnTo>
                  <a:lnTo>
                    <a:pt x="5441938" y="1519163"/>
                  </a:lnTo>
                  <a:lnTo>
                    <a:pt x="5464540" y="1522525"/>
                  </a:lnTo>
                  <a:lnTo>
                    <a:pt x="5487143" y="1525374"/>
                  </a:lnTo>
                  <a:lnTo>
                    <a:pt x="5509746" y="1527822"/>
                  </a:lnTo>
                  <a:lnTo>
                    <a:pt x="5532348" y="1529986"/>
                  </a:lnTo>
                  <a:lnTo>
                    <a:pt x="5554951" y="1531985"/>
                  </a:lnTo>
                  <a:lnTo>
                    <a:pt x="5577554" y="1533952"/>
                  </a:lnTo>
                  <a:lnTo>
                    <a:pt x="5600156" y="1536057"/>
                  </a:lnTo>
                  <a:lnTo>
                    <a:pt x="5622759" y="1538413"/>
                  </a:lnTo>
                  <a:lnTo>
                    <a:pt x="5645362" y="1541124"/>
                  </a:lnTo>
                  <a:lnTo>
                    <a:pt x="5667964" y="1544282"/>
                  </a:lnTo>
                  <a:lnTo>
                    <a:pt x="5690567" y="1547970"/>
                  </a:lnTo>
                  <a:lnTo>
                    <a:pt x="5713169" y="1552259"/>
                  </a:lnTo>
                  <a:lnTo>
                    <a:pt x="5735772" y="1557345"/>
                  </a:lnTo>
                  <a:lnTo>
                    <a:pt x="5758375" y="1563162"/>
                  </a:lnTo>
                  <a:lnTo>
                    <a:pt x="5780977" y="1569706"/>
                  </a:lnTo>
                  <a:lnTo>
                    <a:pt x="5803580" y="1576978"/>
                  </a:lnTo>
                  <a:lnTo>
                    <a:pt x="5826183" y="1584966"/>
                  </a:lnTo>
                  <a:lnTo>
                    <a:pt x="5848785" y="1593645"/>
                  </a:lnTo>
                  <a:lnTo>
                    <a:pt x="5871388" y="1603018"/>
                  </a:lnTo>
                  <a:lnTo>
                    <a:pt x="5893990" y="1613064"/>
                  </a:lnTo>
                  <a:lnTo>
                    <a:pt x="5916593" y="1623619"/>
                  </a:lnTo>
                  <a:lnTo>
                    <a:pt x="5939196" y="1634613"/>
                  </a:lnTo>
                  <a:lnTo>
                    <a:pt x="5961798" y="1645969"/>
                  </a:lnTo>
                  <a:lnTo>
                    <a:pt x="5984401" y="1657606"/>
                  </a:lnTo>
                  <a:lnTo>
                    <a:pt x="6007004" y="1669443"/>
                  </a:lnTo>
                  <a:lnTo>
                    <a:pt x="6029606" y="1681393"/>
                  </a:lnTo>
                  <a:lnTo>
                    <a:pt x="6052209" y="1693331"/>
                  </a:lnTo>
                  <a:lnTo>
                    <a:pt x="6074812" y="1705169"/>
                  </a:lnTo>
                  <a:lnTo>
                    <a:pt x="6097414" y="1716828"/>
                  </a:lnTo>
                  <a:lnTo>
                    <a:pt x="6120017" y="1728232"/>
                  </a:lnTo>
                  <a:lnTo>
                    <a:pt x="6142619" y="1739310"/>
                  </a:lnTo>
                  <a:lnTo>
                    <a:pt x="6165222" y="1749978"/>
                  </a:lnTo>
                  <a:lnTo>
                    <a:pt x="6187825" y="1760091"/>
                  </a:lnTo>
                  <a:lnTo>
                    <a:pt x="6210427" y="1769674"/>
                  </a:lnTo>
                  <a:lnTo>
                    <a:pt x="6233030" y="1778691"/>
                  </a:lnTo>
                  <a:lnTo>
                    <a:pt x="6255633" y="1787109"/>
                  </a:lnTo>
                  <a:lnTo>
                    <a:pt x="6278235" y="1794909"/>
                  </a:lnTo>
                  <a:lnTo>
                    <a:pt x="6300838" y="1802076"/>
                  </a:lnTo>
                  <a:lnTo>
                    <a:pt x="6323440" y="1808527"/>
                  </a:lnTo>
                  <a:lnTo>
                    <a:pt x="6346043" y="1814296"/>
                  </a:lnTo>
                  <a:lnTo>
                    <a:pt x="6368646" y="1819465"/>
                  </a:lnTo>
                  <a:lnTo>
                    <a:pt x="6391248" y="1824062"/>
                  </a:lnTo>
                  <a:lnTo>
                    <a:pt x="6413851" y="1828121"/>
                  </a:lnTo>
                  <a:lnTo>
                    <a:pt x="6436454" y="1831684"/>
                  </a:lnTo>
                  <a:lnTo>
                    <a:pt x="6459056" y="1834798"/>
                  </a:lnTo>
                  <a:lnTo>
                    <a:pt x="6481659" y="1837445"/>
                  </a:lnTo>
                  <a:lnTo>
                    <a:pt x="6504262" y="1839778"/>
                  </a:lnTo>
                  <a:lnTo>
                    <a:pt x="6526864" y="1841854"/>
                  </a:lnTo>
                  <a:lnTo>
                    <a:pt x="6549467" y="1843728"/>
                  </a:lnTo>
                  <a:lnTo>
                    <a:pt x="6572069" y="1845452"/>
                  </a:lnTo>
                  <a:lnTo>
                    <a:pt x="6594672" y="1847079"/>
                  </a:lnTo>
                  <a:lnTo>
                    <a:pt x="6617275" y="1848656"/>
                  </a:lnTo>
                  <a:lnTo>
                    <a:pt x="6639877" y="1850241"/>
                  </a:lnTo>
                  <a:lnTo>
                    <a:pt x="6662480" y="1851872"/>
                  </a:lnTo>
                  <a:lnTo>
                    <a:pt x="6685083" y="1853577"/>
                  </a:lnTo>
                  <a:lnTo>
                    <a:pt x="6707685" y="1855377"/>
                  </a:lnTo>
                  <a:lnTo>
                    <a:pt x="6730288" y="1857288"/>
                  </a:lnTo>
                  <a:lnTo>
                    <a:pt x="6752890" y="1859318"/>
                  </a:lnTo>
                  <a:lnTo>
                    <a:pt x="6775493" y="1861495"/>
                  </a:lnTo>
                  <a:lnTo>
                    <a:pt x="6798096" y="1863793"/>
                  </a:lnTo>
                  <a:lnTo>
                    <a:pt x="6820698" y="1866198"/>
                  </a:lnTo>
                  <a:lnTo>
                    <a:pt x="6843301" y="1868695"/>
                  </a:lnTo>
                  <a:lnTo>
                    <a:pt x="6865904" y="1871268"/>
                  </a:lnTo>
                  <a:lnTo>
                    <a:pt x="6888506" y="1873898"/>
                  </a:lnTo>
                  <a:lnTo>
                    <a:pt x="6911109" y="1876562"/>
                  </a:lnTo>
                  <a:lnTo>
                    <a:pt x="6933712" y="1879233"/>
                  </a:lnTo>
                  <a:lnTo>
                    <a:pt x="6956314" y="1881880"/>
                  </a:lnTo>
                  <a:lnTo>
                    <a:pt x="6978917" y="1884485"/>
                  </a:lnTo>
                  <a:lnTo>
                    <a:pt x="7001519" y="1887025"/>
                  </a:lnTo>
                  <a:lnTo>
                    <a:pt x="7024122" y="1889482"/>
                  </a:lnTo>
                  <a:lnTo>
                    <a:pt x="7046725" y="1891839"/>
                  </a:lnTo>
                  <a:lnTo>
                    <a:pt x="7069327" y="1894063"/>
                  </a:lnTo>
                  <a:lnTo>
                    <a:pt x="7091930" y="1896147"/>
                  </a:lnTo>
                  <a:lnTo>
                    <a:pt x="7114533" y="1898093"/>
                  </a:lnTo>
                  <a:lnTo>
                    <a:pt x="7137135" y="1899896"/>
                  </a:lnTo>
                  <a:lnTo>
                    <a:pt x="7159738" y="1901553"/>
                  </a:lnTo>
                  <a:lnTo>
                    <a:pt x="7182341" y="1903064"/>
                  </a:lnTo>
                  <a:lnTo>
                    <a:pt x="7204943" y="1904427"/>
                  </a:lnTo>
                  <a:lnTo>
                    <a:pt x="7227546" y="1905623"/>
                  </a:lnTo>
                  <a:lnTo>
                    <a:pt x="7250148" y="1906688"/>
                  </a:lnTo>
                  <a:lnTo>
                    <a:pt x="7272751" y="1907628"/>
                  </a:lnTo>
                  <a:lnTo>
                    <a:pt x="7295354" y="1908452"/>
                  </a:lnTo>
                  <a:lnTo>
                    <a:pt x="7317956" y="1909168"/>
                  </a:lnTo>
                  <a:lnTo>
                    <a:pt x="7340559" y="1909784"/>
                  </a:lnTo>
                  <a:lnTo>
                    <a:pt x="7363162" y="1910301"/>
                  </a:lnTo>
                  <a:lnTo>
                    <a:pt x="7385764" y="1910733"/>
                  </a:lnTo>
                  <a:lnTo>
                    <a:pt x="7391280" y="1910822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908918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735461" y="5434466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35461" y="4593713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35461" y="3752961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35461" y="2912209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0.0075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35461" y="2071456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089049" y="5724000"/>
              <a:ext cx="264261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32918" y="5724000"/>
              <a:ext cx="264261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872205" y="5724000"/>
              <a:ext cx="73426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142647" y="5724000"/>
              <a:ext cx="220278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486517" y="5724000"/>
              <a:ext cx="220278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878584" y="5889022"/>
              <a:ext cx="4060667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 = Actual dose – Predicted dose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323368" y="3741119"/>
              <a:ext cx="550560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213278" y="1682441"/>
              <a:ext cx="5547390" cy="14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Signed Dose Discrepancy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2026-07-07T08:25:15Z</dcterms:modified>
  <cp:category/>
</cp:coreProperties>
</file>