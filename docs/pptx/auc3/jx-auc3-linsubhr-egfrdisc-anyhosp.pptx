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64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(0.99-1.22), p = 0.064  |  per IQR decline (Δ = 22.8): 1.25 (0.99-1.58)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2026-06-08T10:33:15Z</dcterms:modified>
  <cp:category/>
</cp:coreProperties>
</file>