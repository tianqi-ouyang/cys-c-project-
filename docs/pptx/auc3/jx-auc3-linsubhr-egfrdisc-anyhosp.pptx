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817517" y="5142518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817517" y="4313054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817517" y="3483591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817517" y="2654127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76654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0456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24258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98060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817517" y="555724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817517" y="3898322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817517" y="3068859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17517" y="2239395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897534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2635555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373576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11159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7849619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g22"/>
            <p:cNvSpPr/>
            <p:nvPr/>
          </p:nvSpPr>
          <p:spPr>
            <a:xfrm>
              <a:off x="1172049" y="3040040"/>
              <a:ext cx="7090630" cy="2026388"/>
            </a:xfrm>
            <a:custGeom>
              <a:avLst/>
              <a:pathLst>
                <a:path w="7090630" h="2026388">
                  <a:moveTo>
                    <a:pt x="0" y="0"/>
                  </a:moveTo>
                  <a:lnTo>
                    <a:pt x="71622" y="41226"/>
                  </a:lnTo>
                  <a:lnTo>
                    <a:pt x="143245" y="81777"/>
                  </a:lnTo>
                  <a:lnTo>
                    <a:pt x="214867" y="121664"/>
                  </a:lnTo>
                  <a:lnTo>
                    <a:pt x="286490" y="160898"/>
                  </a:lnTo>
                  <a:lnTo>
                    <a:pt x="358112" y="199489"/>
                  </a:lnTo>
                  <a:lnTo>
                    <a:pt x="429735" y="237448"/>
                  </a:lnTo>
                  <a:lnTo>
                    <a:pt x="501357" y="274786"/>
                  </a:lnTo>
                  <a:lnTo>
                    <a:pt x="572980" y="311512"/>
                  </a:lnTo>
                  <a:lnTo>
                    <a:pt x="644602" y="347636"/>
                  </a:lnTo>
                  <a:lnTo>
                    <a:pt x="716225" y="383169"/>
                  </a:lnTo>
                  <a:lnTo>
                    <a:pt x="787847" y="418120"/>
                  </a:lnTo>
                  <a:lnTo>
                    <a:pt x="859470" y="452499"/>
                  </a:lnTo>
                  <a:lnTo>
                    <a:pt x="931092" y="486314"/>
                  </a:lnTo>
                  <a:lnTo>
                    <a:pt x="1002715" y="519576"/>
                  </a:lnTo>
                  <a:lnTo>
                    <a:pt x="1074337" y="552292"/>
                  </a:lnTo>
                  <a:lnTo>
                    <a:pt x="1145960" y="584473"/>
                  </a:lnTo>
                  <a:lnTo>
                    <a:pt x="1217582" y="616127"/>
                  </a:lnTo>
                  <a:lnTo>
                    <a:pt x="1289205" y="647263"/>
                  </a:lnTo>
                  <a:lnTo>
                    <a:pt x="1360827" y="677889"/>
                  </a:lnTo>
                  <a:lnTo>
                    <a:pt x="1432450" y="708013"/>
                  </a:lnTo>
                  <a:lnTo>
                    <a:pt x="1504073" y="737643"/>
                  </a:lnTo>
                  <a:lnTo>
                    <a:pt x="1575695" y="766789"/>
                  </a:lnTo>
                  <a:lnTo>
                    <a:pt x="1647318" y="795457"/>
                  </a:lnTo>
                  <a:lnTo>
                    <a:pt x="1718940" y="823655"/>
                  </a:lnTo>
                  <a:lnTo>
                    <a:pt x="1790563" y="851392"/>
                  </a:lnTo>
                  <a:lnTo>
                    <a:pt x="1862185" y="878674"/>
                  </a:lnTo>
                  <a:lnTo>
                    <a:pt x="1933808" y="905510"/>
                  </a:lnTo>
                  <a:lnTo>
                    <a:pt x="2005430" y="931906"/>
                  </a:lnTo>
                  <a:lnTo>
                    <a:pt x="2077053" y="957870"/>
                  </a:lnTo>
                  <a:lnTo>
                    <a:pt x="2148675" y="983409"/>
                  </a:lnTo>
                  <a:lnTo>
                    <a:pt x="2220298" y="1008529"/>
                  </a:lnTo>
                  <a:lnTo>
                    <a:pt x="2291920" y="1033238"/>
                  </a:lnTo>
                  <a:lnTo>
                    <a:pt x="2363543" y="1057542"/>
                  </a:lnTo>
                  <a:lnTo>
                    <a:pt x="2435165" y="1081448"/>
                  </a:lnTo>
                  <a:lnTo>
                    <a:pt x="2506788" y="1104963"/>
                  </a:lnTo>
                  <a:lnTo>
                    <a:pt x="2578410" y="1128092"/>
                  </a:lnTo>
                  <a:lnTo>
                    <a:pt x="2650033" y="1150843"/>
                  </a:lnTo>
                  <a:lnTo>
                    <a:pt x="2721655" y="1173221"/>
                  </a:lnTo>
                  <a:lnTo>
                    <a:pt x="2793278" y="1195233"/>
                  </a:lnTo>
                  <a:lnTo>
                    <a:pt x="2864901" y="1216884"/>
                  </a:lnTo>
                  <a:lnTo>
                    <a:pt x="2936523" y="1238180"/>
                  </a:lnTo>
                  <a:lnTo>
                    <a:pt x="3008146" y="1259128"/>
                  </a:lnTo>
                  <a:lnTo>
                    <a:pt x="3079768" y="1279732"/>
                  </a:lnTo>
                  <a:lnTo>
                    <a:pt x="3151391" y="1300000"/>
                  </a:lnTo>
                  <a:lnTo>
                    <a:pt x="3223013" y="1319935"/>
                  </a:lnTo>
                  <a:lnTo>
                    <a:pt x="3294636" y="1339544"/>
                  </a:lnTo>
                  <a:lnTo>
                    <a:pt x="3366258" y="1358831"/>
                  </a:lnTo>
                  <a:lnTo>
                    <a:pt x="3437881" y="1377803"/>
                  </a:lnTo>
                  <a:lnTo>
                    <a:pt x="3509503" y="1396464"/>
                  </a:lnTo>
                  <a:lnTo>
                    <a:pt x="3581126" y="1414819"/>
                  </a:lnTo>
                  <a:lnTo>
                    <a:pt x="3652748" y="1432874"/>
                  </a:lnTo>
                  <a:lnTo>
                    <a:pt x="3724371" y="1450633"/>
                  </a:lnTo>
                  <a:lnTo>
                    <a:pt x="3795993" y="1468101"/>
                  </a:lnTo>
                  <a:lnTo>
                    <a:pt x="3867616" y="1485283"/>
                  </a:lnTo>
                  <a:lnTo>
                    <a:pt x="3939238" y="1502184"/>
                  </a:lnTo>
                  <a:lnTo>
                    <a:pt x="4010861" y="1518808"/>
                  </a:lnTo>
                  <a:lnTo>
                    <a:pt x="4082483" y="1535159"/>
                  </a:lnTo>
                  <a:lnTo>
                    <a:pt x="4154106" y="1551243"/>
                  </a:lnTo>
                  <a:lnTo>
                    <a:pt x="4225729" y="1567064"/>
                  </a:lnTo>
                  <a:lnTo>
                    <a:pt x="4297351" y="1582625"/>
                  </a:lnTo>
                  <a:lnTo>
                    <a:pt x="4368974" y="1597931"/>
                  </a:lnTo>
                  <a:lnTo>
                    <a:pt x="4440596" y="1612987"/>
                  </a:lnTo>
                  <a:lnTo>
                    <a:pt x="4512219" y="1627796"/>
                  </a:lnTo>
                  <a:lnTo>
                    <a:pt x="4583841" y="1642363"/>
                  </a:lnTo>
                  <a:lnTo>
                    <a:pt x="4655464" y="1656691"/>
                  </a:lnTo>
                  <a:lnTo>
                    <a:pt x="4727086" y="1670784"/>
                  </a:lnTo>
                  <a:lnTo>
                    <a:pt x="4798709" y="1684647"/>
                  </a:lnTo>
                  <a:lnTo>
                    <a:pt x="4870331" y="1687438"/>
                  </a:lnTo>
                  <a:lnTo>
                    <a:pt x="4941954" y="1687040"/>
                  </a:lnTo>
                  <a:lnTo>
                    <a:pt x="5013576" y="1686642"/>
                  </a:lnTo>
                  <a:lnTo>
                    <a:pt x="5085199" y="1686245"/>
                  </a:lnTo>
                  <a:lnTo>
                    <a:pt x="5156821" y="1685847"/>
                  </a:lnTo>
                  <a:lnTo>
                    <a:pt x="5228444" y="1685448"/>
                  </a:lnTo>
                  <a:lnTo>
                    <a:pt x="5300066" y="1685050"/>
                  </a:lnTo>
                  <a:lnTo>
                    <a:pt x="5371689" y="1684651"/>
                  </a:lnTo>
                  <a:lnTo>
                    <a:pt x="5443311" y="1684253"/>
                  </a:lnTo>
                  <a:lnTo>
                    <a:pt x="5514934" y="1683854"/>
                  </a:lnTo>
                  <a:lnTo>
                    <a:pt x="5586557" y="1683455"/>
                  </a:lnTo>
                  <a:lnTo>
                    <a:pt x="5658179" y="1683055"/>
                  </a:lnTo>
                  <a:lnTo>
                    <a:pt x="5729802" y="1682656"/>
                  </a:lnTo>
                  <a:lnTo>
                    <a:pt x="5801424" y="1682256"/>
                  </a:lnTo>
                  <a:lnTo>
                    <a:pt x="5873047" y="1681856"/>
                  </a:lnTo>
                  <a:lnTo>
                    <a:pt x="5944669" y="1681456"/>
                  </a:lnTo>
                  <a:lnTo>
                    <a:pt x="6016292" y="1681055"/>
                  </a:lnTo>
                  <a:lnTo>
                    <a:pt x="6087914" y="1680655"/>
                  </a:lnTo>
                  <a:lnTo>
                    <a:pt x="6159537" y="1680254"/>
                  </a:lnTo>
                  <a:lnTo>
                    <a:pt x="6231159" y="1679853"/>
                  </a:lnTo>
                  <a:lnTo>
                    <a:pt x="6302782" y="1679452"/>
                  </a:lnTo>
                  <a:lnTo>
                    <a:pt x="6374404" y="1679051"/>
                  </a:lnTo>
                  <a:lnTo>
                    <a:pt x="6446027" y="1678650"/>
                  </a:lnTo>
                  <a:lnTo>
                    <a:pt x="6517649" y="1678248"/>
                  </a:lnTo>
                  <a:lnTo>
                    <a:pt x="6589272" y="1677846"/>
                  </a:lnTo>
                  <a:lnTo>
                    <a:pt x="6660894" y="1677444"/>
                  </a:lnTo>
                  <a:lnTo>
                    <a:pt x="6732517" y="1677042"/>
                  </a:lnTo>
                  <a:lnTo>
                    <a:pt x="6804139" y="1676639"/>
                  </a:lnTo>
                  <a:lnTo>
                    <a:pt x="6875762" y="1676237"/>
                  </a:lnTo>
                  <a:lnTo>
                    <a:pt x="6947385" y="1675834"/>
                  </a:lnTo>
                  <a:lnTo>
                    <a:pt x="7019007" y="1675431"/>
                  </a:lnTo>
                  <a:lnTo>
                    <a:pt x="7090630" y="1675028"/>
                  </a:lnTo>
                  <a:lnTo>
                    <a:pt x="7090630" y="2026388"/>
                  </a:lnTo>
                  <a:lnTo>
                    <a:pt x="7019007" y="2018216"/>
                  </a:lnTo>
                  <a:lnTo>
                    <a:pt x="6947385" y="2009907"/>
                  </a:lnTo>
                  <a:lnTo>
                    <a:pt x="6875762" y="2001461"/>
                  </a:lnTo>
                  <a:lnTo>
                    <a:pt x="6804139" y="1992873"/>
                  </a:lnTo>
                  <a:lnTo>
                    <a:pt x="6732517" y="1984143"/>
                  </a:lnTo>
                  <a:lnTo>
                    <a:pt x="6660894" y="1975267"/>
                  </a:lnTo>
                  <a:lnTo>
                    <a:pt x="6589272" y="1966243"/>
                  </a:lnTo>
                  <a:lnTo>
                    <a:pt x="6517649" y="1957069"/>
                  </a:lnTo>
                  <a:lnTo>
                    <a:pt x="6446027" y="1947743"/>
                  </a:lnTo>
                  <a:lnTo>
                    <a:pt x="6374404" y="1938261"/>
                  </a:lnTo>
                  <a:lnTo>
                    <a:pt x="6302782" y="1928621"/>
                  </a:lnTo>
                  <a:lnTo>
                    <a:pt x="6231159" y="1918821"/>
                  </a:lnTo>
                  <a:lnTo>
                    <a:pt x="6159537" y="1908857"/>
                  </a:lnTo>
                  <a:lnTo>
                    <a:pt x="6087914" y="1898728"/>
                  </a:lnTo>
                  <a:lnTo>
                    <a:pt x="6016292" y="1888430"/>
                  </a:lnTo>
                  <a:lnTo>
                    <a:pt x="5944669" y="1877961"/>
                  </a:lnTo>
                  <a:lnTo>
                    <a:pt x="5873047" y="1867317"/>
                  </a:lnTo>
                  <a:lnTo>
                    <a:pt x="5801424" y="1856496"/>
                  </a:lnTo>
                  <a:lnTo>
                    <a:pt x="5729802" y="1845494"/>
                  </a:lnTo>
                  <a:lnTo>
                    <a:pt x="5658179" y="1834310"/>
                  </a:lnTo>
                  <a:lnTo>
                    <a:pt x="5586557" y="1822939"/>
                  </a:lnTo>
                  <a:lnTo>
                    <a:pt x="5514934" y="1811380"/>
                  </a:lnTo>
                  <a:lnTo>
                    <a:pt x="5443311" y="1799627"/>
                  </a:lnTo>
                  <a:lnTo>
                    <a:pt x="5371689" y="1787679"/>
                  </a:lnTo>
                  <a:lnTo>
                    <a:pt x="5300066" y="1775532"/>
                  </a:lnTo>
                  <a:lnTo>
                    <a:pt x="5228444" y="1763183"/>
                  </a:lnTo>
                  <a:lnTo>
                    <a:pt x="5156821" y="1750628"/>
                  </a:lnTo>
                  <a:lnTo>
                    <a:pt x="5085199" y="1737864"/>
                  </a:lnTo>
                  <a:lnTo>
                    <a:pt x="5013576" y="1724887"/>
                  </a:lnTo>
                  <a:lnTo>
                    <a:pt x="4941954" y="1711695"/>
                  </a:lnTo>
                  <a:lnTo>
                    <a:pt x="4870331" y="1698283"/>
                  </a:lnTo>
                  <a:lnTo>
                    <a:pt x="4798709" y="1687835"/>
                  </a:lnTo>
                  <a:lnTo>
                    <a:pt x="4727086" y="1688232"/>
                  </a:lnTo>
                  <a:lnTo>
                    <a:pt x="4655464" y="1688629"/>
                  </a:lnTo>
                  <a:lnTo>
                    <a:pt x="4583841" y="1689025"/>
                  </a:lnTo>
                  <a:lnTo>
                    <a:pt x="4512219" y="1689422"/>
                  </a:lnTo>
                  <a:lnTo>
                    <a:pt x="4440596" y="1689818"/>
                  </a:lnTo>
                  <a:lnTo>
                    <a:pt x="4368974" y="1690214"/>
                  </a:lnTo>
                  <a:lnTo>
                    <a:pt x="4297351" y="1690610"/>
                  </a:lnTo>
                  <a:lnTo>
                    <a:pt x="4225729" y="1691006"/>
                  </a:lnTo>
                  <a:lnTo>
                    <a:pt x="4154106" y="1691402"/>
                  </a:lnTo>
                  <a:lnTo>
                    <a:pt x="4082483" y="1691797"/>
                  </a:lnTo>
                  <a:lnTo>
                    <a:pt x="4010861" y="1692192"/>
                  </a:lnTo>
                  <a:lnTo>
                    <a:pt x="3939238" y="1692587"/>
                  </a:lnTo>
                  <a:lnTo>
                    <a:pt x="3867616" y="1692982"/>
                  </a:lnTo>
                  <a:lnTo>
                    <a:pt x="3795993" y="1693377"/>
                  </a:lnTo>
                  <a:lnTo>
                    <a:pt x="3724371" y="1693771"/>
                  </a:lnTo>
                  <a:lnTo>
                    <a:pt x="3652748" y="1694165"/>
                  </a:lnTo>
                  <a:lnTo>
                    <a:pt x="3581126" y="1694559"/>
                  </a:lnTo>
                  <a:lnTo>
                    <a:pt x="3509503" y="1694953"/>
                  </a:lnTo>
                  <a:lnTo>
                    <a:pt x="3437881" y="1695347"/>
                  </a:lnTo>
                  <a:lnTo>
                    <a:pt x="3366258" y="1695740"/>
                  </a:lnTo>
                  <a:lnTo>
                    <a:pt x="3294636" y="1696134"/>
                  </a:lnTo>
                  <a:lnTo>
                    <a:pt x="3223013" y="1696527"/>
                  </a:lnTo>
                  <a:lnTo>
                    <a:pt x="3151391" y="1696920"/>
                  </a:lnTo>
                  <a:lnTo>
                    <a:pt x="3079768" y="1697312"/>
                  </a:lnTo>
                  <a:lnTo>
                    <a:pt x="3008146" y="1697705"/>
                  </a:lnTo>
                  <a:lnTo>
                    <a:pt x="2936523" y="1698097"/>
                  </a:lnTo>
                  <a:lnTo>
                    <a:pt x="2864901" y="1698489"/>
                  </a:lnTo>
                  <a:lnTo>
                    <a:pt x="2793278" y="1698881"/>
                  </a:lnTo>
                  <a:lnTo>
                    <a:pt x="2721655" y="1699273"/>
                  </a:lnTo>
                  <a:lnTo>
                    <a:pt x="2650033" y="1699665"/>
                  </a:lnTo>
                  <a:lnTo>
                    <a:pt x="2578410" y="1700056"/>
                  </a:lnTo>
                  <a:lnTo>
                    <a:pt x="2506788" y="1700447"/>
                  </a:lnTo>
                  <a:lnTo>
                    <a:pt x="2435165" y="1700838"/>
                  </a:lnTo>
                  <a:lnTo>
                    <a:pt x="2363543" y="1701229"/>
                  </a:lnTo>
                  <a:lnTo>
                    <a:pt x="2291920" y="1701620"/>
                  </a:lnTo>
                  <a:lnTo>
                    <a:pt x="2220298" y="1702010"/>
                  </a:lnTo>
                  <a:lnTo>
                    <a:pt x="2148675" y="1702401"/>
                  </a:lnTo>
                  <a:lnTo>
                    <a:pt x="2077053" y="1702791"/>
                  </a:lnTo>
                  <a:lnTo>
                    <a:pt x="2005430" y="1703181"/>
                  </a:lnTo>
                  <a:lnTo>
                    <a:pt x="1933808" y="1703570"/>
                  </a:lnTo>
                  <a:lnTo>
                    <a:pt x="1862185" y="1703960"/>
                  </a:lnTo>
                  <a:lnTo>
                    <a:pt x="1790563" y="1704349"/>
                  </a:lnTo>
                  <a:lnTo>
                    <a:pt x="1718940" y="1704738"/>
                  </a:lnTo>
                  <a:lnTo>
                    <a:pt x="1647318" y="1705127"/>
                  </a:lnTo>
                  <a:lnTo>
                    <a:pt x="1575695" y="1705516"/>
                  </a:lnTo>
                  <a:lnTo>
                    <a:pt x="1504073" y="1705905"/>
                  </a:lnTo>
                  <a:lnTo>
                    <a:pt x="1432450" y="1706293"/>
                  </a:lnTo>
                  <a:lnTo>
                    <a:pt x="1360827" y="1706681"/>
                  </a:lnTo>
                  <a:lnTo>
                    <a:pt x="1289205" y="1707069"/>
                  </a:lnTo>
                  <a:lnTo>
                    <a:pt x="1217582" y="1707457"/>
                  </a:lnTo>
                  <a:lnTo>
                    <a:pt x="1145960" y="1707845"/>
                  </a:lnTo>
                  <a:lnTo>
                    <a:pt x="1074337" y="1708232"/>
                  </a:lnTo>
                  <a:lnTo>
                    <a:pt x="1002715" y="1708620"/>
                  </a:lnTo>
                  <a:lnTo>
                    <a:pt x="931092" y="1709007"/>
                  </a:lnTo>
                  <a:lnTo>
                    <a:pt x="859470" y="1709394"/>
                  </a:lnTo>
                  <a:lnTo>
                    <a:pt x="787847" y="1709781"/>
                  </a:lnTo>
                  <a:lnTo>
                    <a:pt x="716225" y="1710167"/>
                  </a:lnTo>
                  <a:lnTo>
                    <a:pt x="644602" y="1710553"/>
                  </a:lnTo>
                  <a:lnTo>
                    <a:pt x="572980" y="1710940"/>
                  </a:lnTo>
                  <a:lnTo>
                    <a:pt x="501357" y="1711326"/>
                  </a:lnTo>
                  <a:lnTo>
                    <a:pt x="429735" y="1711711"/>
                  </a:lnTo>
                  <a:lnTo>
                    <a:pt x="358112" y="1712097"/>
                  </a:lnTo>
                  <a:lnTo>
                    <a:pt x="286490" y="1712483"/>
                  </a:lnTo>
                  <a:lnTo>
                    <a:pt x="214867" y="1712868"/>
                  </a:lnTo>
                  <a:lnTo>
                    <a:pt x="143245" y="1713253"/>
                  </a:lnTo>
                  <a:lnTo>
                    <a:pt x="71622" y="1713638"/>
                  </a:lnTo>
                  <a:lnTo>
                    <a:pt x="0" y="1714023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1172049" y="3040040"/>
              <a:ext cx="7090630" cy="1687438"/>
            </a:xfrm>
            <a:custGeom>
              <a:avLst/>
              <a:pathLst>
                <a:path w="7090630" h="1687438">
                  <a:moveTo>
                    <a:pt x="0" y="0"/>
                  </a:moveTo>
                  <a:lnTo>
                    <a:pt x="71622" y="41226"/>
                  </a:lnTo>
                  <a:lnTo>
                    <a:pt x="143245" y="81777"/>
                  </a:lnTo>
                  <a:lnTo>
                    <a:pt x="214867" y="121664"/>
                  </a:lnTo>
                  <a:lnTo>
                    <a:pt x="286490" y="160898"/>
                  </a:lnTo>
                  <a:lnTo>
                    <a:pt x="358112" y="199489"/>
                  </a:lnTo>
                  <a:lnTo>
                    <a:pt x="429735" y="237448"/>
                  </a:lnTo>
                  <a:lnTo>
                    <a:pt x="501357" y="274786"/>
                  </a:lnTo>
                  <a:lnTo>
                    <a:pt x="572980" y="311512"/>
                  </a:lnTo>
                  <a:lnTo>
                    <a:pt x="644602" y="347636"/>
                  </a:lnTo>
                  <a:lnTo>
                    <a:pt x="716225" y="383169"/>
                  </a:lnTo>
                  <a:lnTo>
                    <a:pt x="787847" y="418120"/>
                  </a:lnTo>
                  <a:lnTo>
                    <a:pt x="859470" y="452499"/>
                  </a:lnTo>
                  <a:lnTo>
                    <a:pt x="931092" y="486314"/>
                  </a:lnTo>
                  <a:lnTo>
                    <a:pt x="1002715" y="519576"/>
                  </a:lnTo>
                  <a:lnTo>
                    <a:pt x="1074337" y="552292"/>
                  </a:lnTo>
                  <a:lnTo>
                    <a:pt x="1145960" y="584473"/>
                  </a:lnTo>
                  <a:lnTo>
                    <a:pt x="1217582" y="616127"/>
                  </a:lnTo>
                  <a:lnTo>
                    <a:pt x="1289205" y="647263"/>
                  </a:lnTo>
                  <a:lnTo>
                    <a:pt x="1360827" y="677889"/>
                  </a:lnTo>
                  <a:lnTo>
                    <a:pt x="1432450" y="708013"/>
                  </a:lnTo>
                  <a:lnTo>
                    <a:pt x="1504073" y="737643"/>
                  </a:lnTo>
                  <a:lnTo>
                    <a:pt x="1575695" y="766789"/>
                  </a:lnTo>
                  <a:lnTo>
                    <a:pt x="1647318" y="795457"/>
                  </a:lnTo>
                  <a:lnTo>
                    <a:pt x="1718940" y="823655"/>
                  </a:lnTo>
                  <a:lnTo>
                    <a:pt x="1790563" y="851392"/>
                  </a:lnTo>
                  <a:lnTo>
                    <a:pt x="1862185" y="878674"/>
                  </a:lnTo>
                  <a:lnTo>
                    <a:pt x="1933808" y="905510"/>
                  </a:lnTo>
                  <a:lnTo>
                    <a:pt x="2005430" y="931906"/>
                  </a:lnTo>
                  <a:lnTo>
                    <a:pt x="2077053" y="957870"/>
                  </a:lnTo>
                  <a:lnTo>
                    <a:pt x="2148675" y="983409"/>
                  </a:lnTo>
                  <a:lnTo>
                    <a:pt x="2220298" y="1008529"/>
                  </a:lnTo>
                  <a:lnTo>
                    <a:pt x="2291920" y="1033238"/>
                  </a:lnTo>
                  <a:lnTo>
                    <a:pt x="2363543" y="1057542"/>
                  </a:lnTo>
                  <a:lnTo>
                    <a:pt x="2435165" y="1081448"/>
                  </a:lnTo>
                  <a:lnTo>
                    <a:pt x="2506788" y="1104963"/>
                  </a:lnTo>
                  <a:lnTo>
                    <a:pt x="2578410" y="1128092"/>
                  </a:lnTo>
                  <a:lnTo>
                    <a:pt x="2650033" y="1150843"/>
                  </a:lnTo>
                  <a:lnTo>
                    <a:pt x="2721655" y="1173221"/>
                  </a:lnTo>
                  <a:lnTo>
                    <a:pt x="2793278" y="1195233"/>
                  </a:lnTo>
                  <a:lnTo>
                    <a:pt x="2864901" y="1216884"/>
                  </a:lnTo>
                  <a:lnTo>
                    <a:pt x="2936523" y="1238180"/>
                  </a:lnTo>
                  <a:lnTo>
                    <a:pt x="3008146" y="1259128"/>
                  </a:lnTo>
                  <a:lnTo>
                    <a:pt x="3079768" y="1279732"/>
                  </a:lnTo>
                  <a:lnTo>
                    <a:pt x="3151391" y="1300000"/>
                  </a:lnTo>
                  <a:lnTo>
                    <a:pt x="3223013" y="1319935"/>
                  </a:lnTo>
                  <a:lnTo>
                    <a:pt x="3294636" y="1339544"/>
                  </a:lnTo>
                  <a:lnTo>
                    <a:pt x="3366258" y="1358831"/>
                  </a:lnTo>
                  <a:lnTo>
                    <a:pt x="3437881" y="1377803"/>
                  </a:lnTo>
                  <a:lnTo>
                    <a:pt x="3509503" y="1396464"/>
                  </a:lnTo>
                  <a:lnTo>
                    <a:pt x="3581126" y="1414819"/>
                  </a:lnTo>
                  <a:lnTo>
                    <a:pt x="3652748" y="1432874"/>
                  </a:lnTo>
                  <a:lnTo>
                    <a:pt x="3724371" y="1450633"/>
                  </a:lnTo>
                  <a:lnTo>
                    <a:pt x="3795993" y="1468101"/>
                  </a:lnTo>
                  <a:lnTo>
                    <a:pt x="3867616" y="1485283"/>
                  </a:lnTo>
                  <a:lnTo>
                    <a:pt x="3939238" y="1502184"/>
                  </a:lnTo>
                  <a:lnTo>
                    <a:pt x="4010861" y="1518808"/>
                  </a:lnTo>
                  <a:lnTo>
                    <a:pt x="4082483" y="1535159"/>
                  </a:lnTo>
                  <a:lnTo>
                    <a:pt x="4154106" y="1551243"/>
                  </a:lnTo>
                  <a:lnTo>
                    <a:pt x="4225729" y="1567064"/>
                  </a:lnTo>
                  <a:lnTo>
                    <a:pt x="4297351" y="1582625"/>
                  </a:lnTo>
                  <a:lnTo>
                    <a:pt x="4368974" y="1597931"/>
                  </a:lnTo>
                  <a:lnTo>
                    <a:pt x="4440596" y="1612987"/>
                  </a:lnTo>
                  <a:lnTo>
                    <a:pt x="4512219" y="1627796"/>
                  </a:lnTo>
                  <a:lnTo>
                    <a:pt x="4583841" y="1642363"/>
                  </a:lnTo>
                  <a:lnTo>
                    <a:pt x="4655464" y="1656691"/>
                  </a:lnTo>
                  <a:lnTo>
                    <a:pt x="4727086" y="1670784"/>
                  </a:lnTo>
                  <a:lnTo>
                    <a:pt x="4798709" y="1684647"/>
                  </a:lnTo>
                  <a:lnTo>
                    <a:pt x="4870331" y="1687438"/>
                  </a:lnTo>
                  <a:lnTo>
                    <a:pt x="4941954" y="1687040"/>
                  </a:lnTo>
                  <a:lnTo>
                    <a:pt x="5013576" y="1686642"/>
                  </a:lnTo>
                  <a:lnTo>
                    <a:pt x="5085199" y="1686245"/>
                  </a:lnTo>
                  <a:lnTo>
                    <a:pt x="5156821" y="1685847"/>
                  </a:lnTo>
                  <a:lnTo>
                    <a:pt x="5228444" y="1685448"/>
                  </a:lnTo>
                  <a:lnTo>
                    <a:pt x="5300066" y="1685050"/>
                  </a:lnTo>
                  <a:lnTo>
                    <a:pt x="5371689" y="1684651"/>
                  </a:lnTo>
                  <a:lnTo>
                    <a:pt x="5443311" y="1684253"/>
                  </a:lnTo>
                  <a:lnTo>
                    <a:pt x="5514934" y="1683854"/>
                  </a:lnTo>
                  <a:lnTo>
                    <a:pt x="5586557" y="1683455"/>
                  </a:lnTo>
                  <a:lnTo>
                    <a:pt x="5658179" y="1683055"/>
                  </a:lnTo>
                  <a:lnTo>
                    <a:pt x="5729802" y="1682656"/>
                  </a:lnTo>
                  <a:lnTo>
                    <a:pt x="5801424" y="1682256"/>
                  </a:lnTo>
                  <a:lnTo>
                    <a:pt x="5873047" y="1681856"/>
                  </a:lnTo>
                  <a:lnTo>
                    <a:pt x="5944669" y="1681456"/>
                  </a:lnTo>
                  <a:lnTo>
                    <a:pt x="6016292" y="1681055"/>
                  </a:lnTo>
                  <a:lnTo>
                    <a:pt x="6087914" y="1680655"/>
                  </a:lnTo>
                  <a:lnTo>
                    <a:pt x="6159537" y="1680254"/>
                  </a:lnTo>
                  <a:lnTo>
                    <a:pt x="6231159" y="1679853"/>
                  </a:lnTo>
                  <a:lnTo>
                    <a:pt x="6302782" y="1679452"/>
                  </a:lnTo>
                  <a:lnTo>
                    <a:pt x="6374404" y="1679051"/>
                  </a:lnTo>
                  <a:lnTo>
                    <a:pt x="6446027" y="1678650"/>
                  </a:lnTo>
                  <a:lnTo>
                    <a:pt x="6517649" y="1678248"/>
                  </a:lnTo>
                  <a:lnTo>
                    <a:pt x="6589272" y="1677846"/>
                  </a:lnTo>
                  <a:lnTo>
                    <a:pt x="6660894" y="1677444"/>
                  </a:lnTo>
                  <a:lnTo>
                    <a:pt x="6732517" y="1677042"/>
                  </a:lnTo>
                  <a:lnTo>
                    <a:pt x="6804139" y="1676639"/>
                  </a:lnTo>
                  <a:lnTo>
                    <a:pt x="6875762" y="1676237"/>
                  </a:lnTo>
                  <a:lnTo>
                    <a:pt x="6947385" y="1675834"/>
                  </a:lnTo>
                  <a:lnTo>
                    <a:pt x="7019007" y="1675431"/>
                  </a:lnTo>
                  <a:lnTo>
                    <a:pt x="7090630" y="1675028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72049" y="4727876"/>
              <a:ext cx="7090630" cy="338553"/>
            </a:xfrm>
            <a:custGeom>
              <a:avLst/>
              <a:pathLst>
                <a:path w="7090630" h="338553">
                  <a:moveTo>
                    <a:pt x="7090630" y="338553"/>
                  </a:moveTo>
                  <a:lnTo>
                    <a:pt x="7019007" y="330381"/>
                  </a:lnTo>
                  <a:lnTo>
                    <a:pt x="6947385" y="322072"/>
                  </a:lnTo>
                  <a:lnTo>
                    <a:pt x="6875762" y="313625"/>
                  </a:lnTo>
                  <a:lnTo>
                    <a:pt x="6804139" y="305038"/>
                  </a:lnTo>
                  <a:lnTo>
                    <a:pt x="6732517" y="296307"/>
                  </a:lnTo>
                  <a:lnTo>
                    <a:pt x="6660894" y="287432"/>
                  </a:lnTo>
                  <a:lnTo>
                    <a:pt x="6589272" y="278408"/>
                  </a:lnTo>
                  <a:lnTo>
                    <a:pt x="6517649" y="269234"/>
                  </a:lnTo>
                  <a:lnTo>
                    <a:pt x="6446027" y="259907"/>
                  </a:lnTo>
                  <a:lnTo>
                    <a:pt x="6374404" y="250426"/>
                  </a:lnTo>
                  <a:lnTo>
                    <a:pt x="6302782" y="240786"/>
                  </a:lnTo>
                  <a:lnTo>
                    <a:pt x="6231159" y="230986"/>
                  </a:lnTo>
                  <a:lnTo>
                    <a:pt x="6159537" y="221022"/>
                  </a:lnTo>
                  <a:lnTo>
                    <a:pt x="6087914" y="210893"/>
                  </a:lnTo>
                  <a:lnTo>
                    <a:pt x="6016292" y="200595"/>
                  </a:lnTo>
                  <a:lnTo>
                    <a:pt x="5944669" y="190125"/>
                  </a:lnTo>
                  <a:lnTo>
                    <a:pt x="5873047" y="179481"/>
                  </a:lnTo>
                  <a:lnTo>
                    <a:pt x="5801424" y="168660"/>
                  </a:lnTo>
                  <a:lnTo>
                    <a:pt x="5729802" y="157659"/>
                  </a:lnTo>
                  <a:lnTo>
                    <a:pt x="5658179" y="146475"/>
                  </a:lnTo>
                  <a:lnTo>
                    <a:pt x="5586557" y="135104"/>
                  </a:lnTo>
                  <a:lnTo>
                    <a:pt x="5514934" y="123544"/>
                  </a:lnTo>
                  <a:lnTo>
                    <a:pt x="5443311" y="111792"/>
                  </a:lnTo>
                  <a:lnTo>
                    <a:pt x="5371689" y="99844"/>
                  </a:lnTo>
                  <a:lnTo>
                    <a:pt x="5300066" y="87697"/>
                  </a:lnTo>
                  <a:lnTo>
                    <a:pt x="5228444" y="75347"/>
                  </a:lnTo>
                  <a:lnTo>
                    <a:pt x="5156821" y="62792"/>
                  </a:lnTo>
                  <a:lnTo>
                    <a:pt x="5085199" y="50028"/>
                  </a:lnTo>
                  <a:lnTo>
                    <a:pt x="5013576" y="37052"/>
                  </a:lnTo>
                  <a:lnTo>
                    <a:pt x="4941954" y="23859"/>
                  </a:lnTo>
                  <a:lnTo>
                    <a:pt x="4870331" y="10447"/>
                  </a:lnTo>
                  <a:lnTo>
                    <a:pt x="4798709" y="0"/>
                  </a:lnTo>
                  <a:lnTo>
                    <a:pt x="4727086" y="397"/>
                  </a:lnTo>
                  <a:lnTo>
                    <a:pt x="4655464" y="793"/>
                  </a:lnTo>
                  <a:lnTo>
                    <a:pt x="4583841" y="1190"/>
                  </a:lnTo>
                  <a:lnTo>
                    <a:pt x="4512219" y="1587"/>
                  </a:lnTo>
                  <a:lnTo>
                    <a:pt x="4440596" y="1983"/>
                  </a:lnTo>
                  <a:lnTo>
                    <a:pt x="4368974" y="2379"/>
                  </a:lnTo>
                  <a:lnTo>
                    <a:pt x="4297351" y="2775"/>
                  </a:lnTo>
                  <a:lnTo>
                    <a:pt x="4225729" y="3171"/>
                  </a:lnTo>
                  <a:lnTo>
                    <a:pt x="4154106" y="3566"/>
                  </a:lnTo>
                  <a:lnTo>
                    <a:pt x="4082483" y="3962"/>
                  </a:lnTo>
                  <a:lnTo>
                    <a:pt x="4010861" y="4357"/>
                  </a:lnTo>
                  <a:lnTo>
                    <a:pt x="3939238" y="4752"/>
                  </a:lnTo>
                  <a:lnTo>
                    <a:pt x="3867616" y="5147"/>
                  </a:lnTo>
                  <a:lnTo>
                    <a:pt x="3795993" y="5541"/>
                  </a:lnTo>
                  <a:lnTo>
                    <a:pt x="3724371" y="5936"/>
                  </a:lnTo>
                  <a:lnTo>
                    <a:pt x="3652748" y="6330"/>
                  </a:lnTo>
                  <a:lnTo>
                    <a:pt x="3581126" y="6724"/>
                  </a:lnTo>
                  <a:lnTo>
                    <a:pt x="3509503" y="7118"/>
                  </a:lnTo>
                  <a:lnTo>
                    <a:pt x="3437881" y="7511"/>
                  </a:lnTo>
                  <a:lnTo>
                    <a:pt x="3366258" y="7905"/>
                  </a:lnTo>
                  <a:lnTo>
                    <a:pt x="3294636" y="8298"/>
                  </a:lnTo>
                  <a:lnTo>
                    <a:pt x="3223013" y="8691"/>
                  </a:lnTo>
                  <a:lnTo>
                    <a:pt x="3151391" y="9084"/>
                  </a:lnTo>
                  <a:lnTo>
                    <a:pt x="3079768" y="9477"/>
                  </a:lnTo>
                  <a:lnTo>
                    <a:pt x="3008146" y="9869"/>
                  </a:lnTo>
                  <a:lnTo>
                    <a:pt x="2936523" y="10262"/>
                  </a:lnTo>
                  <a:lnTo>
                    <a:pt x="2864901" y="10654"/>
                  </a:lnTo>
                  <a:lnTo>
                    <a:pt x="2793278" y="11046"/>
                  </a:lnTo>
                  <a:lnTo>
                    <a:pt x="2721655" y="11438"/>
                  </a:lnTo>
                  <a:lnTo>
                    <a:pt x="2650033" y="11829"/>
                  </a:lnTo>
                  <a:lnTo>
                    <a:pt x="2578410" y="12221"/>
                  </a:lnTo>
                  <a:lnTo>
                    <a:pt x="2506788" y="12612"/>
                  </a:lnTo>
                  <a:lnTo>
                    <a:pt x="2435165" y="13003"/>
                  </a:lnTo>
                  <a:lnTo>
                    <a:pt x="2363543" y="13394"/>
                  </a:lnTo>
                  <a:lnTo>
                    <a:pt x="2291920" y="13784"/>
                  </a:lnTo>
                  <a:lnTo>
                    <a:pt x="2220298" y="14175"/>
                  </a:lnTo>
                  <a:lnTo>
                    <a:pt x="2148675" y="14565"/>
                  </a:lnTo>
                  <a:lnTo>
                    <a:pt x="2077053" y="14955"/>
                  </a:lnTo>
                  <a:lnTo>
                    <a:pt x="2005430" y="15345"/>
                  </a:lnTo>
                  <a:lnTo>
                    <a:pt x="1933808" y="15735"/>
                  </a:lnTo>
                  <a:lnTo>
                    <a:pt x="1862185" y="16124"/>
                  </a:lnTo>
                  <a:lnTo>
                    <a:pt x="1790563" y="16514"/>
                  </a:lnTo>
                  <a:lnTo>
                    <a:pt x="1718940" y="16903"/>
                  </a:lnTo>
                  <a:lnTo>
                    <a:pt x="1647318" y="17292"/>
                  </a:lnTo>
                  <a:lnTo>
                    <a:pt x="1575695" y="17681"/>
                  </a:lnTo>
                  <a:lnTo>
                    <a:pt x="1504073" y="18069"/>
                  </a:lnTo>
                  <a:lnTo>
                    <a:pt x="1432450" y="18458"/>
                  </a:lnTo>
                  <a:lnTo>
                    <a:pt x="1360827" y="18846"/>
                  </a:lnTo>
                  <a:lnTo>
                    <a:pt x="1289205" y="19234"/>
                  </a:lnTo>
                  <a:lnTo>
                    <a:pt x="1217582" y="19622"/>
                  </a:lnTo>
                  <a:lnTo>
                    <a:pt x="1145960" y="20010"/>
                  </a:lnTo>
                  <a:lnTo>
                    <a:pt x="1074337" y="20397"/>
                  </a:lnTo>
                  <a:lnTo>
                    <a:pt x="1002715" y="20784"/>
                  </a:lnTo>
                  <a:lnTo>
                    <a:pt x="931092" y="21171"/>
                  </a:lnTo>
                  <a:lnTo>
                    <a:pt x="859470" y="21558"/>
                  </a:lnTo>
                  <a:lnTo>
                    <a:pt x="787847" y="21945"/>
                  </a:lnTo>
                  <a:lnTo>
                    <a:pt x="716225" y="22332"/>
                  </a:lnTo>
                  <a:lnTo>
                    <a:pt x="644602" y="22718"/>
                  </a:lnTo>
                  <a:lnTo>
                    <a:pt x="572980" y="23104"/>
                  </a:lnTo>
                  <a:lnTo>
                    <a:pt x="501357" y="23490"/>
                  </a:lnTo>
                  <a:lnTo>
                    <a:pt x="429735" y="23876"/>
                  </a:lnTo>
                  <a:lnTo>
                    <a:pt x="358112" y="24262"/>
                  </a:lnTo>
                  <a:lnTo>
                    <a:pt x="286490" y="24647"/>
                  </a:lnTo>
                  <a:lnTo>
                    <a:pt x="214867" y="25032"/>
                  </a:lnTo>
                  <a:lnTo>
                    <a:pt x="143245" y="25418"/>
                  </a:lnTo>
                  <a:lnTo>
                    <a:pt x="71622" y="25802"/>
                  </a:lnTo>
                  <a:lnTo>
                    <a:pt x="0" y="26187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72049" y="4135354"/>
              <a:ext cx="7090630" cy="778965"/>
            </a:xfrm>
            <a:custGeom>
              <a:avLst/>
              <a:pathLst>
                <a:path w="7090630" h="778965">
                  <a:moveTo>
                    <a:pt x="0" y="0"/>
                  </a:moveTo>
                  <a:lnTo>
                    <a:pt x="71622" y="11354"/>
                  </a:lnTo>
                  <a:lnTo>
                    <a:pt x="143245" y="22617"/>
                  </a:lnTo>
                  <a:lnTo>
                    <a:pt x="214867" y="33791"/>
                  </a:lnTo>
                  <a:lnTo>
                    <a:pt x="286490" y="44875"/>
                  </a:lnTo>
                  <a:lnTo>
                    <a:pt x="358112" y="55871"/>
                  </a:lnTo>
                  <a:lnTo>
                    <a:pt x="429735" y="66779"/>
                  </a:lnTo>
                  <a:lnTo>
                    <a:pt x="501357" y="77600"/>
                  </a:lnTo>
                  <a:lnTo>
                    <a:pt x="572980" y="88334"/>
                  </a:lnTo>
                  <a:lnTo>
                    <a:pt x="644602" y="98983"/>
                  </a:lnTo>
                  <a:lnTo>
                    <a:pt x="716225" y="109547"/>
                  </a:lnTo>
                  <a:lnTo>
                    <a:pt x="787847" y="120026"/>
                  </a:lnTo>
                  <a:lnTo>
                    <a:pt x="859470" y="130422"/>
                  </a:lnTo>
                  <a:lnTo>
                    <a:pt x="931092" y="140735"/>
                  </a:lnTo>
                  <a:lnTo>
                    <a:pt x="1002715" y="150965"/>
                  </a:lnTo>
                  <a:lnTo>
                    <a:pt x="1074337" y="161114"/>
                  </a:lnTo>
                  <a:lnTo>
                    <a:pt x="1145960" y="171181"/>
                  </a:lnTo>
                  <a:lnTo>
                    <a:pt x="1217582" y="181168"/>
                  </a:lnTo>
                  <a:lnTo>
                    <a:pt x="1289205" y="191076"/>
                  </a:lnTo>
                  <a:lnTo>
                    <a:pt x="1360827" y="200904"/>
                  </a:lnTo>
                  <a:lnTo>
                    <a:pt x="1432450" y="210654"/>
                  </a:lnTo>
                  <a:lnTo>
                    <a:pt x="1504073" y="220326"/>
                  </a:lnTo>
                  <a:lnTo>
                    <a:pt x="1575695" y="229921"/>
                  </a:lnTo>
                  <a:lnTo>
                    <a:pt x="1647318" y="239439"/>
                  </a:lnTo>
                  <a:lnTo>
                    <a:pt x="1718940" y="248881"/>
                  </a:lnTo>
                  <a:lnTo>
                    <a:pt x="1790563" y="258248"/>
                  </a:lnTo>
                  <a:lnTo>
                    <a:pt x="1862185" y="267540"/>
                  </a:lnTo>
                  <a:lnTo>
                    <a:pt x="1933808" y="276758"/>
                  </a:lnTo>
                  <a:lnTo>
                    <a:pt x="2005430" y="285902"/>
                  </a:lnTo>
                  <a:lnTo>
                    <a:pt x="2077053" y="294973"/>
                  </a:lnTo>
                  <a:lnTo>
                    <a:pt x="2148675" y="303972"/>
                  </a:lnTo>
                  <a:lnTo>
                    <a:pt x="2220298" y="312899"/>
                  </a:lnTo>
                  <a:lnTo>
                    <a:pt x="2291920" y="321754"/>
                  </a:lnTo>
                  <a:lnTo>
                    <a:pt x="2363543" y="330539"/>
                  </a:lnTo>
                  <a:lnTo>
                    <a:pt x="2435165" y="339254"/>
                  </a:lnTo>
                  <a:lnTo>
                    <a:pt x="2506788" y="347899"/>
                  </a:lnTo>
                  <a:lnTo>
                    <a:pt x="2578410" y="356475"/>
                  </a:lnTo>
                  <a:lnTo>
                    <a:pt x="2650033" y="364983"/>
                  </a:lnTo>
                  <a:lnTo>
                    <a:pt x="2721655" y="373422"/>
                  </a:lnTo>
                  <a:lnTo>
                    <a:pt x="2793278" y="381795"/>
                  </a:lnTo>
                  <a:lnTo>
                    <a:pt x="2864901" y="390100"/>
                  </a:lnTo>
                  <a:lnTo>
                    <a:pt x="2936523" y="398339"/>
                  </a:lnTo>
                  <a:lnTo>
                    <a:pt x="3008146" y="406512"/>
                  </a:lnTo>
                  <a:lnTo>
                    <a:pt x="3079768" y="414621"/>
                  </a:lnTo>
                  <a:lnTo>
                    <a:pt x="3151391" y="422664"/>
                  </a:lnTo>
                  <a:lnTo>
                    <a:pt x="3223013" y="430643"/>
                  </a:lnTo>
                  <a:lnTo>
                    <a:pt x="3294636" y="438558"/>
                  </a:lnTo>
                  <a:lnTo>
                    <a:pt x="3366258" y="446410"/>
                  </a:lnTo>
                  <a:lnTo>
                    <a:pt x="3437881" y="454200"/>
                  </a:lnTo>
                  <a:lnTo>
                    <a:pt x="3509503" y="461927"/>
                  </a:lnTo>
                  <a:lnTo>
                    <a:pt x="3581126" y="469593"/>
                  </a:lnTo>
                  <a:lnTo>
                    <a:pt x="3652748" y="477197"/>
                  </a:lnTo>
                  <a:lnTo>
                    <a:pt x="3724371" y="484741"/>
                  </a:lnTo>
                  <a:lnTo>
                    <a:pt x="3795993" y="492224"/>
                  </a:lnTo>
                  <a:lnTo>
                    <a:pt x="3867616" y="499648"/>
                  </a:lnTo>
                  <a:lnTo>
                    <a:pt x="3939238" y="507012"/>
                  </a:lnTo>
                  <a:lnTo>
                    <a:pt x="4010861" y="514318"/>
                  </a:lnTo>
                  <a:lnTo>
                    <a:pt x="4082483" y="521565"/>
                  </a:lnTo>
                  <a:lnTo>
                    <a:pt x="4154106" y="528754"/>
                  </a:lnTo>
                  <a:lnTo>
                    <a:pt x="4225729" y="535886"/>
                  </a:lnTo>
                  <a:lnTo>
                    <a:pt x="4297351" y="542961"/>
                  </a:lnTo>
                  <a:lnTo>
                    <a:pt x="4368974" y="549980"/>
                  </a:lnTo>
                  <a:lnTo>
                    <a:pt x="4440596" y="556942"/>
                  </a:lnTo>
                  <a:lnTo>
                    <a:pt x="4512219" y="563849"/>
                  </a:lnTo>
                  <a:lnTo>
                    <a:pt x="4583841" y="570700"/>
                  </a:lnTo>
                  <a:lnTo>
                    <a:pt x="4655464" y="577497"/>
                  </a:lnTo>
                  <a:lnTo>
                    <a:pt x="4727086" y="584240"/>
                  </a:lnTo>
                  <a:lnTo>
                    <a:pt x="4798709" y="590929"/>
                  </a:lnTo>
                  <a:lnTo>
                    <a:pt x="4870331" y="597564"/>
                  </a:lnTo>
                  <a:lnTo>
                    <a:pt x="4941954" y="604147"/>
                  </a:lnTo>
                  <a:lnTo>
                    <a:pt x="5013576" y="610677"/>
                  </a:lnTo>
                  <a:lnTo>
                    <a:pt x="5085199" y="617155"/>
                  </a:lnTo>
                  <a:lnTo>
                    <a:pt x="5156821" y="623581"/>
                  </a:lnTo>
                  <a:lnTo>
                    <a:pt x="5228444" y="629955"/>
                  </a:lnTo>
                  <a:lnTo>
                    <a:pt x="5300066" y="636279"/>
                  </a:lnTo>
                  <a:lnTo>
                    <a:pt x="5371689" y="642552"/>
                  </a:lnTo>
                  <a:lnTo>
                    <a:pt x="5443311" y="648776"/>
                  </a:lnTo>
                  <a:lnTo>
                    <a:pt x="5514934" y="654949"/>
                  </a:lnTo>
                  <a:lnTo>
                    <a:pt x="5586557" y="661073"/>
                  </a:lnTo>
                  <a:lnTo>
                    <a:pt x="5658179" y="667149"/>
                  </a:lnTo>
                  <a:lnTo>
                    <a:pt x="5729802" y="673176"/>
                  </a:lnTo>
                  <a:lnTo>
                    <a:pt x="5801424" y="679154"/>
                  </a:lnTo>
                  <a:lnTo>
                    <a:pt x="5873047" y="685085"/>
                  </a:lnTo>
                  <a:lnTo>
                    <a:pt x="5944669" y="690969"/>
                  </a:lnTo>
                  <a:lnTo>
                    <a:pt x="6016292" y="696805"/>
                  </a:lnTo>
                  <a:lnTo>
                    <a:pt x="6087914" y="702595"/>
                  </a:lnTo>
                  <a:lnTo>
                    <a:pt x="6159537" y="708339"/>
                  </a:lnTo>
                  <a:lnTo>
                    <a:pt x="6231159" y="714037"/>
                  </a:lnTo>
                  <a:lnTo>
                    <a:pt x="6302782" y="719689"/>
                  </a:lnTo>
                  <a:lnTo>
                    <a:pt x="6374404" y="725297"/>
                  </a:lnTo>
                  <a:lnTo>
                    <a:pt x="6446027" y="730859"/>
                  </a:lnTo>
                  <a:lnTo>
                    <a:pt x="6517649" y="736377"/>
                  </a:lnTo>
                  <a:lnTo>
                    <a:pt x="6589272" y="741851"/>
                  </a:lnTo>
                  <a:lnTo>
                    <a:pt x="6660894" y="747282"/>
                  </a:lnTo>
                  <a:lnTo>
                    <a:pt x="6732517" y="752669"/>
                  </a:lnTo>
                  <a:lnTo>
                    <a:pt x="6804139" y="758012"/>
                  </a:lnTo>
                  <a:lnTo>
                    <a:pt x="6875762" y="763314"/>
                  </a:lnTo>
                  <a:lnTo>
                    <a:pt x="6947385" y="768573"/>
                  </a:lnTo>
                  <a:lnTo>
                    <a:pt x="7019007" y="773790"/>
                  </a:lnTo>
                  <a:lnTo>
                    <a:pt x="7090630" y="778965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817517" y="4727786"/>
              <a:ext cx="7799693" cy="0"/>
            </a:xfrm>
            <a:custGeom>
              <a:avLst/>
              <a:pathLst>
                <a:path w="7799693" h="0">
                  <a:moveTo>
                    <a:pt x="0" y="0"/>
                  </a:moveTo>
                  <a:lnTo>
                    <a:pt x="7799693" y="0"/>
                  </a:lnTo>
                  <a:lnTo>
                    <a:pt x="7799693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598692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4955337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6938058" y="2073503"/>
              <a:ext cx="0" cy="3649639"/>
            </a:xfrm>
            <a:custGeom>
              <a:avLst/>
              <a:pathLst>
                <a:path w="0" h="3649639">
                  <a:moveTo>
                    <a:pt x="0" y="364963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4682B4">
                  <a:alpha val="69803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0" name="tx30"/>
            <p:cNvSpPr/>
            <p:nvPr/>
          </p:nvSpPr>
          <p:spPr>
            <a:xfrm>
              <a:off x="692708" y="5517199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1" name="tx31"/>
            <p:cNvSpPr/>
            <p:nvPr/>
          </p:nvSpPr>
          <p:spPr>
            <a:xfrm>
              <a:off x="692708" y="468773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2" name="tx32"/>
            <p:cNvSpPr/>
            <p:nvPr/>
          </p:nvSpPr>
          <p:spPr>
            <a:xfrm>
              <a:off x="692708" y="38582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692708" y="3028808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34" name="tx34"/>
            <p:cNvSpPr/>
            <p:nvPr/>
          </p:nvSpPr>
          <p:spPr>
            <a:xfrm>
              <a:off x="692708" y="2199345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816746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-60</a:t>
              </a:r>
            </a:p>
          </p:txBody>
        </p:sp>
        <p:sp>
          <p:nvSpPr>
            <p:cNvPr id="36" name="tx36"/>
            <p:cNvSpPr/>
            <p:nvPr/>
          </p:nvSpPr>
          <p:spPr>
            <a:xfrm>
              <a:off x="2554768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-40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4292789" y="5785772"/>
              <a:ext cx="161574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6080508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78744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3832408" y="5925448"/>
              <a:ext cx="1769912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Discrepancy (mL/min)</a:t>
              </a:r>
            </a:p>
          </p:txBody>
        </p:sp>
        <p:sp>
          <p:nvSpPr>
            <p:cNvPr id="41" name="tx41"/>
            <p:cNvSpPr/>
            <p:nvPr/>
          </p:nvSpPr>
          <p:spPr>
            <a:xfrm rot="-5400000">
              <a:off x="68446" y="3848213"/>
              <a:ext cx="1016904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817517" y="1896563"/>
              <a:ext cx="6928225" cy="8202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per 10 mL/min decline: 1.10 (0.99-1.22), p_Bonf = 0.386 (n = 6)  |  per IQR decline (Δ = 22.8): 1.25 (0.99-1.58)  |  IQR: [-13.3, 9.5]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817517" y="1669789"/>
              <a:ext cx="3359962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Overall Hospitalization (Carboplatin AUC ≥ 3)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2026-07-22T08:00:13Z</dcterms:modified>
  <cp:category/>
</cp:coreProperties>
</file>