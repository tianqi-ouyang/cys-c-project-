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(0.99-1.22), p_Bonf = 0.386 (n = 6)  |  per IQR decline (Δ = 22.8): 1.25 (0.99-1.58)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2026-07-07T08:27:46Z</dcterms:modified>
  <cp:category/>
</cp:coreProperties>
</file>