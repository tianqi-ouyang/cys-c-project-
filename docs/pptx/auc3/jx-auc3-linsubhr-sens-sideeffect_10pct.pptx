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095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80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506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212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17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23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329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003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740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44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153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859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565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270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76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81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38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3093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62611"/>
            </a:xfrm>
            <a:custGeom>
              <a:avLst/>
              <a:pathLst>
                <a:path w="7090630" h="3362611">
                  <a:moveTo>
                    <a:pt x="160299" y="0"/>
                  </a:moveTo>
                  <a:lnTo>
                    <a:pt x="214867" y="91295"/>
                  </a:lnTo>
                  <a:lnTo>
                    <a:pt x="286490" y="207035"/>
                  </a:lnTo>
                  <a:lnTo>
                    <a:pt x="358112" y="318826"/>
                  </a:lnTo>
                  <a:lnTo>
                    <a:pt x="429735" y="426803"/>
                  </a:lnTo>
                  <a:lnTo>
                    <a:pt x="501357" y="531097"/>
                  </a:lnTo>
                  <a:lnTo>
                    <a:pt x="572980" y="631832"/>
                  </a:lnTo>
                  <a:lnTo>
                    <a:pt x="644602" y="729131"/>
                  </a:lnTo>
                  <a:lnTo>
                    <a:pt x="716225" y="823110"/>
                  </a:lnTo>
                  <a:lnTo>
                    <a:pt x="787847" y="913883"/>
                  </a:lnTo>
                  <a:lnTo>
                    <a:pt x="859470" y="1001558"/>
                  </a:lnTo>
                  <a:lnTo>
                    <a:pt x="931092" y="1086243"/>
                  </a:lnTo>
                  <a:lnTo>
                    <a:pt x="1002715" y="1168039"/>
                  </a:lnTo>
                  <a:lnTo>
                    <a:pt x="1074337" y="1247043"/>
                  </a:lnTo>
                  <a:lnTo>
                    <a:pt x="1145960" y="1323353"/>
                  </a:lnTo>
                  <a:lnTo>
                    <a:pt x="1217582" y="1397059"/>
                  </a:lnTo>
                  <a:lnTo>
                    <a:pt x="1289205" y="1468250"/>
                  </a:lnTo>
                  <a:lnTo>
                    <a:pt x="1360827" y="1537013"/>
                  </a:lnTo>
                  <a:lnTo>
                    <a:pt x="1432450" y="1603429"/>
                  </a:lnTo>
                  <a:lnTo>
                    <a:pt x="1504073" y="1667580"/>
                  </a:lnTo>
                  <a:lnTo>
                    <a:pt x="1575695" y="1729542"/>
                  </a:lnTo>
                  <a:lnTo>
                    <a:pt x="1647318" y="1789390"/>
                  </a:lnTo>
                  <a:lnTo>
                    <a:pt x="1718940" y="1847196"/>
                  </a:lnTo>
                  <a:lnTo>
                    <a:pt x="1790563" y="1903030"/>
                  </a:lnTo>
                  <a:lnTo>
                    <a:pt x="1862185" y="1956960"/>
                  </a:lnTo>
                  <a:lnTo>
                    <a:pt x="1933808" y="2009049"/>
                  </a:lnTo>
                  <a:lnTo>
                    <a:pt x="2005430" y="2059361"/>
                  </a:lnTo>
                  <a:lnTo>
                    <a:pt x="2077053" y="2107957"/>
                  </a:lnTo>
                  <a:lnTo>
                    <a:pt x="2148675" y="2154894"/>
                  </a:lnTo>
                  <a:lnTo>
                    <a:pt x="2220298" y="2200231"/>
                  </a:lnTo>
                  <a:lnTo>
                    <a:pt x="2291920" y="2244020"/>
                  </a:lnTo>
                  <a:lnTo>
                    <a:pt x="2363543" y="2286316"/>
                  </a:lnTo>
                  <a:lnTo>
                    <a:pt x="2435165" y="2327169"/>
                  </a:lnTo>
                  <a:lnTo>
                    <a:pt x="2506788" y="2366628"/>
                  </a:lnTo>
                  <a:lnTo>
                    <a:pt x="2578410" y="2404740"/>
                  </a:lnTo>
                  <a:lnTo>
                    <a:pt x="2650033" y="2441553"/>
                  </a:lnTo>
                  <a:lnTo>
                    <a:pt x="2721655" y="2477109"/>
                  </a:lnTo>
                  <a:lnTo>
                    <a:pt x="2793278" y="2511452"/>
                  </a:lnTo>
                  <a:lnTo>
                    <a:pt x="2864901" y="2544624"/>
                  </a:lnTo>
                  <a:lnTo>
                    <a:pt x="2936523" y="2576664"/>
                  </a:lnTo>
                  <a:lnTo>
                    <a:pt x="3008146" y="2607611"/>
                  </a:lnTo>
                  <a:lnTo>
                    <a:pt x="3079768" y="2637502"/>
                  </a:lnTo>
                  <a:lnTo>
                    <a:pt x="3151391" y="2657873"/>
                  </a:lnTo>
                  <a:lnTo>
                    <a:pt x="3223013" y="2666298"/>
                  </a:lnTo>
                  <a:lnTo>
                    <a:pt x="3294636" y="2674638"/>
                  </a:lnTo>
                  <a:lnTo>
                    <a:pt x="3366258" y="2682892"/>
                  </a:lnTo>
                  <a:lnTo>
                    <a:pt x="3437881" y="2691062"/>
                  </a:lnTo>
                  <a:lnTo>
                    <a:pt x="3509503" y="2699149"/>
                  </a:lnTo>
                  <a:lnTo>
                    <a:pt x="3581126" y="2707153"/>
                  </a:lnTo>
                  <a:lnTo>
                    <a:pt x="3652748" y="2715075"/>
                  </a:lnTo>
                  <a:lnTo>
                    <a:pt x="3724371" y="2722917"/>
                  </a:lnTo>
                  <a:lnTo>
                    <a:pt x="3795993" y="2730679"/>
                  </a:lnTo>
                  <a:lnTo>
                    <a:pt x="3867616" y="2738362"/>
                  </a:lnTo>
                  <a:lnTo>
                    <a:pt x="3939238" y="2745966"/>
                  </a:lnTo>
                  <a:lnTo>
                    <a:pt x="4010861" y="2753492"/>
                  </a:lnTo>
                  <a:lnTo>
                    <a:pt x="4082483" y="2760942"/>
                  </a:lnTo>
                  <a:lnTo>
                    <a:pt x="4154106" y="2768316"/>
                  </a:lnTo>
                  <a:lnTo>
                    <a:pt x="4225729" y="2775615"/>
                  </a:lnTo>
                  <a:lnTo>
                    <a:pt x="4297351" y="2782839"/>
                  </a:lnTo>
                  <a:lnTo>
                    <a:pt x="4368974" y="2789989"/>
                  </a:lnTo>
                  <a:lnTo>
                    <a:pt x="4440596" y="2797067"/>
                  </a:lnTo>
                  <a:lnTo>
                    <a:pt x="4512219" y="2804072"/>
                  </a:lnTo>
                  <a:lnTo>
                    <a:pt x="4583841" y="2811006"/>
                  </a:lnTo>
                  <a:lnTo>
                    <a:pt x="4655464" y="2817869"/>
                  </a:lnTo>
                  <a:lnTo>
                    <a:pt x="4727086" y="2824662"/>
                  </a:lnTo>
                  <a:lnTo>
                    <a:pt x="4798709" y="2831386"/>
                  </a:lnTo>
                  <a:lnTo>
                    <a:pt x="4870331" y="2838041"/>
                  </a:lnTo>
                  <a:lnTo>
                    <a:pt x="4941954" y="2844628"/>
                  </a:lnTo>
                  <a:lnTo>
                    <a:pt x="5013576" y="2851148"/>
                  </a:lnTo>
                  <a:lnTo>
                    <a:pt x="5085199" y="2857602"/>
                  </a:lnTo>
                  <a:lnTo>
                    <a:pt x="5156821" y="2863990"/>
                  </a:lnTo>
                  <a:lnTo>
                    <a:pt x="5228444" y="2870312"/>
                  </a:lnTo>
                  <a:lnTo>
                    <a:pt x="5300066" y="2876570"/>
                  </a:lnTo>
                  <a:lnTo>
                    <a:pt x="5371689" y="2882765"/>
                  </a:lnTo>
                  <a:lnTo>
                    <a:pt x="5443311" y="2888896"/>
                  </a:lnTo>
                  <a:lnTo>
                    <a:pt x="5514934" y="2894964"/>
                  </a:lnTo>
                  <a:lnTo>
                    <a:pt x="5586557" y="2900971"/>
                  </a:lnTo>
                  <a:lnTo>
                    <a:pt x="5658179" y="2906916"/>
                  </a:lnTo>
                  <a:lnTo>
                    <a:pt x="5729802" y="2912801"/>
                  </a:lnTo>
                  <a:lnTo>
                    <a:pt x="5801424" y="2918625"/>
                  </a:lnTo>
                  <a:lnTo>
                    <a:pt x="5873047" y="2924390"/>
                  </a:lnTo>
                  <a:lnTo>
                    <a:pt x="5944669" y="2930097"/>
                  </a:lnTo>
                  <a:lnTo>
                    <a:pt x="6016292" y="2935745"/>
                  </a:lnTo>
                  <a:lnTo>
                    <a:pt x="6087914" y="2941336"/>
                  </a:lnTo>
                  <a:lnTo>
                    <a:pt x="6159537" y="2946869"/>
                  </a:lnTo>
                  <a:lnTo>
                    <a:pt x="6231159" y="2952346"/>
                  </a:lnTo>
                  <a:lnTo>
                    <a:pt x="6302782" y="2957767"/>
                  </a:lnTo>
                  <a:lnTo>
                    <a:pt x="6374404" y="2963133"/>
                  </a:lnTo>
                  <a:lnTo>
                    <a:pt x="6446027" y="2968444"/>
                  </a:lnTo>
                  <a:lnTo>
                    <a:pt x="6517649" y="2973701"/>
                  </a:lnTo>
                  <a:lnTo>
                    <a:pt x="6589272" y="2978905"/>
                  </a:lnTo>
                  <a:lnTo>
                    <a:pt x="6660894" y="2984055"/>
                  </a:lnTo>
                  <a:lnTo>
                    <a:pt x="6732517" y="2989153"/>
                  </a:lnTo>
                  <a:lnTo>
                    <a:pt x="6804139" y="2994198"/>
                  </a:lnTo>
                  <a:lnTo>
                    <a:pt x="6875762" y="2999192"/>
                  </a:lnTo>
                  <a:lnTo>
                    <a:pt x="6947385" y="3004136"/>
                  </a:lnTo>
                  <a:lnTo>
                    <a:pt x="7019007" y="3009029"/>
                  </a:lnTo>
                  <a:lnTo>
                    <a:pt x="7090630" y="3013872"/>
                  </a:lnTo>
                  <a:lnTo>
                    <a:pt x="7090630" y="3362611"/>
                  </a:lnTo>
                  <a:lnTo>
                    <a:pt x="7019007" y="3358332"/>
                  </a:lnTo>
                  <a:lnTo>
                    <a:pt x="6947385" y="3353902"/>
                  </a:lnTo>
                  <a:lnTo>
                    <a:pt x="6875762" y="3349316"/>
                  </a:lnTo>
                  <a:lnTo>
                    <a:pt x="6804139" y="3344568"/>
                  </a:lnTo>
                  <a:lnTo>
                    <a:pt x="6732517" y="3339652"/>
                  </a:lnTo>
                  <a:lnTo>
                    <a:pt x="6660894" y="3334562"/>
                  </a:lnTo>
                  <a:lnTo>
                    <a:pt x="6589272" y="3329292"/>
                  </a:lnTo>
                  <a:lnTo>
                    <a:pt x="6517649" y="3323837"/>
                  </a:lnTo>
                  <a:lnTo>
                    <a:pt x="6446027" y="3318189"/>
                  </a:lnTo>
                  <a:lnTo>
                    <a:pt x="6374404" y="3312341"/>
                  </a:lnTo>
                  <a:lnTo>
                    <a:pt x="6302782" y="3306286"/>
                  </a:lnTo>
                  <a:lnTo>
                    <a:pt x="6231159" y="3300018"/>
                  </a:lnTo>
                  <a:lnTo>
                    <a:pt x="6159537" y="3293528"/>
                  </a:lnTo>
                  <a:lnTo>
                    <a:pt x="6087914" y="3286810"/>
                  </a:lnTo>
                  <a:lnTo>
                    <a:pt x="6016292" y="3279853"/>
                  </a:lnTo>
                  <a:lnTo>
                    <a:pt x="5944669" y="3272651"/>
                  </a:lnTo>
                  <a:lnTo>
                    <a:pt x="5873047" y="3265195"/>
                  </a:lnTo>
                  <a:lnTo>
                    <a:pt x="5801424" y="3257475"/>
                  </a:lnTo>
                  <a:lnTo>
                    <a:pt x="5729802" y="3249483"/>
                  </a:lnTo>
                  <a:lnTo>
                    <a:pt x="5658179" y="3241208"/>
                  </a:lnTo>
                  <a:lnTo>
                    <a:pt x="5586557" y="3232642"/>
                  </a:lnTo>
                  <a:lnTo>
                    <a:pt x="5514934" y="3223772"/>
                  </a:lnTo>
                  <a:lnTo>
                    <a:pt x="5443311" y="3214589"/>
                  </a:lnTo>
                  <a:lnTo>
                    <a:pt x="5371689" y="3205082"/>
                  </a:lnTo>
                  <a:lnTo>
                    <a:pt x="5300066" y="3195239"/>
                  </a:lnTo>
                  <a:lnTo>
                    <a:pt x="5228444" y="3185048"/>
                  </a:lnTo>
                  <a:lnTo>
                    <a:pt x="5156821" y="3174498"/>
                  </a:lnTo>
                  <a:lnTo>
                    <a:pt x="5085199" y="3163574"/>
                  </a:lnTo>
                  <a:lnTo>
                    <a:pt x="5013576" y="3152265"/>
                  </a:lnTo>
                  <a:lnTo>
                    <a:pt x="4941954" y="3140557"/>
                  </a:lnTo>
                  <a:lnTo>
                    <a:pt x="4870331" y="3128435"/>
                  </a:lnTo>
                  <a:lnTo>
                    <a:pt x="4798709" y="3115884"/>
                  </a:lnTo>
                  <a:lnTo>
                    <a:pt x="4727086" y="3102891"/>
                  </a:lnTo>
                  <a:lnTo>
                    <a:pt x="4655464" y="3089438"/>
                  </a:lnTo>
                  <a:lnTo>
                    <a:pt x="4583841" y="3075510"/>
                  </a:lnTo>
                  <a:lnTo>
                    <a:pt x="4512219" y="3061091"/>
                  </a:lnTo>
                  <a:lnTo>
                    <a:pt x="4440596" y="3046162"/>
                  </a:lnTo>
                  <a:lnTo>
                    <a:pt x="4368974" y="3030705"/>
                  </a:lnTo>
                  <a:lnTo>
                    <a:pt x="4297351" y="3014703"/>
                  </a:lnTo>
                  <a:lnTo>
                    <a:pt x="4225729" y="2998135"/>
                  </a:lnTo>
                  <a:lnTo>
                    <a:pt x="4154106" y="2980982"/>
                  </a:lnTo>
                  <a:lnTo>
                    <a:pt x="4082483" y="2963224"/>
                  </a:lnTo>
                  <a:lnTo>
                    <a:pt x="4010861" y="2944838"/>
                  </a:lnTo>
                  <a:lnTo>
                    <a:pt x="3939238" y="2925803"/>
                  </a:lnTo>
                  <a:lnTo>
                    <a:pt x="3867616" y="2906095"/>
                  </a:lnTo>
                  <a:lnTo>
                    <a:pt x="3795993" y="2885691"/>
                  </a:lnTo>
                  <a:lnTo>
                    <a:pt x="3724371" y="2864567"/>
                  </a:lnTo>
                  <a:lnTo>
                    <a:pt x="3652748" y="2842696"/>
                  </a:lnTo>
                  <a:lnTo>
                    <a:pt x="3581126" y="2820053"/>
                  </a:lnTo>
                  <a:lnTo>
                    <a:pt x="3509503" y="2796610"/>
                  </a:lnTo>
                  <a:lnTo>
                    <a:pt x="3437881" y="2772339"/>
                  </a:lnTo>
                  <a:lnTo>
                    <a:pt x="3366258" y="2747210"/>
                  </a:lnTo>
                  <a:lnTo>
                    <a:pt x="3294636" y="2721194"/>
                  </a:lnTo>
                  <a:lnTo>
                    <a:pt x="3223013" y="2694260"/>
                  </a:lnTo>
                  <a:lnTo>
                    <a:pt x="3151391" y="2666373"/>
                  </a:lnTo>
                  <a:lnTo>
                    <a:pt x="3079768" y="2649361"/>
                  </a:lnTo>
                  <a:lnTo>
                    <a:pt x="3008146" y="2640761"/>
                  </a:lnTo>
                  <a:lnTo>
                    <a:pt x="2936523" y="2632072"/>
                  </a:lnTo>
                  <a:lnTo>
                    <a:pt x="2864901" y="2623294"/>
                  </a:lnTo>
                  <a:lnTo>
                    <a:pt x="2793278" y="2614426"/>
                  </a:lnTo>
                  <a:lnTo>
                    <a:pt x="2721655" y="2605466"/>
                  </a:lnTo>
                  <a:lnTo>
                    <a:pt x="2650033" y="2596413"/>
                  </a:lnTo>
                  <a:lnTo>
                    <a:pt x="2578410" y="2587268"/>
                  </a:lnTo>
                  <a:lnTo>
                    <a:pt x="2506788" y="2578028"/>
                  </a:lnTo>
                  <a:lnTo>
                    <a:pt x="2435165" y="2568693"/>
                  </a:lnTo>
                  <a:lnTo>
                    <a:pt x="2363543" y="2559262"/>
                  </a:lnTo>
                  <a:lnTo>
                    <a:pt x="2291920" y="2549733"/>
                  </a:lnTo>
                  <a:lnTo>
                    <a:pt x="2220298" y="2540106"/>
                  </a:lnTo>
                  <a:lnTo>
                    <a:pt x="2148675" y="2530380"/>
                  </a:lnTo>
                  <a:lnTo>
                    <a:pt x="2077053" y="2520554"/>
                  </a:lnTo>
                  <a:lnTo>
                    <a:pt x="2005430" y="2510627"/>
                  </a:lnTo>
                  <a:lnTo>
                    <a:pt x="1933808" y="2500597"/>
                  </a:lnTo>
                  <a:lnTo>
                    <a:pt x="1862185" y="2490464"/>
                  </a:lnTo>
                  <a:lnTo>
                    <a:pt x="1790563" y="2480226"/>
                  </a:lnTo>
                  <a:lnTo>
                    <a:pt x="1718940" y="2469883"/>
                  </a:lnTo>
                  <a:lnTo>
                    <a:pt x="1647318" y="2459433"/>
                  </a:lnTo>
                  <a:lnTo>
                    <a:pt x="1575695" y="2448876"/>
                  </a:lnTo>
                  <a:lnTo>
                    <a:pt x="1504073" y="2438209"/>
                  </a:lnTo>
                  <a:lnTo>
                    <a:pt x="1432450" y="2427433"/>
                  </a:lnTo>
                  <a:lnTo>
                    <a:pt x="1360827" y="2416546"/>
                  </a:lnTo>
                  <a:lnTo>
                    <a:pt x="1289205" y="2405547"/>
                  </a:lnTo>
                  <a:lnTo>
                    <a:pt x="1217582" y="2394434"/>
                  </a:lnTo>
                  <a:lnTo>
                    <a:pt x="1145960" y="2383206"/>
                  </a:lnTo>
                  <a:lnTo>
                    <a:pt x="1074337" y="2371863"/>
                  </a:lnTo>
                  <a:lnTo>
                    <a:pt x="1002715" y="2360403"/>
                  </a:lnTo>
                  <a:lnTo>
                    <a:pt x="931092" y="2348825"/>
                  </a:lnTo>
                  <a:lnTo>
                    <a:pt x="859470" y="2337128"/>
                  </a:lnTo>
                  <a:lnTo>
                    <a:pt x="787847" y="2325310"/>
                  </a:lnTo>
                  <a:lnTo>
                    <a:pt x="716225" y="2313370"/>
                  </a:lnTo>
                  <a:lnTo>
                    <a:pt x="644602" y="2301307"/>
                  </a:lnTo>
                  <a:lnTo>
                    <a:pt x="572980" y="2289120"/>
                  </a:lnTo>
                  <a:lnTo>
                    <a:pt x="501357" y="2276807"/>
                  </a:lnTo>
                  <a:lnTo>
                    <a:pt x="429735" y="2264367"/>
                  </a:lnTo>
                  <a:lnTo>
                    <a:pt x="358112" y="2251799"/>
                  </a:lnTo>
                  <a:lnTo>
                    <a:pt x="286490" y="2239102"/>
                  </a:lnTo>
                  <a:lnTo>
                    <a:pt x="214867" y="2226273"/>
                  </a:lnTo>
                  <a:lnTo>
                    <a:pt x="143245" y="2213313"/>
                  </a:lnTo>
                  <a:lnTo>
                    <a:pt x="71622" y="2200218"/>
                  </a:lnTo>
                  <a:lnTo>
                    <a:pt x="0" y="218698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332348" y="2073503"/>
              <a:ext cx="6930330" cy="3013872"/>
            </a:xfrm>
            <a:custGeom>
              <a:avLst/>
              <a:pathLst>
                <a:path w="6930330" h="3013872">
                  <a:moveTo>
                    <a:pt x="0" y="0"/>
                  </a:moveTo>
                  <a:lnTo>
                    <a:pt x="54568" y="91295"/>
                  </a:lnTo>
                  <a:lnTo>
                    <a:pt x="126190" y="207035"/>
                  </a:lnTo>
                  <a:lnTo>
                    <a:pt x="197813" y="318826"/>
                  </a:lnTo>
                  <a:lnTo>
                    <a:pt x="269435" y="426803"/>
                  </a:lnTo>
                  <a:lnTo>
                    <a:pt x="341058" y="531097"/>
                  </a:lnTo>
                  <a:lnTo>
                    <a:pt x="412680" y="631832"/>
                  </a:lnTo>
                  <a:lnTo>
                    <a:pt x="484303" y="729131"/>
                  </a:lnTo>
                  <a:lnTo>
                    <a:pt x="555925" y="823110"/>
                  </a:lnTo>
                  <a:lnTo>
                    <a:pt x="627548" y="913883"/>
                  </a:lnTo>
                  <a:lnTo>
                    <a:pt x="699170" y="1001558"/>
                  </a:lnTo>
                  <a:lnTo>
                    <a:pt x="770793" y="1086243"/>
                  </a:lnTo>
                  <a:lnTo>
                    <a:pt x="842415" y="1168039"/>
                  </a:lnTo>
                  <a:lnTo>
                    <a:pt x="914038" y="1247043"/>
                  </a:lnTo>
                  <a:lnTo>
                    <a:pt x="985660" y="1323353"/>
                  </a:lnTo>
                  <a:lnTo>
                    <a:pt x="1057283" y="1397059"/>
                  </a:lnTo>
                  <a:lnTo>
                    <a:pt x="1128905" y="1468250"/>
                  </a:lnTo>
                  <a:lnTo>
                    <a:pt x="1200528" y="1537013"/>
                  </a:lnTo>
                  <a:lnTo>
                    <a:pt x="1272150" y="1603429"/>
                  </a:lnTo>
                  <a:lnTo>
                    <a:pt x="1343773" y="1667580"/>
                  </a:lnTo>
                  <a:lnTo>
                    <a:pt x="1415396" y="1729542"/>
                  </a:lnTo>
                  <a:lnTo>
                    <a:pt x="1487018" y="1789390"/>
                  </a:lnTo>
                  <a:lnTo>
                    <a:pt x="1558641" y="1847196"/>
                  </a:lnTo>
                  <a:lnTo>
                    <a:pt x="1630263" y="1903030"/>
                  </a:lnTo>
                  <a:lnTo>
                    <a:pt x="1701886" y="1956960"/>
                  </a:lnTo>
                  <a:lnTo>
                    <a:pt x="1773508" y="2009049"/>
                  </a:lnTo>
                  <a:lnTo>
                    <a:pt x="1845131" y="2059361"/>
                  </a:lnTo>
                  <a:lnTo>
                    <a:pt x="1916753" y="2107957"/>
                  </a:lnTo>
                  <a:lnTo>
                    <a:pt x="1988376" y="2154894"/>
                  </a:lnTo>
                  <a:lnTo>
                    <a:pt x="2059998" y="2200231"/>
                  </a:lnTo>
                  <a:lnTo>
                    <a:pt x="2131621" y="2244020"/>
                  </a:lnTo>
                  <a:lnTo>
                    <a:pt x="2203243" y="2286316"/>
                  </a:lnTo>
                  <a:lnTo>
                    <a:pt x="2274866" y="2327169"/>
                  </a:lnTo>
                  <a:lnTo>
                    <a:pt x="2346488" y="2366628"/>
                  </a:lnTo>
                  <a:lnTo>
                    <a:pt x="2418111" y="2404740"/>
                  </a:lnTo>
                  <a:lnTo>
                    <a:pt x="2489733" y="2441553"/>
                  </a:lnTo>
                  <a:lnTo>
                    <a:pt x="2561356" y="2477109"/>
                  </a:lnTo>
                  <a:lnTo>
                    <a:pt x="2632978" y="2511452"/>
                  </a:lnTo>
                  <a:lnTo>
                    <a:pt x="2704601" y="2544624"/>
                  </a:lnTo>
                  <a:lnTo>
                    <a:pt x="2776224" y="2576664"/>
                  </a:lnTo>
                  <a:lnTo>
                    <a:pt x="2847846" y="2607611"/>
                  </a:lnTo>
                  <a:lnTo>
                    <a:pt x="2919469" y="2637502"/>
                  </a:lnTo>
                  <a:lnTo>
                    <a:pt x="2991091" y="2657873"/>
                  </a:lnTo>
                  <a:lnTo>
                    <a:pt x="3062714" y="2666298"/>
                  </a:lnTo>
                  <a:lnTo>
                    <a:pt x="3134336" y="2674638"/>
                  </a:lnTo>
                  <a:lnTo>
                    <a:pt x="3205959" y="2682892"/>
                  </a:lnTo>
                  <a:lnTo>
                    <a:pt x="3277581" y="2691062"/>
                  </a:lnTo>
                  <a:lnTo>
                    <a:pt x="3349204" y="2699149"/>
                  </a:lnTo>
                  <a:lnTo>
                    <a:pt x="3420826" y="2707153"/>
                  </a:lnTo>
                  <a:lnTo>
                    <a:pt x="3492449" y="2715075"/>
                  </a:lnTo>
                  <a:lnTo>
                    <a:pt x="3564071" y="2722917"/>
                  </a:lnTo>
                  <a:lnTo>
                    <a:pt x="3635694" y="2730679"/>
                  </a:lnTo>
                  <a:lnTo>
                    <a:pt x="3707316" y="2738362"/>
                  </a:lnTo>
                  <a:lnTo>
                    <a:pt x="3778939" y="2745966"/>
                  </a:lnTo>
                  <a:lnTo>
                    <a:pt x="3850561" y="2753492"/>
                  </a:lnTo>
                  <a:lnTo>
                    <a:pt x="3922184" y="2760942"/>
                  </a:lnTo>
                  <a:lnTo>
                    <a:pt x="3993806" y="2768316"/>
                  </a:lnTo>
                  <a:lnTo>
                    <a:pt x="4065429" y="2775615"/>
                  </a:lnTo>
                  <a:lnTo>
                    <a:pt x="4137052" y="2782839"/>
                  </a:lnTo>
                  <a:lnTo>
                    <a:pt x="4208674" y="2789989"/>
                  </a:lnTo>
                  <a:lnTo>
                    <a:pt x="4280297" y="2797067"/>
                  </a:lnTo>
                  <a:lnTo>
                    <a:pt x="4351919" y="2804072"/>
                  </a:lnTo>
                  <a:lnTo>
                    <a:pt x="4423542" y="2811006"/>
                  </a:lnTo>
                  <a:lnTo>
                    <a:pt x="4495164" y="2817869"/>
                  </a:lnTo>
                  <a:lnTo>
                    <a:pt x="4566787" y="2824662"/>
                  </a:lnTo>
                  <a:lnTo>
                    <a:pt x="4638409" y="2831386"/>
                  </a:lnTo>
                  <a:lnTo>
                    <a:pt x="4710032" y="2838041"/>
                  </a:lnTo>
                  <a:lnTo>
                    <a:pt x="4781654" y="2844628"/>
                  </a:lnTo>
                  <a:lnTo>
                    <a:pt x="4853277" y="2851148"/>
                  </a:lnTo>
                  <a:lnTo>
                    <a:pt x="4924899" y="2857602"/>
                  </a:lnTo>
                  <a:lnTo>
                    <a:pt x="4996522" y="2863990"/>
                  </a:lnTo>
                  <a:lnTo>
                    <a:pt x="5068144" y="2870312"/>
                  </a:lnTo>
                  <a:lnTo>
                    <a:pt x="5139767" y="2876570"/>
                  </a:lnTo>
                  <a:lnTo>
                    <a:pt x="5211389" y="2882765"/>
                  </a:lnTo>
                  <a:lnTo>
                    <a:pt x="5283012" y="2888896"/>
                  </a:lnTo>
                  <a:lnTo>
                    <a:pt x="5354634" y="2894964"/>
                  </a:lnTo>
                  <a:lnTo>
                    <a:pt x="5426257" y="2900971"/>
                  </a:lnTo>
                  <a:lnTo>
                    <a:pt x="5497880" y="2906916"/>
                  </a:lnTo>
                  <a:lnTo>
                    <a:pt x="5569502" y="2912801"/>
                  </a:lnTo>
                  <a:lnTo>
                    <a:pt x="5641125" y="2918625"/>
                  </a:lnTo>
                  <a:lnTo>
                    <a:pt x="5712747" y="2924390"/>
                  </a:lnTo>
                  <a:lnTo>
                    <a:pt x="5784370" y="2930097"/>
                  </a:lnTo>
                  <a:lnTo>
                    <a:pt x="5855992" y="2935745"/>
                  </a:lnTo>
                  <a:lnTo>
                    <a:pt x="5927615" y="2941336"/>
                  </a:lnTo>
                  <a:lnTo>
                    <a:pt x="5999237" y="2946869"/>
                  </a:lnTo>
                  <a:lnTo>
                    <a:pt x="6070860" y="2952346"/>
                  </a:lnTo>
                  <a:lnTo>
                    <a:pt x="6142482" y="2957767"/>
                  </a:lnTo>
                  <a:lnTo>
                    <a:pt x="6214105" y="2963133"/>
                  </a:lnTo>
                  <a:lnTo>
                    <a:pt x="6285727" y="2968444"/>
                  </a:lnTo>
                  <a:lnTo>
                    <a:pt x="6357350" y="2973701"/>
                  </a:lnTo>
                  <a:lnTo>
                    <a:pt x="6428972" y="2978905"/>
                  </a:lnTo>
                  <a:lnTo>
                    <a:pt x="6500595" y="2984055"/>
                  </a:lnTo>
                  <a:lnTo>
                    <a:pt x="6572217" y="2989153"/>
                  </a:lnTo>
                  <a:lnTo>
                    <a:pt x="6643840" y="2994198"/>
                  </a:lnTo>
                  <a:lnTo>
                    <a:pt x="6715462" y="2999192"/>
                  </a:lnTo>
                  <a:lnTo>
                    <a:pt x="6787085" y="3004136"/>
                  </a:lnTo>
                  <a:lnTo>
                    <a:pt x="6858708" y="3009029"/>
                  </a:lnTo>
                  <a:lnTo>
                    <a:pt x="6930330" y="30138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260492"/>
              <a:ext cx="7090630" cy="1175621"/>
            </a:xfrm>
            <a:custGeom>
              <a:avLst/>
              <a:pathLst>
                <a:path w="7090630" h="1175621">
                  <a:moveTo>
                    <a:pt x="7090630" y="1175621"/>
                  </a:moveTo>
                  <a:lnTo>
                    <a:pt x="7019007" y="1171342"/>
                  </a:lnTo>
                  <a:lnTo>
                    <a:pt x="6947385" y="1166913"/>
                  </a:lnTo>
                  <a:lnTo>
                    <a:pt x="6875762" y="1162326"/>
                  </a:lnTo>
                  <a:lnTo>
                    <a:pt x="6804139" y="1157578"/>
                  </a:lnTo>
                  <a:lnTo>
                    <a:pt x="6732517" y="1152662"/>
                  </a:lnTo>
                  <a:lnTo>
                    <a:pt x="6660894" y="1147572"/>
                  </a:lnTo>
                  <a:lnTo>
                    <a:pt x="6589272" y="1142303"/>
                  </a:lnTo>
                  <a:lnTo>
                    <a:pt x="6517649" y="1136847"/>
                  </a:lnTo>
                  <a:lnTo>
                    <a:pt x="6446027" y="1131199"/>
                  </a:lnTo>
                  <a:lnTo>
                    <a:pt x="6374404" y="1125351"/>
                  </a:lnTo>
                  <a:lnTo>
                    <a:pt x="6302782" y="1119296"/>
                  </a:lnTo>
                  <a:lnTo>
                    <a:pt x="6231159" y="1113028"/>
                  </a:lnTo>
                  <a:lnTo>
                    <a:pt x="6159537" y="1106539"/>
                  </a:lnTo>
                  <a:lnTo>
                    <a:pt x="6087914" y="1099820"/>
                  </a:lnTo>
                  <a:lnTo>
                    <a:pt x="6016292" y="1092863"/>
                  </a:lnTo>
                  <a:lnTo>
                    <a:pt x="5944669" y="1085662"/>
                  </a:lnTo>
                  <a:lnTo>
                    <a:pt x="5873047" y="1078205"/>
                  </a:lnTo>
                  <a:lnTo>
                    <a:pt x="5801424" y="1070486"/>
                  </a:lnTo>
                  <a:lnTo>
                    <a:pt x="5729802" y="1062493"/>
                  </a:lnTo>
                  <a:lnTo>
                    <a:pt x="5658179" y="1054219"/>
                  </a:lnTo>
                  <a:lnTo>
                    <a:pt x="5586557" y="1045652"/>
                  </a:lnTo>
                  <a:lnTo>
                    <a:pt x="5514934" y="1036782"/>
                  </a:lnTo>
                  <a:lnTo>
                    <a:pt x="5443311" y="1027599"/>
                  </a:lnTo>
                  <a:lnTo>
                    <a:pt x="5371689" y="1018092"/>
                  </a:lnTo>
                  <a:lnTo>
                    <a:pt x="5300066" y="1008249"/>
                  </a:lnTo>
                  <a:lnTo>
                    <a:pt x="5228444" y="998058"/>
                  </a:lnTo>
                  <a:lnTo>
                    <a:pt x="5156821" y="987508"/>
                  </a:lnTo>
                  <a:lnTo>
                    <a:pt x="5085199" y="976585"/>
                  </a:lnTo>
                  <a:lnTo>
                    <a:pt x="5013576" y="965275"/>
                  </a:lnTo>
                  <a:lnTo>
                    <a:pt x="4941954" y="953567"/>
                  </a:lnTo>
                  <a:lnTo>
                    <a:pt x="4870331" y="941445"/>
                  </a:lnTo>
                  <a:lnTo>
                    <a:pt x="4798709" y="928894"/>
                  </a:lnTo>
                  <a:lnTo>
                    <a:pt x="4727086" y="915901"/>
                  </a:lnTo>
                  <a:lnTo>
                    <a:pt x="4655464" y="902448"/>
                  </a:lnTo>
                  <a:lnTo>
                    <a:pt x="4583841" y="888520"/>
                  </a:lnTo>
                  <a:lnTo>
                    <a:pt x="4512219" y="874101"/>
                  </a:lnTo>
                  <a:lnTo>
                    <a:pt x="4440596" y="859172"/>
                  </a:lnTo>
                  <a:lnTo>
                    <a:pt x="4368974" y="843715"/>
                  </a:lnTo>
                  <a:lnTo>
                    <a:pt x="4297351" y="827713"/>
                  </a:lnTo>
                  <a:lnTo>
                    <a:pt x="4225729" y="811145"/>
                  </a:lnTo>
                  <a:lnTo>
                    <a:pt x="4154106" y="793993"/>
                  </a:lnTo>
                  <a:lnTo>
                    <a:pt x="4082483" y="776234"/>
                  </a:lnTo>
                  <a:lnTo>
                    <a:pt x="4010861" y="757848"/>
                  </a:lnTo>
                  <a:lnTo>
                    <a:pt x="3939238" y="738813"/>
                  </a:lnTo>
                  <a:lnTo>
                    <a:pt x="3867616" y="719105"/>
                  </a:lnTo>
                  <a:lnTo>
                    <a:pt x="3795993" y="698701"/>
                  </a:lnTo>
                  <a:lnTo>
                    <a:pt x="3724371" y="677577"/>
                  </a:lnTo>
                  <a:lnTo>
                    <a:pt x="3652748" y="655706"/>
                  </a:lnTo>
                  <a:lnTo>
                    <a:pt x="3581126" y="633063"/>
                  </a:lnTo>
                  <a:lnTo>
                    <a:pt x="3509503" y="609620"/>
                  </a:lnTo>
                  <a:lnTo>
                    <a:pt x="3437881" y="585349"/>
                  </a:lnTo>
                  <a:lnTo>
                    <a:pt x="3366258" y="560220"/>
                  </a:lnTo>
                  <a:lnTo>
                    <a:pt x="3294636" y="534205"/>
                  </a:lnTo>
                  <a:lnTo>
                    <a:pt x="3223013" y="507270"/>
                  </a:lnTo>
                  <a:lnTo>
                    <a:pt x="3151391" y="479383"/>
                  </a:lnTo>
                  <a:lnTo>
                    <a:pt x="3079768" y="462371"/>
                  </a:lnTo>
                  <a:lnTo>
                    <a:pt x="3008146" y="453771"/>
                  </a:lnTo>
                  <a:lnTo>
                    <a:pt x="2936523" y="445082"/>
                  </a:lnTo>
                  <a:lnTo>
                    <a:pt x="2864901" y="436304"/>
                  </a:lnTo>
                  <a:lnTo>
                    <a:pt x="2793278" y="427436"/>
                  </a:lnTo>
                  <a:lnTo>
                    <a:pt x="2721655" y="418476"/>
                  </a:lnTo>
                  <a:lnTo>
                    <a:pt x="2650033" y="409424"/>
                  </a:lnTo>
                  <a:lnTo>
                    <a:pt x="2578410" y="400278"/>
                  </a:lnTo>
                  <a:lnTo>
                    <a:pt x="2506788" y="391038"/>
                  </a:lnTo>
                  <a:lnTo>
                    <a:pt x="2435165" y="381703"/>
                  </a:lnTo>
                  <a:lnTo>
                    <a:pt x="2363543" y="372272"/>
                  </a:lnTo>
                  <a:lnTo>
                    <a:pt x="2291920" y="362743"/>
                  </a:lnTo>
                  <a:lnTo>
                    <a:pt x="2220298" y="353116"/>
                  </a:lnTo>
                  <a:lnTo>
                    <a:pt x="2148675" y="343390"/>
                  </a:lnTo>
                  <a:lnTo>
                    <a:pt x="2077053" y="333564"/>
                  </a:lnTo>
                  <a:lnTo>
                    <a:pt x="2005430" y="323637"/>
                  </a:lnTo>
                  <a:lnTo>
                    <a:pt x="1933808" y="313607"/>
                  </a:lnTo>
                  <a:lnTo>
                    <a:pt x="1862185" y="303474"/>
                  </a:lnTo>
                  <a:lnTo>
                    <a:pt x="1790563" y="293236"/>
                  </a:lnTo>
                  <a:lnTo>
                    <a:pt x="1718940" y="282893"/>
                  </a:lnTo>
                  <a:lnTo>
                    <a:pt x="1647318" y="272443"/>
                  </a:lnTo>
                  <a:lnTo>
                    <a:pt x="1575695" y="261886"/>
                  </a:lnTo>
                  <a:lnTo>
                    <a:pt x="1504073" y="251220"/>
                  </a:lnTo>
                  <a:lnTo>
                    <a:pt x="1432450" y="240443"/>
                  </a:lnTo>
                  <a:lnTo>
                    <a:pt x="1360827" y="229556"/>
                  </a:lnTo>
                  <a:lnTo>
                    <a:pt x="1289205" y="218557"/>
                  </a:lnTo>
                  <a:lnTo>
                    <a:pt x="1217582" y="207444"/>
                  </a:lnTo>
                  <a:lnTo>
                    <a:pt x="1145960" y="196216"/>
                  </a:lnTo>
                  <a:lnTo>
                    <a:pt x="1074337" y="184873"/>
                  </a:lnTo>
                  <a:lnTo>
                    <a:pt x="1002715" y="173413"/>
                  </a:lnTo>
                  <a:lnTo>
                    <a:pt x="931092" y="161835"/>
                  </a:lnTo>
                  <a:lnTo>
                    <a:pt x="859470" y="150138"/>
                  </a:lnTo>
                  <a:lnTo>
                    <a:pt x="787847" y="138320"/>
                  </a:lnTo>
                  <a:lnTo>
                    <a:pt x="716225" y="126380"/>
                  </a:lnTo>
                  <a:lnTo>
                    <a:pt x="644602" y="114317"/>
                  </a:lnTo>
                  <a:lnTo>
                    <a:pt x="572980" y="102130"/>
                  </a:lnTo>
                  <a:lnTo>
                    <a:pt x="501357" y="89817"/>
                  </a:lnTo>
                  <a:lnTo>
                    <a:pt x="429735" y="77377"/>
                  </a:lnTo>
                  <a:lnTo>
                    <a:pt x="358112" y="64809"/>
                  </a:lnTo>
                  <a:lnTo>
                    <a:pt x="286490" y="52112"/>
                  </a:lnTo>
                  <a:lnTo>
                    <a:pt x="214867" y="39283"/>
                  </a:lnTo>
                  <a:lnTo>
                    <a:pt x="143245" y="26323"/>
                  </a:lnTo>
                  <a:lnTo>
                    <a:pt x="71622" y="1322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347722"/>
              <a:ext cx="7090630" cy="1970951"/>
            </a:xfrm>
            <a:custGeom>
              <a:avLst/>
              <a:pathLst>
                <a:path w="7090630" h="1970951">
                  <a:moveTo>
                    <a:pt x="0" y="0"/>
                  </a:moveTo>
                  <a:lnTo>
                    <a:pt x="71622" y="49123"/>
                  </a:lnTo>
                  <a:lnTo>
                    <a:pt x="143245" y="97154"/>
                  </a:lnTo>
                  <a:lnTo>
                    <a:pt x="214867" y="144117"/>
                  </a:lnTo>
                  <a:lnTo>
                    <a:pt x="286490" y="190036"/>
                  </a:lnTo>
                  <a:lnTo>
                    <a:pt x="358112" y="234934"/>
                  </a:lnTo>
                  <a:lnTo>
                    <a:pt x="429735" y="278834"/>
                  </a:lnTo>
                  <a:lnTo>
                    <a:pt x="501357" y="321758"/>
                  </a:lnTo>
                  <a:lnTo>
                    <a:pt x="572980" y="363728"/>
                  </a:lnTo>
                  <a:lnTo>
                    <a:pt x="644602" y="404764"/>
                  </a:lnTo>
                  <a:lnTo>
                    <a:pt x="716225" y="444889"/>
                  </a:lnTo>
                  <a:lnTo>
                    <a:pt x="787847" y="484121"/>
                  </a:lnTo>
                  <a:lnTo>
                    <a:pt x="859470" y="522481"/>
                  </a:lnTo>
                  <a:lnTo>
                    <a:pt x="931092" y="559988"/>
                  </a:lnTo>
                  <a:lnTo>
                    <a:pt x="1002715" y="596661"/>
                  </a:lnTo>
                  <a:lnTo>
                    <a:pt x="1074337" y="632519"/>
                  </a:lnTo>
                  <a:lnTo>
                    <a:pt x="1145960" y="667580"/>
                  </a:lnTo>
                  <a:lnTo>
                    <a:pt x="1217582" y="701861"/>
                  </a:lnTo>
                  <a:lnTo>
                    <a:pt x="1289205" y="735380"/>
                  </a:lnTo>
                  <a:lnTo>
                    <a:pt x="1360827" y="768154"/>
                  </a:lnTo>
                  <a:lnTo>
                    <a:pt x="1432450" y="800199"/>
                  </a:lnTo>
                  <a:lnTo>
                    <a:pt x="1504073" y="831532"/>
                  </a:lnTo>
                  <a:lnTo>
                    <a:pt x="1575695" y="862168"/>
                  </a:lnTo>
                  <a:lnTo>
                    <a:pt x="1647318" y="892123"/>
                  </a:lnTo>
                  <a:lnTo>
                    <a:pt x="1718940" y="921412"/>
                  </a:lnTo>
                  <a:lnTo>
                    <a:pt x="1790563" y="950050"/>
                  </a:lnTo>
                  <a:lnTo>
                    <a:pt x="1862185" y="978051"/>
                  </a:lnTo>
                  <a:lnTo>
                    <a:pt x="1933808" y="1005430"/>
                  </a:lnTo>
                  <a:lnTo>
                    <a:pt x="2005430" y="1032200"/>
                  </a:lnTo>
                  <a:lnTo>
                    <a:pt x="2077053" y="1058375"/>
                  </a:lnTo>
                  <a:lnTo>
                    <a:pt x="2148675" y="1083968"/>
                  </a:lnTo>
                  <a:lnTo>
                    <a:pt x="2220298" y="1108992"/>
                  </a:lnTo>
                  <a:lnTo>
                    <a:pt x="2291920" y="1133459"/>
                  </a:lnTo>
                  <a:lnTo>
                    <a:pt x="2363543" y="1157383"/>
                  </a:lnTo>
                  <a:lnTo>
                    <a:pt x="2435165" y="1180775"/>
                  </a:lnTo>
                  <a:lnTo>
                    <a:pt x="2506788" y="1203646"/>
                  </a:lnTo>
                  <a:lnTo>
                    <a:pt x="2578410" y="1226009"/>
                  </a:lnTo>
                  <a:lnTo>
                    <a:pt x="2650033" y="1247875"/>
                  </a:lnTo>
                  <a:lnTo>
                    <a:pt x="2721655" y="1269255"/>
                  </a:lnTo>
                  <a:lnTo>
                    <a:pt x="2793278" y="1290160"/>
                  </a:lnTo>
                  <a:lnTo>
                    <a:pt x="2864901" y="1310599"/>
                  </a:lnTo>
                  <a:lnTo>
                    <a:pt x="2936523" y="1330585"/>
                  </a:lnTo>
                  <a:lnTo>
                    <a:pt x="3008146" y="1350126"/>
                  </a:lnTo>
                  <a:lnTo>
                    <a:pt x="3079768" y="1369232"/>
                  </a:lnTo>
                  <a:lnTo>
                    <a:pt x="3151391" y="1387914"/>
                  </a:lnTo>
                  <a:lnTo>
                    <a:pt x="3223013" y="1406181"/>
                  </a:lnTo>
                  <a:lnTo>
                    <a:pt x="3294636" y="1424041"/>
                  </a:lnTo>
                  <a:lnTo>
                    <a:pt x="3366258" y="1441504"/>
                  </a:lnTo>
                  <a:lnTo>
                    <a:pt x="3437881" y="1458579"/>
                  </a:lnTo>
                  <a:lnTo>
                    <a:pt x="3509503" y="1475275"/>
                  </a:lnTo>
                  <a:lnTo>
                    <a:pt x="3581126" y="1491599"/>
                  </a:lnTo>
                  <a:lnTo>
                    <a:pt x="3652748" y="1507560"/>
                  </a:lnTo>
                  <a:lnTo>
                    <a:pt x="3724371" y="1523167"/>
                  </a:lnTo>
                  <a:lnTo>
                    <a:pt x="3795993" y="1538426"/>
                  </a:lnTo>
                  <a:lnTo>
                    <a:pt x="3867616" y="1553346"/>
                  </a:lnTo>
                  <a:lnTo>
                    <a:pt x="3939238" y="1567935"/>
                  </a:lnTo>
                  <a:lnTo>
                    <a:pt x="4010861" y="1582199"/>
                  </a:lnTo>
                  <a:lnTo>
                    <a:pt x="4082483" y="1596146"/>
                  </a:lnTo>
                  <a:lnTo>
                    <a:pt x="4154106" y="1609783"/>
                  </a:lnTo>
                  <a:lnTo>
                    <a:pt x="4225729" y="1623117"/>
                  </a:lnTo>
                  <a:lnTo>
                    <a:pt x="4297351" y="1636154"/>
                  </a:lnTo>
                  <a:lnTo>
                    <a:pt x="4368974" y="1648901"/>
                  </a:lnTo>
                  <a:lnTo>
                    <a:pt x="4440596" y="1661365"/>
                  </a:lnTo>
                  <a:lnTo>
                    <a:pt x="4512219" y="1673552"/>
                  </a:lnTo>
                  <a:lnTo>
                    <a:pt x="4583841" y="1685468"/>
                  </a:lnTo>
                  <a:lnTo>
                    <a:pt x="4655464" y="1697119"/>
                  </a:lnTo>
                  <a:lnTo>
                    <a:pt x="4727086" y="1708511"/>
                  </a:lnTo>
                  <a:lnTo>
                    <a:pt x="4798709" y="1719650"/>
                  </a:lnTo>
                  <a:lnTo>
                    <a:pt x="4870331" y="1730541"/>
                  </a:lnTo>
                  <a:lnTo>
                    <a:pt x="4941954" y="1741190"/>
                  </a:lnTo>
                  <a:lnTo>
                    <a:pt x="5013576" y="1751603"/>
                  </a:lnTo>
                  <a:lnTo>
                    <a:pt x="5085199" y="1761783"/>
                  </a:lnTo>
                  <a:lnTo>
                    <a:pt x="5156821" y="1771738"/>
                  </a:lnTo>
                  <a:lnTo>
                    <a:pt x="5228444" y="1781471"/>
                  </a:lnTo>
                  <a:lnTo>
                    <a:pt x="5300066" y="1790988"/>
                  </a:lnTo>
                  <a:lnTo>
                    <a:pt x="5371689" y="1800293"/>
                  </a:lnTo>
                  <a:lnTo>
                    <a:pt x="5443311" y="1809391"/>
                  </a:lnTo>
                  <a:lnTo>
                    <a:pt x="5514934" y="1818287"/>
                  </a:lnTo>
                  <a:lnTo>
                    <a:pt x="5586557" y="1826985"/>
                  </a:lnTo>
                  <a:lnTo>
                    <a:pt x="5658179" y="1835490"/>
                  </a:lnTo>
                  <a:lnTo>
                    <a:pt x="5729802" y="1843806"/>
                  </a:lnTo>
                  <a:lnTo>
                    <a:pt x="5801424" y="1851937"/>
                  </a:lnTo>
                  <a:lnTo>
                    <a:pt x="5873047" y="1859887"/>
                  </a:lnTo>
                  <a:lnTo>
                    <a:pt x="5944669" y="1867660"/>
                  </a:lnTo>
                  <a:lnTo>
                    <a:pt x="6016292" y="1875261"/>
                  </a:lnTo>
                  <a:lnTo>
                    <a:pt x="6087914" y="1882692"/>
                  </a:lnTo>
                  <a:lnTo>
                    <a:pt x="6159537" y="1889958"/>
                  </a:lnTo>
                  <a:lnTo>
                    <a:pt x="6231159" y="1897063"/>
                  </a:lnTo>
                  <a:lnTo>
                    <a:pt x="6302782" y="1904010"/>
                  </a:lnTo>
                  <a:lnTo>
                    <a:pt x="6374404" y="1910802"/>
                  </a:lnTo>
                  <a:lnTo>
                    <a:pt x="6446027" y="1917444"/>
                  </a:lnTo>
                  <a:lnTo>
                    <a:pt x="6517649" y="1923938"/>
                  </a:lnTo>
                  <a:lnTo>
                    <a:pt x="6589272" y="1930287"/>
                  </a:lnTo>
                  <a:lnTo>
                    <a:pt x="6660894" y="1936495"/>
                  </a:lnTo>
                  <a:lnTo>
                    <a:pt x="6732517" y="1942565"/>
                  </a:lnTo>
                  <a:lnTo>
                    <a:pt x="6804139" y="1948500"/>
                  </a:lnTo>
                  <a:lnTo>
                    <a:pt x="6875762" y="1954304"/>
                  </a:lnTo>
                  <a:lnTo>
                    <a:pt x="6947385" y="1959978"/>
                  </a:lnTo>
                  <a:lnTo>
                    <a:pt x="7019007" y="1965526"/>
                  </a:lnTo>
                  <a:lnTo>
                    <a:pt x="7090630" y="197095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93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74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1858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640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3461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051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7573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4629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654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602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7658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471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1.31 (1.13-1.52), p_Bonf = 0.002 (n = 6)  |  per IQR decline (Δ = 28.1 %): 2.15 (1.42-3.27)  |  IQR: [-30.1, -2.1]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496153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2026-07-22T14:13:39Z</dcterms:modified>
  <cp:category/>
</cp:coreProperties>
</file>