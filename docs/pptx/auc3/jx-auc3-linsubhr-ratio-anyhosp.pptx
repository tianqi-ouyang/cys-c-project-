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904189"/>
              <a:ext cx="7392041" cy="2456867"/>
            </a:xfrm>
            <a:custGeom>
              <a:avLst/>
              <a:pathLst>
                <a:path w="7392041" h="2456867">
                  <a:moveTo>
                    <a:pt x="0" y="0"/>
                  </a:moveTo>
                  <a:lnTo>
                    <a:pt x="53901" y="50109"/>
                  </a:lnTo>
                  <a:lnTo>
                    <a:pt x="131145" y="119990"/>
                  </a:lnTo>
                  <a:lnTo>
                    <a:pt x="208389" y="187994"/>
                  </a:lnTo>
                  <a:lnTo>
                    <a:pt x="285632" y="254173"/>
                  </a:lnTo>
                  <a:lnTo>
                    <a:pt x="362876" y="318576"/>
                  </a:lnTo>
                  <a:lnTo>
                    <a:pt x="440119" y="381249"/>
                  </a:lnTo>
                  <a:lnTo>
                    <a:pt x="517363" y="442240"/>
                  </a:lnTo>
                  <a:lnTo>
                    <a:pt x="594606" y="501593"/>
                  </a:lnTo>
                  <a:lnTo>
                    <a:pt x="671850" y="559353"/>
                  </a:lnTo>
                  <a:lnTo>
                    <a:pt x="749094" y="615562"/>
                  </a:lnTo>
                  <a:lnTo>
                    <a:pt x="826337" y="670262"/>
                  </a:lnTo>
                  <a:lnTo>
                    <a:pt x="903581" y="723494"/>
                  </a:lnTo>
                  <a:lnTo>
                    <a:pt x="980824" y="775297"/>
                  </a:lnTo>
                  <a:lnTo>
                    <a:pt x="1058068" y="825709"/>
                  </a:lnTo>
                  <a:lnTo>
                    <a:pt x="1135311" y="874767"/>
                  </a:lnTo>
                  <a:lnTo>
                    <a:pt x="1212555" y="922508"/>
                  </a:lnTo>
                  <a:lnTo>
                    <a:pt x="1289799" y="968968"/>
                  </a:lnTo>
                  <a:lnTo>
                    <a:pt x="1367042" y="1014181"/>
                  </a:lnTo>
                  <a:lnTo>
                    <a:pt x="1444286" y="1058179"/>
                  </a:lnTo>
                  <a:lnTo>
                    <a:pt x="1521529" y="1100997"/>
                  </a:lnTo>
                  <a:lnTo>
                    <a:pt x="1598773" y="1142664"/>
                  </a:lnTo>
                  <a:lnTo>
                    <a:pt x="1676016" y="1183214"/>
                  </a:lnTo>
                  <a:lnTo>
                    <a:pt x="1753260" y="1222674"/>
                  </a:lnTo>
                  <a:lnTo>
                    <a:pt x="1830504" y="1261075"/>
                  </a:lnTo>
                  <a:lnTo>
                    <a:pt x="1907747" y="1298446"/>
                  </a:lnTo>
                  <a:lnTo>
                    <a:pt x="1984991" y="1334813"/>
                  </a:lnTo>
                  <a:lnTo>
                    <a:pt x="2062234" y="1370203"/>
                  </a:lnTo>
                  <a:lnTo>
                    <a:pt x="2139478" y="1404644"/>
                  </a:lnTo>
                  <a:lnTo>
                    <a:pt x="2216721" y="1438160"/>
                  </a:lnTo>
                  <a:lnTo>
                    <a:pt x="2293965" y="1470776"/>
                  </a:lnTo>
                  <a:lnTo>
                    <a:pt x="2371209" y="1502517"/>
                  </a:lnTo>
                  <a:lnTo>
                    <a:pt x="2448452" y="1533405"/>
                  </a:lnTo>
                  <a:lnTo>
                    <a:pt x="2525696" y="1563464"/>
                  </a:lnTo>
                  <a:lnTo>
                    <a:pt x="2602939" y="1592716"/>
                  </a:lnTo>
                  <a:lnTo>
                    <a:pt x="2680183" y="1621183"/>
                  </a:lnTo>
                  <a:lnTo>
                    <a:pt x="2757426" y="1648885"/>
                  </a:lnTo>
                  <a:lnTo>
                    <a:pt x="2834670" y="1675844"/>
                  </a:lnTo>
                  <a:lnTo>
                    <a:pt x="2911914" y="1702079"/>
                  </a:lnTo>
                  <a:lnTo>
                    <a:pt x="2989157" y="1727610"/>
                  </a:lnTo>
                  <a:lnTo>
                    <a:pt x="3066401" y="1752455"/>
                  </a:lnTo>
                  <a:lnTo>
                    <a:pt x="3143644" y="1776634"/>
                  </a:lnTo>
                  <a:lnTo>
                    <a:pt x="3220888" y="1800163"/>
                  </a:lnTo>
                  <a:lnTo>
                    <a:pt x="3298131" y="1823061"/>
                  </a:lnTo>
                  <a:lnTo>
                    <a:pt x="3375375" y="1827502"/>
                  </a:lnTo>
                  <a:lnTo>
                    <a:pt x="3452619" y="1831483"/>
                  </a:lnTo>
                  <a:lnTo>
                    <a:pt x="3529862" y="1835445"/>
                  </a:lnTo>
                  <a:lnTo>
                    <a:pt x="3607106" y="1839387"/>
                  </a:lnTo>
                  <a:lnTo>
                    <a:pt x="3684349" y="1843311"/>
                  </a:lnTo>
                  <a:lnTo>
                    <a:pt x="3761593" y="1847216"/>
                  </a:lnTo>
                  <a:lnTo>
                    <a:pt x="3838836" y="1851102"/>
                  </a:lnTo>
                  <a:lnTo>
                    <a:pt x="3916080" y="1854969"/>
                  </a:lnTo>
                  <a:lnTo>
                    <a:pt x="3993324" y="1858817"/>
                  </a:lnTo>
                  <a:lnTo>
                    <a:pt x="4070567" y="1862647"/>
                  </a:lnTo>
                  <a:lnTo>
                    <a:pt x="4147811" y="1866459"/>
                  </a:lnTo>
                  <a:lnTo>
                    <a:pt x="4225054" y="1870252"/>
                  </a:lnTo>
                  <a:lnTo>
                    <a:pt x="4302298" y="1874027"/>
                  </a:lnTo>
                  <a:lnTo>
                    <a:pt x="4379541" y="1877783"/>
                  </a:lnTo>
                  <a:lnTo>
                    <a:pt x="4456785" y="1881522"/>
                  </a:lnTo>
                  <a:lnTo>
                    <a:pt x="4534029" y="1885242"/>
                  </a:lnTo>
                  <a:lnTo>
                    <a:pt x="4611272" y="1888945"/>
                  </a:lnTo>
                  <a:lnTo>
                    <a:pt x="4688516" y="1892629"/>
                  </a:lnTo>
                  <a:lnTo>
                    <a:pt x="4765759" y="1896296"/>
                  </a:lnTo>
                  <a:lnTo>
                    <a:pt x="4843003" y="1899946"/>
                  </a:lnTo>
                  <a:lnTo>
                    <a:pt x="4920246" y="1903577"/>
                  </a:lnTo>
                  <a:lnTo>
                    <a:pt x="4997490" y="1907191"/>
                  </a:lnTo>
                  <a:lnTo>
                    <a:pt x="5074734" y="1910788"/>
                  </a:lnTo>
                  <a:lnTo>
                    <a:pt x="5151977" y="1914367"/>
                  </a:lnTo>
                  <a:lnTo>
                    <a:pt x="5229221" y="1917929"/>
                  </a:lnTo>
                  <a:lnTo>
                    <a:pt x="5306464" y="1921474"/>
                  </a:lnTo>
                  <a:lnTo>
                    <a:pt x="5383708" y="1925002"/>
                  </a:lnTo>
                  <a:lnTo>
                    <a:pt x="5460951" y="1928513"/>
                  </a:lnTo>
                  <a:lnTo>
                    <a:pt x="5538195" y="1932007"/>
                  </a:lnTo>
                  <a:lnTo>
                    <a:pt x="5615439" y="1935484"/>
                  </a:lnTo>
                  <a:lnTo>
                    <a:pt x="5692682" y="1938944"/>
                  </a:lnTo>
                  <a:lnTo>
                    <a:pt x="5769926" y="1942388"/>
                  </a:lnTo>
                  <a:lnTo>
                    <a:pt x="5847169" y="1945815"/>
                  </a:lnTo>
                  <a:lnTo>
                    <a:pt x="5924413" y="1949225"/>
                  </a:lnTo>
                  <a:lnTo>
                    <a:pt x="6001656" y="1952619"/>
                  </a:lnTo>
                  <a:lnTo>
                    <a:pt x="6078900" y="1955997"/>
                  </a:lnTo>
                  <a:lnTo>
                    <a:pt x="6156144" y="1959358"/>
                  </a:lnTo>
                  <a:lnTo>
                    <a:pt x="6233387" y="1962703"/>
                  </a:lnTo>
                  <a:lnTo>
                    <a:pt x="6310631" y="1966032"/>
                  </a:lnTo>
                  <a:lnTo>
                    <a:pt x="6387874" y="1969345"/>
                  </a:lnTo>
                  <a:lnTo>
                    <a:pt x="6465118" y="1972642"/>
                  </a:lnTo>
                  <a:lnTo>
                    <a:pt x="6542361" y="1975923"/>
                  </a:lnTo>
                  <a:lnTo>
                    <a:pt x="6619605" y="1979189"/>
                  </a:lnTo>
                  <a:lnTo>
                    <a:pt x="6696849" y="1982438"/>
                  </a:lnTo>
                  <a:lnTo>
                    <a:pt x="6774092" y="1985672"/>
                  </a:lnTo>
                  <a:lnTo>
                    <a:pt x="6851336" y="1988890"/>
                  </a:lnTo>
                  <a:lnTo>
                    <a:pt x="6928579" y="1992093"/>
                  </a:lnTo>
                  <a:lnTo>
                    <a:pt x="7005823" y="1995280"/>
                  </a:lnTo>
                  <a:lnTo>
                    <a:pt x="7083066" y="1998452"/>
                  </a:lnTo>
                  <a:lnTo>
                    <a:pt x="7160310" y="2001609"/>
                  </a:lnTo>
                  <a:lnTo>
                    <a:pt x="7237554" y="2004750"/>
                  </a:lnTo>
                  <a:lnTo>
                    <a:pt x="7314797" y="2007876"/>
                  </a:lnTo>
                  <a:lnTo>
                    <a:pt x="7392041" y="2010988"/>
                  </a:lnTo>
                  <a:lnTo>
                    <a:pt x="7392041" y="2456867"/>
                  </a:lnTo>
                  <a:lnTo>
                    <a:pt x="7314797" y="2451455"/>
                  </a:lnTo>
                  <a:lnTo>
                    <a:pt x="7237554" y="2445893"/>
                  </a:lnTo>
                  <a:lnTo>
                    <a:pt x="7160310" y="2440178"/>
                  </a:lnTo>
                  <a:lnTo>
                    <a:pt x="7083066" y="2434305"/>
                  </a:lnTo>
                  <a:lnTo>
                    <a:pt x="7005823" y="2428270"/>
                  </a:lnTo>
                  <a:lnTo>
                    <a:pt x="6928579" y="2422069"/>
                  </a:lnTo>
                  <a:lnTo>
                    <a:pt x="6851336" y="2415696"/>
                  </a:lnTo>
                  <a:lnTo>
                    <a:pt x="6774092" y="2409148"/>
                  </a:lnTo>
                  <a:lnTo>
                    <a:pt x="6696849" y="2402419"/>
                  </a:lnTo>
                  <a:lnTo>
                    <a:pt x="6619605" y="2395505"/>
                  </a:lnTo>
                  <a:lnTo>
                    <a:pt x="6542361" y="2388399"/>
                  </a:lnTo>
                  <a:lnTo>
                    <a:pt x="6465118" y="2381098"/>
                  </a:lnTo>
                  <a:lnTo>
                    <a:pt x="6387874" y="2373595"/>
                  </a:lnTo>
                  <a:lnTo>
                    <a:pt x="6310631" y="2365886"/>
                  </a:lnTo>
                  <a:lnTo>
                    <a:pt x="6233387" y="2357963"/>
                  </a:lnTo>
                  <a:lnTo>
                    <a:pt x="6156144" y="2349822"/>
                  </a:lnTo>
                  <a:lnTo>
                    <a:pt x="6078900" y="2341457"/>
                  </a:lnTo>
                  <a:lnTo>
                    <a:pt x="6001656" y="2332860"/>
                  </a:lnTo>
                  <a:lnTo>
                    <a:pt x="5924413" y="2324027"/>
                  </a:lnTo>
                  <a:lnTo>
                    <a:pt x="5847169" y="2314950"/>
                  </a:lnTo>
                  <a:lnTo>
                    <a:pt x="5769926" y="2305622"/>
                  </a:lnTo>
                  <a:lnTo>
                    <a:pt x="5692682" y="2296037"/>
                  </a:lnTo>
                  <a:lnTo>
                    <a:pt x="5615439" y="2286188"/>
                  </a:lnTo>
                  <a:lnTo>
                    <a:pt x="5538195" y="2276067"/>
                  </a:lnTo>
                  <a:lnTo>
                    <a:pt x="5460951" y="2265667"/>
                  </a:lnTo>
                  <a:lnTo>
                    <a:pt x="5383708" y="2254979"/>
                  </a:lnTo>
                  <a:lnTo>
                    <a:pt x="5306464" y="2243997"/>
                  </a:lnTo>
                  <a:lnTo>
                    <a:pt x="5229221" y="2232712"/>
                  </a:lnTo>
                  <a:lnTo>
                    <a:pt x="5151977" y="2221116"/>
                  </a:lnTo>
                  <a:lnTo>
                    <a:pt x="5074734" y="2209200"/>
                  </a:lnTo>
                  <a:lnTo>
                    <a:pt x="4997490" y="2196955"/>
                  </a:lnTo>
                  <a:lnTo>
                    <a:pt x="4920246" y="2184372"/>
                  </a:lnTo>
                  <a:lnTo>
                    <a:pt x="4843003" y="2171442"/>
                  </a:lnTo>
                  <a:lnTo>
                    <a:pt x="4765759" y="2158156"/>
                  </a:lnTo>
                  <a:lnTo>
                    <a:pt x="4688516" y="2144503"/>
                  </a:lnTo>
                  <a:lnTo>
                    <a:pt x="4611272" y="2130473"/>
                  </a:lnTo>
                  <a:lnTo>
                    <a:pt x="4534029" y="2116056"/>
                  </a:lnTo>
                  <a:lnTo>
                    <a:pt x="4456785" y="2101241"/>
                  </a:lnTo>
                  <a:lnTo>
                    <a:pt x="4379541" y="2086018"/>
                  </a:lnTo>
                  <a:lnTo>
                    <a:pt x="4302298" y="2070375"/>
                  </a:lnTo>
                  <a:lnTo>
                    <a:pt x="4225054" y="2054300"/>
                  </a:lnTo>
                  <a:lnTo>
                    <a:pt x="4147811" y="2037782"/>
                  </a:lnTo>
                  <a:lnTo>
                    <a:pt x="4070567" y="2020808"/>
                  </a:lnTo>
                  <a:lnTo>
                    <a:pt x="3993324" y="2003366"/>
                  </a:lnTo>
                  <a:lnTo>
                    <a:pt x="3916080" y="1985443"/>
                  </a:lnTo>
                  <a:lnTo>
                    <a:pt x="3838836" y="1967025"/>
                  </a:lnTo>
                  <a:lnTo>
                    <a:pt x="3761593" y="1948099"/>
                  </a:lnTo>
                  <a:lnTo>
                    <a:pt x="3684349" y="1928651"/>
                  </a:lnTo>
                  <a:lnTo>
                    <a:pt x="3607106" y="1908666"/>
                  </a:lnTo>
                  <a:lnTo>
                    <a:pt x="3529862" y="1888130"/>
                  </a:lnTo>
                  <a:lnTo>
                    <a:pt x="3452619" y="1867028"/>
                  </a:lnTo>
                  <a:lnTo>
                    <a:pt x="3375375" y="1845343"/>
                  </a:lnTo>
                  <a:lnTo>
                    <a:pt x="3298131" y="1823502"/>
                  </a:lnTo>
                  <a:lnTo>
                    <a:pt x="3220888" y="1819482"/>
                  </a:lnTo>
                  <a:lnTo>
                    <a:pt x="3143644" y="1815443"/>
                  </a:lnTo>
                  <a:lnTo>
                    <a:pt x="3066401" y="1811384"/>
                  </a:lnTo>
                  <a:lnTo>
                    <a:pt x="2989157" y="1807306"/>
                  </a:lnTo>
                  <a:lnTo>
                    <a:pt x="2911914" y="1803208"/>
                  </a:lnTo>
                  <a:lnTo>
                    <a:pt x="2834670" y="1799090"/>
                  </a:lnTo>
                  <a:lnTo>
                    <a:pt x="2757426" y="1794952"/>
                  </a:lnTo>
                  <a:lnTo>
                    <a:pt x="2680183" y="1790794"/>
                  </a:lnTo>
                  <a:lnTo>
                    <a:pt x="2602939" y="1786616"/>
                  </a:lnTo>
                  <a:lnTo>
                    <a:pt x="2525696" y="1782417"/>
                  </a:lnTo>
                  <a:lnTo>
                    <a:pt x="2448452" y="1778199"/>
                  </a:lnTo>
                  <a:lnTo>
                    <a:pt x="2371209" y="1773959"/>
                  </a:lnTo>
                  <a:lnTo>
                    <a:pt x="2293965" y="1769700"/>
                  </a:lnTo>
                  <a:lnTo>
                    <a:pt x="2216721" y="1765419"/>
                  </a:lnTo>
                  <a:lnTo>
                    <a:pt x="2139478" y="1761118"/>
                  </a:lnTo>
                  <a:lnTo>
                    <a:pt x="2062234" y="1756796"/>
                  </a:lnTo>
                  <a:lnTo>
                    <a:pt x="1984991" y="1752454"/>
                  </a:lnTo>
                  <a:lnTo>
                    <a:pt x="1907747" y="1748090"/>
                  </a:lnTo>
                  <a:lnTo>
                    <a:pt x="1830504" y="1743705"/>
                  </a:lnTo>
                  <a:lnTo>
                    <a:pt x="1753260" y="1739298"/>
                  </a:lnTo>
                  <a:lnTo>
                    <a:pt x="1676016" y="1734871"/>
                  </a:lnTo>
                  <a:lnTo>
                    <a:pt x="1598773" y="1730422"/>
                  </a:lnTo>
                  <a:lnTo>
                    <a:pt x="1521529" y="1725951"/>
                  </a:lnTo>
                  <a:lnTo>
                    <a:pt x="1444286" y="1721459"/>
                  </a:lnTo>
                  <a:lnTo>
                    <a:pt x="1367042" y="1716944"/>
                  </a:lnTo>
                  <a:lnTo>
                    <a:pt x="1289799" y="1712408"/>
                  </a:lnTo>
                  <a:lnTo>
                    <a:pt x="1212555" y="1707851"/>
                  </a:lnTo>
                  <a:lnTo>
                    <a:pt x="1135311" y="1703270"/>
                  </a:lnTo>
                  <a:lnTo>
                    <a:pt x="1058068" y="1698668"/>
                  </a:lnTo>
                  <a:lnTo>
                    <a:pt x="980824" y="1694044"/>
                  </a:lnTo>
                  <a:lnTo>
                    <a:pt x="903581" y="1689397"/>
                  </a:lnTo>
                  <a:lnTo>
                    <a:pt x="826337" y="1684727"/>
                  </a:lnTo>
                  <a:lnTo>
                    <a:pt x="749094" y="1680035"/>
                  </a:lnTo>
                  <a:lnTo>
                    <a:pt x="671850" y="1675320"/>
                  </a:lnTo>
                  <a:lnTo>
                    <a:pt x="594606" y="1670583"/>
                  </a:lnTo>
                  <a:lnTo>
                    <a:pt x="517363" y="1665822"/>
                  </a:lnTo>
                  <a:lnTo>
                    <a:pt x="440119" y="1661039"/>
                  </a:lnTo>
                  <a:lnTo>
                    <a:pt x="362876" y="1656232"/>
                  </a:lnTo>
                  <a:lnTo>
                    <a:pt x="285632" y="1651402"/>
                  </a:lnTo>
                  <a:lnTo>
                    <a:pt x="208389" y="1646548"/>
                  </a:lnTo>
                  <a:lnTo>
                    <a:pt x="131145" y="1641671"/>
                  </a:lnTo>
                  <a:lnTo>
                    <a:pt x="53901" y="1636770"/>
                  </a:lnTo>
                  <a:lnTo>
                    <a:pt x="0" y="163333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904189"/>
              <a:ext cx="7392041" cy="2010988"/>
            </a:xfrm>
            <a:custGeom>
              <a:avLst/>
              <a:pathLst>
                <a:path w="7392041" h="2010988">
                  <a:moveTo>
                    <a:pt x="0" y="0"/>
                  </a:moveTo>
                  <a:lnTo>
                    <a:pt x="53901" y="50109"/>
                  </a:lnTo>
                  <a:lnTo>
                    <a:pt x="131145" y="119990"/>
                  </a:lnTo>
                  <a:lnTo>
                    <a:pt x="208389" y="187994"/>
                  </a:lnTo>
                  <a:lnTo>
                    <a:pt x="285632" y="254173"/>
                  </a:lnTo>
                  <a:lnTo>
                    <a:pt x="362876" y="318576"/>
                  </a:lnTo>
                  <a:lnTo>
                    <a:pt x="440119" y="381249"/>
                  </a:lnTo>
                  <a:lnTo>
                    <a:pt x="517363" y="442240"/>
                  </a:lnTo>
                  <a:lnTo>
                    <a:pt x="594606" y="501593"/>
                  </a:lnTo>
                  <a:lnTo>
                    <a:pt x="671850" y="559353"/>
                  </a:lnTo>
                  <a:lnTo>
                    <a:pt x="749094" y="615562"/>
                  </a:lnTo>
                  <a:lnTo>
                    <a:pt x="826337" y="670262"/>
                  </a:lnTo>
                  <a:lnTo>
                    <a:pt x="903581" y="723494"/>
                  </a:lnTo>
                  <a:lnTo>
                    <a:pt x="980824" y="775297"/>
                  </a:lnTo>
                  <a:lnTo>
                    <a:pt x="1058068" y="825709"/>
                  </a:lnTo>
                  <a:lnTo>
                    <a:pt x="1135311" y="874767"/>
                  </a:lnTo>
                  <a:lnTo>
                    <a:pt x="1212555" y="922508"/>
                  </a:lnTo>
                  <a:lnTo>
                    <a:pt x="1289799" y="968968"/>
                  </a:lnTo>
                  <a:lnTo>
                    <a:pt x="1367042" y="1014181"/>
                  </a:lnTo>
                  <a:lnTo>
                    <a:pt x="1444286" y="1058179"/>
                  </a:lnTo>
                  <a:lnTo>
                    <a:pt x="1521529" y="1100997"/>
                  </a:lnTo>
                  <a:lnTo>
                    <a:pt x="1598773" y="1142664"/>
                  </a:lnTo>
                  <a:lnTo>
                    <a:pt x="1676016" y="1183214"/>
                  </a:lnTo>
                  <a:lnTo>
                    <a:pt x="1753260" y="1222674"/>
                  </a:lnTo>
                  <a:lnTo>
                    <a:pt x="1830504" y="1261075"/>
                  </a:lnTo>
                  <a:lnTo>
                    <a:pt x="1907747" y="1298446"/>
                  </a:lnTo>
                  <a:lnTo>
                    <a:pt x="1984991" y="1334813"/>
                  </a:lnTo>
                  <a:lnTo>
                    <a:pt x="2062234" y="1370203"/>
                  </a:lnTo>
                  <a:lnTo>
                    <a:pt x="2139478" y="1404644"/>
                  </a:lnTo>
                  <a:lnTo>
                    <a:pt x="2216721" y="1438160"/>
                  </a:lnTo>
                  <a:lnTo>
                    <a:pt x="2293965" y="1470776"/>
                  </a:lnTo>
                  <a:lnTo>
                    <a:pt x="2371209" y="1502517"/>
                  </a:lnTo>
                  <a:lnTo>
                    <a:pt x="2448452" y="1533405"/>
                  </a:lnTo>
                  <a:lnTo>
                    <a:pt x="2525696" y="1563464"/>
                  </a:lnTo>
                  <a:lnTo>
                    <a:pt x="2602939" y="1592716"/>
                  </a:lnTo>
                  <a:lnTo>
                    <a:pt x="2680183" y="1621183"/>
                  </a:lnTo>
                  <a:lnTo>
                    <a:pt x="2757426" y="1648885"/>
                  </a:lnTo>
                  <a:lnTo>
                    <a:pt x="2834670" y="1675844"/>
                  </a:lnTo>
                  <a:lnTo>
                    <a:pt x="2911914" y="1702079"/>
                  </a:lnTo>
                  <a:lnTo>
                    <a:pt x="2989157" y="1727610"/>
                  </a:lnTo>
                  <a:lnTo>
                    <a:pt x="3066401" y="1752455"/>
                  </a:lnTo>
                  <a:lnTo>
                    <a:pt x="3143644" y="1776634"/>
                  </a:lnTo>
                  <a:lnTo>
                    <a:pt x="3220888" y="1800163"/>
                  </a:lnTo>
                  <a:lnTo>
                    <a:pt x="3298131" y="1823061"/>
                  </a:lnTo>
                  <a:lnTo>
                    <a:pt x="3375375" y="1827502"/>
                  </a:lnTo>
                  <a:lnTo>
                    <a:pt x="3452619" y="1831483"/>
                  </a:lnTo>
                  <a:lnTo>
                    <a:pt x="3529862" y="1835445"/>
                  </a:lnTo>
                  <a:lnTo>
                    <a:pt x="3607106" y="1839387"/>
                  </a:lnTo>
                  <a:lnTo>
                    <a:pt x="3684349" y="1843311"/>
                  </a:lnTo>
                  <a:lnTo>
                    <a:pt x="3761593" y="1847216"/>
                  </a:lnTo>
                  <a:lnTo>
                    <a:pt x="3838836" y="1851102"/>
                  </a:lnTo>
                  <a:lnTo>
                    <a:pt x="3916080" y="1854969"/>
                  </a:lnTo>
                  <a:lnTo>
                    <a:pt x="3993324" y="1858817"/>
                  </a:lnTo>
                  <a:lnTo>
                    <a:pt x="4070567" y="1862647"/>
                  </a:lnTo>
                  <a:lnTo>
                    <a:pt x="4147811" y="1866459"/>
                  </a:lnTo>
                  <a:lnTo>
                    <a:pt x="4225054" y="1870252"/>
                  </a:lnTo>
                  <a:lnTo>
                    <a:pt x="4302298" y="1874027"/>
                  </a:lnTo>
                  <a:lnTo>
                    <a:pt x="4379541" y="1877783"/>
                  </a:lnTo>
                  <a:lnTo>
                    <a:pt x="4456785" y="1881522"/>
                  </a:lnTo>
                  <a:lnTo>
                    <a:pt x="4534029" y="1885242"/>
                  </a:lnTo>
                  <a:lnTo>
                    <a:pt x="4611272" y="1888945"/>
                  </a:lnTo>
                  <a:lnTo>
                    <a:pt x="4688516" y="1892629"/>
                  </a:lnTo>
                  <a:lnTo>
                    <a:pt x="4765759" y="1896296"/>
                  </a:lnTo>
                  <a:lnTo>
                    <a:pt x="4843003" y="1899946"/>
                  </a:lnTo>
                  <a:lnTo>
                    <a:pt x="4920246" y="1903577"/>
                  </a:lnTo>
                  <a:lnTo>
                    <a:pt x="4997490" y="1907191"/>
                  </a:lnTo>
                  <a:lnTo>
                    <a:pt x="5074734" y="1910788"/>
                  </a:lnTo>
                  <a:lnTo>
                    <a:pt x="5151977" y="1914367"/>
                  </a:lnTo>
                  <a:lnTo>
                    <a:pt x="5229221" y="1917929"/>
                  </a:lnTo>
                  <a:lnTo>
                    <a:pt x="5306464" y="1921474"/>
                  </a:lnTo>
                  <a:lnTo>
                    <a:pt x="5383708" y="1925002"/>
                  </a:lnTo>
                  <a:lnTo>
                    <a:pt x="5460951" y="1928513"/>
                  </a:lnTo>
                  <a:lnTo>
                    <a:pt x="5538195" y="1932007"/>
                  </a:lnTo>
                  <a:lnTo>
                    <a:pt x="5615439" y="1935484"/>
                  </a:lnTo>
                  <a:lnTo>
                    <a:pt x="5692682" y="1938944"/>
                  </a:lnTo>
                  <a:lnTo>
                    <a:pt x="5769926" y="1942388"/>
                  </a:lnTo>
                  <a:lnTo>
                    <a:pt x="5847169" y="1945815"/>
                  </a:lnTo>
                  <a:lnTo>
                    <a:pt x="5924413" y="1949225"/>
                  </a:lnTo>
                  <a:lnTo>
                    <a:pt x="6001656" y="1952619"/>
                  </a:lnTo>
                  <a:lnTo>
                    <a:pt x="6078900" y="1955997"/>
                  </a:lnTo>
                  <a:lnTo>
                    <a:pt x="6156144" y="1959358"/>
                  </a:lnTo>
                  <a:lnTo>
                    <a:pt x="6233387" y="1962703"/>
                  </a:lnTo>
                  <a:lnTo>
                    <a:pt x="6310631" y="1966032"/>
                  </a:lnTo>
                  <a:lnTo>
                    <a:pt x="6387874" y="1969345"/>
                  </a:lnTo>
                  <a:lnTo>
                    <a:pt x="6465118" y="1972642"/>
                  </a:lnTo>
                  <a:lnTo>
                    <a:pt x="6542361" y="1975923"/>
                  </a:lnTo>
                  <a:lnTo>
                    <a:pt x="6619605" y="1979189"/>
                  </a:lnTo>
                  <a:lnTo>
                    <a:pt x="6696849" y="1982438"/>
                  </a:lnTo>
                  <a:lnTo>
                    <a:pt x="6774092" y="1985672"/>
                  </a:lnTo>
                  <a:lnTo>
                    <a:pt x="6851336" y="1988890"/>
                  </a:lnTo>
                  <a:lnTo>
                    <a:pt x="6928579" y="1992093"/>
                  </a:lnTo>
                  <a:lnTo>
                    <a:pt x="7005823" y="1995280"/>
                  </a:lnTo>
                  <a:lnTo>
                    <a:pt x="7083066" y="1998452"/>
                  </a:lnTo>
                  <a:lnTo>
                    <a:pt x="7160310" y="2001609"/>
                  </a:lnTo>
                  <a:lnTo>
                    <a:pt x="7237554" y="2004750"/>
                  </a:lnTo>
                  <a:lnTo>
                    <a:pt x="7314797" y="2007876"/>
                  </a:lnTo>
                  <a:lnTo>
                    <a:pt x="7392041" y="20109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537523"/>
              <a:ext cx="7392041" cy="823533"/>
            </a:xfrm>
            <a:custGeom>
              <a:avLst/>
              <a:pathLst>
                <a:path w="7392041" h="823533">
                  <a:moveTo>
                    <a:pt x="7392041" y="823533"/>
                  </a:moveTo>
                  <a:lnTo>
                    <a:pt x="7314797" y="818121"/>
                  </a:lnTo>
                  <a:lnTo>
                    <a:pt x="7237554" y="812559"/>
                  </a:lnTo>
                  <a:lnTo>
                    <a:pt x="7160310" y="806844"/>
                  </a:lnTo>
                  <a:lnTo>
                    <a:pt x="7083066" y="800971"/>
                  </a:lnTo>
                  <a:lnTo>
                    <a:pt x="7005823" y="794936"/>
                  </a:lnTo>
                  <a:lnTo>
                    <a:pt x="6928579" y="788735"/>
                  </a:lnTo>
                  <a:lnTo>
                    <a:pt x="6851336" y="782362"/>
                  </a:lnTo>
                  <a:lnTo>
                    <a:pt x="6774092" y="775814"/>
                  </a:lnTo>
                  <a:lnTo>
                    <a:pt x="6696849" y="769085"/>
                  </a:lnTo>
                  <a:lnTo>
                    <a:pt x="6619605" y="762170"/>
                  </a:lnTo>
                  <a:lnTo>
                    <a:pt x="6542361" y="755065"/>
                  </a:lnTo>
                  <a:lnTo>
                    <a:pt x="6465118" y="747764"/>
                  </a:lnTo>
                  <a:lnTo>
                    <a:pt x="6387874" y="740261"/>
                  </a:lnTo>
                  <a:lnTo>
                    <a:pt x="6310631" y="732551"/>
                  </a:lnTo>
                  <a:lnTo>
                    <a:pt x="6233387" y="724629"/>
                  </a:lnTo>
                  <a:lnTo>
                    <a:pt x="6156144" y="716488"/>
                  </a:lnTo>
                  <a:lnTo>
                    <a:pt x="6078900" y="708122"/>
                  </a:lnTo>
                  <a:lnTo>
                    <a:pt x="6001656" y="699526"/>
                  </a:lnTo>
                  <a:lnTo>
                    <a:pt x="5924413" y="690693"/>
                  </a:lnTo>
                  <a:lnTo>
                    <a:pt x="5847169" y="681615"/>
                  </a:lnTo>
                  <a:lnTo>
                    <a:pt x="5769926" y="672288"/>
                  </a:lnTo>
                  <a:lnTo>
                    <a:pt x="5692682" y="662703"/>
                  </a:lnTo>
                  <a:lnTo>
                    <a:pt x="5615439" y="652854"/>
                  </a:lnTo>
                  <a:lnTo>
                    <a:pt x="5538195" y="642733"/>
                  </a:lnTo>
                  <a:lnTo>
                    <a:pt x="5460951" y="632332"/>
                  </a:lnTo>
                  <a:lnTo>
                    <a:pt x="5383708" y="621645"/>
                  </a:lnTo>
                  <a:lnTo>
                    <a:pt x="5306464" y="610663"/>
                  </a:lnTo>
                  <a:lnTo>
                    <a:pt x="5229221" y="599378"/>
                  </a:lnTo>
                  <a:lnTo>
                    <a:pt x="5151977" y="587782"/>
                  </a:lnTo>
                  <a:lnTo>
                    <a:pt x="5074734" y="575866"/>
                  </a:lnTo>
                  <a:lnTo>
                    <a:pt x="4997490" y="563621"/>
                  </a:lnTo>
                  <a:lnTo>
                    <a:pt x="4920246" y="551038"/>
                  </a:lnTo>
                  <a:lnTo>
                    <a:pt x="4843003" y="538108"/>
                  </a:lnTo>
                  <a:lnTo>
                    <a:pt x="4765759" y="524821"/>
                  </a:lnTo>
                  <a:lnTo>
                    <a:pt x="4688516" y="511168"/>
                  </a:lnTo>
                  <a:lnTo>
                    <a:pt x="4611272" y="497139"/>
                  </a:lnTo>
                  <a:lnTo>
                    <a:pt x="4534029" y="482722"/>
                  </a:lnTo>
                  <a:lnTo>
                    <a:pt x="4456785" y="467907"/>
                  </a:lnTo>
                  <a:lnTo>
                    <a:pt x="4379541" y="452684"/>
                  </a:lnTo>
                  <a:lnTo>
                    <a:pt x="4302298" y="437041"/>
                  </a:lnTo>
                  <a:lnTo>
                    <a:pt x="4225054" y="420966"/>
                  </a:lnTo>
                  <a:lnTo>
                    <a:pt x="4147811" y="404448"/>
                  </a:lnTo>
                  <a:lnTo>
                    <a:pt x="4070567" y="387474"/>
                  </a:lnTo>
                  <a:lnTo>
                    <a:pt x="3993324" y="370032"/>
                  </a:lnTo>
                  <a:lnTo>
                    <a:pt x="3916080" y="352108"/>
                  </a:lnTo>
                  <a:lnTo>
                    <a:pt x="3838836" y="333690"/>
                  </a:lnTo>
                  <a:lnTo>
                    <a:pt x="3761593" y="314765"/>
                  </a:lnTo>
                  <a:lnTo>
                    <a:pt x="3684349" y="295316"/>
                  </a:lnTo>
                  <a:lnTo>
                    <a:pt x="3607106" y="275332"/>
                  </a:lnTo>
                  <a:lnTo>
                    <a:pt x="3529862" y="254796"/>
                  </a:lnTo>
                  <a:lnTo>
                    <a:pt x="3452619" y="233694"/>
                  </a:lnTo>
                  <a:lnTo>
                    <a:pt x="3375375" y="212009"/>
                  </a:lnTo>
                  <a:lnTo>
                    <a:pt x="3298131" y="190167"/>
                  </a:lnTo>
                  <a:lnTo>
                    <a:pt x="3220888" y="186148"/>
                  </a:lnTo>
                  <a:lnTo>
                    <a:pt x="3143644" y="182109"/>
                  </a:lnTo>
                  <a:lnTo>
                    <a:pt x="3066401" y="178050"/>
                  </a:lnTo>
                  <a:lnTo>
                    <a:pt x="2989157" y="173972"/>
                  </a:lnTo>
                  <a:lnTo>
                    <a:pt x="2911914" y="169873"/>
                  </a:lnTo>
                  <a:lnTo>
                    <a:pt x="2834670" y="165755"/>
                  </a:lnTo>
                  <a:lnTo>
                    <a:pt x="2757426" y="161617"/>
                  </a:lnTo>
                  <a:lnTo>
                    <a:pt x="2680183" y="157459"/>
                  </a:lnTo>
                  <a:lnTo>
                    <a:pt x="2602939" y="153281"/>
                  </a:lnTo>
                  <a:lnTo>
                    <a:pt x="2525696" y="149083"/>
                  </a:lnTo>
                  <a:lnTo>
                    <a:pt x="2448452" y="144864"/>
                  </a:lnTo>
                  <a:lnTo>
                    <a:pt x="2371209" y="140625"/>
                  </a:lnTo>
                  <a:lnTo>
                    <a:pt x="2293965" y="136365"/>
                  </a:lnTo>
                  <a:lnTo>
                    <a:pt x="2216721" y="132085"/>
                  </a:lnTo>
                  <a:lnTo>
                    <a:pt x="2139478" y="127784"/>
                  </a:lnTo>
                  <a:lnTo>
                    <a:pt x="2062234" y="123462"/>
                  </a:lnTo>
                  <a:lnTo>
                    <a:pt x="1984991" y="119119"/>
                  </a:lnTo>
                  <a:lnTo>
                    <a:pt x="1907747" y="114755"/>
                  </a:lnTo>
                  <a:lnTo>
                    <a:pt x="1830504" y="110370"/>
                  </a:lnTo>
                  <a:lnTo>
                    <a:pt x="1753260" y="105964"/>
                  </a:lnTo>
                  <a:lnTo>
                    <a:pt x="1676016" y="101536"/>
                  </a:lnTo>
                  <a:lnTo>
                    <a:pt x="1598773" y="97087"/>
                  </a:lnTo>
                  <a:lnTo>
                    <a:pt x="1521529" y="92617"/>
                  </a:lnTo>
                  <a:lnTo>
                    <a:pt x="1444286" y="88124"/>
                  </a:lnTo>
                  <a:lnTo>
                    <a:pt x="1367042" y="83610"/>
                  </a:lnTo>
                  <a:lnTo>
                    <a:pt x="1289799" y="79074"/>
                  </a:lnTo>
                  <a:lnTo>
                    <a:pt x="1212555" y="74516"/>
                  </a:lnTo>
                  <a:lnTo>
                    <a:pt x="1135311" y="69936"/>
                  </a:lnTo>
                  <a:lnTo>
                    <a:pt x="1058068" y="65334"/>
                  </a:lnTo>
                  <a:lnTo>
                    <a:pt x="980824" y="60709"/>
                  </a:lnTo>
                  <a:lnTo>
                    <a:pt x="903581" y="56062"/>
                  </a:lnTo>
                  <a:lnTo>
                    <a:pt x="826337" y="51393"/>
                  </a:lnTo>
                  <a:lnTo>
                    <a:pt x="749094" y="46701"/>
                  </a:lnTo>
                  <a:lnTo>
                    <a:pt x="671850" y="41986"/>
                  </a:lnTo>
                  <a:lnTo>
                    <a:pt x="594606" y="37249"/>
                  </a:lnTo>
                  <a:lnTo>
                    <a:pt x="517363" y="32488"/>
                  </a:lnTo>
                  <a:lnTo>
                    <a:pt x="440119" y="27704"/>
                  </a:lnTo>
                  <a:lnTo>
                    <a:pt x="362876" y="22897"/>
                  </a:lnTo>
                  <a:lnTo>
                    <a:pt x="285632" y="18067"/>
                  </a:lnTo>
                  <a:lnTo>
                    <a:pt x="208389" y="13214"/>
                  </a:lnTo>
                  <a:lnTo>
                    <a:pt x="131145" y="8337"/>
                  </a:lnTo>
                  <a:lnTo>
                    <a:pt x="53901" y="34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912462"/>
              <a:ext cx="7392041" cy="1289864"/>
            </a:xfrm>
            <a:custGeom>
              <a:avLst/>
              <a:pathLst>
                <a:path w="7392041" h="1289864">
                  <a:moveTo>
                    <a:pt x="0" y="0"/>
                  </a:moveTo>
                  <a:lnTo>
                    <a:pt x="53901" y="18332"/>
                  </a:lnTo>
                  <a:lnTo>
                    <a:pt x="131145" y="44187"/>
                  </a:lnTo>
                  <a:lnTo>
                    <a:pt x="208389" y="69630"/>
                  </a:lnTo>
                  <a:lnTo>
                    <a:pt x="285632" y="94669"/>
                  </a:lnTo>
                  <a:lnTo>
                    <a:pt x="362876" y="119310"/>
                  </a:lnTo>
                  <a:lnTo>
                    <a:pt x="440119" y="143559"/>
                  </a:lnTo>
                  <a:lnTo>
                    <a:pt x="517363" y="167422"/>
                  </a:lnTo>
                  <a:lnTo>
                    <a:pt x="594606" y="190907"/>
                  </a:lnTo>
                  <a:lnTo>
                    <a:pt x="671850" y="214017"/>
                  </a:lnTo>
                  <a:lnTo>
                    <a:pt x="749094" y="236761"/>
                  </a:lnTo>
                  <a:lnTo>
                    <a:pt x="826337" y="259143"/>
                  </a:lnTo>
                  <a:lnTo>
                    <a:pt x="903581" y="281169"/>
                  </a:lnTo>
                  <a:lnTo>
                    <a:pt x="980824" y="302846"/>
                  </a:lnTo>
                  <a:lnTo>
                    <a:pt x="1058068" y="324177"/>
                  </a:lnTo>
                  <a:lnTo>
                    <a:pt x="1135311" y="345170"/>
                  </a:lnTo>
                  <a:lnTo>
                    <a:pt x="1212555" y="365828"/>
                  </a:lnTo>
                  <a:lnTo>
                    <a:pt x="1289799" y="386159"/>
                  </a:lnTo>
                  <a:lnTo>
                    <a:pt x="1367042" y="406166"/>
                  </a:lnTo>
                  <a:lnTo>
                    <a:pt x="1444286" y="425855"/>
                  </a:lnTo>
                  <a:lnTo>
                    <a:pt x="1521529" y="445232"/>
                  </a:lnTo>
                  <a:lnTo>
                    <a:pt x="1598773" y="464300"/>
                  </a:lnTo>
                  <a:lnTo>
                    <a:pt x="1676016" y="483065"/>
                  </a:lnTo>
                  <a:lnTo>
                    <a:pt x="1753260" y="501532"/>
                  </a:lnTo>
                  <a:lnTo>
                    <a:pt x="1830504" y="519705"/>
                  </a:lnTo>
                  <a:lnTo>
                    <a:pt x="1907747" y="537589"/>
                  </a:lnTo>
                  <a:lnTo>
                    <a:pt x="1984991" y="555189"/>
                  </a:lnTo>
                  <a:lnTo>
                    <a:pt x="2062234" y="572510"/>
                  </a:lnTo>
                  <a:lnTo>
                    <a:pt x="2139478" y="589555"/>
                  </a:lnTo>
                  <a:lnTo>
                    <a:pt x="2216721" y="606329"/>
                  </a:lnTo>
                  <a:lnTo>
                    <a:pt x="2293965" y="622836"/>
                  </a:lnTo>
                  <a:lnTo>
                    <a:pt x="2371209" y="639081"/>
                  </a:lnTo>
                  <a:lnTo>
                    <a:pt x="2448452" y="655068"/>
                  </a:lnTo>
                  <a:lnTo>
                    <a:pt x="2525696" y="670801"/>
                  </a:lnTo>
                  <a:lnTo>
                    <a:pt x="2602939" y="686283"/>
                  </a:lnTo>
                  <a:lnTo>
                    <a:pt x="2680183" y="701520"/>
                  </a:lnTo>
                  <a:lnTo>
                    <a:pt x="2757426" y="716514"/>
                  </a:lnTo>
                  <a:lnTo>
                    <a:pt x="2834670" y="731270"/>
                  </a:lnTo>
                  <a:lnTo>
                    <a:pt x="2911914" y="745791"/>
                  </a:lnTo>
                  <a:lnTo>
                    <a:pt x="2989157" y="760081"/>
                  </a:lnTo>
                  <a:lnTo>
                    <a:pt x="3066401" y="774145"/>
                  </a:lnTo>
                  <a:lnTo>
                    <a:pt x="3143644" y="787985"/>
                  </a:lnTo>
                  <a:lnTo>
                    <a:pt x="3220888" y="801604"/>
                  </a:lnTo>
                  <a:lnTo>
                    <a:pt x="3298131" y="815008"/>
                  </a:lnTo>
                  <a:lnTo>
                    <a:pt x="3375375" y="828198"/>
                  </a:lnTo>
                  <a:lnTo>
                    <a:pt x="3452619" y="841178"/>
                  </a:lnTo>
                  <a:lnTo>
                    <a:pt x="3529862" y="853953"/>
                  </a:lnTo>
                  <a:lnTo>
                    <a:pt x="3607106" y="866524"/>
                  </a:lnTo>
                  <a:lnTo>
                    <a:pt x="3684349" y="878895"/>
                  </a:lnTo>
                  <a:lnTo>
                    <a:pt x="3761593" y="891070"/>
                  </a:lnTo>
                  <a:lnTo>
                    <a:pt x="3838836" y="903051"/>
                  </a:lnTo>
                  <a:lnTo>
                    <a:pt x="3916080" y="914842"/>
                  </a:lnTo>
                  <a:lnTo>
                    <a:pt x="3993324" y="926445"/>
                  </a:lnTo>
                  <a:lnTo>
                    <a:pt x="4070567" y="937864"/>
                  </a:lnTo>
                  <a:lnTo>
                    <a:pt x="4147811" y="949101"/>
                  </a:lnTo>
                  <a:lnTo>
                    <a:pt x="4225054" y="960160"/>
                  </a:lnTo>
                  <a:lnTo>
                    <a:pt x="4302298" y="971043"/>
                  </a:lnTo>
                  <a:lnTo>
                    <a:pt x="4379541" y="981752"/>
                  </a:lnTo>
                  <a:lnTo>
                    <a:pt x="4456785" y="992292"/>
                  </a:lnTo>
                  <a:lnTo>
                    <a:pt x="4534029" y="1002664"/>
                  </a:lnTo>
                  <a:lnTo>
                    <a:pt x="4611272" y="1012871"/>
                  </a:lnTo>
                  <a:lnTo>
                    <a:pt x="4688516" y="1022916"/>
                  </a:lnTo>
                  <a:lnTo>
                    <a:pt x="4765759" y="1032802"/>
                  </a:lnTo>
                  <a:lnTo>
                    <a:pt x="4843003" y="1042530"/>
                  </a:lnTo>
                  <a:lnTo>
                    <a:pt x="4920246" y="1052103"/>
                  </a:lnTo>
                  <a:lnTo>
                    <a:pt x="4997490" y="1061525"/>
                  </a:lnTo>
                  <a:lnTo>
                    <a:pt x="5074734" y="1070796"/>
                  </a:lnTo>
                  <a:lnTo>
                    <a:pt x="5151977" y="1079920"/>
                  </a:lnTo>
                  <a:lnTo>
                    <a:pt x="5229221" y="1088900"/>
                  </a:lnTo>
                  <a:lnTo>
                    <a:pt x="5306464" y="1097736"/>
                  </a:lnTo>
                  <a:lnTo>
                    <a:pt x="5383708" y="1106432"/>
                  </a:lnTo>
                  <a:lnTo>
                    <a:pt x="5460951" y="1114990"/>
                  </a:lnTo>
                  <a:lnTo>
                    <a:pt x="5538195" y="1123411"/>
                  </a:lnTo>
                  <a:lnTo>
                    <a:pt x="5615439" y="1131699"/>
                  </a:lnTo>
                  <a:lnTo>
                    <a:pt x="5692682" y="1139855"/>
                  </a:lnTo>
                  <a:lnTo>
                    <a:pt x="5769926" y="1147882"/>
                  </a:lnTo>
                  <a:lnTo>
                    <a:pt x="5847169" y="1155781"/>
                  </a:lnTo>
                  <a:lnTo>
                    <a:pt x="5924413" y="1163554"/>
                  </a:lnTo>
                  <a:lnTo>
                    <a:pt x="6001656" y="1171204"/>
                  </a:lnTo>
                  <a:lnTo>
                    <a:pt x="6078900" y="1178732"/>
                  </a:lnTo>
                  <a:lnTo>
                    <a:pt x="6156144" y="1186140"/>
                  </a:lnTo>
                  <a:lnTo>
                    <a:pt x="6233387" y="1193431"/>
                  </a:lnTo>
                  <a:lnTo>
                    <a:pt x="6310631" y="1200606"/>
                  </a:lnTo>
                  <a:lnTo>
                    <a:pt x="6387874" y="1207666"/>
                  </a:lnTo>
                  <a:lnTo>
                    <a:pt x="6465118" y="1214615"/>
                  </a:lnTo>
                  <a:lnTo>
                    <a:pt x="6542361" y="1221453"/>
                  </a:lnTo>
                  <a:lnTo>
                    <a:pt x="6619605" y="1228182"/>
                  </a:lnTo>
                  <a:lnTo>
                    <a:pt x="6696849" y="1234805"/>
                  </a:lnTo>
                  <a:lnTo>
                    <a:pt x="6774092" y="1241322"/>
                  </a:lnTo>
                  <a:lnTo>
                    <a:pt x="6851336" y="1247735"/>
                  </a:lnTo>
                  <a:lnTo>
                    <a:pt x="6928579" y="1254047"/>
                  </a:lnTo>
                  <a:lnTo>
                    <a:pt x="7005823" y="1260258"/>
                  </a:lnTo>
                  <a:lnTo>
                    <a:pt x="7083066" y="1266370"/>
                  </a:lnTo>
                  <a:lnTo>
                    <a:pt x="7160310" y="1272386"/>
                  </a:lnTo>
                  <a:lnTo>
                    <a:pt x="7237554" y="1278306"/>
                  </a:lnTo>
                  <a:lnTo>
                    <a:pt x="7314797" y="1284131"/>
                  </a:lnTo>
                  <a:lnTo>
                    <a:pt x="7392041" y="128986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1.20 (1.06-1.37), p_Bonf = 0.030 (n = 6)  |  per IQR decline (Δ = 0.30): 1.72 (1.18-2.52)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2026-07-04T10:36:32Z</dcterms:modified>
  <cp:category/>
</cp:coreProperties>
</file>