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318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864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409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695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591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6136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682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654957"/>
              <a:ext cx="7090630" cy="2706099"/>
            </a:xfrm>
            <a:custGeom>
              <a:avLst/>
              <a:pathLst>
                <a:path w="7090630" h="2706099">
                  <a:moveTo>
                    <a:pt x="0" y="0"/>
                  </a:moveTo>
                  <a:lnTo>
                    <a:pt x="71622" y="77917"/>
                  </a:lnTo>
                  <a:lnTo>
                    <a:pt x="143245" y="153742"/>
                  </a:lnTo>
                  <a:lnTo>
                    <a:pt x="214867" y="227532"/>
                  </a:lnTo>
                  <a:lnTo>
                    <a:pt x="286490" y="299340"/>
                  </a:lnTo>
                  <a:lnTo>
                    <a:pt x="358112" y="369221"/>
                  </a:lnTo>
                  <a:lnTo>
                    <a:pt x="429735" y="437226"/>
                  </a:lnTo>
                  <a:lnTo>
                    <a:pt x="501357" y="503405"/>
                  </a:lnTo>
                  <a:lnTo>
                    <a:pt x="572980" y="567807"/>
                  </a:lnTo>
                  <a:lnTo>
                    <a:pt x="644602" y="630480"/>
                  </a:lnTo>
                  <a:lnTo>
                    <a:pt x="716225" y="691471"/>
                  </a:lnTo>
                  <a:lnTo>
                    <a:pt x="787847" y="750824"/>
                  </a:lnTo>
                  <a:lnTo>
                    <a:pt x="859470" y="808584"/>
                  </a:lnTo>
                  <a:lnTo>
                    <a:pt x="931092" y="864794"/>
                  </a:lnTo>
                  <a:lnTo>
                    <a:pt x="1002715" y="919494"/>
                  </a:lnTo>
                  <a:lnTo>
                    <a:pt x="1074337" y="972726"/>
                  </a:lnTo>
                  <a:lnTo>
                    <a:pt x="1145960" y="1024528"/>
                  </a:lnTo>
                  <a:lnTo>
                    <a:pt x="1217582" y="1074940"/>
                  </a:lnTo>
                  <a:lnTo>
                    <a:pt x="1289205" y="1123998"/>
                  </a:lnTo>
                  <a:lnTo>
                    <a:pt x="1360827" y="1171740"/>
                  </a:lnTo>
                  <a:lnTo>
                    <a:pt x="1432450" y="1218200"/>
                  </a:lnTo>
                  <a:lnTo>
                    <a:pt x="1504073" y="1263412"/>
                  </a:lnTo>
                  <a:lnTo>
                    <a:pt x="1575695" y="1307411"/>
                  </a:lnTo>
                  <a:lnTo>
                    <a:pt x="1647318" y="1350228"/>
                  </a:lnTo>
                  <a:lnTo>
                    <a:pt x="1718940" y="1391896"/>
                  </a:lnTo>
                  <a:lnTo>
                    <a:pt x="1790563" y="1432445"/>
                  </a:lnTo>
                  <a:lnTo>
                    <a:pt x="1862185" y="1471906"/>
                  </a:lnTo>
                  <a:lnTo>
                    <a:pt x="1933808" y="1510307"/>
                  </a:lnTo>
                  <a:lnTo>
                    <a:pt x="2005430" y="1547677"/>
                  </a:lnTo>
                  <a:lnTo>
                    <a:pt x="2077053" y="1584044"/>
                  </a:lnTo>
                  <a:lnTo>
                    <a:pt x="2148675" y="1619435"/>
                  </a:lnTo>
                  <a:lnTo>
                    <a:pt x="2220298" y="1653875"/>
                  </a:lnTo>
                  <a:lnTo>
                    <a:pt x="2291920" y="1687391"/>
                  </a:lnTo>
                  <a:lnTo>
                    <a:pt x="2363543" y="1720007"/>
                  </a:lnTo>
                  <a:lnTo>
                    <a:pt x="2435165" y="1751748"/>
                  </a:lnTo>
                  <a:lnTo>
                    <a:pt x="2506788" y="1782636"/>
                  </a:lnTo>
                  <a:lnTo>
                    <a:pt x="2578410" y="1812695"/>
                  </a:lnTo>
                  <a:lnTo>
                    <a:pt x="2650033" y="1841947"/>
                  </a:lnTo>
                  <a:lnTo>
                    <a:pt x="2721655" y="1870414"/>
                  </a:lnTo>
                  <a:lnTo>
                    <a:pt x="2793278" y="1898117"/>
                  </a:lnTo>
                  <a:lnTo>
                    <a:pt x="2864901" y="1925076"/>
                  </a:lnTo>
                  <a:lnTo>
                    <a:pt x="2936523" y="1951311"/>
                  </a:lnTo>
                  <a:lnTo>
                    <a:pt x="3008146" y="1976841"/>
                  </a:lnTo>
                  <a:lnTo>
                    <a:pt x="3079768" y="2001687"/>
                  </a:lnTo>
                  <a:lnTo>
                    <a:pt x="3151391" y="2025865"/>
                  </a:lnTo>
                  <a:lnTo>
                    <a:pt x="3223013" y="2049394"/>
                  </a:lnTo>
                  <a:lnTo>
                    <a:pt x="3294636" y="2072292"/>
                  </a:lnTo>
                  <a:lnTo>
                    <a:pt x="3366258" y="2076733"/>
                  </a:lnTo>
                  <a:lnTo>
                    <a:pt x="3437881" y="2080714"/>
                  </a:lnTo>
                  <a:lnTo>
                    <a:pt x="3509503" y="2084676"/>
                  </a:lnTo>
                  <a:lnTo>
                    <a:pt x="3581126" y="2088619"/>
                  </a:lnTo>
                  <a:lnTo>
                    <a:pt x="3652748" y="2092542"/>
                  </a:lnTo>
                  <a:lnTo>
                    <a:pt x="3724371" y="2096447"/>
                  </a:lnTo>
                  <a:lnTo>
                    <a:pt x="3795993" y="2100333"/>
                  </a:lnTo>
                  <a:lnTo>
                    <a:pt x="3867616" y="2104200"/>
                  </a:lnTo>
                  <a:lnTo>
                    <a:pt x="3939238" y="2108049"/>
                  </a:lnTo>
                  <a:lnTo>
                    <a:pt x="4010861" y="2111879"/>
                  </a:lnTo>
                  <a:lnTo>
                    <a:pt x="4082483" y="2115690"/>
                  </a:lnTo>
                  <a:lnTo>
                    <a:pt x="4154106" y="2119483"/>
                  </a:lnTo>
                  <a:lnTo>
                    <a:pt x="4225729" y="2123258"/>
                  </a:lnTo>
                  <a:lnTo>
                    <a:pt x="4297351" y="2127015"/>
                  </a:lnTo>
                  <a:lnTo>
                    <a:pt x="4368974" y="2130753"/>
                  </a:lnTo>
                  <a:lnTo>
                    <a:pt x="4440596" y="2134474"/>
                  </a:lnTo>
                  <a:lnTo>
                    <a:pt x="4512219" y="2138176"/>
                  </a:lnTo>
                  <a:lnTo>
                    <a:pt x="4583841" y="2141861"/>
                  </a:lnTo>
                  <a:lnTo>
                    <a:pt x="4655464" y="2145528"/>
                  </a:lnTo>
                  <a:lnTo>
                    <a:pt x="4727086" y="2149177"/>
                  </a:lnTo>
                  <a:lnTo>
                    <a:pt x="4798709" y="2152809"/>
                  </a:lnTo>
                  <a:lnTo>
                    <a:pt x="4870331" y="2156423"/>
                  </a:lnTo>
                  <a:lnTo>
                    <a:pt x="4941954" y="2160019"/>
                  </a:lnTo>
                  <a:lnTo>
                    <a:pt x="5013576" y="2163599"/>
                  </a:lnTo>
                  <a:lnTo>
                    <a:pt x="5085199" y="2167161"/>
                  </a:lnTo>
                  <a:lnTo>
                    <a:pt x="5156821" y="2170706"/>
                  </a:lnTo>
                  <a:lnTo>
                    <a:pt x="5228444" y="2174234"/>
                  </a:lnTo>
                  <a:lnTo>
                    <a:pt x="5300066" y="2177744"/>
                  </a:lnTo>
                  <a:lnTo>
                    <a:pt x="5371689" y="2181238"/>
                  </a:lnTo>
                  <a:lnTo>
                    <a:pt x="5443311" y="2184715"/>
                  </a:lnTo>
                  <a:lnTo>
                    <a:pt x="5514934" y="2188176"/>
                  </a:lnTo>
                  <a:lnTo>
                    <a:pt x="5586557" y="2191619"/>
                  </a:lnTo>
                  <a:lnTo>
                    <a:pt x="5658179" y="2195046"/>
                  </a:lnTo>
                  <a:lnTo>
                    <a:pt x="5729802" y="2198457"/>
                  </a:lnTo>
                  <a:lnTo>
                    <a:pt x="5801424" y="2201851"/>
                  </a:lnTo>
                  <a:lnTo>
                    <a:pt x="5873047" y="2205228"/>
                  </a:lnTo>
                  <a:lnTo>
                    <a:pt x="5944669" y="2208590"/>
                  </a:lnTo>
                  <a:lnTo>
                    <a:pt x="6016292" y="2211935"/>
                  </a:lnTo>
                  <a:lnTo>
                    <a:pt x="6087914" y="2215264"/>
                  </a:lnTo>
                  <a:lnTo>
                    <a:pt x="6159537" y="2218577"/>
                  </a:lnTo>
                  <a:lnTo>
                    <a:pt x="6231159" y="2221874"/>
                  </a:lnTo>
                  <a:lnTo>
                    <a:pt x="6302782" y="2225155"/>
                  </a:lnTo>
                  <a:lnTo>
                    <a:pt x="6374404" y="2228420"/>
                  </a:lnTo>
                  <a:lnTo>
                    <a:pt x="6446027" y="2231669"/>
                  </a:lnTo>
                  <a:lnTo>
                    <a:pt x="6517649" y="2234903"/>
                  </a:lnTo>
                  <a:lnTo>
                    <a:pt x="6589272" y="2238122"/>
                  </a:lnTo>
                  <a:lnTo>
                    <a:pt x="6660894" y="2241324"/>
                  </a:lnTo>
                  <a:lnTo>
                    <a:pt x="6732517" y="2244512"/>
                  </a:lnTo>
                  <a:lnTo>
                    <a:pt x="6804139" y="2247683"/>
                  </a:lnTo>
                  <a:lnTo>
                    <a:pt x="6875762" y="2250840"/>
                  </a:lnTo>
                  <a:lnTo>
                    <a:pt x="6947385" y="2253981"/>
                  </a:lnTo>
                  <a:lnTo>
                    <a:pt x="7019007" y="2257108"/>
                  </a:lnTo>
                  <a:lnTo>
                    <a:pt x="7090630" y="2260219"/>
                  </a:lnTo>
                  <a:lnTo>
                    <a:pt x="7090630" y="2706099"/>
                  </a:lnTo>
                  <a:lnTo>
                    <a:pt x="7019007" y="2700686"/>
                  </a:lnTo>
                  <a:lnTo>
                    <a:pt x="6947385" y="2695124"/>
                  </a:lnTo>
                  <a:lnTo>
                    <a:pt x="6875762" y="2689409"/>
                  </a:lnTo>
                  <a:lnTo>
                    <a:pt x="6804139" y="2683536"/>
                  </a:lnTo>
                  <a:lnTo>
                    <a:pt x="6732517" y="2677502"/>
                  </a:lnTo>
                  <a:lnTo>
                    <a:pt x="6660894" y="2671300"/>
                  </a:lnTo>
                  <a:lnTo>
                    <a:pt x="6589272" y="2664928"/>
                  </a:lnTo>
                  <a:lnTo>
                    <a:pt x="6517649" y="2658379"/>
                  </a:lnTo>
                  <a:lnTo>
                    <a:pt x="6446027" y="2651651"/>
                  </a:lnTo>
                  <a:lnTo>
                    <a:pt x="6374404" y="2644736"/>
                  </a:lnTo>
                  <a:lnTo>
                    <a:pt x="6302782" y="2637631"/>
                  </a:lnTo>
                  <a:lnTo>
                    <a:pt x="6231159" y="2630329"/>
                  </a:lnTo>
                  <a:lnTo>
                    <a:pt x="6159537" y="2622827"/>
                  </a:lnTo>
                  <a:lnTo>
                    <a:pt x="6087914" y="2615117"/>
                  </a:lnTo>
                  <a:lnTo>
                    <a:pt x="6016292" y="2607195"/>
                  </a:lnTo>
                  <a:lnTo>
                    <a:pt x="5944669" y="2599054"/>
                  </a:lnTo>
                  <a:lnTo>
                    <a:pt x="5873047" y="2590688"/>
                  </a:lnTo>
                  <a:lnTo>
                    <a:pt x="5801424" y="2582092"/>
                  </a:lnTo>
                  <a:lnTo>
                    <a:pt x="5729802" y="2573258"/>
                  </a:lnTo>
                  <a:lnTo>
                    <a:pt x="5658179" y="2564181"/>
                  </a:lnTo>
                  <a:lnTo>
                    <a:pt x="5586557" y="2554854"/>
                  </a:lnTo>
                  <a:lnTo>
                    <a:pt x="5514934" y="2545269"/>
                  </a:lnTo>
                  <a:lnTo>
                    <a:pt x="5443311" y="2535419"/>
                  </a:lnTo>
                  <a:lnTo>
                    <a:pt x="5371689" y="2525298"/>
                  </a:lnTo>
                  <a:lnTo>
                    <a:pt x="5300066" y="2514898"/>
                  </a:lnTo>
                  <a:lnTo>
                    <a:pt x="5228444" y="2504211"/>
                  </a:lnTo>
                  <a:lnTo>
                    <a:pt x="5156821" y="2493229"/>
                  </a:lnTo>
                  <a:lnTo>
                    <a:pt x="5085199" y="2481944"/>
                  </a:lnTo>
                  <a:lnTo>
                    <a:pt x="5013576" y="2470347"/>
                  </a:lnTo>
                  <a:lnTo>
                    <a:pt x="4941954" y="2458431"/>
                  </a:lnTo>
                  <a:lnTo>
                    <a:pt x="4870331" y="2446186"/>
                  </a:lnTo>
                  <a:lnTo>
                    <a:pt x="4798709" y="2433604"/>
                  </a:lnTo>
                  <a:lnTo>
                    <a:pt x="4727086" y="2420674"/>
                  </a:lnTo>
                  <a:lnTo>
                    <a:pt x="4655464" y="2407387"/>
                  </a:lnTo>
                  <a:lnTo>
                    <a:pt x="4583841" y="2393734"/>
                  </a:lnTo>
                  <a:lnTo>
                    <a:pt x="4512219" y="2379704"/>
                  </a:lnTo>
                  <a:lnTo>
                    <a:pt x="4440596" y="2365287"/>
                  </a:lnTo>
                  <a:lnTo>
                    <a:pt x="4368974" y="2350473"/>
                  </a:lnTo>
                  <a:lnTo>
                    <a:pt x="4297351" y="2335250"/>
                  </a:lnTo>
                  <a:lnTo>
                    <a:pt x="4225729" y="2319606"/>
                  </a:lnTo>
                  <a:lnTo>
                    <a:pt x="4154106" y="2303532"/>
                  </a:lnTo>
                  <a:lnTo>
                    <a:pt x="4082483" y="2287013"/>
                  </a:lnTo>
                  <a:lnTo>
                    <a:pt x="4010861" y="2270039"/>
                  </a:lnTo>
                  <a:lnTo>
                    <a:pt x="3939238" y="2252597"/>
                  </a:lnTo>
                  <a:lnTo>
                    <a:pt x="3867616" y="2234674"/>
                  </a:lnTo>
                  <a:lnTo>
                    <a:pt x="3795993" y="2216256"/>
                  </a:lnTo>
                  <a:lnTo>
                    <a:pt x="3724371" y="2197330"/>
                  </a:lnTo>
                  <a:lnTo>
                    <a:pt x="3652748" y="2177882"/>
                  </a:lnTo>
                  <a:lnTo>
                    <a:pt x="3581126" y="2157898"/>
                  </a:lnTo>
                  <a:lnTo>
                    <a:pt x="3509503" y="2137362"/>
                  </a:lnTo>
                  <a:lnTo>
                    <a:pt x="3437881" y="2116259"/>
                  </a:lnTo>
                  <a:lnTo>
                    <a:pt x="3366258" y="2094575"/>
                  </a:lnTo>
                  <a:lnTo>
                    <a:pt x="3294636" y="2072733"/>
                  </a:lnTo>
                  <a:lnTo>
                    <a:pt x="3223013" y="2068713"/>
                  </a:lnTo>
                  <a:lnTo>
                    <a:pt x="3151391" y="2064674"/>
                  </a:lnTo>
                  <a:lnTo>
                    <a:pt x="3079768" y="2060615"/>
                  </a:lnTo>
                  <a:lnTo>
                    <a:pt x="3008146" y="2056537"/>
                  </a:lnTo>
                  <a:lnTo>
                    <a:pt x="2936523" y="2052439"/>
                  </a:lnTo>
                  <a:lnTo>
                    <a:pt x="2864901" y="2048321"/>
                  </a:lnTo>
                  <a:lnTo>
                    <a:pt x="2793278" y="2044183"/>
                  </a:lnTo>
                  <a:lnTo>
                    <a:pt x="2721655" y="2040025"/>
                  </a:lnTo>
                  <a:lnTo>
                    <a:pt x="2650033" y="2035847"/>
                  </a:lnTo>
                  <a:lnTo>
                    <a:pt x="2578410" y="2031649"/>
                  </a:lnTo>
                  <a:lnTo>
                    <a:pt x="2506788" y="2027430"/>
                  </a:lnTo>
                  <a:lnTo>
                    <a:pt x="2435165" y="2023191"/>
                  </a:lnTo>
                  <a:lnTo>
                    <a:pt x="2363543" y="2018931"/>
                  </a:lnTo>
                  <a:lnTo>
                    <a:pt x="2291920" y="2014651"/>
                  </a:lnTo>
                  <a:lnTo>
                    <a:pt x="2220298" y="2010350"/>
                  </a:lnTo>
                  <a:lnTo>
                    <a:pt x="2148675" y="2006028"/>
                  </a:lnTo>
                  <a:lnTo>
                    <a:pt x="2077053" y="2001685"/>
                  </a:lnTo>
                  <a:lnTo>
                    <a:pt x="2005430" y="1997321"/>
                  </a:lnTo>
                  <a:lnTo>
                    <a:pt x="1933808" y="1992936"/>
                  </a:lnTo>
                  <a:lnTo>
                    <a:pt x="1862185" y="1988530"/>
                  </a:lnTo>
                  <a:lnTo>
                    <a:pt x="1790563" y="1984102"/>
                  </a:lnTo>
                  <a:lnTo>
                    <a:pt x="1718940" y="1979653"/>
                  </a:lnTo>
                  <a:lnTo>
                    <a:pt x="1647318" y="1975182"/>
                  </a:lnTo>
                  <a:lnTo>
                    <a:pt x="1575695" y="1970690"/>
                  </a:lnTo>
                  <a:lnTo>
                    <a:pt x="1504073" y="1966176"/>
                  </a:lnTo>
                  <a:lnTo>
                    <a:pt x="1432450" y="1961640"/>
                  </a:lnTo>
                  <a:lnTo>
                    <a:pt x="1360827" y="1957082"/>
                  </a:lnTo>
                  <a:lnTo>
                    <a:pt x="1289205" y="1952502"/>
                  </a:lnTo>
                  <a:lnTo>
                    <a:pt x="1217582" y="1947900"/>
                  </a:lnTo>
                  <a:lnTo>
                    <a:pt x="1145960" y="1943275"/>
                  </a:lnTo>
                  <a:lnTo>
                    <a:pt x="1074337" y="1938628"/>
                  </a:lnTo>
                  <a:lnTo>
                    <a:pt x="1002715" y="1933959"/>
                  </a:lnTo>
                  <a:lnTo>
                    <a:pt x="931092" y="1929267"/>
                  </a:lnTo>
                  <a:lnTo>
                    <a:pt x="859470" y="1924552"/>
                  </a:lnTo>
                  <a:lnTo>
                    <a:pt x="787847" y="1919814"/>
                  </a:lnTo>
                  <a:lnTo>
                    <a:pt x="716225" y="1915054"/>
                  </a:lnTo>
                  <a:lnTo>
                    <a:pt x="644602" y="1910270"/>
                  </a:lnTo>
                  <a:lnTo>
                    <a:pt x="572980" y="1905463"/>
                  </a:lnTo>
                  <a:lnTo>
                    <a:pt x="501357" y="1900633"/>
                  </a:lnTo>
                  <a:lnTo>
                    <a:pt x="429735" y="1895779"/>
                  </a:lnTo>
                  <a:lnTo>
                    <a:pt x="358112" y="1890902"/>
                  </a:lnTo>
                  <a:lnTo>
                    <a:pt x="286490" y="1886002"/>
                  </a:lnTo>
                  <a:lnTo>
                    <a:pt x="214867" y="1881077"/>
                  </a:lnTo>
                  <a:lnTo>
                    <a:pt x="143245" y="1876129"/>
                  </a:lnTo>
                  <a:lnTo>
                    <a:pt x="71622" y="1871156"/>
                  </a:lnTo>
                  <a:lnTo>
                    <a:pt x="0" y="186616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2654957"/>
              <a:ext cx="7090630" cy="2260219"/>
            </a:xfrm>
            <a:custGeom>
              <a:avLst/>
              <a:pathLst>
                <a:path w="7090630" h="2260219">
                  <a:moveTo>
                    <a:pt x="0" y="0"/>
                  </a:moveTo>
                  <a:lnTo>
                    <a:pt x="71622" y="77917"/>
                  </a:lnTo>
                  <a:lnTo>
                    <a:pt x="143245" y="153742"/>
                  </a:lnTo>
                  <a:lnTo>
                    <a:pt x="214867" y="227532"/>
                  </a:lnTo>
                  <a:lnTo>
                    <a:pt x="286490" y="299340"/>
                  </a:lnTo>
                  <a:lnTo>
                    <a:pt x="358112" y="369221"/>
                  </a:lnTo>
                  <a:lnTo>
                    <a:pt x="429735" y="437226"/>
                  </a:lnTo>
                  <a:lnTo>
                    <a:pt x="501357" y="503405"/>
                  </a:lnTo>
                  <a:lnTo>
                    <a:pt x="572980" y="567807"/>
                  </a:lnTo>
                  <a:lnTo>
                    <a:pt x="644602" y="630480"/>
                  </a:lnTo>
                  <a:lnTo>
                    <a:pt x="716225" y="691471"/>
                  </a:lnTo>
                  <a:lnTo>
                    <a:pt x="787847" y="750824"/>
                  </a:lnTo>
                  <a:lnTo>
                    <a:pt x="859470" y="808584"/>
                  </a:lnTo>
                  <a:lnTo>
                    <a:pt x="931092" y="864794"/>
                  </a:lnTo>
                  <a:lnTo>
                    <a:pt x="1002715" y="919494"/>
                  </a:lnTo>
                  <a:lnTo>
                    <a:pt x="1074337" y="972726"/>
                  </a:lnTo>
                  <a:lnTo>
                    <a:pt x="1145960" y="1024528"/>
                  </a:lnTo>
                  <a:lnTo>
                    <a:pt x="1217582" y="1074940"/>
                  </a:lnTo>
                  <a:lnTo>
                    <a:pt x="1289205" y="1123998"/>
                  </a:lnTo>
                  <a:lnTo>
                    <a:pt x="1360827" y="1171740"/>
                  </a:lnTo>
                  <a:lnTo>
                    <a:pt x="1432450" y="1218200"/>
                  </a:lnTo>
                  <a:lnTo>
                    <a:pt x="1504073" y="1263412"/>
                  </a:lnTo>
                  <a:lnTo>
                    <a:pt x="1575695" y="1307411"/>
                  </a:lnTo>
                  <a:lnTo>
                    <a:pt x="1647318" y="1350228"/>
                  </a:lnTo>
                  <a:lnTo>
                    <a:pt x="1718940" y="1391896"/>
                  </a:lnTo>
                  <a:lnTo>
                    <a:pt x="1790563" y="1432445"/>
                  </a:lnTo>
                  <a:lnTo>
                    <a:pt x="1862185" y="1471906"/>
                  </a:lnTo>
                  <a:lnTo>
                    <a:pt x="1933808" y="1510307"/>
                  </a:lnTo>
                  <a:lnTo>
                    <a:pt x="2005430" y="1547677"/>
                  </a:lnTo>
                  <a:lnTo>
                    <a:pt x="2077053" y="1584044"/>
                  </a:lnTo>
                  <a:lnTo>
                    <a:pt x="2148675" y="1619435"/>
                  </a:lnTo>
                  <a:lnTo>
                    <a:pt x="2220298" y="1653875"/>
                  </a:lnTo>
                  <a:lnTo>
                    <a:pt x="2291920" y="1687391"/>
                  </a:lnTo>
                  <a:lnTo>
                    <a:pt x="2363543" y="1720007"/>
                  </a:lnTo>
                  <a:lnTo>
                    <a:pt x="2435165" y="1751748"/>
                  </a:lnTo>
                  <a:lnTo>
                    <a:pt x="2506788" y="1782636"/>
                  </a:lnTo>
                  <a:lnTo>
                    <a:pt x="2578410" y="1812695"/>
                  </a:lnTo>
                  <a:lnTo>
                    <a:pt x="2650033" y="1841947"/>
                  </a:lnTo>
                  <a:lnTo>
                    <a:pt x="2721655" y="1870414"/>
                  </a:lnTo>
                  <a:lnTo>
                    <a:pt x="2793278" y="1898117"/>
                  </a:lnTo>
                  <a:lnTo>
                    <a:pt x="2864901" y="1925076"/>
                  </a:lnTo>
                  <a:lnTo>
                    <a:pt x="2936523" y="1951311"/>
                  </a:lnTo>
                  <a:lnTo>
                    <a:pt x="3008146" y="1976841"/>
                  </a:lnTo>
                  <a:lnTo>
                    <a:pt x="3079768" y="2001687"/>
                  </a:lnTo>
                  <a:lnTo>
                    <a:pt x="3151391" y="2025865"/>
                  </a:lnTo>
                  <a:lnTo>
                    <a:pt x="3223013" y="2049394"/>
                  </a:lnTo>
                  <a:lnTo>
                    <a:pt x="3294636" y="2072292"/>
                  </a:lnTo>
                  <a:lnTo>
                    <a:pt x="3366258" y="2076733"/>
                  </a:lnTo>
                  <a:lnTo>
                    <a:pt x="3437881" y="2080714"/>
                  </a:lnTo>
                  <a:lnTo>
                    <a:pt x="3509503" y="2084676"/>
                  </a:lnTo>
                  <a:lnTo>
                    <a:pt x="3581126" y="2088619"/>
                  </a:lnTo>
                  <a:lnTo>
                    <a:pt x="3652748" y="2092542"/>
                  </a:lnTo>
                  <a:lnTo>
                    <a:pt x="3724371" y="2096447"/>
                  </a:lnTo>
                  <a:lnTo>
                    <a:pt x="3795993" y="2100333"/>
                  </a:lnTo>
                  <a:lnTo>
                    <a:pt x="3867616" y="2104200"/>
                  </a:lnTo>
                  <a:lnTo>
                    <a:pt x="3939238" y="2108049"/>
                  </a:lnTo>
                  <a:lnTo>
                    <a:pt x="4010861" y="2111879"/>
                  </a:lnTo>
                  <a:lnTo>
                    <a:pt x="4082483" y="2115690"/>
                  </a:lnTo>
                  <a:lnTo>
                    <a:pt x="4154106" y="2119483"/>
                  </a:lnTo>
                  <a:lnTo>
                    <a:pt x="4225729" y="2123258"/>
                  </a:lnTo>
                  <a:lnTo>
                    <a:pt x="4297351" y="2127015"/>
                  </a:lnTo>
                  <a:lnTo>
                    <a:pt x="4368974" y="2130753"/>
                  </a:lnTo>
                  <a:lnTo>
                    <a:pt x="4440596" y="2134474"/>
                  </a:lnTo>
                  <a:lnTo>
                    <a:pt x="4512219" y="2138176"/>
                  </a:lnTo>
                  <a:lnTo>
                    <a:pt x="4583841" y="2141861"/>
                  </a:lnTo>
                  <a:lnTo>
                    <a:pt x="4655464" y="2145528"/>
                  </a:lnTo>
                  <a:lnTo>
                    <a:pt x="4727086" y="2149177"/>
                  </a:lnTo>
                  <a:lnTo>
                    <a:pt x="4798709" y="2152809"/>
                  </a:lnTo>
                  <a:lnTo>
                    <a:pt x="4870331" y="2156423"/>
                  </a:lnTo>
                  <a:lnTo>
                    <a:pt x="4941954" y="2160019"/>
                  </a:lnTo>
                  <a:lnTo>
                    <a:pt x="5013576" y="2163599"/>
                  </a:lnTo>
                  <a:lnTo>
                    <a:pt x="5085199" y="2167161"/>
                  </a:lnTo>
                  <a:lnTo>
                    <a:pt x="5156821" y="2170706"/>
                  </a:lnTo>
                  <a:lnTo>
                    <a:pt x="5228444" y="2174234"/>
                  </a:lnTo>
                  <a:lnTo>
                    <a:pt x="5300066" y="2177744"/>
                  </a:lnTo>
                  <a:lnTo>
                    <a:pt x="5371689" y="2181238"/>
                  </a:lnTo>
                  <a:lnTo>
                    <a:pt x="5443311" y="2184715"/>
                  </a:lnTo>
                  <a:lnTo>
                    <a:pt x="5514934" y="2188176"/>
                  </a:lnTo>
                  <a:lnTo>
                    <a:pt x="5586557" y="2191619"/>
                  </a:lnTo>
                  <a:lnTo>
                    <a:pt x="5658179" y="2195046"/>
                  </a:lnTo>
                  <a:lnTo>
                    <a:pt x="5729802" y="2198457"/>
                  </a:lnTo>
                  <a:lnTo>
                    <a:pt x="5801424" y="2201851"/>
                  </a:lnTo>
                  <a:lnTo>
                    <a:pt x="5873047" y="2205228"/>
                  </a:lnTo>
                  <a:lnTo>
                    <a:pt x="5944669" y="2208590"/>
                  </a:lnTo>
                  <a:lnTo>
                    <a:pt x="6016292" y="2211935"/>
                  </a:lnTo>
                  <a:lnTo>
                    <a:pt x="6087914" y="2215264"/>
                  </a:lnTo>
                  <a:lnTo>
                    <a:pt x="6159537" y="2218577"/>
                  </a:lnTo>
                  <a:lnTo>
                    <a:pt x="6231159" y="2221874"/>
                  </a:lnTo>
                  <a:lnTo>
                    <a:pt x="6302782" y="2225155"/>
                  </a:lnTo>
                  <a:lnTo>
                    <a:pt x="6374404" y="2228420"/>
                  </a:lnTo>
                  <a:lnTo>
                    <a:pt x="6446027" y="2231669"/>
                  </a:lnTo>
                  <a:lnTo>
                    <a:pt x="6517649" y="2234903"/>
                  </a:lnTo>
                  <a:lnTo>
                    <a:pt x="6589272" y="2238122"/>
                  </a:lnTo>
                  <a:lnTo>
                    <a:pt x="6660894" y="2241324"/>
                  </a:lnTo>
                  <a:lnTo>
                    <a:pt x="6732517" y="2244512"/>
                  </a:lnTo>
                  <a:lnTo>
                    <a:pt x="6804139" y="2247683"/>
                  </a:lnTo>
                  <a:lnTo>
                    <a:pt x="6875762" y="2250840"/>
                  </a:lnTo>
                  <a:lnTo>
                    <a:pt x="6947385" y="2253981"/>
                  </a:lnTo>
                  <a:lnTo>
                    <a:pt x="7019007" y="2257108"/>
                  </a:lnTo>
                  <a:lnTo>
                    <a:pt x="7090630" y="22602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521118"/>
              <a:ext cx="7090630" cy="839938"/>
            </a:xfrm>
            <a:custGeom>
              <a:avLst/>
              <a:pathLst>
                <a:path w="7090630" h="839938">
                  <a:moveTo>
                    <a:pt x="7090630" y="839938"/>
                  </a:moveTo>
                  <a:lnTo>
                    <a:pt x="7019007" y="834526"/>
                  </a:lnTo>
                  <a:lnTo>
                    <a:pt x="6947385" y="828964"/>
                  </a:lnTo>
                  <a:lnTo>
                    <a:pt x="6875762" y="823249"/>
                  </a:lnTo>
                  <a:lnTo>
                    <a:pt x="6804139" y="817376"/>
                  </a:lnTo>
                  <a:lnTo>
                    <a:pt x="6732517" y="811341"/>
                  </a:lnTo>
                  <a:lnTo>
                    <a:pt x="6660894" y="805140"/>
                  </a:lnTo>
                  <a:lnTo>
                    <a:pt x="6589272" y="798767"/>
                  </a:lnTo>
                  <a:lnTo>
                    <a:pt x="6517649" y="792219"/>
                  </a:lnTo>
                  <a:lnTo>
                    <a:pt x="6446027" y="785490"/>
                  </a:lnTo>
                  <a:lnTo>
                    <a:pt x="6374404" y="778575"/>
                  </a:lnTo>
                  <a:lnTo>
                    <a:pt x="6302782" y="771470"/>
                  </a:lnTo>
                  <a:lnTo>
                    <a:pt x="6231159" y="764169"/>
                  </a:lnTo>
                  <a:lnTo>
                    <a:pt x="6159537" y="756666"/>
                  </a:lnTo>
                  <a:lnTo>
                    <a:pt x="6087914" y="748956"/>
                  </a:lnTo>
                  <a:lnTo>
                    <a:pt x="6016292" y="741034"/>
                  </a:lnTo>
                  <a:lnTo>
                    <a:pt x="5944669" y="732893"/>
                  </a:lnTo>
                  <a:lnTo>
                    <a:pt x="5873047" y="724528"/>
                  </a:lnTo>
                  <a:lnTo>
                    <a:pt x="5801424" y="715931"/>
                  </a:lnTo>
                  <a:lnTo>
                    <a:pt x="5729802" y="707098"/>
                  </a:lnTo>
                  <a:lnTo>
                    <a:pt x="5658179" y="698021"/>
                  </a:lnTo>
                  <a:lnTo>
                    <a:pt x="5586557" y="688693"/>
                  </a:lnTo>
                  <a:lnTo>
                    <a:pt x="5514934" y="679108"/>
                  </a:lnTo>
                  <a:lnTo>
                    <a:pt x="5443311" y="669259"/>
                  </a:lnTo>
                  <a:lnTo>
                    <a:pt x="5371689" y="659138"/>
                  </a:lnTo>
                  <a:lnTo>
                    <a:pt x="5300066" y="648737"/>
                  </a:lnTo>
                  <a:lnTo>
                    <a:pt x="5228444" y="638050"/>
                  </a:lnTo>
                  <a:lnTo>
                    <a:pt x="5156821" y="627068"/>
                  </a:lnTo>
                  <a:lnTo>
                    <a:pt x="5085199" y="615783"/>
                  </a:lnTo>
                  <a:lnTo>
                    <a:pt x="5013576" y="604187"/>
                  </a:lnTo>
                  <a:lnTo>
                    <a:pt x="4941954" y="592271"/>
                  </a:lnTo>
                  <a:lnTo>
                    <a:pt x="4870331" y="580026"/>
                  </a:lnTo>
                  <a:lnTo>
                    <a:pt x="4798709" y="567443"/>
                  </a:lnTo>
                  <a:lnTo>
                    <a:pt x="4727086" y="554513"/>
                  </a:lnTo>
                  <a:lnTo>
                    <a:pt x="4655464" y="541227"/>
                  </a:lnTo>
                  <a:lnTo>
                    <a:pt x="4583841" y="527573"/>
                  </a:lnTo>
                  <a:lnTo>
                    <a:pt x="4512219" y="513544"/>
                  </a:lnTo>
                  <a:lnTo>
                    <a:pt x="4440596" y="499127"/>
                  </a:lnTo>
                  <a:lnTo>
                    <a:pt x="4368974" y="484312"/>
                  </a:lnTo>
                  <a:lnTo>
                    <a:pt x="4297351" y="469089"/>
                  </a:lnTo>
                  <a:lnTo>
                    <a:pt x="4225729" y="453446"/>
                  </a:lnTo>
                  <a:lnTo>
                    <a:pt x="4154106" y="437371"/>
                  </a:lnTo>
                  <a:lnTo>
                    <a:pt x="4082483" y="420853"/>
                  </a:lnTo>
                  <a:lnTo>
                    <a:pt x="4010861" y="403879"/>
                  </a:lnTo>
                  <a:lnTo>
                    <a:pt x="3939238" y="386437"/>
                  </a:lnTo>
                  <a:lnTo>
                    <a:pt x="3867616" y="368513"/>
                  </a:lnTo>
                  <a:lnTo>
                    <a:pt x="3795993" y="350096"/>
                  </a:lnTo>
                  <a:lnTo>
                    <a:pt x="3724371" y="331170"/>
                  </a:lnTo>
                  <a:lnTo>
                    <a:pt x="3652748" y="311722"/>
                  </a:lnTo>
                  <a:lnTo>
                    <a:pt x="3581126" y="291737"/>
                  </a:lnTo>
                  <a:lnTo>
                    <a:pt x="3509503" y="271201"/>
                  </a:lnTo>
                  <a:lnTo>
                    <a:pt x="3437881" y="250099"/>
                  </a:lnTo>
                  <a:lnTo>
                    <a:pt x="3366258" y="228414"/>
                  </a:lnTo>
                  <a:lnTo>
                    <a:pt x="3294636" y="206572"/>
                  </a:lnTo>
                  <a:lnTo>
                    <a:pt x="3223013" y="202553"/>
                  </a:lnTo>
                  <a:lnTo>
                    <a:pt x="3151391" y="198514"/>
                  </a:lnTo>
                  <a:lnTo>
                    <a:pt x="3079768" y="194455"/>
                  </a:lnTo>
                  <a:lnTo>
                    <a:pt x="3008146" y="190377"/>
                  </a:lnTo>
                  <a:lnTo>
                    <a:pt x="2936523" y="186278"/>
                  </a:lnTo>
                  <a:lnTo>
                    <a:pt x="2864901" y="182160"/>
                  </a:lnTo>
                  <a:lnTo>
                    <a:pt x="2793278" y="178023"/>
                  </a:lnTo>
                  <a:lnTo>
                    <a:pt x="2721655" y="173865"/>
                  </a:lnTo>
                  <a:lnTo>
                    <a:pt x="2650033" y="169686"/>
                  </a:lnTo>
                  <a:lnTo>
                    <a:pt x="2578410" y="165488"/>
                  </a:lnTo>
                  <a:lnTo>
                    <a:pt x="2506788" y="161269"/>
                  </a:lnTo>
                  <a:lnTo>
                    <a:pt x="2435165" y="157030"/>
                  </a:lnTo>
                  <a:lnTo>
                    <a:pt x="2363543" y="152770"/>
                  </a:lnTo>
                  <a:lnTo>
                    <a:pt x="2291920" y="148490"/>
                  </a:lnTo>
                  <a:lnTo>
                    <a:pt x="2220298" y="144189"/>
                  </a:lnTo>
                  <a:lnTo>
                    <a:pt x="2148675" y="139867"/>
                  </a:lnTo>
                  <a:lnTo>
                    <a:pt x="2077053" y="135524"/>
                  </a:lnTo>
                  <a:lnTo>
                    <a:pt x="2005430" y="131160"/>
                  </a:lnTo>
                  <a:lnTo>
                    <a:pt x="1933808" y="126775"/>
                  </a:lnTo>
                  <a:lnTo>
                    <a:pt x="1862185" y="122369"/>
                  </a:lnTo>
                  <a:lnTo>
                    <a:pt x="1790563" y="117941"/>
                  </a:lnTo>
                  <a:lnTo>
                    <a:pt x="1718940" y="113492"/>
                  </a:lnTo>
                  <a:lnTo>
                    <a:pt x="1647318" y="109022"/>
                  </a:lnTo>
                  <a:lnTo>
                    <a:pt x="1575695" y="104529"/>
                  </a:lnTo>
                  <a:lnTo>
                    <a:pt x="1504073" y="100015"/>
                  </a:lnTo>
                  <a:lnTo>
                    <a:pt x="1432450" y="95479"/>
                  </a:lnTo>
                  <a:lnTo>
                    <a:pt x="1360827" y="90921"/>
                  </a:lnTo>
                  <a:lnTo>
                    <a:pt x="1289205" y="86341"/>
                  </a:lnTo>
                  <a:lnTo>
                    <a:pt x="1217582" y="81739"/>
                  </a:lnTo>
                  <a:lnTo>
                    <a:pt x="1145960" y="77115"/>
                  </a:lnTo>
                  <a:lnTo>
                    <a:pt x="1074337" y="72468"/>
                  </a:lnTo>
                  <a:lnTo>
                    <a:pt x="1002715" y="67798"/>
                  </a:lnTo>
                  <a:lnTo>
                    <a:pt x="931092" y="63106"/>
                  </a:lnTo>
                  <a:lnTo>
                    <a:pt x="859470" y="58391"/>
                  </a:lnTo>
                  <a:lnTo>
                    <a:pt x="787847" y="53654"/>
                  </a:lnTo>
                  <a:lnTo>
                    <a:pt x="716225" y="48893"/>
                  </a:lnTo>
                  <a:lnTo>
                    <a:pt x="644602" y="44109"/>
                  </a:lnTo>
                  <a:lnTo>
                    <a:pt x="572980" y="39302"/>
                  </a:lnTo>
                  <a:lnTo>
                    <a:pt x="501357" y="34472"/>
                  </a:lnTo>
                  <a:lnTo>
                    <a:pt x="429735" y="29619"/>
                  </a:lnTo>
                  <a:lnTo>
                    <a:pt x="358112" y="24742"/>
                  </a:lnTo>
                  <a:lnTo>
                    <a:pt x="286490" y="19841"/>
                  </a:lnTo>
                  <a:lnTo>
                    <a:pt x="214867" y="14916"/>
                  </a:lnTo>
                  <a:lnTo>
                    <a:pt x="143245" y="9968"/>
                  </a:lnTo>
                  <a:lnTo>
                    <a:pt x="71622" y="499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823134"/>
              <a:ext cx="7090630" cy="1379192"/>
            </a:xfrm>
            <a:custGeom>
              <a:avLst/>
              <a:pathLst>
                <a:path w="7090630" h="1379192">
                  <a:moveTo>
                    <a:pt x="0" y="0"/>
                  </a:moveTo>
                  <a:lnTo>
                    <a:pt x="71622" y="27565"/>
                  </a:lnTo>
                  <a:lnTo>
                    <a:pt x="143245" y="54693"/>
                  </a:lnTo>
                  <a:lnTo>
                    <a:pt x="214867" y="81389"/>
                  </a:lnTo>
                  <a:lnTo>
                    <a:pt x="286490" y="107661"/>
                  </a:lnTo>
                  <a:lnTo>
                    <a:pt x="358112" y="133515"/>
                  </a:lnTo>
                  <a:lnTo>
                    <a:pt x="429735" y="158958"/>
                  </a:lnTo>
                  <a:lnTo>
                    <a:pt x="501357" y="183997"/>
                  </a:lnTo>
                  <a:lnTo>
                    <a:pt x="572980" y="208638"/>
                  </a:lnTo>
                  <a:lnTo>
                    <a:pt x="644602" y="232887"/>
                  </a:lnTo>
                  <a:lnTo>
                    <a:pt x="716225" y="256750"/>
                  </a:lnTo>
                  <a:lnTo>
                    <a:pt x="787847" y="280235"/>
                  </a:lnTo>
                  <a:lnTo>
                    <a:pt x="859470" y="303346"/>
                  </a:lnTo>
                  <a:lnTo>
                    <a:pt x="931092" y="326089"/>
                  </a:lnTo>
                  <a:lnTo>
                    <a:pt x="1002715" y="348471"/>
                  </a:lnTo>
                  <a:lnTo>
                    <a:pt x="1074337" y="370498"/>
                  </a:lnTo>
                  <a:lnTo>
                    <a:pt x="1145960" y="392174"/>
                  </a:lnTo>
                  <a:lnTo>
                    <a:pt x="1217582" y="413505"/>
                  </a:lnTo>
                  <a:lnTo>
                    <a:pt x="1289205" y="434498"/>
                  </a:lnTo>
                  <a:lnTo>
                    <a:pt x="1360827" y="455157"/>
                  </a:lnTo>
                  <a:lnTo>
                    <a:pt x="1432450" y="475487"/>
                  </a:lnTo>
                  <a:lnTo>
                    <a:pt x="1504073" y="495494"/>
                  </a:lnTo>
                  <a:lnTo>
                    <a:pt x="1575695" y="515183"/>
                  </a:lnTo>
                  <a:lnTo>
                    <a:pt x="1647318" y="534560"/>
                  </a:lnTo>
                  <a:lnTo>
                    <a:pt x="1718940" y="553628"/>
                  </a:lnTo>
                  <a:lnTo>
                    <a:pt x="1790563" y="572393"/>
                  </a:lnTo>
                  <a:lnTo>
                    <a:pt x="1862185" y="590860"/>
                  </a:lnTo>
                  <a:lnTo>
                    <a:pt x="1933808" y="609033"/>
                  </a:lnTo>
                  <a:lnTo>
                    <a:pt x="2005430" y="626917"/>
                  </a:lnTo>
                  <a:lnTo>
                    <a:pt x="2077053" y="644518"/>
                  </a:lnTo>
                  <a:lnTo>
                    <a:pt x="2148675" y="661838"/>
                  </a:lnTo>
                  <a:lnTo>
                    <a:pt x="2220298" y="678883"/>
                  </a:lnTo>
                  <a:lnTo>
                    <a:pt x="2291920" y="695657"/>
                  </a:lnTo>
                  <a:lnTo>
                    <a:pt x="2363543" y="712164"/>
                  </a:lnTo>
                  <a:lnTo>
                    <a:pt x="2435165" y="728409"/>
                  </a:lnTo>
                  <a:lnTo>
                    <a:pt x="2506788" y="744396"/>
                  </a:lnTo>
                  <a:lnTo>
                    <a:pt x="2578410" y="760129"/>
                  </a:lnTo>
                  <a:lnTo>
                    <a:pt x="2650033" y="775611"/>
                  </a:lnTo>
                  <a:lnTo>
                    <a:pt x="2721655" y="790848"/>
                  </a:lnTo>
                  <a:lnTo>
                    <a:pt x="2793278" y="805842"/>
                  </a:lnTo>
                  <a:lnTo>
                    <a:pt x="2864901" y="820598"/>
                  </a:lnTo>
                  <a:lnTo>
                    <a:pt x="2936523" y="835119"/>
                  </a:lnTo>
                  <a:lnTo>
                    <a:pt x="3008146" y="849410"/>
                  </a:lnTo>
                  <a:lnTo>
                    <a:pt x="3079768" y="863473"/>
                  </a:lnTo>
                  <a:lnTo>
                    <a:pt x="3151391" y="877313"/>
                  </a:lnTo>
                  <a:lnTo>
                    <a:pt x="3223013" y="890933"/>
                  </a:lnTo>
                  <a:lnTo>
                    <a:pt x="3294636" y="904336"/>
                  </a:lnTo>
                  <a:lnTo>
                    <a:pt x="3366258" y="917526"/>
                  </a:lnTo>
                  <a:lnTo>
                    <a:pt x="3437881" y="930507"/>
                  </a:lnTo>
                  <a:lnTo>
                    <a:pt x="3509503" y="943281"/>
                  </a:lnTo>
                  <a:lnTo>
                    <a:pt x="3581126" y="955852"/>
                  </a:lnTo>
                  <a:lnTo>
                    <a:pt x="3652748" y="968223"/>
                  </a:lnTo>
                  <a:lnTo>
                    <a:pt x="3724371" y="980398"/>
                  </a:lnTo>
                  <a:lnTo>
                    <a:pt x="3795993" y="992379"/>
                  </a:lnTo>
                  <a:lnTo>
                    <a:pt x="3867616" y="1004170"/>
                  </a:lnTo>
                  <a:lnTo>
                    <a:pt x="3939238" y="1015773"/>
                  </a:lnTo>
                  <a:lnTo>
                    <a:pt x="4010861" y="1027192"/>
                  </a:lnTo>
                  <a:lnTo>
                    <a:pt x="4082483" y="1038429"/>
                  </a:lnTo>
                  <a:lnTo>
                    <a:pt x="4154106" y="1049488"/>
                  </a:lnTo>
                  <a:lnTo>
                    <a:pt x="4225729" y="1060371"/>
                  </a:lnTo>
                  <a:lnTo>
                    <a:pt x="4297351" y="1071081"/>
                  </a:lnTo>
                  <a:lnTo>
                    <a:pt x="4368974" y="1081620"/>
                  </a:lnTo>
                  <a:lnTo>
                    <a:pt x="4440596" y="1091992"/>
                  </a:lnTo>
                  <a:lnTo>
                    <a:pt x="4512219" y="1102200"/>
                  </a:lnTo>
                  <a:lnTo>
                    <a:pt x="4583841" y="1112244"/>
                  </a:lnTo>
                  <a:lnTo>
                    <a:pt x="4655464" y="1122130"/>
                  </a:lnTo>
                  <a:lnTo>
                    <a:pt x="4727086" y="1131858"/>
                  </a:lnTo>
                  <a:lnTo>
                    <a:pt x="4798709" y="1141431"/>
                  </a:lnTo>
                  <a:lnTo>
                    <a:pt x="4870331" y="1150853"/>
                  </a:lnTo>
                  <a:lnTo>
                    <a:pt x="4941954" y="1160124"/>
                  </a:lnTo>
                  <a:lnTo>
                    <a:pt x="5013576" y="1169249"/>
                  </a:lnTo>
                  <a:lnTo>
                    <a:pt x="5085199" y="1178228"/>
                  </a:lnTo>
                  <a:lnTo>
                    <a:pt x="5156821" y="1187064"/>
                  </a:lnTo>
                  <a:lnTo>
                    <a:pt x="5228444" y="1195760"/>
                  </a:lnTo>
                  <a:lnTo>
                    <a:pt x="5300066" y="1204318"/>
                  </a:lnTo>
                  <a:lnTo>
                    <a:pt x="5371689" y="1212740"/>
                  </a:lnTo>
                  <a:lnTo>
                    <a:pt x="5443311" y="1221027"/>
                  </a:lnTo>
                  <a:lnTo>
                    <a:pt x="5514934" y="1229183"/>
                  </a:lnTo>
                  <a:lnTo>
                    <a:pt x="5586557" y="1237210"/>
                  </a:lnTo>
                  <a:lnTo>
                    <a:pt x="5658179" y="1245109"/>
                  </a:lnTo>
                  <a:lnTo>
                    <a:pt x="5729802" y="1252882"/>
                  </a:lnTo>
                  <a:lnTo>
                    <a:pt x="5801424" y="1260532"/>
                  </a:lnTo>
                  <a:lnTo>
                    <a:pt x="5873047" y="1268060"/>
                  </a:lnTo>
                  <a:lnTo>
                    <a:pt x="5944669" y="1275468"/>
                  </a:lnTo>
                  <a:lnTo>
                    <a:pt x="6016292" y="1282759"/>
                  </a:lnTo>
                  <a:lnTo>
                    <a:pt x="6087914" y="1289934"/>
                  </a:lnTo>
                  <a:lnTo>
                    <a:pt x="6159537" y="1296994"/>
                  </a:lnTo>
                  <a:lnTo>
                    <a:pt x="6231159" y="1303943"/>
                  </a:lnTo>
                  <a:lnTo>
                    <a:pt x="6302782" y="1310781"/>
                  </a:lnTo>
                  <a:lnTo>
                    <a:pt x="6374404" y="1317510"/>
                  </a:lnTo>
                  <a:lnTo>
                    <a:pt x="6446027" y="1324133"/>
                  </a:lnTo>
                  <a:lnTo>
                    <a:pt x="6517649" y="1330650"/>
                  </a:lnTo>
                  <a:lnTo>
                    <a:pt x="6589272" y="1337063"/>
                  </a:lnTo>
                  <a:lnTo>
                    <a:pt x="6660894" y="1343375"/>
                  </a:lnTo>
                  <a:lnTo>
                    <a:pt x="6732517" y="1349586"/>
                  </a:lnTo>
                  <a:lnTo>
                    <a:pt x="6804139" y="1355699"/>
                  </a:lnTo>
                  <a:lnTo>
                    <a:pt x="6875762" y="1361714"/>
                  </a:lnTo>
                  <a:lnTo>
                    <a:pt x="6947385" y="1367634"/>
                  </a:lnTo>
                  <a:lnTo>
                    <a:pt x="7019007" y="1373459"/>
                  </a:lnTo>
                  <a:lnTo>
                    <a:pt x="7090630" y="137919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68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47833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826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060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1.20 (1.06-1.37), p_Bonf = 0.030 (n = 6)  |  per IQR decline (Δ = 29.5 %): 1.72 (1.18-2.52)  |  IQR: [-15.6, 13.9]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335996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2026-07-17T12:49:28Z</dcterms:modified>
  <cp:category/>
</cp:coreProperties>
</file>