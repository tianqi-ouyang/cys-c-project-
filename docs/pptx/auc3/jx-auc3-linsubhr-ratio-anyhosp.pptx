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352925"/>
              <a:ext cx="6964104" cy="976567"/>
            </a:xfrm>
            <a:custGeom>
              <a:avLst/>
              <a:pathLst>
                <a:path w="6964104" h="976567">
                  <a:moveTo>
                    <a:pt x="0" y="0"/>
                  </a:moveTo>
                  <a:lnTo>
                    <a:pt x="70344" y="28118"/>
                  </a:lnTo>
                  <a:lnTo>
                    <a:pt x="140688" y="55482"/>
                  </a:lnTo>
                  <a:lnTo>
                    <a:pt x="211033" y="82110"/>
                  </a:lnTo>
                  <a:lnTo>
                    <a:pt x="281377" y="108025"/>
                  </a:lnTo>
                  <a:lnTo>
                    <a:pt x="351722" y="133243"/>
                  </a:lnTo>
                  <a:lnTo>
                    <a:pt x="422066" y="157784"/>
                  </a:lnTo>
                  <a:lnTo>
                    <a:pt x="492411" y="181667"/>
                  </a:lnTo>
                  <a:lnTo>
                    <a:pt x="562755" y="204908"/>
                  </a:lnTo>
                  <a:lnTo>
                    <a:pt x="633100" y="227525"/>
                  </a:lnTo>
                  <a:lnTo>
                    <a:pt x="703444" y="249535"/>
                  </a:lnTo>
                  <a:lnTo>
                    <a:pt x="773789" y="270955"/>
                  </a:lnTo>
                  <a:lnTo>
                    <a:pt x="844133" y="291799"/>
                  </a:lnTo>
                  <a:lnTo>
                    <a:pt x="914478" y="312083"/>
                  </a:lnTo>
                  <a:lnTo>
                    <a:pt x="984822" y="331823"/>
                  </a:lnTo>
                  <a:lnTo>
                    <a:pt x="1055167" y="351033"/>
                  </a:lnTo>
                  <a:lnTo>
                    <a:pt x="1125511" y="369728"/>
                  </a:lnTo>
                  <a:lnTo>
                    <a:pt x="1195856" y="387920"/>
                  </a:lnTo>
                  <a:lnTo>
                    <a:pt x="1266200" y="405624"/>
                  </a:lnTo>
                  <a:lnTo>
                    <a:pt x="1336545" y="422853"/>
                  </a:lnTo>
                  <a:lnTo>
                    <a:pt x="1406889" y="439619"/>
                  </a:lnTo>
                  <a:lnTo>
                    <a:pt x="1477234" y="455935"/>
                  </a:lnTo>
                  <a:lnTo>
                    <a:pt x="1547578" y="471813"/>
                  </a:lnTo>
                  <a:lnTo>
                    <a:pt x="1617923" y="487265"/>
                  </a:lnTo>
                  <a:lnTo>
                    <a:pt x="1688267" y="502302"/>
                  </a:lnTo>
                  <a:lnTo>
                    <a:pt x="1758612" y="516935"/>
                  </a:lnTo>
                  <a:lnTo>
                    <a:pt x="1828956" y="531176"/>
                  </a:lnTo>
                  <a:lnTo>
                    <a:pt x="1899301" y="545034"/>
                  </a:lnTo>
                  <a:lnTo>
                    <a:pt x="1969645" y="558520"/>
                  </a:lnTo>
                  <a:lnTo>
                    <a:pt x="2039990" y="571644"/>
                  </a:lnTo>
                  <a:lnTo>
                    <a:pt x="2110334" y="584416"/>
                  </a:lnTo>
                  <a:lnTo>
                    <a:pt x="2180679" y="596844"/>
                  </a:lnTo>
                  <a:lnTo>
                    <a:pt x="2251023" y="608939"/>
                  </a:lnTo>
                  <a:lnTo>
                    <a:pt x="2321368" y="620710"/>
                  </a:lnTo>
                  <a:lnTo>
                    <a:pt x="2391712" y="632164"/>
                  </a:lnTo>
                  <a:lnTo>
                    <a:pt x="2462057" y="643311"/>
                  </a:lnTo>
                  <a:lnTo>
                    <a:pt x="2532401" y="654159"/>
                  </a:lnTo>
                  <a:lnTo>
                    <a:pt x="2602746" y="664715"/>
                  </a:lnTo>
                  <a:lnTo>
                    <a:pt x="2673090" y="674988"/>
                  </a:lnTo>
                  <a:lnTo>
                    <a:pt x="2743435" y="684985"/>
                  </a:lnTo>
                  <a:lnTo>
                    <a:pt x="2813779" y="694714"/>
                  </a:lnTo>
                  <a:lnTo>
                    <a:pt x="2884124" y="704182"/>
                  </a:lnTo>
                  <a:lnTo>
                    <a:pt x="2954468" y="713395"/>
                  </a:lnTo>
                  <a:lnTo>
                    <a:pt x="3024813" y="722361"/>
                  </a:lnTo>
                  <a:lnTo>
                    <a:pt x="3095157" y="731087"/>
                  </a:lnTo>
                  <a:lnTo>
                    <a:pt x="3165502" y="739578"/>
                  </a:lnTo>
                  <a:lnTo>
                    <a:pt x="3235846" y="747841"/>
                  </a:lnTo>
                  <a:lnTo>
                    <a:pt x="3306191" y="749444"/>
                  </a:lnTo>
                  <a:lnTo>
                    <a:pt x="3376535" y="750880"/>
                  </a:lnTo>
                  <a:lnTo>
                    <a:pt x="3446880" y="752310"/>
                  </a:lnTo>
                  <a:lnTo>
                    <a:pt x="3517224" y="753733"/>
                  </a:lnTo>
                  <a:lnTo>
                    <a:pt x="3587569" y="755149"/>
                  </a:lnTo>
                  <a:lnTo>
                    <a:pt x="3657913" y="756558"/>
                  </a:lnTo>
                  <a:lnTo>
                    <a:pt x="3728257" y="757960"/>
                  </a:lnTo>
                  <a:lnTo>
                    <a:pt x="3798602" y="759356"/>
                  </a:lnTo>
                  <a:lnTo>
                    <a:pt x="3868946" y="760745"/>
                  </a:lnTo>
                  <a:lnTo>
                    <a:pt x="3939291" y="762127"/>
                  </a:lnTo>
                  <a:lnTo>
                    <a:pt x="4009635" y="763502"/>
                  </a:lnTo>
                  <a:lnTo>
                    <a:pt x="4079980" y="764871"/>
                  </a:lnTo>
                  <a:lnTo>
                    <a:pt x="4150324" y="766234"/>
                  </a:lnTo>
                  <a:lnTo>
                    <a:pt x="4220669" y="767589"/>
                  </a:lnTo>
                  <a:lnTo>
                    <a:pt x="4291013" y="768938"/>
                  </a:lnTo>
                  <a:lnTo>
                    <a:pt x="4361358" y="770281"/>
                  </a:lnTo>
                  <a:lnTo>
                    <a:pt x="4431702" y="771617"/>
                  </a:lnTo>
                  <a:lnTo>
                    <a:pt x="4502047" y="772947"/>
                  </a:lnTo>
                  <a:lnTo>
                    <a:pt x="4572391" y="774270"/>
                  </a:lnTo>
                  <a:lnTo>
                    <a:pt x="4642736" y="775587"/>
                  </a:lnTo>
                  <a:lnTo>
                    <a:pt x="4713080" y="776898"/>
                  </a:lnTo>
                  <a:lnTo>
                    <a:pt x="4783425" y="778202"/>
                  </a:lnTo>
                  <a:lnTo>
                    <a:pt x="4853769" y="779500"/>
                  </a:lnTo>
                  <a:lnTo>
                    <a:pt x="4924114" y="780792"/>
                  </a:lnTo>
                  <a:lnTo>
                    <a:pt x="4994458" y="782077"/>
                  </a:lnTo>
                  <a:lnTo>
                    <a:pt x="5064803" y="783356"/>
                  </a:lnTo>
                  <a:lnTo>
                    <a:pt x="5135147" y="784629"/>
                  </a:lnTo>
                  <a:lnTo>
                    <a:pt x="5205492" y="785896"/>
                  </a:lnTo>
                  <a:lnTo>
                    <a:pt x="5275836" y="787157"/>
                  </a:lnTo>
                  <a:lnTo>
                    <a:pt x="5346181" y="788412"/>
                  </a:lnTo>
                  <a:lnTo>
                    <a:pt x="5416525" y="789661"/>
                  </a:lnTo>
                  <a:lnTo>
                    <a:pt x="5486870" y="790903"/>
                  </a:lnTo>
                  <a:lnTo>
                    <a:pt x="5557214" y="792140"/>
                  </a:lnTo>
                  <a:lnTo>
                    <a:pt x="5627559" y="793371"/>
                  </a:lnTo>
                  <a:lnTo>
                    <a:pt x="5697903" y="794596"/>
                  </a:lnTo>
                  <a:lnTo>
                    <a:pt x="5768248" y="795815"/>
                  </a:lnTo>
                  <a:lnTo>
                    <a:pt x="5838592" y="797028"/>
                  </a:lnTo>
                  <a:lnTo>
                    <a:pt x="5908937" y="798235"/>
                  </a:lnTo>
                  <a:lnTo>
                    <a:pt x="5979281" y="799436"/>
                  </a:lnTo>
                  <a:lnTo>
                    <a:pt x="6049626" y="800632"/>
                  </a:lnTo>
                  <a:lnTo>
                    <a:pt x="6119970" y="801822"/>
                  </a:lnTo>
                  <a:lnTo>
                    <a:pt x="6190315" y="803006"/>
                  </a:lnTo>
                  <a:lnTo>
                    <a:pt x="6260659" y="804184"/>
                  </a:lnTo>
                  <a:lnTo>
                    <a:pt x="6331004" y="805357"/>
                  </a:lnTo>
                  <a:lnTo>
                    <a:pt x="6401348" y="806524"/>
                  </a:lnTo>
                  <a:lnTo>
                    <a:pt x="6471693" y="807685"/>
                  </a:lnTo>
                  <a:lnTo>
                    <a:pt x="6542037" y="808841"/>
                  </a:lnTo>
                  <a:lnTo>
                    <a:pt x="6612382" y="809991"/>
                  </a:lnTo>
                  <a:lnTo>
                    <a:pt x="6682726" y="811136"/>
                  </a:lnTo>
                  <a:lnTo>
                    <a:pt x="6753071" y="812275"/>
                  </a:lnTo>
                  <a:lnTo>
                    <a:pt x="6823415" y="813409"/>
                  </a:lnTo>
                  <a:lnTo>
                    <a:pt x="6893760" y="814537"/>
                  </a:lnTo>
                  <a:lnTo>
                    <a:pt x="6964104" y="815660"/>
                  </a:lnTo>
                  <a:lnTo>
                    <a:pt x="6964104" y="976567"/>
                  </a:lnTo>
                  <a:lnTo>
                    <a:pt x="6893760" y="974614"/>
                  </a:lnTo>
                  <a:lnTo>
                    <a:pt x="6823415" y="972607"/>
                  </a:lnTo>
                  <a:lnTo>
                    <a:pt x="6753071" y="970544"/>
                  </a:lnTo>
                  <a:lnTo>
                    <a:pt x="6682726" y="968425"/>
                  </a:lnTo>
                  <a:lnTo>
                    <a:pt x="6612382" y="966247"/>
                  </a:lnTo>
                  <a:lnTo>
                    <a:pt x="6542037" y="964009"/>
                  </a:lnTo>
                  <a:lnTo>
                    <a:pt x="6471693" y="961709"/>
                  </a:lnTo>
                  <a:lnTo>
                    <a:pt x="6401348" y="959346"/>
                  </a:lnTo>
                  <a:lnTo>
                    <a:pt x="6331004" y="956918"/>
                  </a:lnTo>
                  <a:lnTo>
                    <a:pt x="6260659" y="954423"/>
                  </a:lnTo>
                  <a:lnTo>
                    <a:pt x="6190315" y="951859"/>
                  </a:lnTo>
                  <a:lnTo>
                    <a:pt x="6119970" y="949224"/>
                  </a:lnTo>
                  <a:lnTo>
                    <a:pt x="6049626" y="946516"/>
                  </a:lnTo>
                  <a:lnTo>
                    <a:pt x="5979281" y="943734"/>
                  </a:lnTo>
                  <a:lnTo>
                    <a:pt x="5908937" y="940875"/>
                  </a:lnTo>
                  <a:lnTo>
                    <a:pt x="5838592" y="937937"/>
                  </a:lnTo>
                  <a:lnTo>
                    <a:pt x="5768248" y="934918"/>
                  </a:lnTo>
                  <a:lnTo>
                    <a:pt x="5697903" y="931816"/>
                  </a:lnTo>
                  <a:lnTo>
                    <a:pt x="5627559" y="928628"/>
                  </a:lnTo>
                  <a:lnTo>
                    <a:pt x="5557214" y="925352"/>
                  </a:lnTo>
                  <a:lnTo>
                    <a:pt x="5486870" y="921986"/>
                  </a:lnTo>
                  <a:lnTo>
                    <a:pt x="5416525" y="918527"/>
                  </a:lnTo>
                  <a:lnTo>
                    <a:pt x="5346181" y="914973"/>
                  </a:lnTo>
                  <a:lnTo>
                    <a:pt x="5275836" y="911320"/>
                  </a:lnTo>
                  <a:lnTo>
                    <a:pt x="5205492" y="907567"/>
                  </a:lnTo>
                  <a:lnTo>
                    <a:pt x="5135147" y="903710"/>
                  </a:lnTo>
                  <a:lnTo>
                    <a:pt x="5064803" y="899747"/>
                  </a:lnTo>
                  <a:lnTo>
                    <a:pt x="4994458" y="895675"/>
                  </a:lnTo>
                  <a:lnTo>
                    <a:pt x="4924114" y="891490"/>
                  </a:lnTo>
                  <a:lnTo>
                    <a:pt x="4853769" y="887190"/>
                  </a:lnTo>
                  <a:lnTo>
                    <a:pt x="4783425" y="882771"/>
                  </a:lnTo>
                  <a:lnTo>
                    <a:pt x="4713080" y="878230"/>
                  </a:lnTo>
                  <a:lnTo>
                    <a:pt x="4642736" y="873564"/>
                  </a:lnTo>
                  <a:lnTo>
                    <a:pt x="4572391" y="868769"/>
                  </a:lnTo>
                  <a:lnTo>
                    <a:pt x="4502047" y="863842"/>
                  </a:lnTo>
                  <a:lnTo>
                    <a:pt x="4431702" y="858779"/>
                  </a:lnTo>
                  <a:lnTo>
                    <a:pt x="4361358" y="853576"/>
                  </a:lnTo>
                  <a:lnTo>
                    <a:pt x="4291013" y="848230"/>
                  </a:lnTo>
                  <a:lnTo>
                    <a:pt x="4220669" y="842736"/>
                  </a:lnTo>
                  <a:lnTo>
                    <a:pt x="4150324" y="837091"/>
                  </a:lnTo>
                  <a:lnTo>
                    <a:pt x="4079980" y="831290"/>
                  </a:lnTo>
                  <a:lnTo>
                    <a:pt x="4009635" y="825329"/>
                  </a:lnTo>
                  <a:lnTo>
                    <a:pt x="3939291" y="819204"/>
                  </a:lnTo>
                  <a:lnTo>
                    <a:pt x="3868946" y="812909"/>
                  </a:lnTo>
                  <a:lnTo>
                    <a:pt x="3798602" y="806441"/>
                  </a:lnTo>
                  <a:lnTo>
                    <a:pt x="3728257" y="799794"/>
                  </a:lnTo>
                  <a:lnTo>
                    <a:pt x="3657913" y="792964"/>
                  </a:lnTo>
                  <a:lnTo>
                    <a:pt x="3587569" y="785946"/>
                  </a:lnTo>
                  <a:lnTo>
                    <a:pt x="3517224" y="778734"/>
                  </a:lnTo>
                  <a:lnTo>
                    <a:pt x="3446880" y="771323"/>
                  </a:lnTo>
                  <a:lnTo>
                    <a:pt x="3376535" y="763708"/>
                  </a:lnTo>
                  <a:lnTo>
                    <a:pt x="3306191" y="755882"/>
                  </a:lnTo>
                  <a:lnTo>
                    <a:pt x="3235846" y="748000"/>
                  </a:lnTo>
                  <a:lnTo>
                    <a:pt x="3165502" y="746550"/>
                  </a:lnTo>
                  <a:lnTo>
                    <a:pt x="3095157" y="745092"/>
                  </a:lnTo>
                  <a:lnTo>
                    <a:pt x="3024813" y="743627"/>
                  </a:lnTo>
                  <a:lnTo>
                    <a:pt x="2954468" y="742156"/>
                  </a:lnTo>
                  <a:lnTo>
                    <a:pt x="2884124" y="740677"/>
                  </a:lnTo>
                  <a:lnTo>
                    <a:pt x="2813779" y="739191"/>
                  </a:lnTo>
                  <a:lnTo>
                    <a:pt x="2743435" y="737697"/>
                  </a:lnTo>
                  <a:lnTo>
                    <a:pt x="2673090" y="736197"/>
                  </a:lnTo>
                  <a:lnTo>
                    <a:pt x="2602746" y="734689"/>
                  </a:lnTo>
                  <a:lnTo>
                    <a:pt x="2532401" y="733174"/>
                  </a:lnTo>
                  <a:lnTo>
                    <a:pt x="2462057" y="731651"/>
                  </a:lnTo>
                  <a:lnTo>
                    <a:pt x="2391712" y="730122"/>
                  </a:lnTo>
                  <a:lnTo>
                    <a:pt x="2321368" y="728584"/>
                  </a:lnTo>
                  <a:lnTo>
                    <a:pt x="2251023" y="727040"/>
                  </a:lnTo>
                  <a:lnTo>
                    <a:pt x="2180679" y="725488"/>
                  </a:lnTo>
                  <a:lnTo>
                    <a:pt x="2110334" y="723928"/>
                  </a:lnTo>
                  <a:lnTo>
                    <a:pt x="2039990" y="722361"/>
                  </a:lnTo>
                  <a:lnTo>
                    <a:pt x="1969645" y="720786"/>
                  </a:lnTo>
                  <a:lnTo>
                    <a:pt x="1899301" y="719203"/>
                  </a:lnTo>
                  <a:lnTo>
                    <a:pt x="1828956" y="717613"/>
                  </a:lnTo>
                  <a:lnTo>
                    <a:pt x="1758612" y="716015"/>
                  </a:lnTo>
                  <a:lnTo>
                    <a:pt x="1688267" y="714410"/>
                  </a:lnTo>
                  <a:lnTo>
                    <a:pt x="1617923" y="712796"/>
                  </a:lnTo>
                  <a:lnTo>
                    <a:pt x="1547578" y="711175"/>
                  </a:lnTo>
                  <a:lnTo>
                    <a:pt x="1477234" y="709546"/>
                  </a:lnTo>
                  <a:lnTo>
                    <a:pt x="1406889" y="707909"/>
                  </a:lnTo>
                  <a:lnTo>
                    <a:pt x="1336545" y="706264"/>
                  </a:lnTo>
                  <a:lnTo>
                    <a:pt x="1266200" y="704612"/>
                  </a:lnTo>
                  <a:lnTo>
                    <a:pt x="1195856" y="702951"/>
                  </a:lnTo>
                  <a:lnTo>
                    <a:pt x="1125511" y="701282"/>
                  </a:lnTo>
                  <a:lnTo>
                    <a:pt x="1055167" y="699605"/>
                  </a:lnTo>
                  <a:lnTo>
                    <a:pt x="984822" y="697920"/>
                  </a:lnTo>
                  <a:lnTo>
                    <a:pt x="914478" y="696227"/>
                  </a:lnTo>
                  <a:lnTo>
                    <a:pt x="844133" y="694525"/>
                  </a:lnTo>
                  <a:lnTo>
                    <a:pt x="773789" y="692815"/>
                  </a:lnTo>
                  <a:lnTo>
                    <a:pt x="703444" y="691097"/>
                  </a:lnTo>
                  <a:lnTo>
                    <a:pt x="633100" y="689371"/>
                  </a:lnTo>
                  <a:lnTo>
                    <a:pt x="562755" y="687636"/>
                  </a:lnTo>
                  <a:lnTo>
                    <a:pt x="492411" y="685893"/>
                  </a:lnTo>
                  <a:lnTo>
                    <a:pt x="422066" y="684142"/>
                  </a:lnTo>
                  <a:lnTo>
                    <a:pt x="351722" y="682382"/>
                  </a:lnTo>
                  <a:lnTo>
                    <a:pt x="281377" y="680613"/>
                  </a:lnTo>
                  <a:lnTo>
                    <a:pt x="211033" y="678836"/>
                  </a:lnTo>
                  <a:lnTo>
                    <a:pt x="140688" y="677050"/>
                  </a:lnTo>
                  <a:lnTo>
                    <a:pt x="70344" y="675256"/>
                  </a:lnTo>
                  <a:lnTo>
                    <a:pt x="0" y="6734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352925"/>
              <a:ext cx="6964104" cy="815660"/>
            </a:xfrm>
            <a:custGeom>
              <a:avLst/>
              <a:pathLst>
                <a:path w="6964104" h="815660">
                  <a:moveTo>
                    <a:pt x="0" y="0"/>
                  </a:moveTo>
                  <a:lnTo>
                    <a:pt x="70344" y="28118"/>
                  </a:lnTo>
                  <a:lnTo>
                    <a:pt x="140688" y="55482"/>
                  </a:lnTo>
                  <a:lnTo>
                    <a:pt x="211033" y="82110"/>
                  </a:lnTo>
                  <a:lnTo>
                    <a:pt x="281377" y="108025"/>
                  </a:lnTo>
                  <a:lnTo>
                    <a:pt x="351722" y="133243"/>
                  </a:lnTo>
                  <a:lnTo>
                    <a:pt x="422066" y="157784"/>
                  </a:lnTo>
                  <a:lnTo>
                    <a:pt x="492411" y="181667"/>
                  </a:lnTo>
                  <a:lnTo>
                    <a:pt x="562755" y="204908"/>
                  </a:lnTo>
                  <a:lnTo>
                    <a:pt x="633100" y="227525"/>
                  </a:lnTo>
                  <a:lnTo>
                    <a:pt x="703444" y="249535"/>
                  </a:lnTo>
                  <a:lnTo>
                    <a:pt x="773789" y="270955"/>
                  </a:lnTo>
                  <a:lnTo>
                    <a:pt x="844133" y="291799"/>
                  </a:lnTo>
                  <a:lnTo>
                    <a:pt x="914478" y="312083"/>
                  </a:lnTo>
                  <a:lnTo>
                    <a:pt x="984822" y="331823"/>
                  </a:lnTo>
                  <a:lnTo>
                    <a:pt x="1055167" y="351033"/>
                  </a:lnTo>
                  <a:lnTo>
                    <a:pt x="1125511" y="369728"/>
                  </a:lnTo>
                  <a:lnTo>
                    <a:pt x="1195856" y="387920"/>
                  </a:lnTo>
                  <a:lnTo>
                    <a:pt x="1266200" y="405624"/>
                  </a:lnTo>
                  <a:lnTo>
                    <a:pt x="1336545" y="422853"/>
                  </a:lnTo>
                  <a:lnTo>
                    <a:pt x="1406889" y="439619"/>
                  </a:lnTo>
                  <a:lnTo>
                    <a:pt x="1477234" y="455935"/>
                  </a:lnTo>
                  <a:lnTo>
                    <a:pt x="1547578" y="471813"/>
                  </a:lnTo>
                  <a:lnTo>
                    <a:pt x="1617923" y="487265"/>
                  </a:lnTo>
                  <a:lnTo>
                    <a:pt x="1688267" y="502302"/>
                  </a:lnTo>
                  <a:lnTo>
                    <a:pt x="1758612" y="516935"/>
                  </a:lnTo>
                  <a:lnTo>
                    <a:pt x="1828956" y="531176"/>
                  </a:lnTo>
                  <a:lnTo>
                    <a:pt x="1899301" y="545034"/>
                  </a:lnTo>
                  <a:lnTo>
                    <a:pt x="1969645" y="558520"/>
                  </a:lnTo>
                  <a:lnTo>
                    <a:pt x="2039990" y="571644"/>
                  </a:lnTo>
                  <a:lnTo>
                    <a:pt x="2110334" y="584416"/>
                  </a:lnTo>
                  <a:lnTo>
                    <a:pt x="2180679" y="596844"/>
                  </a:lnTo>
                  <a:lnTo>
                    <a:pt x="2251023" y="608939"/>
                  </a:lnTo>
                  <a:lnTo>
                    <a:pt x="2321368" y="620710"/>
                  </a:lnTo>
                  <a:lnTo>
                    <a:pt x="2391712" y="632164"/>
                  </a:lnTo>
                  <a:lnTo>
                    <a:pt x="2462057" y="643311"/>
                  </a:lnTo>
                  <a:lnTo>
                    <a:pt x="2532401" y="654159"/>
                  </a:lnTo>
                  <a:lnTo>
                    <a:pt x="2602746" y="664715"/>
                  </a:lnTo>
                  <a:lnTo>
                    <a:pt x="2673090" y="674988"/>
                  </a:lnTo>
                  <a:lnTo>
                    <a:pt x="2743435" y="684985"/>
                  </a:lnTo>
                  <a:lnTo>
                    <a:pt x="2813779" y="694714"/>
                  </a:lnTo>
                  <a:lnTo>
                    <a:pt x="2884124" y="704182"/>
                  </a:lnTo>
                  <a:lnTo>
                    <a:pt x="2954468" y="713395"/>
                  </a:lnTo>
                  <a:lnTo>
                    <a:pt x="3024813" y="722361"/>
                  </a:lnTo>
                  <a:lnTo>
                    <a:pt x="3095157" y="731087"/>
                  </a:lnTo>
                  <a:lnTo>
                    <a:pt x="3165502" y="739578"/>
                  </a:lnTo>
                  <a:lnTo>
                    <a:pt x="3235846" y="747841"/>
                  </a:lnTo>
                  <a:lnTo>
                    <a:pt x="3306191" y="749444"/>
                  </a:lnTo>
                  <a:lnTo>
                    <a:pt x="3376535" y="750880"/>
                  </a:lnTo>
                  <a:lnTo>
                    <a:pt x="3446880" y="752310"/>
                  </a:lnTo>
                  <a:lnTo>
                    <a:pt x="3517224" y="753733"/>
                  </a:lnTo>
                  <a:lnTo>
                    <a:pt x="3587569" y="755149"/>
                  </a:lnTo>
                  <a:lnTo>
                    <a:pt x="3657913" y="756558"/>
                  </a:lnTo>
                  <a:lnTo>
                    <a:pt x="3728257" y="757960"/>
                  </a:lnTo>
                  <a:lnTo>
                    <a:pt x="3798602" y="759356"/>
                  </a:lnTo>
                  <a:lnTo>
                    <a:pt x="3868946" y="760745"/>
                  </a:lnTo>
                  <a:lnTo>
                    <a:pt x="3939291" y="762127"/>
                  </a:lnTo>
                  <a:lnTo>
                    <a:pt x="4009635" y="763502"/>
                  </a:lnTo>
                  <a:lnTo>
                    <a:pt x="4079980" y="764871"/>
                  </a:lnTo>
                  <a:lnTo>
                    <a:pt x="4150324" y="766234"/>
                  </a:lnTo>
                  <a:lnTo>
                    <a:pt x="4220669" y="767589"/>
                  </a:lnTo>
                  <a:lnTo>
                    <a:pt x="4291013" y="768938"/>
                  </a:lnTo>
                  <a:lnTo>
                    <a:pt x="4361358" y="770281"/>
                  </a:lnTo>
                  <a:lnTo>
                    <a:pt x="4431702" y="771617"/>
                  </a:lnTo>
                  <a:lnTo>
                    <a:pt x="4502047" y="772947"/>
                  </a:lnTo>
                  <a:lnTo>
                    <a:pt x="4572391" y="774270"/>
                  </a:lnTo>
                  <a:lnTo>
                    <a:pt x="4642736" y="775587"/>
                  </a:lnTo>
                  <a:lnTo>
                    <a:pt x="4713080" y="776898"/>
                  </a:lnTo>
                  <a:lnTo>
                    <a:pt x="4783425" y="778202"/>
                  </a:lnTo>
                  <a:lnTo>
                    <a:pt x="4853769" y="779500"/>
                  </a:lnTo>
                  <a:lnTo>
                    <a:pt x="4924114" y="780792"/>
                  </a:lnTo>
                  <a:lnTo>
                    <a:pt x="4994458" y="782077"/>
                  </a:lnTo>
                  <a:lnTo>
                    <a:pt x="5064803" y="783356"/>
                  </a:lnTo>
                  <a:lnTo>
                    <a:pt x="5135147" y="784629"/>
                  </a:lnTo>
                  <a:lnTo>
                    <a:pt x="5205492" y="785896"/>
                  </a:lnTo>
                  <a:lnTo>
                    <a:pt x="5275836" y="787157"/>
                  </a:lnTo>
                  <a:lnTo>
                    <a:pt x="5346181" y="788412"/>
                  </a:lnTo>
                  <a:lnTo>
                    <a:pt x="5416525" y="789661"/>
                  </a:lnTo>
                  <a:lnTo>
                    <a:pt x="5486870" y="790903"/>
                  </a:lnTo>
                  <a:lnTo>
                    <a:pt x="5557214" y="792140"/>
                  </a:lnTo>
                  <a:lnTo>
                    <a:pt x="5627559" y="793371"/>
                  </a:lnTo>
                  <a:lnTo>
                    <a:pt x="5697903" y="794596"/>
                  </a:lnTo>
                  <a:lnTo>
                    <a:pt x="5768248" y="795815"/>
                  </a:lnTo>
                  <a:lnTo>
                    <a:pt x="5838592" y="797028"/>
                  </a:lnTo>
                  <a:lnTo>
                    <a:pt x="5908937" y="798235"/>
                  </a:lnTo>
                  <a:lnTo>
                    <a:pt x="5979281" y="799436"/>
                  </a:lnTo>
                  <a:lnTo>
                    <a:pt x="6049626" y="800632"/>
                  </a:lnTo>
                  <a:lnTo>
                    <a:pt x="6119970" y="801822"/>
                  </a:lnTo>
                  <a:lnTo>
                    <a:pt x="6190315" y="803006"/>
                  </a:lnTo>
                  <a:lnTo>
                    <a:pt x="6260659" y="804184"/>
                  </a:lnTo>
                  <a:lnTo>
                    <a:pt x="6331004" y="805357"/>
                  </a:lnTo>
                  <a:lnTo>
                    <a:pt x="6401348" y="806524"/>
                  </a:lnTo>
                  <a:lnTo>
                    <a:pt x="6471693" y="807685"/>
                  </a:lnTo>
                  <a:lnTo>
                    <a:pt x="6542037" y="808841"/>
                  </a:lnTo>
                  <a:lnTo>
                    <a:pt x="6612382" y="809991"/>
                  </a:lnTo>
                  <a:lnTo>
                    <a:pt x="6682726" y="811136"/>
                  </a:lnTo>
                  <a:lnTo>
                    <a:pt x="6753071" y="812275"/>
                  </a:lnTo>
                  <a:lnTo>
                    <a:pt x="6823415" y="813409"/>
                  </a:lnTo>
                  <a:lnTo>
                    <a:pt x="6893760" y="814537"/>
                  </a:lnTo>
                  <a:lnTo>
                    <a:pt x="6964104" y="815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26378"/>
              <a:ext cx="6964104" cy="303114"/>
            </a:xfrm>
            <a:custGeom>
              <a:avLst/>
              <a:pathLst>
                <a:path w="6964104" h="303114">
                  <a:moveTo>
                    <a:pt x="6964104" y="303114"/>
                  </a:moveTo>
                  <a:lnTo>
                    <a:pt x="6893760" y="301160"/>
                  </a:lnTo>
                  <a:lnTo>
                    <a:pt x="6823415" y="299153"/>
                  </a:lnTo>
                  <a:lnTo>
                    <a:pt x="6753071" y="297091"/>
                  </a:lnTo>
                  <a:lnTo>
                    <a:pt x="6682726" y="294971"/>
                  </a:lnTo>
                  <a:lnTo>
                    <a:pt x="6612382" y="292794"/>
                  </a:lnTo>
                  <a:lnTo>
                    <a:pt x="6542037" y="290556"/>
                  </a:lnTo>
                  <a:lnTo>
                    <a:pt x="6471693" y="288256"/>
                  </a:lnTo>
                  <a:lnTo>
                    <a:pt x="6401348" y="285893"/>
                  </a:lnTo>
                  <a:lnTo>
                    <a:pt x="6331004" y="283465"/>
                  </a:lnTo>
                  <a:lnTo>
                    <a:pt x="6260659" y="280969"/>
                  </a:lnTo>
                  <a:lnTo>
                    <a:pt x="6190315" y="278405"/>
                  </a:lnTo>
                  <a:lnTo>
                    <a:pt x="6119970" y="275770"/>
                  </a:lnTo>
                  <a:lnTo>
                    <a:pt x="6049626" y="273063"/>
                  </a:lnTo>
                  <a:lnTo>
                    <a:pt x="5979281" y="270280"/>
                  </a:lnTo>
                  <a:lnTo>
                    <a:pt x="5908937" y="267421"/>
                  </a:lnTo>
                  <a:lnTo>
                    <a:pt x="5838592" y="264484"/>
                  </a:lnTo>
                  <a:lnTo>
                    <a:pt x="5768248" y="261465"/>
                  </a:lnTo>
                  <a:lnTo>
                    <a:pt x="5697903" y="258362"/>
                  </a:lnTo>
                  <a:lnTo>
                    <a:pt x="5627559" y="255175"/>
                  </a:lnTo>
                  <a:lnTo>
                    <a:pt x="5557214" y="251899"/>
                  </a:lnTo>
                  <a:lnTo>
                    <a:pt x="5486870" y="248533"/>
                  </a:lnTo>
                  <a:lnTo>
                    <a:pt x="5416525" y="245074"/>
                  </a:lnTo>
                  <a:lnTo>
                    <a:pt x="5346181" y="241519"/>
                  </a:lnTo>
                  <a:lnTo>
                    <a:pt x="5275836" y="237867"/>
                  </a:lnTo>
                  <a:lnTo>
                    <a:pt x="5205492" y="234114"/>
                  </a:lnTo>
                  <a:lnTo>
                    <a:pt x="5135147" y="230257"/>
                  </a:lnTo>
                  <a:lnTo>
                    <a:pt x="5064803" y="226294"/>
                  </a:lnTo>
                  <a:lnTo>
                    <a:pt x="4994458" y="222221"/>
                  </a:lnTo>
                  <a:lnTo>
                    <a:pt x="4924114" y="218037"/>
                  </a:lnTo>
                  <a:lnTo>
                    <a:pt x="4853769" y="213736"/>
                  </a:lnTo>
                  <a:lnTo>
                    <a:pt x="4783425" y="209317"/>
                  </a:lnTo>
                  <a:lnTo>
                    <a:pt x="4713080" y="204777"/>
                  </a:lnTo>
                  <a:lnTo>
                    <a:pt x="4642736" y="200110"/>
                  </a:lnTo>
                  <a:lnTo>
                    <a:pt x="4572391" y="195316"/>
                  </a:lnTo>
                  <a:lnTo>
                    <a:pt x="4502047" y="190389"/>
                  </a:lnTo>
                  <a:lnTo>
                    <a:pt x="4431702" y="185325"/>
                  </a:lnTo>
                  <a:lnTo>
                    <a:pt x="4361358" y="180123"/>
                  </a:lnTo>
                  <a:lnTo>
                    <a:pt x="4291013" y="174777"/>
                  </a:lnTo>
                  <a:lnTo>
                    <a:pt x="4220669" y="169283"/>
                  </a:lnTo>
                  <a:lnTo>
                    <a:pt x="4150324" y="163638"/>
                  </a:lnTo>
                  <a:lnTo>
                    <a:pt x="4079980" y="157837"/>
                  </a:lnTo>
                  <a:lnTo>
                    <a:pt x="4009635" y="151876"/>
                  </a:lnTo>
                  <a:lnTo>
                    <a:pt x="3939291" y="145750"/>
                  </a:lnTo>
                  <a:lnTo>
                    <a:pt x="3868946" y="139456"/>
                  </a:lnTo>
                  <a:lnTo>
                    <a:pt x="3798602" y="132987"/>
                  </a:lnTo>
                  <a:lnTo>
                    <a:pt x="3728257" y="126341"/>
                  </a:lnTo>
                  <a:lnTo>
                    <a:pt x="3657913" y="119511"/>
                  </a:lnTo>
                  <a:lnTo>
                    <a:pt x="3587569" y="112493"/>
                  </a:lnTo>
                  <a:lnTo>
                    <a:pt x="3517224" y="105281"/>
                  </a:lnTo>
                  <a:lnTo>
                    <a:pt x="3446880" y="97870"/>
                  </a:lnTo>
                  <a:lnTo>
                    <a:pt x="3376535" y="90254"/>
                  </a:lnTo>
                  <a:lnTo>
                    <a:pt x="3306191" y="82429"/>
                  </a:lnTo>
                  <a:lnTo>
                    <a:pt x="3235846" y="74547"/>
                  </a:lnTo>
                  <a:lnTo>
                    <a:pt x="3165502" y="73096"/>
                  </a:lnTo>
                  <a:lnTo>
                    <a:pt x="3095157" y="71639"/>
                  </a:lnTo>
                  <a:lnTo>
                    <a:pt x="3024813" y="70174"/>
                  </a:lnTo>
                  <a:lnTo>
                    <a:pt x="2954468" y="68702"/>
                  </a:lnTo>
                  <a:lnTo>
                    <a:pt x="2884124" y="67223"/>
                  </a:lnTo>
                  <a:lnTo>
                    <a:pt x="2813779" y="65737"/>
                  </a:lnTo>
                  <a:lnTo>
                    <a:pt x="2743435" y="64244"/>
                  </a:lnTo>
                  <a:lnTo>
                    <a:pt x="2673090" y="62743"/>
                  </a:lnTo>
                  <a:lnTo>
                    <a:pt x="2602746" y="61236"/>
                  </a:lnTo>
                  <a:lnTo>
                    <a:pt x="2532401" y="59720"/>
                  </a:lnTo>
                  <a:lnTo>
                    <a:pt x="2462057" y="58198"/>
                  </a:lnTo>
                  <a:lnTo>
                    <a:pt x="2391712" y="56668"/>
                  </a:lnTo>
                  <a:lnTo>
                    <a:pt x="2321368" y="55131"/>
                  </a:lnTo>
                  <a:lnTo>
                    <a:pt x="2251023" y="53586"/>
                  </a:lnTo>
                  <a:lnTo>
                    <a:pt x="2180679" y="52034"/>
                  </a:lnTo>
                  <a:lnTo>
                    <a:pt x="2110334" y="50474"/>
                  </a:lnTo>
                  <a:lnTo>
                    <a:pt x="2039990" y="48907"/>
                  </a:lnTo>
                  <a:lnTo>
                    <a:pt x="1969645" y="47332"/>
                  </a:lnTo>
                  <a:lnTo>
                    <a:pt x="1899301" y="45750"/>
                  </a:lnTo>
                  <a:lnTo>
                    <a:pt x="1828956" y="44160"/>
                  </a:lnTo>
                  <a:lnTo>
                    <a:pt x="1758612" y="42562"/>
                  </a:lnTo>
                  <a:lnTo>
                    <a:pt x="1688267" y="40956"/>
                  </a:lnTo>
                  <a:lnTo>
                    <a:pt x="1617923" y="39343"/>
                  </a:lnTo>
                  <a:lnTo>
                    <a:pt x="1547578" y="37722"/>
                  </a:lnTo>
                  <a:lnTo>
                    <a:pt x="1477234" y="36093"/>
                  </a:lnTo>
                  <a:lnTo>
                    <a:pt x="1406889" y="34456"/>
                  </a:lnTo>
                  <a:lnTo>
                    <a:pt x="1336545" y="32811"/>
                  </a:lnTo>
                  <a:lnTo>
                    <a:pt x="1266200" y="31158"/>
                  </a:lnTo>
                  <a:lnTo>
                    <a:pt x="1195856" y="29497"/>
                  </a:lnTo>
                  <a:lnTo>
                    <a:pt x="1125511" y="27828"/>
                  </a:lnTo>
                  <a:lnTo>
                    <a:pt x="1055167" y="26152"/>
                  </a:lnTo>
                  <a:lnTo>
                    <a:pt x="984822" y="24466"/>
                  </a:lnTo>
                  <a:lnTo>
                    <a:pt x="914478" y="22773"/>
                  </a:lnTo>
                  <a:lnTo>
                    <a:pt x="844133" y="21072"/>
                  </a:lnTo>
                  <a:lnTo>
                    <a:pt x="773789" y="19362"/>
                  </a:lnTo>
                  <a:lnTo>
                    <a:pt x="703444" y="17644"/>
                  </a:lnTo>
                  <a:lnTo>
                    <a:pt x="633100" y="15918"/>
                  </a:lnTo>
                  <a:lnTo>
                    <a:pt x="562755" y="14183"/>
                  </a:lnTo>
                  <a:lnTo>
                    <a:pt x="492411" y="12440"/>
                  </a:lnTo>
                  <a:lnTo>
                    <a:pt x="422066" y="10688"/>
                  </a:lnTo>
                  <a:lnTo>
                    <a:pt x="351722" y="8928"/>
                  </a:lnTo>
                  <a:lnTo>
                    <a:pt x="281377" y="7160"/>
                  </a:lnTo>
                  <a:lnTo>
                    <a:pt x="211033" y="5383"/>
                  </a:lnTo>
                  <a:lnTo>
                    <a:pt x="140688" y="3597"/>
                  </a:lnTo>
                  <a:lnTo>
                    <a:pt x="70344" y="18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74492"/>
              <a:ext cx="6964104" cy="497718"/>
            </a:xfrm>
            <a:custGeom>
              <a:avLst/>
              <a:pathLst>
                <a:path w="6964104" h="497718">
                  <a:moveTo>
                    <a:pt x="0" y="0"/>
                  </a:moveTo>
                  <a:lnTo>
                    <a:pt x="70344" y="9947"/>
                  </a:lnTo>
                  <a:lnTo>
                    <a:pt x="140688" y="19737"/>
                  </a:lnTo>
                  <a:lnTo>
                    <a:pt x="211033" y="29371"/>
                  </a:lnTo>
                  <a:lnTo>
                    <a:pt x="281377" y="38852"/>
                  </a:lnTo>
                  <a:lnTo>
                    <a:pt x="351722" y="48182"/>
                  </a:lnTo>
                  <a:lnTo>
                    <a:pt x="422066" y="57364"/>
                  </a:lnTo>
                  <a:lnTo>
                    <a:pt x="492411" y="66400"/>
                  </a:lnTo>
                  <a:lnTo>
                    <a:pt x="562755" y="75292"/>
                  </a:lnTo>
                  <a:lnTo>
                    <a:pt x="633100" y="84043"/>
                  </a:lnTo>
                  <a:lnTo>
                    <a:pt x="703444" y="92655"/>
                  </a:lnTo>
                  <a:lnTo>
                    <a:pt x="773789" y="101130"/>
                  </a:lnTo>
                  <a:lnTo>
                    <a:pt x="844133" y="109470"/>
                  </a:lnTo>
                  <a:lnTo>
                    <a:pt x="914478" y="117678"/>
                  </a:lnTo>
                  <a:lnTo>
                    <a:pt x="984822" y="125755"/>
                  </a:lnTo>
                  <a:lnTo>
                    <a:pt x="1055167" y="133704"/>
                  </a:lnTo>
                  <a:lnTo>
                    <a:pt x="1125511" y="141526"/>
                  </a:lnTo>
                  <a:lnTo>
                    <a:pt x="1195856" y="149224"/>
                  </a:lnTo>
                  <a:lnTo>
                    <a:pt x="1266200" y="156800"/>
                  </a:lnTo>
                  <a:lnTo>
                    <a:pt x="1336545" y="164255"/>
                  </a:lnTo>
                  <a:lnTo>
                    <a:pt x="1406889" y="171592"/>
                  </a:lnTo>
                  <a:lnTo>
                    <a:pt x="1477234" y="178812"/>
                  </a:lnTo>
                  <a:lnTo>
                    <a:pt x="1547578" y="185917"/>
                  </a:lnTo>
                  <a:lnTo>
                    <a:pt x="1617923" y="192910"/>
                  </a:lnTo>
                  <a:lnTo>
                    <a:pt x="1688267" y="199791"/>
                  </a:lnTo>
                  <a:lnTo>
                    <a:pt x="1758612" y="206563"/>
                  </a:lnTo>
                  <a:lnTo>
                    <a:pt x="1828956" y="213227"/>
                  </a:lnTo>
                  <a:lnTo>
                    <a:pt x="1899301" y="219785"/>
                  </a:lnTo>
                  <a:lnTo>
                    <a:pt x="1969645" y="226239"/>
                  </a:lnTo>
                  <a:lnTo>
                    <a:pt x="2039990" y="232591"/>
                  </a:lnTo>
                  <a:lnTo>
                    <a:pt x="2110334" y="238841"/>
                  </a:lnTo>
                  <a:lnTo>
                    <a:pt x="2180679" y="244993"/>
                  </a:lnTo>
                  <a:lnTo>
                    <a:pt x="2251023" y="251046"/>
                  </a:lnTo>
                  <a:lnTo>
                    <a:pt x="2321368" y="257003"/>
                  </a:lnTo>
                  <a:lnTo>
                    <a:pt x="2391712" y="262865"/>
                  </a:lnTo>
                  <a:lnTo>
                    <a:pt x="2462057" y="268635"/>
                  </a:lnTo>
                  <a:lnTo>
                    <a:pt x="2532401" y="274312"/>
                  </a:lnTo>
                  <a:lnTo>
                    <a:pt x="2602746" y="279900"/>
                  </a:lnTo>
                  <a:lnTo>
                    <a:pt x="2673090" y="285398"/>
                  </a:lnTo>
                  <a:lnTo>
                    <a:pt x="2743435" y="290809"/>
                  </a:lnTo>
                  <a:lnTo>
                    <a:pt x="2813779" y="296134"/>
                  </a:lnTo>
                  <a:lnTo>
                    <a:pt x="2884124" y="301375"/>
                  </a:lnTo>
                  <a:lnTo>
                    <a:pt x="2954468" y="306532"/>
                  </a:lnTo>
                  <a:lnTo>
                    <a:pt x="3024813" y="311607"/>
                  </a:lnTo>
                  <a:lnTo>
                    <a:pt x="3095157" y="316601"/>
                  </a:lnTo>
                  <a:lnTo>
                    <a:pt x="3165502" y="321516"/>
                  </a:lnTo>
                  <a:lnTo>
                    <a:pt x="3235846" y="326353"/>
                  </a:lnTo>
                  <a:lnTo>
                    <a:pt x="3306191" y="331113"/>
                  </a:lnTo>
                  <a:lnTo>
                    <a:pt x="3376535" y="335798"/>
                  </a:lnTo>
                  <a:lnTo>
                    <a:pt x="3446880" y="340408"/>
                  </a:lnTo>
                  <a:lnTo>
                    <a:pt x="3517224" y="344944"/>
                  </a:lnTo>
                  <a:lnTo>
                    <a:pt x="3587569" y="349409"/>
                  </a:lnTo>
                  <a:lnTo>
                    <a:pt x="3657913" y="353802"/>
                  </a:lnTo>
                  <a:lnTo>
                    <a:pt x="3728257" y="358126"/>
                  </a:lnTo>
                  <a:lnTo>
                    <a:pt x="3798602" y="362381"/>
                  </a:lnTo>
                  <a:lnTo>
                    <a:pt x="3868946" y="366568"/>
                  </a:lnTo>
                  <a:lnTo>
                    <a:pt x="3939291" y="370689"/>
                  </a:lnTo>
                  <a:lnTo>
                    <a:pt x="4009635" y="374744"/>
                  </a:lnTo>
                  <a:lnTo>
                    <a:pt x="4079980" y="378735"/>
                  </a:lnTo>
                  <a:lnTo>
                    <a:pt x="4150324" y="382663"/>
                  </a:lnTo>
                  <a:lnTo>
                    <a:pt x="4220669" y="386527"/>
                  </a:lnTo>
                  <a:lnTo>
                    <a:pt x="4291013" y="390331"/>
                  </a:lnTo>
                  <a:lnTo>
                    <a:pt x="4361358" y="394074"/>
                  </a:lnTo>
                  <a:lnTo>
                    <a:pt x="4431702" y="397758"/>
                  </a:lnTo>
                  <a:lnTo>
                    <a:pt x="4502047" y="401383"/>
                  </a:lnTo>
                  <a:lnTo>
                    <a:pt x="4572391" y="404950"/>
                  </a:lnTo>
                  <a:lnTo>
                    <a:pt x="4642736" y="408461"/>
                  </a:lnTo>
                  <a:lnTo>
                    <a:pt x="4713080" y="411915"/>
                  </a:lnTo>
                  <a:lnTo>
                    <a:pt x="4783425" y="415315"/>
                  </a:lnTo>
                  <a:lnTo>
                    <a:pt x="4853769" y="418661"/>
                  </a:lnTo>
                  <a:lnTo>
                    <a:pt x="4924114" y="421954"/>
                  </a:lnTo>
                  <a:lnTo>
                    <a:pt x="4994458" y="425194"/>
                  </a:lnTo>
                  <a:lnTo>
                    <a:pt x="5064803" y="428383"/>
                  </a:lnTo>
                  <a:lnTo>
                    <a:pt x="5135147" y="431521"/>
                  </a:lnTo>
                  <a:lnTo>
                    <a:pt x="5205492" y="434610"/>
                  </a:lnTo>
                  <a:lnTo>
                    <a:pt x="5275836" y="437649"/>
                  </a:lnTo>
                  <a:lnTo>
                    <a:pt x="5346181" y="440640"/>
                  </a:lnTo>
                  <a:lnTo>
                    <a:pt x="5416525" y="443583"/>
                  </a:lnTo>
                  <a:lnTo>
                    <a:pt x="5486870" y="446480"/>
                  </a:lnTo>
                  <a:lnTo>
                    <a:pt x="5557214" y="449330"/>
                  </a:lnTo>
                  <a:lnTo>
                    <a:pt x="5627559" y="452135"/>
                  </a:lnTo>
                  <a:lnTo>
                    <a:pt x="5697903" y="454896"/>
                  </a:lnTo>
                  <a:lnTo>
                    <a:pt x="5768248" y="457613"/>
                  </a:lnTo>
                  <a:lnTo>
                    <a:pt x="5838592" y="460286"/>
                  </a:lnTo>
                  <a:lnTo>
                    <a:pt x="5908937" y="462917"/>
                  </a:lnTo>
                  <a:lnTo>
                    <a:pt x="5979281" y="465506"/>
                  </a:lnTo>
                  <a:lnTo>
                    <a:pt x="6049626" y="468054"/>
                  </a:lnTo>
                  <a:lnTo>
                    <a:pt x="6119970" y="470562"/>
                  </a:lnTo>
                  <a:lnTo>
                    <a:pt x="6190315" y="473030"/>
                  </a:lnTo>
                  <a:lnTo>
                    <a:pt x="6260659" y="475458"/>
                  </a:lnTo>
                  <a:lnTo>
                    <a:pt x="6331004" y="477848"/>
                  </a:lnTo>
                  <a:lnTo>
                    <a:pt x="6401348" y="480200"/>
                  </a:lnTo>
                  <a:lnTo>
                    <a:pt x="6471693" y="482514"/>
                  </a:lnTo>
                  <a:lnTo>
                    <a:pt x="6542037" y="484792"/>
                  </a:lnTo>
                  <a:lnTo>
                    <a:pt x="6612382" y="487034"/>
                  </a:lnTo>
                  <a:lnTo>
                    <a:pt x="6682726" y="489239"/>
                  </a:lnTo>
                  <a:lnTo>
                    <a:pt x="6753071" y="491410"/>
                  </a:lnTo>
                  <a:lnTo>
                    <a:pt x="6823415" y="493546"/>
                  </a:lnTo>
                  <a:lnTo>
                    <a:pt x="6893760" y="495649"/>
                  </a:lnTo>
                  <a:lnTo>
                    <a:pt x="6964104" y="4977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(1.06-1.37), p_Bonf = 0.030 (n = 6)  |  per IQR decline (Δ = 29.5 %): 1.72 (1.18-2.52)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546317"/>
              <a:ext cx="6964104" cy="976567"/>
            </a:xfrm>
            <a:custGeom>
              <a:avLst/>
              <a:pathLst>
                <a:path w="6964104" h="976567">
                  <a:moveTo>
                    <a:pt x="0" y="0"/>
                  </a:moveTo>
                  <a:lnTo>
                    <a:pt x="70344" y="28118"/>
                  </a:lnTo>
                  <a:lnTo>
                    <a:pt x="140688" y="55482"/>
                  </a:lnTo>
                  <a:lnTo>
                    <a:pt x="211033" y="82110"/>
                  </a:lnTo>
                  <a:lnTo>
                    <a:pt x="281377" y="108025"/>
                  </a:lnTo>
                  <a:lnTo>
                    <a:pt x="351722" y="133243"/>
                  </a:lnTo>
                  <a:lnTo>
                    <a:pt x="422066" y="157784"/>
                  </a:lnTo>
                  <a:lnTo>
                    <a:pt x="492411" y="181667"/>
                  </a:lnTo>
                  <a:lnTo>
                    <a:pt x="562755" y="204908"/>
                  </a:lnTo>
                  <a:lnTo>
                    <a:pt x="633100" y="227525"/>
                  </a:lnTo>
                  <a:lnTo>
                    <a:pt x="703444" y="249535"/>
                  </a:lnTo>
                  <a:lnTo>
                    <a:pt x="773789" y="270955"/>
                  </a:lnTo>
                  <a:lnTo>
                    <a:pt x="844133" y="291799"/>
                  </a:lnTo>
                  <a:lnTo>
                    <a:pt x="914478" y="312083"/>
                  </a:lnTo>
                  <a:lnTo>
                    <a:pt x="984822" y="331823"/>
                  </a:lnTo>
                  <a:lnTo>
                    <a:pt x="1055167" y="351033"/>
                  </a:lnTo>
                  <a:lnTo>
                    <a:pt x="1125511" y="369728"/>
                  </a:lnTo>
                  <a:lnTo>
                    <a:pt x="1195856" y="387920"/>
                  </a:lnTo>
                  <a:lnTo>
                    <a:pt x="1266200" y="405624"/>
                  </a:lnTo>
                  <a:lnTo>
                    <a:pt x="1336545" y="422853"/>
                  </a:lnTo>
                  <a:lnTo>
                    <a:pt x="1406889" y="439619"/>
                  </a:lnTo>
                  <a:lnTo>
                    <a:pt x="1477234" y="455935"/>
                  </a:lnTo>
                  <a:lnTo>
                    <a:pt x="1547578" y="471813"/>
                  </a:lnTo>
                  <a:lnTo>
                    <a:pt x="1617923" y="487265"/>
                  </a:lnTo>
                  <a:lnTo>
                    <a:pt x="1688267" y="502302"/>
                  </a:lnTo>
                  <a:lnTo>
                    <a:pt x="1758612" y="516935"/>
                  </a:lnTo>
                  <a:lnTo>
                    <a:pt x="1828956" y="531176"/>
                  </a:lnTo>
                  <a:lnTo>
                    <a:pt x="1899301" y="545034"/>
                  </a:lnTo>
                  <a:lnTo>
                    <a:pt x="1969645" y="558520"/>
                  </a:lnTo>
                  <a:lnTo>
                    <a:pt x="2039990" y="571644"/>
                  </a:lnTo>
                  <a:lnTo>
                    <a:pt x="2110334" y="584416"/>
                  </a:lnTo>
                  <a:lnTo>
                    <a:pt x="2180679" y="596844"/>
                  </a:lnTo>
                  <a:lnTo>
                    <a:pt x="2251023" y="608939"/>
                  </a:lnTo>
                  <a:lnTo>
                    <a:pt x="2321368" y="620710"/>
                  </a:lnTo>
                  <a:lnTo>
                    <a:pt x="2391712" y="632164"/>
                  </a:lnTo>
                  <a:lnTo>
                    <a:pt x="2462057" y="643311"/>
                  </a:lnTo>
                  <a:lnTo>
                    <a:pt x="2532401" y="654159"/>
                  </a:lnTo>
                  <a:lnTo>
                    <a:pt x="2602746" y="664715"/>
                  </a:lnTo>
                  <a:lnTo>
                    <a:pt x="2673090" y="674988"/>
                  </a:lnTo>
                  <a:lnTo>
                    <a:pt x="2743435" y="684985"/>
                  </a:lnTo>
                  <a:lnTo>
                    <a:pt x="2813779" y="694714"/>
                  </a:lnTo>
                  <a:lnTo>
                    <a:pt x="2884124" y="704182"/>
                  </a:lnTo>
                  <a:lnTo>
                    <a:pt x="2954468" y="713395"/>
                  </a:lnTo>
                  <a:lnTo>
                    <a:pt x="3024813" y="722361"/>
                  </a:lnTo>
                  <a:lnTo>
                    <a:pt x="3095157" y="731087"/>
                  </a:lnTo>
                  <a:lnTo>
                    <a:pt x="3165502" y="739578"/>
                  </a:lnTo>
                  <a:lnTo>
                    <a:pt x="3235846" y="747841"/>
                  </a:lnTo>
                  <a:lnTo>
                    <a:pt x="3306191" y="749444"/>
                  </a:lnTo>
                  <a:lnTo>
                    <a:pt x="3376535" y="750880"/>
                  </a:lnTo>
                  <a:lnTo>
                    <a:pt x="3446880" y="752310"/>
                  </a:lnTo>
                  <a:lnTo>
                    <a:pt x="3517224" y="753733"/>
                  </a:lnTo>
                  <a:lnTo>
                    <a:pt x="3587569" y="755149"/>
                  </a:lnTo>
                  <a:lnTo>
                    <a:pt x="3657913" y="756558"/>
                  </a:lnTo>
                  <a:lnTo>
                    <a:pt x="3728257" y="757960"/>
                  </a:lnTo>
                  <a:lnTo>
                    <a:pt x="3798602" y="759356"/>
                  </a:lnTo>
                  <a:lnTo>
                    <a:pt x="3868946" y="760745"/>
                  </a:lnTo>
                  <a:lnTo>
                    <a:pt x="3939291" y="762127"/>
                  </a:lnTo>
                  <a:lnTo>
                    <a:pt x="4009635" y="763502"/>
                  </a:lnTo>
                  <a:lnTo>
                    <a:pt x="4079980" y="764871"/>
                  </a:lnTo>
                  <a:lnTo>
                    <a:pt x="4150324" y="766234"/>
                  </a:lnTo>
                  <a:lnTo>
                    <a:pt x="4220669" y="767589"/>
                  </a:lnTo>
                  <a:lnTo>
                    <a:pt x="4291013" y="768938"/>
                  </a:lnTo>
                  <a:lnTo>
                    <a:pt x="4361358" y="770281"/>
                  </a:lnTo>
                  <a:lnTo>
                    <a:pt x="4431702" y="771617"/>
                  </a:lnTo>
                  <a:lnTo>
                    <a:pt x="4502047" y="772947"/>
                  </a:lnTo>
                  <a:lnTo>
                    <a:pt x="4572391" y="774270"/>
                  </a:lnTo>
                  <a:lnTo>
                    <a:pt x="4642736" y="775587"/>
                  </a:lnTo>
                  <a:lnTo>
                    <a:pt x="4713080" y="776898"/>
                  </a:lnTo>
                  <a:lnTo>
                    <a:pt x="4783425" y="778202"/>
                  </a:lnTo>
                  <a:lnTo>
                    <a:pt x="4853769" y="779500"/>
                  </a:lnTo>
                  <a:lnTo>
                    <a:pt x="4924114" y="780792"/>
                  </a:lnTo>
                  <a:lnTo>
                    <a:pt x="4994458" y="782077"/>
                  </a:lnTo>
                  <a:lnTo>
                    <a:pt x="5064803" y="783356"/>
                  </a:lnTo>
                  <a:lnTo>
                    <a:pt x="5135147" y="784629"/>
                  </a:lnTo>
                  <a:lnTo>
                    <a:pt x="5205492" y="785896"/>
                  </a:lnTo>
                  <a:lnTo>
                    <a:pt x="5275836" y="787157"/>
                  </a:lnTo>
                  <a:lnTo>
                    <a:pt x="5346181" y="788412"/>
                  </a:lnTo>
                  <a:lnTo>
                    <a:pt x="5416525" y="789661"/>
                  </a:lnTo>
                  <a:lnTo>
                    <a:pt x="5486870" y="790903"/>
                  </a:lnTo>
                  <a:lnTo>
                    <a:pt x="5557214" y="792140"/>
                  </a:lnTo>
                  <a:lnTo>
                    <a:pt x="5627559" y="793371"/>
                  </a:lnTo>
                  <a:lnTo>
                    <a:pt x="5697903" y="794596"/>
                  </a:lnTo>
                  <a:lnTo>
                    <a:pt x="5768248" y="795815"/>
                  </a:lnTo>
                  <a:lnTo>
                    <a:pt x="5838592" y="797028"/>
                  </a:lnTo>
                  <a:lnTo>
                    <a:pt x="5908937" y="798235"/>
                  </a:lnTo>
                  <a:lnTo>
                    <a:pt x="5979281" y="799436"/>
                  </a:lnTo>
                  <a:lnTo>
                    <a:pt x="6049626" y="800632"/>
                  </a:lnTo>
                  <a:lnTo>
                    <a:pt x="6119970" y="801822"/>
                  </a:lnTo>
                  <a:lnTo>
                    <a:pt x="6190315" y="803006"/>
                  </a:lnTo>
                  <a:lnTo>
                    <a:pt x="6260659" y="804184"/>
                  </a:lnTo>
                  <a:lnTo>
                    <a:pt x="6331004" y="805357"/>
                  </a:lnTo>
                  <a:lnTo>
                    <a:pt x="6401348" y="806524"/>
                  </a:lnTo>
                  <a:lnTo>
                    <a:pt x="6471693" y="807685"/>
                  </a:lnTo>
                  <a:lnTo>
                    <a:pt x="6542037" y="808841"/>
                  </a:lnTo>
                  <a:lnTo>
                    <a:pt x="6612382" y="809991"/>
                  </a:lnTo>
                  <a:lnTo>
                    <a:pt x="6682726" y="811136"/>
                  </a:lnTo>
                  <a:lnTo>
                    <a:pt x="6753071" y="812275"/>
                  </a:lnTo>
                  <a:lnTo>
                    <a:pt x="6823415" y="813409"/>
                  </a:lnTo>
                  <a:lnTo>
                    <a:pt x="6893760" y="814537"/>
                  </a:lnTo>
                  <a:lnTo>
                    <a:pt x="6964104" y="815660"/>
                  </a:lnTo>
                  <a:lnTo>
                    <a:pt x="6964104" y="976567"/>
                  </a:lnTo>
                  <a:lnTo>
                    <a:pt x="6893760" y="974614"/>
                  </a:lnTo>
                  <a:lnTo>
                    <a:pt x="6823415" y="972607"/>
                  </a:lnTo>
                  <a:lnTo>
                    <a:pt x="6753071" y="970544"/>
                  </a:lnTo>
                  <a:lnTo>
                    <a:pt x="6682726" y="968425"/>
                  </a:lnTo>
                  <a:lnTo>
                    <a:pt x="6612382" y="966247"/>
                  </a:lnTo>
                  <a:lnTo>
                    <a:pt x="6542037" y="964009"/>
                  </a:lnTo>
                  <a:lnTo>
                    <a:pt x="6471693" y="961709"/>
                  </a:lnTo>
                  <a:lnTo>
                    <a:pt x="6401348" y="959346"/>
                  </a:lnTo>
                  <a:lnTo>
                    <a:pt x="6331004" y="956918"/>
                  </a:lnTo>
                  <a:lnTo>
                    <a:pt x="6260659" y="954423"/>
                  </a:lnTo>
                  <a:lnTo>
                    <a:pt x="6190315" y="951859"/>
                  </a:lnTo>
                  <a:lnTo>
                    <a:pt x="6119970" y="949224"/>
                  </a:lnTo>
                  <a:lnTo>
                    <a:pt x="6049626" y="946516"/>
                  </a:lnTo>
                  <a:lnTo>
                    <a:pt x="5979281" y="943734"/>
                  </a:lnTo>
                  <a:lnTo>
                    <a:pt x="5908937" y="940875"/>
                  </a:lnTo>
                  <a:lnTo>
                    <a:pt x="5838592" y="937937"/>
                  </a:lnTo>
                  <a:lnTo>
                    <a:pt x="5768248" y="934918"/>
                  </a:lnTo>
                  <a:lnTo>
                    <a:pt x="5697903" y="931816"/>
                  </a:lnTo>
                  <a:lnTo>
                    <a:pt x="5627559" y="928628"/>
                  </a:lnTo>
                  <a:lnTo>
                    <a:pt x="5557214" y="925352"/>
                  </a:lnTo>
                  <a:lnTo>
                    <a:pt x="5486870" y="921986"/>
                  </a:lnTo>
                  <a:lnTo>
                    <a:pt x="5416525" y="918527"/>
                  </a:lnTo>
                  <a:lnTo>
                    <a:pt x="5346181" y="914973"/>
                  </a:lnTo>
                  <a:lnTo>
                    <a:pt x="5275836" y="911320"/>
                  </a:lnTo>
                  <a:lnTo>
                    <a:pt x="5205492" y="907567"/>
                  </a:lnTo>
                  <a:lnTo>
                    <a:pt x="5135147" y="903710"/>
                  </a:lnTo>
                  <a:lnTo>
                    <a:pt x="5064803" y="899747"/>
                  </a:lnTo>
                  <a:lnTo>
                    <a:pt x="4994458" y="895675"/>
                  </a:lnTo>
                  <a:lnTo>
                    <a:pt x="4924114" y="891490"/>
                  </a:lnTo>
                  <a:lnTo>
                    <a:pt x="4853769" y="887190"/>
                  </a:lnTo>
                  <a:lnTo>
                    <a:pt x="4783425" y="882771"/>
                  </a:lnTo>
                  <a:lnTo>
                    <a:pt x="4713080" y="878230"/>
                  </a:lnTo>
                  <a:lnTo>
                    <a:pt x="4642736" y="873564"/>
                  </a:lnTo>
                  <a:lnTo>
                    <a:pt x="4572391" y="868769"/>
                  </a:lnTo>
                  <a:lnTo>
                    <a:pt x="4502047" y="863842"/>
                  </a:lnTo>
                  <a:lnTo>
                    <a:pt x="4431702" y="858779"/>
                  </a:lnTo>
                  <a:lnTo>
                    <a:pt x="4361358" y="853576"/>
                  </a:lnTo>
                  <a:lnTo>
                    <a:pt x="4291013" y="848230"/>
                  </a:lnTo>
                  <a:lnTo>
                    <a:pt x="4220669" y="842736"/>
                  </a:lnTo>
                  <a:lnTo>
                    <a:pt x="4150324" y="837091"/>
                  </a:lnTo>
                  <a:lnTo>
                    <a:pt x="4079980" y="831290"/>
                  </a:lnTo>
                  <a:lnTo>
                    <a:pt x="4009635" y="825329"/>
                  </a:lnTo>
                  <a:lnTo>
                    <a:pt x="3939291" y="819204"/>
                  </a:lnTo>
                  <a:lnTo>
                    <a:pt x="3868946" y="812909"/>
                  </a:lnTo>
                  <a:lnTo>
                    <a:pt x="3798602" y="806441"/>
                  </a:lnTo>
                  <a:lnTo>
                    <a:pt x="3728257" y="799794"/>
                  </a:lnTo>
                  <a:lnTo>
                    <a:pt x="3657913" y="792964"/>
                  </a:lnTo>
                  <a:lnTo>
                    <a:pt x="3587569" y="785946"/>
                  </a:lnTo>
                  <a:lnTo>
                    <a:pt x="3517224" y="778734"/>
                  </a:lnTo>
                  <a:lnTo>
                    <a:pt x="3446880" y="771323"/>
                  </a:lnTo>
                  <a:lnTo>
                    <a:pt x="3376535" y="763708"/>
                  </a:lnTo>
                  <a:lnTo>
                    <a:pt x="3306191" y="755882"/>
                  </a:lnTo>
                  <a:lnTo>
                    <a:pt x="3235846" y="748000"/>
                  </a:lnTo>
                  <a:lnTo>
                    <a:pt x="3165502" y="746550"/>
                  </a:lnTo>
                  <a:lnTo>
                    <a:pt x="3095157" y="745092"/>
                  </a:lnTo>
                  <a:lnTo>
                    <a:pt x="3024813" y="743627"/>
                  </a:lnTo>
                  <a:lnTo>
                    <a:pt x="2954468" y="742156"/>
                  </a:lnTo>
                  <a:lnTo>
                    <a:pt x="2884124" y="740677"/>
                  </a:lnTo>
                  <a:lnTo>
                    <a:pt x="2813779" y="739191"/>
                  </a:lnTo>
                  <a:lnTo>
                    <a:pt x="2743435" y="737697"/>
                  </a:lnTo>
                  <a:lnTo>
                    <a:pt x="2673090" y="736197"/>
                  </a:lnTo>
                  <a:lnTo>
                    <a:pt x="2602746" y="734689"/>
                  </a:lnTo>
                  <a:lnTo>
                    <a:pt x="2532401" y="733174"/>
                  </a:lnTo>
                  <a:lnTo>
                    <a:pt x="2462057" y="731651"/>
                  </a:lnTo>
                  <a:lnTo>
                    <a:pt x="2391712" y="730122"/>
                  </a:lnTo>
                  <a:lnTo>
                    <a:pt x="2321368" y="728584"/>
                  </a:lnTo>
                  <a:lnTo>
                    <a:pt x="2251023" y="727040"/>
                  </a:lnTo>
                  <a:lnTo>
                    <a:pt x="2180679" y="725488"/>
                  </a:lnTo>
                  <a:lnTo>
                    <a:pt x="2110334" y="723928"/>
                  </a:lnTo>
                  <a:lnTo>
                    <a:pt x="2039990" y="722361"/>
                  </a:lnTo>
                  <a:lnTo>
                    <a:pt x="1969645" y="720786"/>
                  </a:lnTo>
                  <a:lnTo>
                    <a:pt x="1899301" y="719203"/>
                  </a:lnTo>
                  <a:lnTo>
                    <a:pt x="1828956" y="717613"/>
                  </a:lnTo>
                  <a:lnTo>
                    <a:pt x="1758612" y="716015"/>
                  </a:lnTo>
                  <a:lnTo>
                    <a:pt x="1688267" y="714410"/>
                  </a:lnTo>
                  <a:lnTo>
                    <a:pt x="1617923" y="712796"/>
                  </a:lnTo>
                  <a:lnTo>
                    <a:pt x="1547578" y="711175"/>
                  </a:lnTo>
                  <a:lnTo>
                    <a:pt x="1477234" y="709546"/>
                  </a:lnTo>
                  <a:lnTo>
                    <a:pt x="1406889" y="707909"/>
                  </a:lnTo>
                  <a:lnTo>
                    <a:pt x="1336545" y="706264"/>
                  </a:lnTo>
                  <a:lnTo>
                    <a:pt x="1266200" y="704612"/>
                  </a:lnTo>
                  <a:lnTo>
                    <a:pt x="1195856" y="702951"/>
                  </a:lnTo>
                  <a:lnTo>
                    <a:pt x="1125511" y="701282"/>
                  </a:lnTo>
                  <a:lnTo>
                    <a:pt x="1055167" y="699605"/>
                  </a:lnTo>
                  <a:lnTo>
                    <a:pt x="984822" y="697920"/>
                  </a:lnTo>
                  <a:lnTo>
                    <a:pt x="914478" y="696227"/>
                  </a:lnTo>
                  <a:lnTo>
                    <a:pt x="844133" y="694525"/>
                  </a:lnTo>
                  <a:lnTo>
                    <a:pt x="773789" y="692815"/>
                  </a:lnTo>
                  <a:lnTo>
                    <a:pt x="703444" y="691097"/>
                  </a:lnTo>
                  <a:lnTo>
                    <a:pt x="633100" y="689371"/>
                  </a:lnTo>
                  <a:lnTo>
                    <a:pt x="562755" y="687636"/>
                  </a:lnTo>
                  <a:lnTo>
                    <a:pt x="492411" y="685893"/>
                  </a:lnTo>
                  <a:lnTo>
                    <a:pt x="422066" y="684142"/>
                  </a:lnTo>
                  <a:lnTo>
                    <a:pt x="351722" y="682382"/>
                  </a:lnTo>
                  <a:lnTo>
                    <a:pt x="281377" y="680613"/>
                  </a:lnTo>
                  <a:lnTo>
                    <a:pt x="211033" y="678836"/>
                  </a:lnTo>
                  <a:lnTo>
                    <a:pt x="140688" y="677050"/>
                  </a:lnTo>
                  <a:lnTo>
                    <a:pt x="70344" y="675256"/>
                  </a:lnTo>
                  <a:lnTo>
                    <a:pt x="0" y="6734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546317"/>
              <a:ext cx="6964104" cy="815660"/>
            </a:xfrm>
            <a:custGeom>
              <a:avLst/>
              <a:pathLst>
                <a:path w="6964104" h="815660">
                  <a:moveTo>
                    <a:pt x="0" y="0"/>
                  </a:moveTo>
                  <a:lnTo>
                    <a:pt x="70344" y="28118"/>
                  </a:lnTo>
                  <a:lnTo>
                    <a:pt x="140688" y="55482"/>
                  </a:lnTo>
                  <a:lnTo>
                    <a:pt x="211033" y="82110"/>
                  </a:lnTo>
                  <a:lnTo>
                    <a:pt x="281377" y="108025"/>
                  </a:lnTo>
                  <a:lnTo>
                    <a:pt x="351722" y="133243"/>
                  </a:lnTo>
                  <a:lnTo>
                    <a:pt x="422066" y="157784"/>
                  </a:lnTo>
                  <a:lnTo>
                    <a:pt x="492411" y="181667"/>
                  </a:lnTo>
                  <a:lnTo>
                    <a:pt x="562755" y="204908"/>
                  </a:lnTo>
                  <a:lnTo>
                    <a:pt x="633100" y="227525"/>
                  </a:lnTo>
                  <a:lnTo>
                    <a:pt x="703444" y="249535"/>
                  </a:lnTo>
                  <a:lnTo>
                    <a:pt x="773789" y="270955"/>
                  </a:lnTo>
                  <a:lnTo>
                    <a:pt x="844133" y="291799"/>
                  </a:lnTo>
                  <a:lnTo>
                    <a:pt x="914478" y="312083"/>
                  </a:lnTo>
                  <a:lnTo>
                    <a:pt x="984822" y="331823"/>
                  </a:lnTo>
                  <a:lnTo>
                    <a:pt x="1055167" y="351033"/>
                  </a:lnTo>
                  <a:lnTo>
                    <a:pt x="1125511" y="369728"/>
                  </a:lnTo>
                  <a:lnTo>
                    <a:pt x="1195856" y="387920"/>
                  </a:lnTo>
                  <a:lnTo>
                    <a:pt x="1266200" y="405624"/>
                  </a:lnTo>
                  <a:lnTo>
                    <a:pt x="1336545" y="422853"/>
                  </a:lnTo>
                  <a:lnTo>
                    <a:pt x="1406889" y="439619"/>
                  </a:lnTo>
                  <a:lnTo>
                    <a:pt x="1477234" y="455935"/>
                  </a:lnTo>
                  <a:lnTo>
                    <a:pt x="1547578" y="471813"/>
                  </a:lnTo>
                  <a:lnTo>
                    <a:pt x="1617923" y="487265"/>
                  </a:lnTo>
                  <a:lnTo>
                    <a:pt x="1688267" y="502302"/>
                  </a:lnTo>
                  <a:lnTo>
                    <a:pt x="1758612" y="516935"/>
                  </a:lnTo>
                  <a:lnTo>
                    <a:pt x="1828956" y="531176"/>
                  </a:lnTo>
                  <a:lnTo>
                    <a:pt x="1899301" y="545034"/>
                  </a:lnTo>
                  <a:lnTo>
                    <a:pt x="1969645" y="558520"/>
                  </a:lnTo>
                  <a:lnTo>
                    <a:pt x="2039990" y="571644"/>
                  </a:lnTo>
                  <a:lnTo>
                    <a:pt x="2110334" y="584416"/>
                  </a:lnTo>
                  <a:lnTo>
                    <a:pt x="2180679" y="596844"/>
                  </a:lnTo>
                  <a:lnTo>
                    <a:pt x="2251023" y="608939"/>
                  </a:lnTo>
                  <a:lnTo>
                    <a:pt x="2321368" y="620710"/>
                  </a:lnTo>
                  <a:lnTo>
                    <a:pt x="2391712" y="632164"/>
                  </a:lnTo>
                  <a:lnTo>
                    <a:pt x="2462057" y="643311"/>
                  </a:lnTo>
                  <a:lnTo>
                    <a:pt x="2532401" y="654159"/>
                  </a:lnTo>
                  <a:lnTo>
                    <a:pt x="2602746" y="664715"/>
                  </a:lnTo>
                  <a:lnTo>
                    <a:pt x="2673090" y="674988"/>
                  </a:lnTo>
                  <a:lnTo>
                    <a:pt x="2743435" y="684985"/>
                  </a:lnTo>
                  <a:lnTo>
                    <a:pt x="2813779" y="694714"/>
                  </a:lnTo>
                  <a:lnTo>
                    <a:pt x="2884124" y="704182"/>
                  </a:lnTo>
                  <a:lnTo>
                    <a:pt x="2954468" y="713395"/>
                  </a:lnTo>
                  <a:lnTo>
                    <a:pt x="3024813" y="722361"/>
                  </a:lnTo>
                  <a:lnTo>
                    <a:pt x="3095157" y="731087"/>
                  </a:lnTo>
                  <a:lnTo>
                    <a:pt x="3165502" y="739578"/>
                  </a:lnTo>
                  <a:lnTo>
                    <a:pt x="3235846" y="747841"/>
                  </a:lnTo>
                  <a:lnTo>
                    <a:pt x="3306191" y="749444"/>
                  </a:lnTo>
                  <a:lnTo>
                    <a:pt x="3376535" y="750880"/>
                  </a:lnTo>
                  <a:lnTo>
                    <a:pt x="3446880" y="752310"/>
                  </a:lnTo>
                  <a:lnTo>
                    <a:pt x="3517224" y="753733"/>
                  </a:lnTo>
                  <a:lnTo>
                    <a:pt x="3587569" y="755149"/>
                  </a:lnTo>
                  <a:lnTo>
                    <a:pt x="3657913" y="756558"/>
                  </a:lnTo>
                  <a:lnTo>
                    <a:pt x="3728257" y="757960"/>
                  </a:lnTo>
                  <a:lnTo>
                    <a:pt x="3798602" y="759356"/>
                  </a:lnTo>
                  <a:lnTo>
                    <a:pt x="3868946" y="760745"/>
                  </a:lnTo>
                  <a:lnTo>
                    <a:pt x="3939291" y="762127"/>
                  </a:lnTo>
                  <a:lnTo>
                    <a:pt x="4009635" y="763502"/>
                  </a:lnTo>
                  <a:lnTo>
                    <a:pt x="4079980" y="764871"/>
                  </a:lnTo>
                  <a:lnTo>
                    <a:pt x="4150324" y="766234"/>
                  </a:lnTo>
                  <a:lnTo>
                    <a:pt x="4220669" y="767589"/>
                  </a:lnTo>
                  <a:lnTo>
                    <a:pt x="4291013" y="768938"/>
                  </a:lnTo>
                  <a:lnTo>
                    <a:pt x="4361358" y="770281"/>
                  </a:lnTo>
                  <a:lnTo>
                    <a:pt x="4431702" y="771617"/>
                  </a:lnTo>
                  <a:lnTo>
                    <a:pt x="4502047" y="772947"/>
                  </a:lnTo>
                  <a:lnTo>
                    <a:pt x="4572391" y="774270"/>
                  </a:lnTo>
                  <a:lnTo>
                    <a:pt x="4642736" y="775587"/>
                  </a:lnTo>
                  <a:lnTo>
                    <a:pt x="4713080" y="776898"/>
                  </a:lnTo>
                  <a:lnTo>
                    <a:pt x="4783425" y="778202"/>
                  </a:lnTo>
                  <a:lnTo>
                    <a:pt x="4853769" y="779500"/>
                  </a:lnTo>
                  <a:lnTo>
                    <a:pt x="4924114" y="780792"/>
                  </a:lnTo>
                  <a:lnTo>
                    <a:pt x="4994458" y="782077"/>
                  </a:lnTo>
                  <a:lnTo>
                    <a:pt x="5064803" y="783356"/>
                  </a:lnTo>
                  <a:lnTo>
                    <a:pt x="5135147" y="784629"/>
                  </a:lnTo>
                  <a:lnTo>
                    <a:pt x="5205492" y="785896"/>
                  </a:lnTo>
                  <a:lnTo>
                    <a:pt x="5275836" y="787157"/>
                  </a:lnTo>
                  <a:lnTo>
                    <a:pt x="5346181" y="788412"/>
                  </a:lnTo>
                  <a:lnTo>
                    <a:pt x="5416525" y="789661"/>
                  </a:lnTo>
                  <a:lnTo>
                    <a:pt x="5486870" y="790903"/>
                  </a:lnTo>
                  <a:lnTo>
                    <a:pt x="5557214" y="792140"/>
                  </a:lnTo>
                  <a:lnTo>
                    <a:pt x="5627559" y="793371"/>
                  </a:lnTo>
                  <a:lnTo>
                    <a:pt x="5697903" y="794596"/>
                  </a:lnTo>
                  <a:lnTo>
                    <a:pt x="5768248" y="795815"/>
                  </a:lnTo>
                  <a:lnTo>
                    <a:pt x="5838592" y="797028"/>
                  </a:lnTo>
                  <a:lnTo>
                    <a:pt x="5908937" y="798235"/>
                  </a:lnTo>
                  <a:lnTo>
                    <a:pt x="5979281" y="799436"/>
                  </a:lnTo>
                  <a:lnTo>
                    <a:pt x="6049626" y="800632"/>
                  </a:lnTo>
                  <a:lnTo>
                    <a:pt x="6119970" y="801822"/>
                  </a:lnTo>
                  <a:lnTo>
                    <a:pt x="6190315" y="803006"/>
                  </a:lnTo>
                  <a:lnTo>
                    <a:pt x="6260659" y="804184"/>
                  </a:lnTo>
                  <a:lnTo>
                    <a:pt x="6331004" y="805357"/>
                  </a:lnTo>
                  <a:lnTo>
                    <a:pt x="6401348" y="806524"/>
                  </a:lnTo>
                  <a:lnTo>
                    <a:pt x="6471693" y="807685"/>
                  </a:lnTo>
                  <a:lnTo>
                    <a:pt x="6542037" y="808841"/>
                  </a:lnTo>
                  <a:lnTo>
                    <a:pt x="6612382" y="809991"/>
                  </a:lnTo>
                  <a:lnTo>
                    <a:pt x="6682726" y="811136"/>
                  </a:lnTo>
                  <a:lnTo>
                    <a:pt x="6753071" y="812275"/>
                  </a:lnTo>
                  <a:lnTo>
                    <a:pt x="6823415" y="813409"/>
                  </a:lnTo>
                  <a:lnTo>
                    <a:pt x="6893760" y="814537"/>
                  </a:lnTo>
                  <a:lnTo>
                    <a:pt x="6964104" y="815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19771"/>
              <a:ext cx="6964104" cy="303114"/>
            </a:xfrm>
            <a:custGeom>
              <a:avLst/>
              <a:pathLst>
                <a:path w="6964104" h="303114">
                  <a:moveTo>
                    <a:pt x="6964104" y="303114"/>
                  </a:moveTo>
                  <a:lnTo>
                    <a:pt x="6893760" y="301160"/>
                  </a:lnTo>
                  <a:lnTo>
                    <a:pt x="6823415" y="299153"/>
                  </a:lnTo>
                  <a:lnTo>
                    <a:pt x="6753071" y="297091"/>
                  </a:lnTo>
                  <a:lnTo>
                    <a:pt x="6682726" y="294971"/>
                  </a:lnTo>
                  <a:lnTo>
                    <a:pt x="6612382" y="292794"/>
                  </a:lnTo>
                  <a:lnTo>
                    <a:pt x="6542037" y="290556"/>
                  </a:lnTo>
                  <a:lnTo>
                    <a:pt x="6471693" y="288256"/>
                  </a:lnTo>
                  <a:lnTo>
                    <a:pt x="6401348" y="285893"/>
                  </a:lnTo>
                  <a:lnTo>
                    <a:pt x="6331004" y="283465"/>
                  </a:lnTo>
                  <a:lnTo>
                    <a:pt x="6260659" y="280969"/>
                  </a:lnTo>
                  <a:lnTo>
                    <a:pt x="6190315" y="278405"/>
                  </a:lnTo>
                  <a:lnTo>
                    <a:pt x="6119970" y="275770"/>
                  </a:lnTo>
                  <a:lnTo>
                    <a:pt x="6049626" y="273063"/>
                  </a:lnTo>
                  <a:lnTo>
                    <a:pt x="5979281" y="270280"/>
                  </a:lnTo>
                  <a:lnTo>
                    <a:pt x="5908937" y="267421"/>
                  </a:lnTo>
                  <a:lnTo>
                    <a:pt x="5838592" y="264484"/>
                  </a:lnTo>
                  <a:lnTo>
                    <a:pt x="5768248" y="261465"/>
                  </a:lnTo>
                  <a:lnTo>
                    <a:pt x="5697903" y="258362"/>
                  </a:lnTo>
                  <a:lnTo>
                    <a:pt x="5627559" y="255175"/>
                  </a:lnTo>
                  <a:lnTo>
                    <a:pt x="5557214" y="251899"/>
                  </a:lnTo>
                  <a:lnTo>
                    <a:pt x="5486870" y="248533"/>
                  </a:lnTo>
                  <a:lnTo>
                    <a:pt x="5416525" y="245074"/>
                  </a:lnTo>
                  <a:lnTo>
                    <a:pt x="5346181" y="241519"/>
                  </a:lnTo>
                  <a:lnTo>
                    <a:pt x="5275836" y="237867"/>
                  </a:lnTo>
                  <a:lnTo>
                    <a:pt x="5205492" y="234114"/>
                  </a:lnTo>
                  <a:lnTo>
                    <a:pt x="5135147" y="230257"/>
                  </a:lnTo>
                  <a:lnTo>
                    <a:pt x="5064803" y="226294"/>
                  </a:lnTo>
                  <a:lnTo>
                    <a:pt x="4994458" y="222221"/>
                  </a:lnTo>
                  <a:lnTo>
                    <a:pt x="4924114" y="218037"/>
                  </a:lnTo>
                  <a:lnTo>
                    <a:pt x="4853769" y="213736"/>
                  </a:lnTo>
                  <a:lnTo>
                    <a:pt x="4783425" y="209317"/>
                  </a:lnTo>
                  <a:lnTo>
                    <a:pt x="4713080" y="204777"/>
                  </a:lnTo>
                  <a:lnTo>
                    <a:pt x="4642736" y="200110"/>
                  </a:lnTo>
                  <a:lnTo>
                    <a:pt x="4572391" y="195316"/>
                  </a:lnTo>
                  <a:lnTo>
                    <a:pt x="4502047" y="190389"/>
                  </a:lnTo>
                  <a:lnTo>
                    <a:pt x="4431702" y="185325"/>
                  </a:lnTo>
                  <a:lnTo>
                    <a:pt x="4361358" y="180123"/>
                  </a:lnTo>
                  <a:lnTo>
                    <a:pt x="4291013" y="174777"/>
                  </a:lnTo>
                  <a:lnTo>
                    <a:pt x="4220669" y="169283"/>
                  </a:lnTo>
                  <a:lnTo>
                    <a:pt x="4150324" y="163638"/>
                  </a:lnTo>
                  <a:lnTo>
                    <a:pt x="4079980" y="157837"/>
                  </a:lnTo>
                  <a:lnTo>
                    <a:pt x="4009635" y="151876"/>
                  </a:lnTo>
                  <a:lnTo>
                    <a:pt x="3939291" y="145750"/>
                  </a:lnTo>
                  <a:lnTo>
                    <a:pt x="3868946" y="139456"/>
                  </a:lnTo>
                  <a:lnTo>
                    <a:pt x="3798602" y="132987"/>
                  </a:lnTo>
                  <a:lnTo>
                    <a:pt x="3728257" y="126341"/>
                  </a:lnTo>
                  <a:lnTo>
                    <a:pt x="3657913" y="119511"/>
                  </a:lnTo>
                  <a:lnTo>
                    <a:pt x="3587569" y="112493"/>
                  </a:lnTo>
                  <a:lnTo>
                    <a:pt x="3517224" y="105281"/>
                  </a:lnTo>
                  <a:lnTo>
                    <a:pt x="3446880" y="97870"/>
                  </a:lnTo>
                  <a:lnTo>
                    <a:pt x="3376535" y="90254"/>
                  </a:lnTo>
                  <a:lnTo>
                    <a:pt x="3306191" y="82429"/>
                  </a:lnTo>
                  <a:lnTo>
                    <a:pt x="3235846" y="74547"/>
                  </a:lnTo>
                  <a:lnTo>
                    <a:pt x="3165502" y="73096"/>
                  </a:lnTo>
                  <a:lnTo>
                    <a:pt x="3095157" y="71639"/>
                  </a:lnTo>
                  <a:lnTo>
                    <a:pt x="3024813" y="70174"/>
                  </a:lnTo>
                  <a:lnTo>
                    <a:pt x="2954468" y="68702"/>
                  </a:lnTo>
                  <a:lnTo>
                    <a:pt x="2884124" y="67223"/>
                  </a:lnTo>
                  <a:lnTo>
                    <a:pt x="2813779" y="65737"/>
                  </a:lnTo>
                  <a:lnTo>
                    <a:pt x="2743435" y="64244"/>
                  </a:lnTo>
                  <a:lnTo>
                    <a:pt x="2673090" y="62743"/>
                  </a:lnTo>
                  <a:lnTo>
                    <a:pt x="2602746" y="61236"/>
                  </a:lnTo>
                  <a:lnTo>
                    <a:pt x="2532401" y="59720"/>
                  </a:lnTo>
                  <a:lnTo>
                    <a:pt x="2462057" y="58198"/>
                  </a:lnTo>
                  <a:lnTo>
                    <a:pt x="2391712" y="56668"/>
                  </a:lnTo>
                  <a:lnTo>
                    <a:pt x="2321368" y="55131"/>
                  </a:lnTo>
                  <a:lnTo>
                    <a:pt x="2251023" y="53586"/>
                  </a:lnTo>
                  <a:lnTo>
                    <a:pt x="2180679" y="52034"/>
                  </a:lnTo>
                  <a:lnTo>
                    <a:pt x="2110334" y="50474"/>
                  </a:lnTo>
                  <a:lnTo>
                    <a:pt x="2039990" y="48907"/>
                  </a:lnTo>
                  <a:lnTo>
                    <a:pt x="1969645" y="47332"/>
                  </a:lnTo>
                  <a:lnTo>
                    <a:pt x="1899301" y="45750"/>
                  </a:lnTo>
                  <a:lnTo>
                    <a:pt x="1828956" y="44160"/>
                  </a:lnTo>
                  <a:lnTo>
                    <a:pt x="1758612" y="42562"/>
                  </a:lnTo>
                  <a:lnTo>
                    <a:pt x="1688267" y="40956"/>
                  </a:lnTo>
                  <a:lnTo>
                    <a:pt x="1617923" y="39343"/>
                  </a:lnTo>
                  <a:lnTo>
                    <a:pt x="1547578" y="37722"/>
                  </a:lnTo>
                  <a:lnTo>
                    <a:pt x="1477234" y="36093"/>
                  </a:lnTo>
                  <a:lnTo>
                    <a:pt x="1406889" y="34456"/>
                  </a:lnTo>
                  <a:lnTo>
                    <a:pt x="1336545" y="32811"/>
                  </a:lnTo>
                  <a:lnTo>
                    <a:pt x="1266200" y="31158"/>
                  </a:lnTo>
                  <a:lnTo>
                    <a:pt x="1195856" y="29497"/>
                  </a:lnTo>
                  <a:lnTo>
                    <a:pt x="1125511" y="27828"/>
                  </a:lnTo>
                  <a:lnTo>
                    <a:pt x="1055167" y="26152"/>
                  </a:lnTo>
                  <a:lnTo>
                    <a:pt x="984822" y="24466"/>
                  </a:lnTo>
                  <a:lnTo>
                    <a:pt x="914478" y="22773"/>
                  </a:lnTo>
                  <a:lnTo>
                    <a:pt x="844133" y="21072"/>
                  </a:lnTo>
                  <a:lnTo>
                    <a:pt x="773789" y="19362"/>
                  </a:lnTo>
                  <a:lnTo>
                    <a:pt x="703444" y="17644"/>
                  </a:lnTo>
                  <a:lnTo>
                    <a:pt x="633100" y="15918"/>
                  </a:lnTo>
                  <a:lnTo>
                    <a:pt x="562755" y="14183"/>
                  </a:lnTo>
                  <a:lnTo>
                    <a:pt x="492411" y="12440"/>
                  </a:lnTo>
                  <a:lnTo>
                    <a:pt x="422066" y="10688"/>
                  </a:lnTo>
                  <a:lnTo>
                    <a:pt x="351722" y="8928"/>
                  </a:lnTo>
                  <a:lnTo>
                    <a:pt x="281377" y="7160"/>
                  </a:lnTo>
                  <a:lnTo>
                    <a:pt x="211033" y="5383"/>
                  </a:lnTo>
                  <a:lnTo>
                    <a:pt x="140688" y="3597"/>
                  </a:lnTo>
                  <a:lnTo>
                    <a:pt x="70344" y="18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967885"/>
              <a:ext cx="6964104" cy="497718"/>
            </a:xfrm>
            <a:custGeom>
              <a:avLst/>
              <a:pathLst>
                <a:path w="6964104" h="497718">
                  <a:moveTo>
                    <a:pt x="0" y="0"/>
                  </a:moveTo>
                  <a:lnTo>
                    <a:pt x="70344" y="9947"/>
                  </a:lnTo>
                  <a:lnTo>
                    <a:pt x="140688" y="19737"/>
                  </a:lnTo>
                  <a:lnTo>
                    <a:pt x="211033" y="29371"/>
                  </a:lnTo>
                  <a:lnTo>
                    <a:pt x="281377" y="38852"/>
                  </a:lnTo>
                  <a:lnTo>
                    <a:pt x="351722" y="48182"/>
                  </a:lnTo>
                  <a:lnTo>
                    <a:pt x="422066" y="57364"/>
                  </a:lnTo>
                  <a:lnTo>
                    <a:pt x="492411" y="66400"/>
                  </a:lnTo>
                  <a:lnTo>
                    <a:pt x="562755" y="75292"/>
                  </a:lnTo>
                  <a:lnTo>
                    <a:pt x="633100" y="84043"/>
                  </a:lnTo>
                  <a:lnTo>
                    <a:pt x="703444" y="92655"/>
                  </a:lnTo>
                  <a:lnTo>
                    <a:pt x="773789" y="101130"/>
                  </a:lnTo>
                  <a:lnTo>
                    <a:pt x="844133" y="109470"/>
                  </a:lnTo>
                  <a:lnTo>
                    <a:pt x="914478" y="117678"/>
                  </a:lnTo>
                  <a:lnTo>
                    <a:pt x="984822" y="125755"/>
                  </a:lnTo>
                  <a:lnTo>
                    <a:pt x="1055167" y="133704"/>
                  </a:lnTo>
                  <a:lnTo>
                    <a:pt x="1125511" y="141526"/>
                  </a:lnTo>
                  <a:lnTo>
                    <a:pt x="1195856" y="149224"/>
                  </a:lnTo>
                  <a:lnTo>
                    <a:pt x="1266200" y="156800"/>
                  </a:lnTo>
                  <a:lnTo>
                    <a:pt x="1336545" y="164255"/>
                  </a:lnTo>
                  <a:lnTo>
                    <a:pt x="1406889" y="171592"/>
                  </a:lnTo>
                  <a:lnTo>
                    <a:pt x="1477234" y="178812"/>
                  </a:lnTo>
                  <a:lnTo>
                    <a:pt x="1547578" y="185917"/>
                  </a:lnTo>
                  <a:lnTo>
                    <a:pt x="1617923" y="192910"/>
                  </a:lnTo>
                  <a:lnTo>
                    <a:pt x="1688267" y="199791"/>
                  </a:lnTo>
                  <a:lnTo>
                    <a:pt x="1758612" y="206563"/>
                  </a:lnTo>
                  <a:lnTo>
                    <a:pt x="1828956" y="213227"/>
                  </a:lnTo>
                  <a:lnTo>
                    <a:pt x="1899301" y="219785"/>
                  </a:lnTo>
                  <a:lnTo>
                    <a:pt x="1969645" y="226239"/>
                  </a:lnTo>
                  <a:lnTo>
                    <a:pt x="2039990" y="232591"/>
                  </a:lnTo>
                  <a:lnTo>
                    <a:pt x="2110334" y="238841"/>
                  </a:lnTo>
                  <a:lnTo>
                    <a:pt x="2180679" y="244993"/>
                  </a:lnTo>
                  <a:lnTo>
                    <a:pt x="2251023" y="251046"/>
                  </a:lnTo>
                  <a:lnTo>
                    <a:pt x="2321368" y="257003"/>
                  </a:lnTo>
                  <a:lnTo>
                    <a:pt x="2391712" y="262865"/>
                  </a:lnTo>
                  <a:lnTo>
                    <a:pt x="2462057" y="268635"/>
                  </a:lnTo>
                  <a:lnTo>
                    <a:pt x="2532401" y="274312"/>
                  </a:lnTo>
                  <a:lnTo>
                    <a:pt x="2602746" y="279900"/>
                  </a:lnTo>
                  <a:lnTo>
                    <a:pt x="2673090" y="285398"/>
                  </a:lnTo>
                  <a:lnTo>
                    <a:pt x="2743435" y="290809"/>
                  </a:lnTo>
                  <a:lnTo>
                    <a:pt x="2813779" y="296134"/>
                  </a:lnTo>
                  <a:lnTo>
                    <a:pt x="2884124" y="301375"/>
                  </a:lnTo>
                  <a:lnTo>
                    <a:pt x="2954468" y="306532"/>
                  </a:lnTo>
                  <a:lnTo>
                    <a:pt x="3024813" y="311607"/>
                  </a:lnTo>
                  <a:lnTo>
                    <a:pt x="3095157" y="316601"/>
                  </a:lnTo>
                  <a:lnTo>
                    <a:pt x="3165502" y="321516"/>
                  </a:lnTo>
                  <a:lnTo>
                    <a:pt x="3235846" y="326353"/>
                  </a:lnTo>
                  <a:lnTo>
                    <a:pt x="3306191" y="331113"/>
                  </a:lnTo>
                  <a:lnTo>
                    <a:pt x="3376535" y="335798"/>
                  </a:lnTo>
                  <a:lnTo>
                    <a:pt x="3446880" y="340408"/>
                  </a:lnTo>
                  <a:lnTo>
                    <a:pt x="3517224" y="344944"/>
                  </a:lnTo>
                  <a:lnTo>
                    <a:pt x="3587569" y="349409"/>
                  </a:lnTo>
                  <a:lnTo>
                    <a:pt x="3657913" y="353802"/>
                  </a:lnTo>
                  <a:lnTo>
                    <a:pt x="3728257" y="358126"/>
                  </a:lnTo>
                  <a:lnTo>
                    <a:pt x="3798602" y="362381"/>
                  </a:lnTo>
                  <a:lnTo>
                    <a:pt x="3868946" y="366568"/>
                  </a:lnTo>
                  <a:lnTo>
                    <a:pt x="3939291" y="370689"/>
                  </a:lnTo>
                  <a:lnTo>
                    <a:pt x="4009635" y="374744"/>
                  </a:lnTo>
                  <a:lnTo>
                    <a:pt x="4079980" y="378735"/>
                  </a:lnTo>
                  <a:lnTo>
                    <a:pt x="4150324" y="382663"/>
                  </a:lnTo>
                  <a:lnTo>
                    <a:pt x="4220669" y="386527"/>
                  </a:lnTo>
                  <a:lnTo>
                    <a:pt x="4291013" y="390331"/>
                  </a:lnTo>
                  <a:lnTo>
                    <a:pt x="4361358" y="394074"/>
                  </a:lnTo>
                  <a:lnTo>
                    <a:pt x="4431702" y="397758"/>
                  </a:lnTo>
                  <a:lnTo>
                    <a:pt x="4502047" y="401383"/>
                  </a:lnTo>
                  <a:lnTo>
                    <a:pt x="4572391" y="404950"/>
                  </a:lnTo>
                  <a:lnTo>
                    <a:pt x="4642736" y="408461"/>
                  </a:lnTo>
                  <a:lnTo>
                    <a:pt x="4713080" y="411915"/>
                  </a:lnTo>
                  <a:lnTo>
                    <a:pt x="4783425" y="415315"/>
                  </a:lnTo>
                  <a:lnTo>
                    <a:pt x="4853769" y="418661"/>
                  </a:lnTo>
                  <a:lnTo>
                    <a:pt x="4924114" y="421954"/>
                  </a:lnTo>
                  <a:lnTo>
                    <a:pt x="4994458" y="425194"/>
                  </a:lnTo>
                  <a:lnTo>
                    <a:pt x="5064803" y="428383"/>
                  </a:lnTo>
                  <a:lnTo>
                    <a:pt x="5135147" y="431521"/>
                  </a:lnTo>
                  <a:lnTo>
                    <a:pt x="5205492" y="434610"/>
                  </a:lnTo>
                  <a:lnTo>
                    <a:pt x="5275836" y="437649"/>
                  </a:lnTo>
                  <a:lnTo>
                    <a:pt x="5346181" y="440640"/>
                  </a:lnTo>
                  <a:lnTo>
                    <a:pt x="5416525" y="443583"/>
                  </a:lnTo>
                  <a:lnTo>
                    <a:pt x="5486870" y="446480"/>
                  </a:lnTo>
                  <a:lnTo>
                    <a:pt x="5557214" y="449330"/>
                  </a:lnTo>
                  <a:lnTo>
                    <a:pt x="5627559" y="452135"/>
                  </a:lnTo>
                  <a:lnTo>
                    <a:pt x="5697903" y="454896"/>
                  </a:lnTo>
                  <a:lnTo>
                    <a:pt x="5768248" y="457613"/>
                  </a:lnTo>
                  <a:lnTo>
                    <a:pt x="5838592" y="460286"/>
                  </a:lnTo>
                  <a:lnTo>
                    <a:pt x="5908937" y="462917"/>
                  </a:lnTo>
                  <a:lnTo>
                    <a:pt x="5979281" y="465506"/>
                  </a:lnTo>
                  <a:lnTo>
                    <a:pt x="6049626" y="468054"/>
                  </a:lnTo>
                  <a:lnTo>
                    <a:pt x="6119970" y="470562"/>
                  </a:lnTo>
                  <a:lnTo>
                    <a:pt x="6190315" y="473030"/>
                  </a:lnTo>
                  <a:lnTo>
                    <a:pt x="6260659" y="475458"/>
                  </a:lnTo>
                  <a:lnTo>
                    <a:pt x="6331004" y="477848"/>
                  </a:lnTo>
                  <a:lnTo>
                    <a:pt x="6401348" y="480200"/>
                  </a:lnTo>
                  <a:lnTo>
                    <a:pt x="6471693" y="482514"/>
                  </a:lnTo>
                  <a:lnTo>
                    <a:pt x="6542037" y="484792"/>
                  </a:lnTo>
                  <a:lnTo>
                    <a:pt x="6612382" y="487034"/>
                  </a:lnTo>
                  <a:lnTo>
                    <a:pt x="6682726" y="489239"/>
                  </a:lnTo>
                  <a:lnTo>
                    <a:pt x="6753071" y="491410"/>
                  </a:lnTo>
                  <a:lnTo>
                    <a:pt x="6823415" y="493546"/>
                  </a:lnTo>
                  <a:lnTo>
                    <a:pt x="6893760" y="495649"/>
                  </a:lnTo>
                  <a:lnTo>
                    <a:pt x="6964104" y="4977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(1.06-1.37), p_Bonf = 0.030 (n = 6)  |  per IQR decline (Δ = 29.5 %): 1.72 (1.18-2.52)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2026-07-22T08:00:10Z</dcterms:modified>
  <cp:category/>
</cp:coreProperties>
</file>