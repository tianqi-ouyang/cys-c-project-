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67522"/>
              <a:ext cx="7392041" cy="2575980"/>
            </a:xfrm>
            <a:custGeom>
              <a:avLst/>
              <a:pathLst>
                <a:path w="7392041" h="2575980">
                  <a:moveTo>
                    <a:pt x="0" y="0"/>
                  </a:moveTo>
                  <a:lnTo>
                    <a:pt x="53901" y="52538"/>
                  </a:lnTo>
                  <a:lnTo>
                    <a:pt x="131145" y="125807"/>
                  </a:lnTo>
                  <a:lnTo>
                    <a:pt x="208389" y="197109"/>
                  </a:lnTo>
                  <a:lnTo>
                    <a:pt x="285632" y="266496"/>
                  </a:lnTo>
                  <a:lnTo>
                    <a:pt x="362876" y="334021"/>
                  </a:lnTo>
                  <a:lnTo>
                    <a:pt x="440119" y="399733"/>
                  </a:lnTo>
                  <a:lnTo>
                    <a:pt x="517363" y="463680"/>
                  </a:lnTo>
                  <a:lnTo>
                    <a:pt x="594606" y="525911"/>
                  </a:lnTo>
                  <a:lnTo>
                    <a:pt x="671850" y="586471"/>
                  </a:lnTo>
                  <a:lnTo>
                    <a:pt x="749094" y="645406"/>
                  </a:lnTo>
                  <a:lnTo>
                    <a:pt x="826337" y="702758"/>
                  </a:lnTo>
                  <a:lnTo>
                    <a:pt x="903581" y="758570"/>
                  </a:lnTo>
                  <a:lnTo>
                    <a:pt x="980824" y="812884"/>
                  </a:lnTo>
                  <a:lnTo>
                    <a:pt x="1058068" y="865740"/>
                  </a:lnTo>
                  <a:lnTo>
                    <a:pt x="1135311" y="917177"/>
                  </a:lnTo>
                  <a:lnTo>
                    <a:pt x="1212555" y="967233"/>
                  </a:lnTo>
                  <a:lnTo>
                    <a:pt x="1289799" y="1015945"/>
                  </a:lnTo>
                  <a:lnTo>
                    <a:pt x="1367042" y="1063349"/>
                  </a:lnTo>
                  <a:lnTo>
                    <a:pt x="1444286" y="1109481"/>
                  </a:lnTo>
                  <a:lnTo>
                    <a:pt x="1521529" y="1154374"/>
                  </a:lnTo>
                  <a:lnTo>
                    <a:pt x="1598773" y="1198062"/>
                  </a:lnTo>
                  <a:lnTo>
                    <a:pt x="1676016" y="1240578"/>
                  </a:lnTo>
                  <a:lnTo>
                    <a:pt x="1753260" y="1281951"/>
                  </a:lnTo>
                  <a:lnTo>
                    <a:pt x="1830504" y="1322214"/>
                  </a:lnTo>
                  <a:lnTo>
                    <a:pt x="1907747" y="1361396"/>
                  </a:lnTo>
                  <a:lnTo>
                    <a:pt x="1984991" y="1399526"/>
                  </a:lnTo>
                  <a:lnTo>
                    <a:pt x="2062234" y="1436633"/>
                  </a:lnTo>
                  <a:lnTo>
                    <a:pt x="2139478" y="1472743"/>
                  </a:lnTo>
                  <a:lnTo>
                    <a:pt x="2216721" y="1507884"/>
                  </a:lnTo>
                  <a:lnTo>
                    <a:pt x="2293965" y="1542081"/>
                  </a:lnTo>
                  <a:lnTo>
                    <a:pt x="2371209" y="1575361"/>
                  </a:lnTo>
                  <a:lnTo>
                    <a:pt x="2448452" y="1607747"/>
                  </a:lnTo>
                  <a:lnTo>
                    <a:pt x="2525696" y="1639263"/>
                  </a:lnTo>
                  <a:lnTo>
                    <a:pt x="2602939" y="1669933"/>
                  </a:lnTo>
                  <a:lnTo>
                    <a:pt x="2680183" y="1699780"/>
                  </a:lnTo>
                  <a:lnTo>
                    <a:pt x="2757426" y="1728826"/>
                  </a:lnTo>
                  <a:lnTo>
                    <a:pt x="2834670" y="1757092"/>
                  </a:lnTo>
                  <a:lnTo>
                    <a:pt x="2911914" y="1784599"/>
                  </a:lnTo>
                  <a:lnTo>
                    <a:pt x="2989157" y="1811367"/>
                  </a:lnTo>
                  <a:lnTo>
                    <a:pt x="3066401" y="1837417"/>
                  </a:lnTo>
                  <a:lnTo>
                    <a:pt x="3143644" y="1862767"/>
                  </a:lnTo>
                  <a:lnTo>
                    <a:pt x="3220888" y="1887437"/>
                  </a:lnTo>
                  <a:lnTo>
                    <a:pt x="3298131" y="1911445"/>
                  </a:lnTo>
                  <a:lnTo>
                    <a:pt x="3375375" y="1916102"/>
                  </a:lnTo>
                  <a:lnTo>
                    <a:pt x="3452619" y="1920276"/>
                  </a:lnTo>
                  <a:lnTo>
                    <a:pt x="3529862" y="1924430"/>
                  </a:lnTo>
                  <a:lnTo>
                    <a:pt x="3607106" y="1928563"/>
                  </a:lnTo>
                  <a:lnTo>
                    <a:pt x="3684349" y="1932677"/>
                  </a:lnTo>
                  <a:lnTo>
                    <a:pt x="3761593" y="1936771"/>
                  </a:lnTo>
                  <a:lnTo>
                    <a:pt x="3838836" y="1940846"/>
                  </a:lnTo>
                  <a:lnTo>
                    <a:pt x="3916080" y="1944900"/>
                  </a:lnTo>
                  <a:lnTo>
                    <a:pt x="3993324" y="1948935"/>
                  </a:lnTo>
                  <a:lnTo>
                    <a:pt x="4070567" y="1952951"/>
                  </a:lnTo>
                  <a:lnTo>
                    <a:pt x="4147811" y="1956947"/>
                  </a:lnTo>
                  <a:lnTo>
                    <a:pt x="4225054" y="1960924"/>
                  </a:lnTo>
                  <a:lnTo>
                    <a:pt x="4302298" y="1964882"/>
                  </a:lnTo>
                  <a:lnTo>
                    <a:pt x="4379541" y="1968821"/>
                  </a:lnTo>
                  <a:lnTo>
                    <a:pt x="4456785" y="1972741"/>
                  </a:lnTo>
                  <a:lnTo>
                    <a:pt x="4534029" y="1976641"/>
                  </a:lnTo>
                  <a:lnTo>
                    <a:pt x="4611272" y="1980523"/>
                  </a:lnTo>
                  <a:lnTo>
                    <a:pt x="4688516" y="1984387"/>
                  </a:lnTo>
                  <a:lnTo>
                    <a:pt x="4765759" y="1988231"/>
                  </a:lnTo>
                  <a:lnTo>
                    <a:pt x="4843003" y="1992058"/>
                  </a:lnTo>
                  <a:lnTo>
                    <a:pt x="4920246" y="1995865"/>
                  </a:lnTo>
                  <a:lnTo>
                    <a:pt x="4997490" y="1999655"/>
                  </a:lnTo>
                  <a:lnTo>
                    <a:pt x="5074734" y="2003426"/>
                  </a:lnTo>
                  <a:lnTo>
                    <a:pt x="5151977" y="2007179"/>
                  </a:lnTo>
                  <a:lnTo>
                    <a:pt x="5229221" y="2010913"/>
                  </a:lnTo>
                  <a:lnTo>
                    <a:pt x="5306464" y="2014630"/>
                  </a:lnTo>
                  <a:lnTo>
                    <a:pt x="5383708" y="2018329"/>
                  </a:lnTo>
                  <a:lnTo>
                    <a:pt x="5460951" y="2022010"/>
                  </a:lnTo>
                  <a:lnTo>
                    <a:pt x="5538195" y="2025673"/>
                  </a:lnTo>
                  <a:lnTo>
                    <a:pt x="5615439" y="2029319"/>
                  </a:lnTo>
                  <a:lnTo>
                    <a:pt x="5692682" y="2032947"/>
                  </a:lnTo>
                  <a:lnTo>
                    <a:pt x="5769926" y="2036557"/>
                  </a:lnTo>
                  <a:lnTo>
                    <a:pt x="5847169" y="2040151"/>
                  </a:lnTo>
                  <a:lnTo>
                    <a:pt x="5924413" y="2043726"/>
                  </a:lnTo>
                  <a:lnTo>
                    <a:pt x="6001656" y="2047285"/>
                  </a:lnTo>
                  <a:lnTo>
                    <a:pt x="6078900" y="2050826"/>
                  </a:lnTo>
                  <a:lnTo>
                    <a:pt x="6156144" y="2054351"/>
                  </a:lnTo>
                  <a:lnTo>
                    <a:pt x="6233387" y="2057858"/>
                  </a:lnTo>
                  <a:lnTo>
                    <a:pt x="6310631" y="2061348"/>
                  </a:lnTo>
                  <a:lnTo>
                    <a:pt x="6387874" y="2064822"/>
                  </a:lnTo>
                  <a:lnTo>
                    <a:pt x="6465118" y="2068279"/>
                  </a:lnTo>
                  <a:lnTo>
                    <a:pt x="6542361" y="2071719"/>
                  </a:lnTo>
                  <a:lnTo>
                    <a:pt x="6619605" y="2075142"/>
                  </a:lnTo>
                  <a:lnTo>
                    <a:pt x="6696849" y="2078549"/>
                  </a:lnTo>
                  <a:lnTo>
                    <a:pt x="6774092" y="2081940"/>
                  </a:lnTo>
                  <a:lnTo>
                    <a:pt x="6851336" y="2085314"/>
                  </a:lnTo>
                  <a:lnTo>
                    <a:pt x="6928579" y="2088672"/>
                  </a:lnTo>
                  <a:lnTo>
                    <a:pt x="7005823" y="2092014"/>
                  </a:lnTo>
                  <a:lnTo>
                    <a:pt x="7083066" y="2095340"/>
                  </a:lnTo>
                  <a:lnTo>
                    <a:pt x="7160310" y="2098650"/>
                  </a:lnTo>
                  <a:lnTo>
                    <a:pt x="7237554" y="2101943"/>
                  </a:lnTo>
                  <a:lnTo>
                    <a:pt x="7314797" y="2105221"/>
                  </a:lnTo>
                  <a:lnTo>
                    <a:pt x="7392041" y="2108483"/>
                  </a:lnTo>
                  <a:lnTo>
                    <a:pt x="7392041" y="2575980"/>
                  </a:lnTo>
                  <a:lnTo>
                    <a:pt x="7314797" y="2570305"/>
                  </a:lnTo>
                  <a:lnTo>
                    <a:pt x="7237554" y="2564473"/>
                  </a:lnTo>
                  <a:lnTo>
                    <a:pt x="7160310" y="2558481"/>
                  </a:lnTo>
                  <a:lnTo>
                    <a:pt x="7083066" y="2552324"/>
                  </a:lnTo>
                  <a:lnTo>
                    <a:pt x="7005823" y="2545996"/>
                  </a:lnTo>
                  <a:lnTo>
                    <a:pt x="6928579" y="2539494"/>
                  </a:lnTo>
                  <a:lnTo>
                    <a:pt x="6851336" y="2532813"/>
                  </a:lnTo>
                  <a:lnTo>
                    <a:pt x="6774092" y="2525947"/>
                  </a:lnTo>
                  <a:lnTo>
                    <a:pt x="6696849" y="2518892"/>
                  </a:lnTo>
                  <a:lnTo>
                    <a:pt x="6619605" y="2511642"/>
                  </a:lnTo>
                  <a:lnTo>
                    <a:pt x="6542361" y="2504192"/>
                  </a:lnTo>
                  <a:lnTo>
                    <a:pt x="6465118" y="2496537"/>
                  </a:lnTo>
                  <a:lnTo>
                    <a:pt x="6387874" y="2488671"/>
                  </a:lnTo>
                  <a:lnTo>
                    <a:pt x="6310631" y="2480587"/>
                  </a:lnTo>
                  <a:lnTo>
                    <a:pt x="6233387" y="2472281"/>
                  </a:lnTo>
                  <a:lnTo>
                    <a:pt x="6156144" y="2463745"/>
                  </a:lnTo>
                  <a:lnTo>
                    <a:pt x="6078900" y="2454974"/>
                  </a:lnTo>
                  <a:lnTo>
                    <a:pt x="6001656" y="2445961"/>
                  </a:lnTo>
                  <a:lnTo>
                    <a:pt x="5924413" y="2436699"/>
                  </a:lnTo>
                  <a:lnTo>
                    <a:pt x="5847169" y="2427182"/>
                  </a:lnTo>
                  <a:lnTo>
                    <a:pt x="5769926" y="2417402"/>
                  </a:lnTo>
                  <a:lnTo>
                    <a:pt x="5692682" y="2407352"/>
                  </a:lnTo>
                  <a:lnTo>
                    <a:pt x="5615439" y="2397026"/>
                  </a:lnTo>
                  <a:lnTo>
                    <a:pt x="5538195" y="2386414"/>
                  </a:lnTo>
                  <a:lnTo>
                    <a:pt x="5460951" y="2375509"/>
                  </a:lnTo>
                  <a:lnTo>
                    <a:pt x="5383708" y="2364304"/>
                  </a:lnTo>
                  <a:lnTo>
                    <a:pt x="5306464" y="2352790"/>
                  </a:lnTo>
                  <a:lnTo>
                    <a:pt x="5229221" y="2340957"/>
                  </a:lnTo>
                  <a:lnTo>
                    <a:pt x="5151977" y="2328799"/>
                  </a:lnTo>
                  <a:lnTo>
                    <a:pt x="5074734" y="2316305"/>
                  </a:lnTo>
                  <a:lnTo>
                    <a:pt x="4997490" y="2303466"/>
                  </a:lnTo>
                  <a:lnTo>
                    <a:pt x="4920246" y="2290274"/>
                  </a:lnTo>
                  <a:lnTo>
                    <a:pt x="4843003" y="2276717"/>
                  </a:lnTo>
                  <a:lnTo>
                    <a:pt x="4765759" y="2262786"/>
                  </a:lnTo>
                  <a:lnTo>
                    <a:pt x="4688516" y="2248471"/>
                  </a:lnTo>
                  <a:lnTo>
                    <a:pt x="4611272" y="2233761"/>
                  </a:lnTo>
                  <a:lnTo>
                    <a:pt x="4534029" y="2218645"/>
                  </a:lnTo>
                  <a:lnTo>
                    <a:pt x="4456785" y="2203113"/>
                  </a:lnTo>
                  <a:lnTo>
                    <a:pt x="4379541" y="2187151"/>
                  </a:lnTo>
                  <a:lnTo>
                    <a:pt x="4302298" y="2170750"/>
                  </a:lnTo>
                  <a:lnTo>
                    <a:pt x="4225054" y="2153896"/>
                  </a:lnTo>
                  <a:lnTo>
                    <a:pt x="4147811" y="2136577"/>
                  </a:lnTo>
                  <a:lnTo>
                    <a:pt x="4070567" y="2118780"/>
                  </a:lnTo>
                  <a:lnTo>
                    <a:pt x="3993324" y="2100492"/>
                  </a:lnTo>
                  <a:lnTo>
                    <a:pt x="3916080" y="2081700"/>
                  </a:lnTo>
                  <a:lnTo>
                    <a:pt x="3838836" y="2062389"/>
                  </a:lnTo>
                  <a:lnTo>
                    <a:pt x="3761593" y="2042545"/>
                  </a:lnTo>
                  <a:lnTo>
                    <a:pt x="3684349" y="2022154"/>
                  </a:lnTo>
                  <a:lnTo>
                    <a:pt x="3607106" y="2001201"/>
                  </a:lnTo>
                  <a:lnTo>
                    <a:pt x="3529862" y="1979670"/>
                  </a:lnTo>
                  <a:lnTo>
                    <a:pt x="3452619" y="1957544"/>
                  </a:lnTo>
                  <a:lnTo>
                    <a:pt x="3375375" y="1934808"/>
                  </a:lnTo>
                  <a:lnTo>
                    <a:pt x="3298131" y="1911908"/>
                  </a:lnTo>
                  <a:lnTo>
                    <a:pt x="3220888" y="1907693"/>
                  </a:lnTo>
                  <a:lnTo>
                    <a:pt x="3143644" y="1903458"/>
                  </a:lnTo>
                  <a:lnTo>
                    <a:pt x="3066401" y="1899203"/>
                  </a:lnTo>
                  <a:lnTo>
                    <a:pt x="2989157" y="1894927"/>
                  </a:lnTo>
                  <a:lnTo>
                    <a:pt x="2911914" y="1890630"/>
                  </a:lnTo>
                  <a:lnTo>
                    <a:pt x="2834670" y="1886312"/>
                  </a:lnTo>
                  <a:lnTo>
                    <a:pt x="2757426" y="1881974"/>
                  </a:lnTo>
                  <a:lnTo>
                    <a:pt x="2680183" y="1877614"/>
                  </a:lnTo>
                  <a:lnTo>
                    <a:pt x="2602939" y="1873233"/>
                  </a:lnTo>
                  <a:lnTo>
                    <a:pt x="2525696" y="1868831"/>
                  </a:lnTo>
                  <a:lnTo>
                    <a:pt x="2448452" y="1864408"/>
                  </a:lnTo>
                  <a:lnTo>
                    <a:pt x="2371209" y="1859963"/>
                  </a:lnTo>
                  <a:lnTo>
                    <a:pt x="2293965" y="1855497"/>
                  </a:lnTo>
                  <a:lnTo>
                    <a:pt x="2216721" y="1851009"/>
                  </a:lnTo>
                  <a:lnTo>
                    <a:pt x="2139478" y="1846500"/>
                  </a:lnTo>
                  <a:lnTo>
                    <a:pt x="2062234" y="1841968"/>
                  </a:lnTo>
                  <a:lnTo>
                    <a:pt x="1984991" y="1837415"/>
                  </a:lnTo>
                  <a:lnTo>
                    <a:pt x="1907747" y="1832839"/>
                  </a:lnTo>
                  <a:lnTo>
                    <a:pt x="1830504" y="1828242"/>
                  </a:lnTo>
                  <a:lnTo>
                    <a:pt x="1753260" y="1823622"/>
                  </a:lnTo>
                  <a:lnTo>
                    <a:pt x="1676016" y="1818980"/>
                  </a:lnTo>
                  <a:lnTo>
                    <a:pt x="1598773" y="1814315"/>
                  </a:lnTo>
                  <a:lnTo>
                    <a:pt x="1521529" y="1809627"/>
                  </a:lnTo>
                  <a:lnTo>
                    <a:pt x="1444286" y="1804917"/>
                  </a:lnTo>
                  <a:lnTo>
                    <a:pt x="1367042" y="1800184"/>
                  </a:lnTo>
                  <a:lnTo>
                    <a:pt x="1289799" y="1795428"/>
                  </a:lnTo>
                  <a:lnTo>
                    <a:pt x="1212555" y="1790649"/>
                  </a:lnTo>
                  <a:lnTo>
                    <a:pt x="1135311" y="1785847"/>
                  </a:lnTo>
                  <a:lnTo>
                    <a:pt x="1058068" y="1781022"/>
                  </a:lnTo>
                  <a:lnTo>
                    <a:pt x="980824" y="1776173"/>
                  </a:lnTo>
                  <a:lnTo>
                    <a:pt x="903581" y="1771301"/>
                  </a:lnTo>
                  <a:lnTo>
                    <a:pt x="826337" y="1766405"/>
                  </a:lnTo>
                  <a:lnTo>
                    <a:pt x="749094" y="1761486"/>
                  </a:lnTo>
                  <a:lnTo>
                    <a:pt x="671850" y="1756542"/>
                  </a:lnTo>
                  <a:lnTo>
                    <a:pt x="594606" y="1751575"/>
                  </a:lnTo>
                  <a:lnTo>
                    <a:pt x="517363" y="1746584"/>
                  </a:lnTo>
                  <a:lnTo>
                    <a:pt x="440119" y="1741568"/>
                  </a:lnTo>
                  <a:lnTo>
                    <a:pt x="362876" y="1736528"/>
                  </a:lnTo>
                  <a:lnTo>
                    <a:pt x="285632" y="1731464"/>
                  </a:lnTo>
                  <a:lnTo>
                    <a:pt x="208389" y="1726375"/>
                  </a:lnTo>
                  <a:lnTo>
                    <a:pt x="131145" y="1721261"/>
                  </a:lnTo>
                  <a:lnTo>
                    <a:pt x="53901" y="1716123"/>
                  </a:lnTo>
                  <a:lnTo>
                    <a:pt x="0" y="17125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67522"/>
              <a:ext cx="7392041" cy="2108483"/>
            </a:xfrm>
            <a:custGeom>
              <a:avLst/>
              <a:pathLst>
                <a:path w="7392041" h="2108483">
                  <a:moveTo>
                    <a:pt x="0" y="0"/>
                  </a:moveTo>
                  <a:lnTo>
                    <a:pt x="53901" y="52538"/>
                  </a:lnTo>
                  <a:lnTo>
                    <a:pt x="131145" y="125807"/>
                  </a:lnTo>
                  <a:lnTo>
                    <a:pt x="208389" y="197109"/>
                  </a:lnTo>
                  <a:lnTo>
                    <a:pt x="285632" y="266496"/>
                  </a:lnTo>
                  <a:lnTo>
                    <a:pt x="362876" y="334021"/>
                  </a:lnTo>
                  <a:lnTo>
                    <a:pt x="440119" y="399733"/>
                  </a:lnTo>
                  <a:lnTo>
                    <a:pt x="517363" y="463680"/>
                  </a:lnTo>
                  <a:lnTo>
                    <a:pt x="594606" y="525911"/>
                  </a:lnTo>
                  <a:lnTo>
                    <a:pt x="671850" y="586471"/>
                  </a:lnTo>
                  <a:lnTo>
                    <a:pt x="749094" y="645406"/>
                  </a:lnTo>
                  <a:lnTo>
                    <a:pt x="826337" y="702758"/>
                  </a:lnTo>
                  <a:lnTo>
                    <a:pt x="903581" y="758570"/>
                  </a:lnTo>
                  <a:lnTo>
                    <a:pt x="980824" y="812884"/>
                  </a:lnTo>
                  <a:lnTo>
                    <a:pt x="1058068" y="865740"/>
                  </a:lnTo>
                  <a:lnTo>
                    <a:pt x="1135311" y="917177"/>
                  </a:lnTo>
                  <a:lnTo>
                    <a:pt x="1212555" y="967233"/>
                  </a:lnTo>
                  <a:lnTo>
                    <a:pt x="1289799" y="1015945"/>
                  </a:lnTo>
                  <a:lnTo>
                    <a:pt x="1367042" y="1063349"/>
                  </a:lnTo>
                  <a:lnTo>
                    <a:pt x="1444286" y="1109481"/>
                  </a:lnTo>
                  <a:lnTo>
                    <a:pt x="1521529" y="1154374"/>
                  </a:lnTo>
                  <a:lnTo>
                    <a:pt x="1598773" y="1198062"/>
                  </a:lnTo>
                  <a:lnTo>
                    <a:pt x="1676016" y="1240578"/>
                  </a:lnTo>
                  <a:lnTo>
                    <a:pt x="1753260" y="1281951"/>
                  </a:lnTo>
                  <a:lnTo>
                    <a:pt x="1830504" y="1322214"/>
                  </a:lnTo>
                  <a:lnTo>
                    <a:pt x="1907747" y="1361396"/>
                  </a:lnTo>
                  <a:lnTo>
                    <a:pt x="1984991" y="1399526"/>
                  </a:lnTo>
                  <a:lnTo>
                    <a:pt x="2062234" y="1436633"/>
                  </a:lnTo>
                  <a:lnTo>
                    <a:pt x="2139478" y="1472743"/>
                  </a:lnTo>
                  <a:lnTo>
                    <a:pt x="2216721" y="1507884"/>
                  </a:lnTo>
                  <a:lnTo>
                    <a:pt x="2293965" y="1542081"/>
                  </a:lnTo>
                  <a:lnTo>
                    <a:pt x="2371209" y="1575361"/>
                  </a:lnTo>
                  <a:lnTo>
                    <a:pt x="2448452" y="1607747"/>
                  </a:lnTo>
                  <a:lnTo>
                    <a:pt x="2525696" y="1639263"/>
                  </a:lnTo>
                  <a:lnTo>
                    <a:pt x="2602939" y="1669933"/>
                  </a:lnTo>
                  <a:lnTo>
                    <a:pt x="2680183" y="1699780"/>
                  </a:lnTo>
                  <a:lnTo>
                    <a:pt x="2757426" y="1728826"/>
                  </a:lnTo>
                  <a:lnTo>
                    <a:pt x="2834670" y="1757092"/>
                  </a:lnTo>
                  <a:lnTo>
                    <a:pt x="2911914" y="1784599"/>
                  </a:lnTo>
                  <a:lnTo>
                    <a:pt x="2989157" y="1811367"/>
                  </a:lnTo>
                  <a:lnTo>
                    <a:pt x="3066401" y="1837417"/>
                  </a:lnTo>
                  <a:lnTo>
                    <a:pt x="3143644" y="1862767"/>
                  </a:lnTo>
                  <a:lnTo>
                    <a:pt x="3220888" y="1887437"/>
                  </a:lnTo>
                  <a:lnTo>
                    <a:pt x="3298131" y="1911445"/>
                  </a:lnTo>
                  <a:lnTo>
                    <a:pt x="3375375" y="1916102"/>
                  </a:lnTo>
                  <a:lnTo>
                    <a:pt x="3452619" y="1920276"/>
                  </a:lnTo>
                  <a:lnTo>
                    <a:pt x="3529862" y="1924430"/>
                  </a:lnTo>
                  <a:lnTo>
                    <a:pt x="3607106" y="1928563"/>
                  </a:lnTo>
                  <a:lnTo>
                    <a:pt x="3684349" y="1932677"/>
                  </a:lnTo>
                  <a:lnTo>
                    <a:pt x="3761593" y="1936771"/>
                  </a:lnTo>
                  <a:lnTo>
                    <a:pt x="3838836" y="1940846"/>
                  </a:lnTo>
                  <a:lnTo>
                    <a:pt x="3916080" y="1944900"/>
                  </a:lnTo>
                  <a:lnTo>
                    <a:pt x="3993324" y="1948935"/>
                  </a:lnTo>
                  <a:lnTo>
                    <a:pt x="4070567" y="1952951"/>
                  </a:lnTo>
                  <a:lnTo>
                    <a:pt x="4147811" y="1956947"/>
                  </a:lnTo>
                  <a:lnTo>
                    <a:pt x="4225054" y="1960924"/>
                  </a:lnTo>
                  <a:lnTo>
                    <a:pt x="4302298" y="1964882"/>
                  </a:lnTo>
                  <a:lnTo>
                    <a:pt x="4379541" y="1968821"/>
                  </a:lnTo>
                  <a:lnTo>
                    <a:pt x="4456785" y="1972741"/>
                  </a:lnTo>
                  <a:lnTo>
                    <a:pt x="4534029" y="1976641"/>
                  </a:lnTo>
                  <a:lnTo>
                    <a:pt x="4611272" y="1980523"/>
                  </a:lnTo>
                  <a:lnTo>
                    <a:pt x="4688516" y="1984387"/>
                  </a:lnTo>
                  <a:lnTo>
                    <a:pt x="4765759" y="1988231"/>
                  </a:lnTo>
                  <a:lnTo>
                    <a:pt x="4843003" y="1992058"/>
                  </a:lnTo>
                  <a:lnTo>
                    <a:pt x="4920246" y="1995865"/>
                  </a:lnTo>
                  <a:lnTo>
                    <a:pt x="4997490" y="1999655"/>
                  </a:lnTo>
                  <a:lnTo>
                    <a:pt x="5074734" y="2003426"/>
                  </a:lnTo>
                  <a:lnTo>
                    <a:pt x="5151977" y="2007179"/>
                  </a:lnTo>
                  <a:lnTo>
                    <a:pt x="5229221" y="2010913"/>
                  </a:lnTo>
                  <a:lnTo>
                    <a:pt x="5306464" y="2014630"/>
                  </a:lnTo>
                  <a:lnTo>
                    <a:pt x="5383708" y="2018329"/>
                  </a:lnTo>
                  <a:lnTo>
                    <a:pt x="5460951" y="2022010"/>
                  </a:lnTo>
                  <a:lnTo>
                    <a:pt x="5538195" y="2025673"/>
                  </a:lnTo>
                  <a:lnTo>
                    <a:pt x="5615439" y="2029319"/>
                  </a:lnTo>
                  <a:lnTo>
                    <a:pt x="5692682" y="2032947"/>
                  </a:lnTo>
                  <a:lnTo>
                    <a:pt x="5769926" y="2036557"/>
                  </a:lnTo>
                  <a:lnTo>
                    <a:pt x="5847169" y="2040151"/>
                  </a:lnTo>
                  <a:lnTo>
                    <a:pt x="5924413" y="2043726"/>
                  </a:lnTo>
                  <a:lnTo>
                    <a:pt x="6001656" y="2047285"/>
                  </a:lnTo>
                  <a:lnTo>
                    <a:pt x="6078900" y="2050826"/>
                  </a:lnTo>
                  <a:lnTo>
                    <a:pt x="6156144" y="2054351"/>
                  </a:lnTo>
                  <a:lnTo>
                    <a:pt x="6233387" y="2057858"/>
                  </a:lnTo>
                  <a:lnTo>
                    <a:pt x="6310631" y="2061348"/>
                  </a:lnTo>
                  <a:lnTo>
                    <a:pt x="6387874" y="2064822"/>
                  </a:lnTo>
                  <a:lnTo>
                    <a:pt x="6465118" y="2068279"/>
                  </a:lnTo>
                  <a:lnTo>
                    <a:pt x="6542361" y="2071719"/>
                  </a:lnTo>
                  <a:lnTo>
                    <a:pt x="6619605" y="2075142"/>
                  </a:lnTo>
                  <a:lnTo>
                    <a:pt x="6696849" y="2078549"/>
                  </a:lnTo>
                  <a:lnTo>
                    <a:pt x="6774092" y="2081940"/>
                  </a:lnTo>
                  <a:lnTo>
                    <a:pt x="6851336" y="2085314"/>
                  </a:lnTo>
                  <a:lnTo>
                    <a:pt x="6928579" y="2088672"/>
                  </a:lnTo>
                  <a:lnTo>
                    <a:pt x="7005823" y="2092014"/>
                  </a:lnTo>
                  <a:lnTo>
                    <a:pt x="7083066" y="2095340"/>
                  </a:lnTo>
                  <a:lnTo>
                    <a:pt x="7160310" y="2098650"/>
                  </a:lnTo>
                  <a:lnTo>
                    <a:pt x="7237554" y="2101943"/>
                  </a:lnTo>
                  <a:lnTo>
                    <a:pt x="7314797" y="2105221"/>
                  </a:lnTo>
                  <a:lnTo>
                    <a:pt x="7392041" y="21084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80042"/>
              <a:ext cx="7392041" cy="863459"/>
            </a:xfrm>
            <a:custGeom>
              <a:avLst/>
              <a:pathLst>
                <a:path w="7392041" h="863459">
                  <a:moveTo>
                    <a:pt x="7392041" y="863459"/>
                  </a:moveTo>
                  <a:lnTo>
                    <a:pt x="7314797" y="857784"/>
                  </a:lnTo>
                  <a:lnTo>
                    <a:pt x="7237554" y="851953"/>
                  </a:lnTo>
                  <a:lnTo>
                    <a:pt x="7160310" y="845961"/>
                  </a:lnTo>
                  <a:lnTo>
                    <a:pt x="7083066" y="839803"/>
                  </a:lnTo>
                  <a:lnTo>
                    <a:pt x="7005823" y="833476"/>
                  </a:lnTo>
                  <a:lnTo>
                    <a:pt x="6928579" y="826973"/>
                  </a:lnTo>
                  <a:lnTo>
                    <a:pt x="6851336" y="820292"/>
                  </a:lnTo>
                  <a:lnTo>
                    <a:pt x="6774092" y="813426"/>
                  </a:lnTo>
                  <a:lnTo>
                    <a:pt x="6696849" y="806371"/>
                  </a:lnTo>
                  <a:lnTo>
                    <a:pt x="6619605" y="799121"/>
                  </a:lnTo>
                  <a:lnTo>
                    <a:pt x="6542361" y="791672"/>
                  </a:lnTo>
                  <a:lnTo>
                    <a:pt x="6465118" y="784016"/>
                  </a:lnTo>
                  <a:lnTo>
                    <a:pt x="6387874" y="776150"/>
                  </a:lnTo>
                  <a:lnTo>
                    <a:pt x="6310631" y="768066"/>
                  </a:lnTo>
                  <a:lnTo>
                    <a:pt x="6233387" y="759760"/>
                  </a:lnTo>
                  <a:lnTo>
                    <a:pt x="6156144" y="751224"/>
                  </a:lnTo>
                  <a:lnTo>
                    <a:pt x="6078900" y="742453"/>
                  </a:lnTo>
                  <a:lnTo>
                    <a:pt x="6001656" y="733440"/>
                  </a:lnTo>
                  <a:lnTo>
                    <a:pt x="5924413" y="724178"/>
                  </a:lnTo>
                  <a:lnTo>
                    <a:pt x="5847169" y="714661"/>
                  </a:lnTo>
                  <a:lnTo>
                    <a:pt x="5769926" y="704881"/>
                  </a:lnTo>
                  <a:lnTo>
                    <a:pt x="5692682" y="694832"/>
                  </a:lnTo>
                  <a:lnTo>
                    <a:pt x="5615439" y="684505"/>
                  </a:lnTo>
                  <a:lnTo>
                    <a:pt x="5538195" y="673893"/>
                  </a:lnTo>
                  <a:lnTo>
                    <a:pt x="5460951" y="662989"/>
                  </a:lnTo>
                  <a:lnTo>
                    <a:pt x="5383708" y="651783"/>
                  </a:lnTo>
                  <a:lnTo>
                    <a:pt x="5306464" y="640269"/>
                  </a:lnTo>
                  <a:lnTo>
                    <a:pt x="5229221" y="628437"/>
                  </a:lnTo>
                  <a:lnTo>
                    <a:pt x="5151977" y="616278"/>
                  </a:lnTo>
                  <a:lnTo>
                    <a:pt x="5074734" y="603784"/>
                  </a:lnTo>
                  <a:lnTo>
                    <a:pt x="4997490" y="590946"/>
                  </a:lnTo>
                  <a:lnTo>
                    <a:pt x="4920246" y="577753"/>
                  </a:lnTo>
                  <a:lnTo>
                    <a:pt x="4843003" y="564196"/>
                  </a:lnTo>
                  <a:lnTo>
                    <a:pt x="4765759" y="550266"/>
                  </a:lnTo>
                  <a:lnTo>
                    <a:pt x="4688516" y="535951"/>
                  </a:lnTo>
                  <a:lnTo>
                    <a:pt x="4611272" y="521241"/>
                  </a:lnTo>
                  <a:lnTo>
                    <a:pt x="4534029" y="506125"/>
                  </a:lnTo>
                  <a:lnTo>
                    <a:pt x="4456785" y="490592"/>
                  </a:lnTo>
                  <a:lnTo>
                    <a:pt x="4379541" y="474631"/>
                  </a:lnTo>
                  <a:lnTo>
                    <a:pt x="4302298" y="458229"/>
                  </a:lnTo>
                  <a:lnTo>
                    <a:pt x="4225054" y="441375"/>
                  </a:lnTo>
                  <a:lnTo>
                    <a:pt x="4147811" y="424056"/>
                  </a:lnTo>
                  <a:lnTo>
                    <a:pt x="4070567" y="406259"/>
                  </a:lnTo>
                  <a:lnTo>
                    <a:pt x="3993324" y="387971"/>
                  </a:lnTo>
                  <a:lnTo>
                    <a:pt x="3916080" y="369179"/>
                  </a:lnTo>
                  <a:lnTo>
                    <a:pt x="3838836" y="349868"/>
                  </a:lnTo>
                  <a:lnTo>
                    <a:pt x="3761593" y="330025"/>
                  </a:lnTo>
                  <a:lnTo>
                    <a:pt x="3684349" y="309634"/>
                  </a:lnTo>
                  <a:lnTo>
                    <a:pt x="3607106" y="288680"/>
                  </a:lnTo>
                  <a:lnTo>
                    <a:pt x="3529862" y="267149"/>
                  </a:lnTo>
                  <a:lnTo>
                    <a:pt x="3452619" y="245023"/>
                  </a:lnTo>
                  <a:lnTo>
                    <a:pt x="3375375" y="222288"/>
                  </a:lnTo>
                  <a:lnTo>
                    <a:pt x="3298131" y="199387"/>
                  </a:lnTo>
                  <a:lnTo>
                    <a:pt x="3220888" y="195172"/>
                  </a:lnTo>
                  <a:lnTo>
                    <a:pt x="3143644" y="190937"/>
                  </a:lnTo>
                  <a:lnTo>
                    <a:pt x="3066401" y="186682"/>
                  </a:lnTo>
                  <a:lnTo>
                    <a:pt x="2989157" y="182406"/>
                  </a:lnTo>
                  <a:lnTo>
                    <a:pt x="2911914" y="178109"/>
                  </a:lnTo>
                  <a:lnTo>
                    <a:pt x="2834670" y="173791"/>
                  </a:lnTo>
                  <a:lnTo>
                    <a:pt x="2757426" y="169453"/>
                  </a:lnTo>
                  <a:lnTo>
                    <a:pt x="2680183" y="165093"/>
                  </a:lnTo>
                  <a:lnTo>
                    <a:pt x="2602939" y="160713"/>
                  </a:lnTo>
                  <a:lnTo>
                    <a:pt x="2525696" y="156311"/>
                  </a:lnTo>
                  <a:lnTo>
                    <a:pt x="2448452" y="151888"/>
                  </a:lnTo>
                  <a:lnTo>
                    <a:pt x="2371209" y="147443"/>
                  </a:lnTo>
                  <a:lnTo>
                    <a:pt x="2293965" y="142977"/>
                  </a:lnTo>
                  <a:lnTo>
                    <a:pt x="2216721" y="138489"/>
                  </a:lnTo>
                  <a:lnTo>
                    <a:pt x="2139478" y="133979"/>
                  </a:lnTo>
                  <a:lnTo>
                    <a:pt x="2062234" y="129448"/>
                  </a:lnTo>
                  <a:lnTo>
                    <a:pt x="1984991" y="124894"/>
                  </a:lnTo>
                  <a:lnTo>
                    <a:pt x="1907747" y="120319"/>
                  </a:lnTo>
                  <a:lnTo>
                    <a:pt x="1830504" y="115721"/>
                  </a:lnTo>
                  <a:lnTo>
                    <a:pt x="1753260" y="111101"/>
                  </a:lnTo>
                  <a:lnTo>
                    <a:pt x="1676016" y="106459"/>
                  </a:lnTo>
                  <a:lnTo>
                    <a:pt x="1598773" y="101794"/>
                  </a:lnTo>
                  <a:lnTo>
                    <a:pt x="1521529" y="97107"/>
                  </a:lnTo>
                  <a:lnTo>
                    <a:pt x="1444286" y="92397"/>
                  </a:lnTo>
                  <a:lnTo>
                    <a:pt x="1367042" y="87664"/>
                  </a:lnTo>
                  <a:lnTo>
                    <a:pt x="1289799" y="82908"/>
                  </a:lnTo>
                  <a:lnTo>
                    <a:pt x="1212555" y="78129"/>
                  </a:lnTo>
                  <a:lnTo>
                    <a:pt x="1135311" y="73327"/>
                  </a:lnTo>
                  <a:lnTo>
                    <a:pt x="1058068" y="68501"/>
                  </a:lnTo>
                  <a:lnTo>
                    <a:pt x="980824" y="63653"/>
                  </a:lnTo>
                  <a:lnTo>
                    <a:pt x="903581" y="58781"/>
                  </a:lnTo>
                  <a:lnTo>
                    <a:pt x="826337" y="53885"/>
                  </a:lnTo>
                  <a:lnTo>
                    <a:pt x="749094" y="48965"/>
                  </a:lnTo>
                  <a:lnTo>
                    <a:pt x="671850" y="44022"/>
                  </a:lnTo>
                  <a:lnTo>
                    <a:pt x="594606" y="39054"/>
                  </a:lnTo>
                  <a:lnTo>
                    <a:pt x="517363" y="34063"/>
                  </a:lnTo>
                  <a:lnTo>
                    <a:pt x="440119" y="29047"/>
                  </a:lnTo>
                  <a:lnTo>
                    <a:pt x="362876" y="24007"/>
                  </a:lnTo>
                  <a:lnTo>
                    <a:pt x="285632" y="18943"/>
                  </a:lnTo>
                  <a:lnTo>
                    <a:pt x="208389" y="13854"/>
                  </a:lnTo>
                  <a:lnTo>
                    <a:pt x="131145" y="8741"/>
                  </a:lnTo>
                  <a:lnTo>
                    <a:pt x="53901" y="3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824678"/>
              <a:ext cx="7392041" cy="1352399"/>
            </a:xfrm>
            <a:custGeom>
              <a:avLst/>
              <a:pathLst>
                <a:path w="7392041" h="1352399">
                  <a:moveTo>
                    <a:pt x="0" y="0"/>
                  </a:moveTo>
                  <a:lnTo>
                    <a:pt x="53901" y="19221"/>
                  </a:lnTo>
                  <a:lnTo>
                    <a:pt x="131145" y="46329"/>
                  </a:lnTo>
                  <a:lnTo>
                    <a:pt x="208389" y="73006"/>
                  </a:lnTo>
                  <a:lnTo>
                    <a:pt x="285632" y="99258"/>
                  </a:lnTo>
                  <a:lnTo>
                    <a:pt x="362876" y="125094"/>
                  </a:lnTo>
                  <a:lnTo>
                    <a:pt x="440119" y="150519"/>
                  </a:lnTo>
                  <a:lnTo>
                    <a:pt x="517363" y="175539"/>
                  </a:lnTo>
                  <a:lnTo>
                    <a:pt x="594606" y="200162"/>
                  </a:lnTo>
                  <a:lnTo>
                    <a:pt x="671850" y="224393"/>
                  </a:lnTo>
                  <a:lnTo>
                    <a:pt x="749094" y="248240"/>
                  </a:lnTo>
                  <a:lnTo>
                    <a:pt x="826337" y="271707"/>
                  </a:lnTo>
                  <a:lnTo>
                    <a:pt x="903581" y="294801"/>
                  </a:lnTo>
                  <a:lnTo>
                    <a:pt x="980824" y="317528"/>
                  </a:lnTo>
                  <a:lnTo>
                    <a:pt x="1058068" y="339894"/>
                  </a:lnTo>
                  <a:lnTo>
                    <a:pt x="1135311" y="361904"/>
                  </a:lnTo>
                  <a:lnTo>
                    <a:pt x="1212555" y="383564"/>
                  </a:lnTo>
                  <a:lnTo>
                    <a:pt x="1289799" y="404880"/>
                  </a:lnTo>
                  <a:lnTo>
                    <a:pt x="1367042" y="425858"/>
                  </a:lnTo>
                  <a:lnTo>
                    <a:pt x="1444286" y="446501"/>
                  </a:lnTo>
                  <a:lnTo>
                    <a:pt x="1521529" y="466817"/>
                  </a:lnTo>
                  <a:lnTo>
                    <a:pt x="1598773" y="486810"/>
                  </a:lnTo>
                  <a:lnTo>
                    <a:pt x="1676016" y="506485"/>
                  </a:lnTo>
                  <a:lnTo>
                    <a:pt x="1753260" y="525847"/>
                  </a:lnTo>
                  <a:lnTo>
                    <a:pt x="1830504" y="544901"/>
                  </a:lnTo>
                  <a:lnTo>
                    <a:pt x="1907747" y="563652"/>
                  </a:lnTo>
                  <a:lnTo>
                    <a:pt x="1984991" y="582106"/>
                  </a:lnTo>
                  <a:lnTo>
                    <a:pt x="2062234" y="600266"/>
                  </a:lnTo>
                  <a:lnTo>
                    <a:pt x="2139478" y="618137"/>
                  </a:lnTo>
                  <a:lnTo>
                    <a:pt x="2216721" y="635724"/>
                  </a:lnTo>
                  <a:lnTo>
                    <a:pt x="2293965" y="653032"/>
                  </a:lnTo>
                  <a:lnTo>
                    <a:pt x="2371209" y="670065"/>
                  </a:lnTo>
                  <a:lnTo>
                    <a:pt x="2448452" y="686827"/>
                  </a:lnTo>
                  <a:lnTo>
                    <a:pt x="2525696" y="703322"/>
                  </a:lnTo>
                  <a:lnTo>
                    <a:pt x="2602939" y="719555"/>
                  </a:lnTo>
                  <a:lnTo>
                    <a:pt x="2680183" y="735530"/>
                  </a:lnTo>
                  <a:lnTo>
                    <a:pt x="2757426" y="751251"/>
                  </a:lnTo>
                  <a:lnTo>
                    <a:pt x="2834670" y="766723"/>
                  </a:lnTo>
                  <a:lnTo>
                    <a:pt x="2911914" y="781948"/>
                  </a:lnTo>
                  <a:lnTo>
                    <a:pt x="2989157" y="796931"/>
                  </a:lnTo>
                  <a:lnTo>
                    <a:pt x="3066401" y="811676"/>
                  </a:lnTo>
                  <a:lnTo>
                    <a:pt x="3143644" y="826187"/>
                  </a:lnTo>
                  <a:lnTo>
                    <a:pt x="3220888" y="840467"/>
                  </a:lnTo>
                  <a:lnTo>
                    <a:pt x="3298131" y="854520"/>
                  </a:lnTo>
                  <a:lnTo>
                    <a:pt x="3375375" y="868350"/>
                  </a:lnTo>
                  <a:lnTo>
                    <a:pt x="3452619" y="881960"/>
                  </a:lnTo>
                  <a:lnTo>
                    <a:pt x="3529862" y="895353"/>
                  </a:lnTo>
                  <a:lnTo>
                    <a:pt x="3607106" y="908534"/>
                  </a:lnTo>
                  <a:lnTo>
                    <a:pt x="3684349" y="921505"/>
                  </a:lnTo>
                  <a:lnTo>
                    <a:pt x="3761593" y="934270"/>
                  </a:lnTo>
                  <a:lnTo>
                    <a:pt x="3838836" y="946832"/>
                  </a:lnTo>
                  <a:lnTo>
                    <a:pt x="3916080" y="959194"/>
                  </a:lnTo>
                  <a:lnTo>
                    <a:pt x="3993324" y="971360"/>
                  </a:lnTo>
                  <a:lnTo>
                    <a:pt x="4070567" y="983333"/>
                  </a:lnTo>
                  <a:lnTo>
                    <a:pt x="4147811" y="995115"/>
                  </a:lnTo>
                  <a:lnTo>
                    <a:pt x="4225054" y="1006710"/>
                  </a:lnTo>
                  <a:lnTo>
                    <a:pt x="4302298" y="1018120"/>
                  </a:lnTo>
                  <a:lnTo>
                    <a:pt x="4379541" y="1029349"/>
                  </a:lnTo>
                  <a:lnTo>
                    <a:pt x="4456785" y="1040400"/>
                  </a:lnTo>
                  <a:lnTo>
                    <a:pt x="4534029" y="1051275"/>
                  </a:lnTo>
                  <a:lnTo>
                    <a:pt x="4611272" y="1061977"/>
                  </a:lnTo>
                  <a:lnTo>
                    <a:pt x="4688516" y="1072509"/>
                  </a:lnTo>
                  <a:lnTo>
                    <a:pt x="4765759" y="1082873"/>
                  </a:lnTo>
                  <a:lnTo>
                    <a:pt x="4843003" y="1093073"/>
                  </a:lnTo>
                  <a:lnTo>
                    <a:pt x="4920246" y="1103111"/>
                  </a:lnTo>
                  <a:lnTo>
                    <a:pt x="4997490" y="1112989"/>
                  </a:lnTo>
                  <a:lnTo>
                    <a:pt x="5074734" y="1122710"/>
                  </a:lnTo>
                  <a:lnTo>
                    <a:pt x="5151977" y="1132276"/>
                  </a:lnTo>
                  <a:lnTo>
                    <a:pt x="5229221" y="1141691"/>
                  </a:lnTo>
                  <a:lnTo>
                    <a:pt x="5306464" y="1150956"/>
                  </a:lnTo>
                  <a:lnTo>
                    <a:pt x="5383708" y="1160073"/>
                  </a:lnTo>
                  <a:lnTo>
                    <a:pt x="5460951" y="1169046"/>
                  </a:lnTo>
                  <a:lnTo>
                    <a:pt x="5538195" y="1177876"/>
                  </a:lnTo>
                  <a:lnTo>
                    <a:pt x="5615439" y="1186566"/>
                  </a:lnTo>
                  <a:lnTo>
                    <a:pt x="5692682" y="1195117"/>
                  </a:lnTo>
                  <a:lnTo>
                    <a:pt x="5769926" y="1203533"/>
                  </a:lnTo>
                  <a:lnTo>
                    <a:pt x="5847169" y="1211814"/>
                  </a:lnTo>
                  <a:lnTo>
                    <a:pt x="5924413" y="1219965"/>
                  </a:lnTo>
                  <a:lnTo>
                    <a:pt x="6001656" y="1227985"/>
                  </a:lnTo>
                  <a:lnTo>
                    <a:pt x="6078900" y="1235878"/>
                  </a:lnTo>
                  <a:lnTo>
                    <a:pt x="6156144" y="1243646"/>
                  </a:lnTo>
                  <a:lnTo>
                    <a:pt x="6233387" y="1251290"/>
                  </a:lnTo>
                  <a:lnTo>
                    <a:pt x="6310631" y="1258813"/>
                  </a:lnTo>
                  <a:lnTo>
                    <a:pt x="6387874" y="1266216"/>
                  </a:lnTo>
                  <a:lnTo>
                    <a:pt x="6465118" y="1273501"/>
                  </a:lnTo>
                  <a:lnTo>
                    <a:pt x="6542361" y="1280671"/>
                  </a:lnTo>
                  <a:lnTo>
                    <a:pt x="6619605" y="1287726"/>
                  </a:lnTo>
                  <a:lnTo>
                    <a:pt x="6696849" y="1294670"/>
                  </a:lnTo>
                  <a:lnTo>
                    <a:pt x="6774092" y="1301503"/>
                  </a:lnTo>
                  <a:lnTo>
                    <a:pt x="6851336" y="1308227"/>
                  </a:lnTo>
                  <a:lnTo>
                    <a:pt x="6928579" y="1314845"/>
                  </a:lnTo>
                  <a:lnTo>
                    <a:pt x="7005823" y="1321357"/>
                  </a:lnTo>
                  <a:lnTo>
                    <a:pt x="7083066" y="1327766"/>
                  </a:lnTo>
                  <a:lnTo>
                    <a:pt x="7160310" y="1334073"/>
                  </a:lnTo>
                  <a:lnTo>
                    <a:pt x="7237554" y="1340280"/>
                  </a:lnTo>
                  <a:lnTo>
                    <a:pt x="7314797" y="1346388"/>
                  </a:lnTo>
                  <a:lnTo>
                    <a:pt x="7392041" y="13523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2026-05-26T09:08:35Z</dcterms:modified>
  <cp:category/>
</cp:coreProperties>
</file>