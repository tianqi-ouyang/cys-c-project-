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92041" cy="3652163"/>
            </a:xfrm>
            <a:custGeom>
              <a:avLst/>
              <a:pathLst>
                <a:path w="7392041" h="3652163">
                  <a:moveTo>
                    <a:pt x="2517748" y="0"/>
                  </a:moveTo>
                  <a:lnTo>
                    <a:pt x="2525696" y="56298"/>
                  </a:lnTo>
                  <a:lnTo>
                    <a:pt x="2602939" y="531188"/>
                  </a:lnTo>
                  <a:lnTo>
                    <a:pt x="2680183" y="943370"/>
                  </a:lnTo>
                  <a:lnTo>
                    <a:pt x="2757426" y="1301124"/>
                  </a:lnTo>
                  <a:lnTo>
                    <a:pt x="2834670" y="1611637"/>
                  </a:lnTo>
                  <a:lnTo>
                    <a:pt x="2911914" y="1881147"/>
                  </a:lnTo>
                  <a:lnTo>
                    <a:pt x="2989157" y="2115070"/>
                  </a:lnTo>
                  <a:lnTo>
                    <a:pt x="3066401" y="2318103"/>
                  </a:lnTo>
                  <a:lnTo>
                    <a:pt x="3143644" y="2494326"/>
                  </a:lnTo>
                  <a:lnTo>
                    <a:pt x="3220888" y="2647280"/>
                  </a:lnTo>
                  <a:lnTo>
                    <a:pt x="3298131" y="2780036"/>
                  </a:lnTo>
                  <a:lnTo>
                    <a:pt x="3375375" y="2801454"/>
                  </a:lnTo>
                  <a:lnTo>
                    <a:pt x="3452619" y="2819985"/>
                  </a:lnTo>
                  <a:lnTo>
                    <a:pt x="3529862" y="2838112"/>
                  </a:lnTo>
                  <a:lnTo>
                    <a:pt x="3607106" y="2855844"/>
                  </a:lnTo>
                  <a:lnTo>
                    <a:pt x="3684349" y="2873190"/>
                  </a:lnTo>
                  <a:lnTo>
                    <a:pt x="3761593" y="2890159"/>
                  </a:lnTo>
                  <a:lnTo>
                    <a:pt x="3838836" y="2906758"/>
                  </a:lnTo>
                  <a:lnTo>
                    <a:pt x="3916080" y="2922996"/>
                  </a:lnTo>
                  <a:lnTo>
                    <a:pt x="3993324" y="2938880"/>
                  </a:lnTo>
                  <a:lnTo>
                    <a:pt x="4070567" y="2954419"/>
                  </a:lnTo>
                  <a:lnTo>
                    <a:pt x="4147811" y="2969619"/>
                  </a:lnTo>
                  <a:lnTo>
                    <a:pt x="4225054" y="2984489"/>
                  </a:lnTo>
                  <a:lnTo>
                    <a:pt x="4302298" y="2999035"/>
                  </a:lnTo>
                  <a:lnTo>
                    <a:pt x="4379541" y="3013264"/>
                  </a:lnTo>
                  <a:lnTo>
                    <a:pt x="4456785" y="3027183"/>
                  </a:lnTo>
                  <a:lnTo>
                    <a:pt x="4534029" y="3040799"/>
                  </a:lnTo>
                  <a:lnTo>
                    <a:pt x="4611272" y="3054119"/>
                  </a:lnTo>
                  <a:lnTo>
                    <a:pt x="4688516" y="3067149"/>
                  </a:lnTo>
                  <a:lnTo>
                    <a:pt x="4765759" y="3079895"/>
                  </a:lnTo>
                  <a:lnTo>
                    <a:pt x="4843003" y="3092364"/>
                  </a:lnTo>
                  <a:lnTo>
                    <a:pt x="4920246" y="3104561"/>
                  </a:lnTo>
                  <a:lnTo>
                    <a:pt x="4997490" y="3116493"/>
                  </a:lnTo>
                  <a:lnTo>
                    <a:pt x="5074734" y="3128165"/>
                  </a:lnTo>
                  <a:lnTo>
                    <a:pt x="5151977" y="3139583"/>
                  </a:lnTo>
                  <a:lnTo>
                    <a:pt x="5229221" y="3150752"/>
                  </a:lnTo>
                  <a:lnTo>
                    <a:pt x="5306464" y="3161678"/>
                  </a:lnTo>
                  <a:lnTo>
                    <a:pt x="5383708" y="3172366"/>
                  </a:lnTo>
                  <a:lnTo>
                    <a:pt x="5460951" y="3182822"/>
                  </a:lnTo>
                  <a:lnTo>
                    <a:pt x="5538195" y="3193050"/>
                  </a:lnTo>
                  <a:lnTo>
                    <a:pt x="5615439" y="3203055"/>
                  </a:lnTo>
                  <a:lnTo>
                    <a:pt x="5692682" y="3212843"/>
                  </a:lnTo>
                  <a:lnTo>
                    <a:pt x="5769926" y="3222417"/>
                  </a:lnTo>
                  <a:lnTo>
                    <a:pt x="5847169" y="3231783"/>
                  </a:lnTo>
                  <a:lnTo>
                    <a:pt x="5924413" y="3240946"/>
                  </a:lnTo>
                  <a:lnTo>
                    <a:pt x="6001656" y="3249908"/>
                  </a:lnTo>
                  <a:lnTo>
                    <a:pt x="6078900" y="3258676"/>
                  </a:lnTo>
                  <a:lnTo>
                    <a:pt x="6156144" y="3267252"/>
                  </a:lnTo>
                  <a:lnTo>
                    <a:pt x="6233387" y="3275642"/>
                  </a:lnTo>
                  <a:lnTo>
                    <a:pt x="6310631" y="3283850"/>
                  </a:lnTo>
                  <a:lnTo>
                    <a:pt x="6387874" y="3291878"/>
                  </a:lnTo>
                  <a:lnTo>
                    <a:pt x="6465118" y="3299732"/>
                  </a:lnTo>
                  <a:lnTo>
                    <a:pt x="6542361" y="3307415"/>
                  </a:lnTo>
                  <a:lnTo>
                    <a:pt x="6619605" y="3314931"/>
                  </a:lnTo>
                  <a:lnTo>
                    <a:pt x="6696849" y="3322283"/>
                  </a:lnTo>
                  <a:lnTo>
                    <a:pt x="6774092" y="3329475"/>
                  </a:lnTo>
                  <a:lnTo>
                    <a:pt x="6851336" y="3336510"/>
                  </a:lnTo>
                  <a:lnTo>
                    <a:pt x="6928579" y="3343392"/>
                  </a:lnTo>
                  <a:lnTo>
                    <a:pt x="7005823" y="3350125"/>
                  </a:lnTo>
                  <a:lnTo>
                    <a:pt x="7083066" y="3356710"/>
                  </a:lnTo>
                  <a:lnTo>
                    <a:pt x="7160310" y="3363153"/>
                  </a:lnTo>
                  <a:lnTo>
                    <a:pt x="7237554" y="3369455"/>
                  </a:lnTo>
                  <a:lnTo>
                    <a:pt x="7314797" y="3375620"/>
                  </a:lnTo>
                  <a:lnTo>
                    <a:pt x="7392041" y="3381651"/>
                  </a:lnTo>
                  <a:lnTo>
                    <a:pt x="7392041" y="3652163"/>
                  </a:lnTo>
                  <a:lnTo>
                    <a:pt x="7314797" y="3652090"/>
                  </a:lnTo>
                  <a:lnTo>
                    <a:pt x="7237554" y="3652006"/>
                  </a:lnTo>
                  <a:lnTo>
                    <a:pt x="7160310" y="3651909"/>
                  </a:lnTo>
                  <a:lnTo>
                    <a:pt x="7083066" y="3651798"/>
                  </a:lnTo>
                  <a:lnTo>
                    <a:pt x="7005823" y="3651669"/>
                  </a:lnTo>
                  <a:lnTo>
                    <a:pt x="6928579" y="3651521"/>
                  </a:lnTo>
                  <a:lnTo>
                    <a:pt x="6851336" y="3651350"/>
                  </a:lnTo>
                  <a:lnTo>
                    <a:pt x="6774092" y="3651154"/>
                  </a:lnTo>
                  <a:lnTo>
                    <a:pt x="6696849" y="3650927"/>
                  </a:lnTo>
                  <a:lnTo>
                    <a:pt x="6619605" y="3650666"/>
                  </a:lnTo>
                  <a:lnTo>
                    <a:pt x="6542361" y="3650365"/>
                  </a:lnTo>
                  <a:lnTo>
                    <a:pt x="6465118" y="3650018"/>
                  </a:lnTo>
                  <a:lnTo>
                    <a:pt x="6387874" y="3649619"/>
                  </a:lnTo>
                  <a:lnTo>
                    <a:pt x="6310631" y="3649159"/>
                  </a:lnTo>
                  <a:lnTo>
                    <a:pt x="6233387" y="3648629"/>
                  </a:lnTo>
                  <a:lnTo>
                    <a:pt x="6156144" y="3648018"/>
                  </a:lnTo>
                  <a:lnTo>
                    <a:pt x="6078900" y="3647314"/>
                  </a:lnTo>
                  <a:lnTo>
                    <a:pt x="6001656" y="3646503"/>
                  </a:lnTo>
                  <a:lnTo>
                    <a:pt x="5924413" y="3645569"/>
                  </a:lnTo>
                  <a:lnTo>
                    <a:pt x="5847169" y="3644493"/>
                  </a:lnTo>
                  <a:lnTo>
                    <a:pt x="5769926" y="3643253"/>
                  </a:lnTo>
                  <a:lnTo>
                    <a:pt x="5692682" y="3641824"/>
                  </a:lnTo>
                  <a:lnTo>
                    <a:pt x="5615439" y="3640178"/>
                  </a:lnTo>
                  <a:lnTo>
                    <a:pt x="5538195" y="3638282"/>
                  </a:lnTo>
                  <a:lnTo>
                    <a:pt x="5460951" y="3636097"/>
                  </a:lnTo>
                  <a:lnTo>
                    <a:pt x="5383708" y="3633580"/>
                  </a:lnTo>
                  <a:lnTo>
                    <a:pt x="5306464" y="3630679"/>
                  </a:lnTo>
                  <a:lnTo>
                    <a:pt x="5229221" y="3627338"/>
                  </a:lnTo>
                  <a:lnTo>
                    <a:pt x="5151977" y="3623488"/>
                  </a:lnTo>
                  <a:lnTo>
                    <a:pt x="5074734" y="3619052"/>
                  </a:lnTo>
                  <a:lnTo>
                    <a:pt x="4997490" y="3613942"/>
                  </a:lnTo>
                  <a:lnTo>
                    <a:pt x="4920246" y="3608054"/>
                  </a:lnTo>
                  <a:lnTo>
                    <a:pt x="4843003" y="3601270"/>
                  </a:lnTo>
                  <a:lnTo>
                    <a:pt x="4765759" y="3593455"/>
                  </a:lnTo>
                  <a:lnTo>
                    <a:pt x="4688516" y="3584450"/>
                  </a:lnTo>
                  <a:lnTo>
                    <a:pt x="4611272" y="3574075"/>
                  </a:lnTo>
                  <a:lnTo>
                    <a:pt x="4534029" y="3562122"/>
                  </a:lnTo>
                  <a:lnTo>
                    <a:pt x="4456785" y="3548350"/>
                  </a:lnTo>
                  <a:lnTo>
                    <a:pt x="4379541" y="3532483"/>
                  </a:lnTo>
                  <a:lnTo>
                    <a:pt x="4302298" y="3514203"/>
                  </a:lnTo>
                  <a:lnTo>
                    <a:pt x="4225054" y="3493141"/>
                  </a:lnTo>
                  <a:lnTo>
                    <a:pt x="4147811" y="3468874"/>
                  </a:lnTo>
                  <a:lnTo>
                    <a:pt x="4070567" y="3440916"/>
                  </a:lnTo>
                  <a:lnTo>
                    <a:pt x="3993324" y="3408705"/>
                  </a:lnTo>
                  <a:lnTo>
                    <a:pt x="3916080" y="3371592"/>
                  </a:lnTo>
                  <a:lnTo>
                    <a:pt x="3838836" y="3328834"/>
                  </a:lnTo>
                  <a:lnTo>
                    <a:pt x="3761593" y="3279571"/>
                  </a:lnTo>
                  <a:lnTo>
                    <a:pt x="3684349" y="3222812"/>
                  </a:lnTo>
                  <a:lnTo>
                    <a:pt x="3607106" y="3157419"/>
                  </a:lnTo>
                  <a:lnTo>
                    <a:pt x="3529862" y="3082077"/>
                  </a:lnTo>
                  <a:lnTo>
                    <a:pt x="3452619" y="2995273"/>
                  </a:lnTo>
                  <a:lnTo>
                    <a:pt x="3375375" y="2895262"/>
                  </a:lnTo>
                  <a:lnTo>
                    <a:pt x="3298131" y="2782511"/>
                  </a:lnTo>
                  <a:lnTo>
                    <a:pt x="3220888" y="2763147"/>
                  </a:lnTo>
                  <a:lnTo>
                    <a:pt x="3143644" y="2743352"/>
                  </a:lnTo>
                  <a:lnTo>
                    <a:pt x="3066401" y="2723116"/>
                  </a:lnTo>
                  <a:lnTo>
                    <a:pt x="2989157" y="2702430"/>
                  </a:lnTo>
                  <a:lnTo>
                    <a:pt x="2911914" y="2681283"/>
                  </a:lnTo>
                  <a:lnTo>
                    <a:pt x="2834670" y="2659666"/>
                  </a:lnTo>
                  <a:lnTo>
                    <a:pt x="2757426" y="2637568"/>
                  </a:lnTo>
                  <a:lnTo>
                    <a:pt x="2680183" y="2614978"/>
                  </a:lnTo>
                  <a:lnTo>
                    <a:pt x="2602939" y="2591886"/>
                  </a:lnTo>
                  <a:lnTo>
                    <a:pt x="2525696" y="2568279"/>
                  </a:lnTo>
                  <a:lnTo>
                    <a:pt x="2448452" y="2544147"/>
                  </a:lnTo>
                  <a:lnTo>
                    <a:pt x="2371209" y="2519478"/>
                  </a:lnTo>
                  <a:lnTo>
                    <a:pt x="2293965" y="2494260"/>
                  </a:lnTo>
                  <a:lnTo>
                    <a:pt x="2216721" y="2468481"/>
                  </a:lnTo>
                  <a:lnTo>
                    <a:pt x="2139478" y="2442128"/>
                  </a:lnTo>
                  <a:lnTo>
                    <a:pt x="2062234" y="2415189"/>
                  </a:lnTo>
                  <a:lnTo>
                    <a:pt x="1984991" y="2387650"/>
                  </a:lnTo>
                  <a:lnTo>
                    <a:pt x="1907747" y="2359498"/>
                  </a:lnTo>
                  <a:lnTo>
                    <a:pt x="1830504" y="2330720"/>
                  </a:lnTo>
                  <a:lnTo>
                    <a:pt x="1753260" y="2301301"/>
                  </a:lnTo>
                  <a:lnTo>
                    <a:pt x="1676016" y="2271228"/>
                  </a:lnTo>
                  <a:lnTo>
                    <a:pt x="1598773" y="2240485"/>
                  </a:lnTo>
                  <a:lnTo>
                    <a:pt x="1521529" y="2209058"/>
                  </a:lnTo>
                  <a:lnTo>
                    <a:pt x="1444286" y="2176932"/>
                  </a:lnTo>
                  <a:lnTo>
                    <a:pt x="1367042" y="2144091"/>
                  </a:lnTo>
                  <a:lnTo>
                    <a:pt x="1289799" y="2110519"/>
                  </a:lnTo>
                  <a:lnTo>
                    <a:pt x="1212555" y="2076199"/>
                  </a:lnTo>
                  <a:lnTo>
                    <a:pt x="1135311" y="2041117"/>
                  </a:lnTo>
                  <a:lnTo>
                    <a:pt x="1058068" y="2005253"/>
                  </a:lnTo>
                  <a:lnTo>
                    <a:pt x="980824" y="1968591"/>
                  </a:lnTo>
                  <a:lnTo>
                    <a:pt x="903581" y="1931113"/>
                  </a:lnTo>
                  <a:lnTo>
                    <a:pt x="826337" y="1892802"/>
                  </a:lnTo>
                  <a:lnTo>
                    <a:pt x="749094" y="1853637"/>
                  </a:lnTo>
                  <a:lnTo>
                    <a:pt x="671850" y="1813601"/>
                  </a:lnTo>
                  <a:lnTo>
                    <a:pt x="594606" y="1772675"/>
                  </a:lnTo>
                  <a:lnTo>
                    <a:pt x="517363" y="1730837"/>
                  </a:lnTo>
                  <a:lnTo>
                    <a:pt x="440119" y="1688068"/>
                  </a:lnTo>
                  <a:lnTo>
                    <a:pt x="362876" y="1644347"/>
                  </a:lnTo>
                  <a:lnTo>
                    <a:pt x="285632" y="1599654"/>
                  </a:lnTo>
                  <a:lnTo>
                    <a:pt x="208389" y="1553966"/>
                  </a:lnTo>
                  <a:lnTo>
                    <a:pt x="131145" y="1507261"/>
                  </a:lnTo>
                  <a:lnTo>
                    <a:pt x="53901" y="1459516"/>
                  </a:lnTo>
                  <a:lnTo>
                    <a:pt x="0" y="142545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35266" y="1896563"/>
              <a:ext cx="4874293" cy="3381651"/>
            </a:xfrm>
            <a:custGeom>
              <a:avLst/>
              <a:pathLst>
                <a:path w="4874293" h="3381651">
                  <a:moveTo>
                    <a:pt x="0" y="0"/>
                  </a:moveTo>
                  <a:lnTo>
                    <a:pt x="7948" y="56298"/>
                  </a:lnTo>
                  <a:lnTo>
                    <a:pt x="85191" y="531188"/>
                  </a:lnTo>
                  <a:lnTo>
                    <a:pt x="162435" y="943370"/>
                  </a:lnTo>
                  <a:lnTo>
                    <a:pt x="239678" y="1301124"/>
                  </a:lnTo>
                  <a:lnTo>
                    <a:pt x="316922" y="1611637"/>
                  </a:lnTo>
                  <a:lnTo>
                    <a:pt x="394165" y="1881147"/>
                  </a:lnTo>
                  <a:lnTo>
                    <a:pt x="471409" y="2115070"/>
                  </a:lnTo>
                  <a:lnTo>
                    <a:pt x="548653" y="2318103"/>
                  </a:lnTo>
                  <a:lnTo>
                    <a:pt x="625896" y="2494326"/>
                  </a:lnTo>
                  <a:lnTo>
                    <a:pt x="703140" y="2647280"/>
                  </a:lnTo>
                  <a:lnTo>
                    <a:pt x="780383" y="2780036"/>
                  </a:lnTo>
                  <a:lnTo>
                    <a:pt x="857627" y="2801454"/>
                  </a:lnTo>
                  <a:lnTo>
                    <a:pt x="934870" y="2819985"/>
                  </a:lnTo>
                  <a:lnTo>
                    <a:pt x="1012114" y="2838112"/>
                  </a:lnTo>
                  <a:lnTo>
                    <a:pt x="1089358" y="2855844"/>
                  </a:lnTo>
                  <a:lnTo>
                    <a:pt x="1166601" y="2873190"/>
                  </a:lnTo>
                  <a:lnTo>
                    <a:pt x="1243845" y="2890159"/>
                  </a:lnTo>
                  <a:lnTo>
                    <a:pt x="1321088" y="2906758"/>
                  </a:lnTo>
                  <a:lnTo>
                    <a:pt x="1398332" y="2922996"/>
                  </a:lnTo>
                  <a:lnTo>
                    <a:pt x="1475575" y="2938880"/>
                  </a:lnTo>
                  <a:lnTo>
                    <a:pt x="1552819" y="2954419"/>
                  </a:lnTo>
                  <a:lnTo>
                    <a:pt x="1630063" y="2969619"/>
                  </a:lnTo>
                  <a:lnTo>
                    <a:pt x="1707306" y="2984489"/>
                  </a:lnTo>
                  <a:lnTo>
                    <a:pt x="1784550" y="2999035"/>
                  </a:lnTo>
                  <a:lnTo>
                    <a:pt x="1861793" y="3013264"/>
                  </a:lnTo>
                  <a:lnTo>
                    <a:pt x="1939037" y="3027183"/>
                  </a:lnTo>
                  <a:lnTo>
                    <a:pt x="2016280" y="3040799"/>
                  </a:lnTo>
                  <a:lnTo>
                    <a:pt x="2093524" y="3054119"/>
                  </a:lnTo>
                  <a:lnTo>
                    <a:pt x="2170768" y="3067149"/>
                  </a:lnTo>
                  <a:lnTo>
                    <a:pt x="2248011" y="3079895"/>
                  </a:lnTo>
                  <a:lnTo>
                    <a:pt x="2325255" y="3092364"/>
                  </a:lnTo>
                  <a:lnTo>
                    <a:pt x="2402498" y="3104561"/>
                  </a:lnTo>
                  <a:lnTo>
                    <a:pt x="2479742" y="3116493"/>
                  </a:lnTo>
                  <a:lnTo>
                    <a:pt x="2556985" y="3128165"/>
                  </a:lnTo>
                  <a:lnTo>
                    <a:pt x="2634229" y="3139583"/>
                  </a:lnTo>
                  <a:lnTo>
                    <a:pt x="2711473" y="3150752"/>
                  </a:lnTo>
                  <a:lnTo>
                    <a:pt x="2788716" y="3161678"/>
                  </a:lnTo>
                  <a:lnTo>
                    <a:pt x="2865960" y="3172366"/>
                  </a:lnTo>
                  <a:lnTo>
                    <a:pt x="2943203" y="3182822"/>
                  </a:lnTo>
                  <a:lnTo>
                    <a:pt x="3020447" y="3193050"/>
                  </a:lnTo>
                  <a:lnTo>
                    <a:pt x="3097690" y="3203055"/>
                  </a:lnTo>
                  <a:lnTo>
                    <a:pt x="3174934" y="3212843"/>
                  </a:lnTo>
                  <a:lnTo>
                    <a:pt x="3252178" y="3222417"/>
                  </a:lnTo>
                  <a:lnTo>
                    <a:pt x="3329421" y="3231783"/>
                  </a:lnTo>
                  <a:lnTo>
                    <a:pt x="3406665" y="3240946"/>
                  </a:lnTo>
                  <a:lnTo>
                    <a:pt x="3483908" y="3249908"/>
                  </a:lnTo>
                  <a:lnTo>
                    <a:pt x="3561152" y="3258676"/>
                  </a:lnTo>
                  <a:lnTo>
                    <a:pt x="3638395" y="3267252"/>
                  </a:lnTo>
                  <a:lnTo>
                    <a:pt x="3715639" y="3275642"/>
                  </a:lnTo>
                  <a:lnTo>
                    <a:pt x="3792883" y="3283850"/>
                  </a:lnTo>
                  <a:lnTo>
                    <a:pt x="3870126" y="3291878"/>
                  </a:lnTo>
                  <a:lnTo>
                    <a:pt x="3947370" y="3299732"/>
                  </a:lnTo>
                  <a:lnTo>
                    <a:pt x="4024613" y="3307415"/>
                  </a:lnTo>
                  <a:lnTo>
                    <a:pt x="4101857" y="3314931"/>
                  </a:lnTo>
                  <a:lnTo>
                    <a:pt x="4179100" y="3322283"/>
                  </a:lnTo>
                  <a:lnTo>
                    <a:pt x="4256344" y="3329475"/>
                  </a:lnTo>
                  <a:lnTo>
                    <a:pt x="4333588" y="3336510"/>
                  </a:lnTo>
                  <a:lnTo>
                    <a:pt x="4410831" y="3343392"/>
                  </a:lnTo>
                  <a:lnTo>
                    <a:pt x="4488075" y="3350125"/>
                  </a:lnTo>
                  <a:lnTo>
                    <a:pt x="4565318" y="3356710"/>
                  </a:lnTo>
                  <a:lnTo>
                    <a:pt x="4642562" y="3363153"/>
                  </a:lnTo>
                  <a:lnTo>
                    <a:pt x="4719805" y="3369455"/>
                  </a:lnTo>
                  <a:lnTo>
                    <a:pt x="4797049" y="3375620"/>
                  </a:lnTo>
                  <a:lnTo>
                    <a:pt x="4874293" y="33816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322022"/>
              <a:ext cx="7392041" cy="2226705"/>
            </a:xfrm>
            <a:custGeom>
              <a:avLst/>
              <a:pathLst>
                <a:path w="7392041" h="2226705">
                  <a:moveTo>
                    <a:pt x="7392041" y="2226705"/>
                  </a:moveTo>
                  <a:lnTo>
                    <a:pt x="7314797" y="2226632"/>
                  </a:lnTo>
                  <a:lnTo>
                    <a:pt x="7237554" y="2226548"/>
                  </a:lnTo>
                  <a:lnTo>
                    <a:pt x="7160310" y="2226451"/>
                  </a:lnTo>
                  <a:lnTo>
                    <a:pt x="7083066" y="2226339"/>
                  </a:lnTo>
                  <a:lnTo>
                    <a:pt x="7005823" y="2226211"/>
                  </a:lnTo>
                  <a:lnTo>
                    <a:pt x="6928579" y="2226062"/>
                  </a:lnTo>
                  <a:lnTo>
                    <a:pt x="6851336" y="2225892"/>
                  </a:lnTo>
                  <a:lnTo>
                    <a:pt x="6774092" y="2225695"/>
                  </a:lnTo>
                  <a:lnTo>
                    <a:pt x="6696849" y="2225468"/>
                  </a:lnTo>
                  <a:lnTo>
                    <a:pt x="6619605" y="2225207"/>
                  </a:lnTo>
                  <a:lnTo>
                    <a:pt x="6542361" y="2224906"/>
                  </a:lnTo>
                  <a:lnTo>
                    <a:pt x="6465118" y="2224560"/>
                  </a:lnTo>
                  <a:lnTo>
                    <a:pt x="6387874" y="2224160"/>
                  </a:lnTo>
                  <a:lnTo>
                    <a:pt x="6310631" y="2223700"/>
                  </a:lnTo>
                  <a:lnTo>
                    <a:pt x="6233387" y="2223170"/>
                  </a:lnTo>
                  <a:lnTo>
                    <a:pt x="6156144" y="2222559"/>
                  </a:lnTo>
                  <a:lnTo>
                    <a:pt x="6078900" y="2221855"/>
                  </a:lnTo>
                  <a:lnTo>
                    <a:pt x="6001656" y="2221045"/>
                  </a:lnTo>
                  <a:lnTo>
                    <a:pt x="5924413" y="2220111"/>
                  </a:lnTo>
                  <a:lnTo>
                    <a:pt x="5847169" y="2219034"/>
                  </a:lnTo>
                  <a:lnTo>
                    <a:pt x="5769926" y="2217794"/>
                  </a:lnTo>
                  <a:lnTo>
                    <a:pt x="5692682" y="2216366"/>
                  </a:lnTo>
                  <a:lnTo>
                    <a:pt x="5615439" y="2214720"/>
                  </a:lnTo>
                  <a:lnTo>
                    <a:pt x="5538195" y="2212823"/>
                  </a:lnTo>
                  <a:lnTo>
                    <a:pt x="5460951" y="2210638"/>
                  </a:lnTo>
                  <a:lnTo>
                    <a:pt x="5383708" y="2208121"/>
                  </a:lnTo>
                  <a:lnTo>
                    <a:pt x="5306464" y="2205221"/>
                  </a:lnTo>
                  <a:lnTo>
                    <a:pt x="5229221" y="2201879"/>
                  </a:lnTo>
                  <a:lnTo>
                    <a:pt x="5151977" y="2198029"/>
                  </a:lnTo>
                  <a:lnTo>
                    <a:pt x="5074734" y="2193594"/>
                  </a:lnTo>
                  <a:lnTo>
                    <a:pt x="4997490" y="2188483"/>
                  </a:lnTo>
                  <a:lnTo>
                    <a:pt x="4920246" y="2182595"/>
                  </a:lnTo>
                  <a:lnTo>
                    <a:pt x="4843003" y="2175812"/>
                  </a:lnTo>
                  <a:lnTo>
                    <a:pt x="4765759" y="2167996"/>
                  </a:lnTo>
                  <a:lnTo>
                    <a:pt x="4688516" y="2158991"/>
                  </a:lnTo>
                  <a:lnTo>
                    <a:pt x="4611272" y="2148616"/>
                  </a:lnTo>
                  <a:lnTo>
                    <a:pt x="4534029" y="2136663"/>
                  </a:lnTo>
                  <a:lnTo>
                    <a:pt x="4456785" y="2122892"/>
                  </a:lnTo>
                  <a:lnTo>
                    <a:pt x="4379541" y="2107025"/>
                  </a:lnTo>
                  <a:lnTo>
                    <a:pt x="4302298" y="2088744"/>
                  </a:lnTo>
                  <a:lnTo>
                    <a:pt x="4225054" y="2067682"/>
                  </a:lnTo>
                  <a:lnTo>
                    <a:pt x="4147811" y="2043416"/>
                  </a:lnTo>
                  <a:lnTo>
                    <a:pt x="4070567" y="2015458"/>
                  </a:lnTo>
                  <a:lnTo>
                    <a:pt x="3993324" y="1983246"/>
                  </a:lnTo>
                  <a:lnTo>
                    <a:pt x="3916080" y="1946134"/>
                  </a:lnTo>
                  <a:lnTo>
                    <a:pt x="3838836" y="1903375"/>
                  </a:lnTo>
                  <a:lnTo>
                    <a:pt x="3761593" y="1854112"/>
                  </a:lnTo>
                  <a:lnTo>
                    <a:pt x="3684349" y="1797354"/>
                  </a:lnTo>
                  <a:lnTo>
                    <a:pt x="3607106" y="1731960"/>
                  </a:lnTo>
                  <a:lnTo>
                    <a:pt x="3529862" y="1656618"/>
                  </a:lnTo>
                  <a:lnTo>
                    <a:pt x="3452619" y="1569814"/>
                  </a:lnTo>
                  <a:lnTo>
                    <a:pt x="3375375" y="1469803"/>
                  </a:lnTo>
                  <a:lnTo>
                    <a:pt x="3298131" y="1357053"/>
                  </a:lnTo>
                  <a:lnTo>
                    <a:pt x="3220888" y="1337688"/>
                  </a:lnTo>
                  <a:lnTo>
                    <a:pt x="3143644" y="1317893"/>
                  </a:lnTo>
                  <a:lnTo>
                    <a:pt x="3066401" y="1297657"/>
                  </a:lnTo>
                  <a:lnTo>
                    <a:pt x="2989157" y="1276971"/>
                  </a:lnTo>
                  <a:lnTo>
                    <a:pt x="2911914" y="1255825"/>
                  </a:lnTo>
                  <a:lnTo>
                    <a:pt x="2834670" y="1234208"/>
                  </a:lnTo>
                  <a:lnTo>
                    <a:pt x="2757426" y="1212110"/>
                  </a:lnTo>
                  <a:lnTo>
                    <a:pt x="2680183" y="1189520"/>
                  </a:lnTo>
                  <a:lnTo>
                    <a:pt x="2602939" y="1166427"/>
                  </a:lnTo>
                  <a:lnTo>
                    <a:pt x="2525696" y="1142820"/>
                  </a:lnTo>
                  <a:lnTo>
                    <a:pt x="2448452" y="1118688"/>
                  </a:lnTo>
                  <a:lnTo>
                    <a:pt x="2371209" y="1094019"/>
                  </a:lnTo>
                  <a:lnTo>
                    <a:pt x="2293965" y="1068801"/>
                  </a:lnTo>
                  <a:lnTo>
                    <a:pt x="2216721" y="1043022"/>
                  </a:lnTo>
                  <a:lnTo>
                    <a:pt x="2139478" y="1016669"/>
                  </a:lnTo>
                  <a:lnTo>
                    <a:pt x="2062234" y="989730"/>
                  </a:lnTo>
                  <a:lnTo>
                    <a:pt x="1984991" y="962191"/>
                  </a:lnTo>
                  <a:lnTo>
                    <a:pt x="1907747" y="934039"/>
                  </a:lnTo>
                  <a:lnTo>
                    <a:pt x="1830504" y="905261"/>
                  </a:lnTo>
                  <a:lnTo>
                    <a:pt x="1753260" y="875842"/>
                  </a:lnTo>
                  <a:lnTo>
                    <a:pt x="1676016" y="845769"/>
                  </a:lnTo>
                  <a:lnTo>
                    <a:pt x="1598773" y="815026"/>
                  </a:lnTo>
                  <a:lnTo>
                    <a:pt x="1521529" y="783599"/>
                  </a:lnTo>
                  <a:lnTo>
                    <a:pt x="1444286" y="751473"/>
                  </a:lnTo>
                  <a:lnTo>
                    <a:pt x="1367042" y="718632"/>
                  </a:lnTo>
                  <a:lnTo>
                    <a:pt x="1289799" y="685060"/>
                  </a:lnTo>
                  <a:lnTo>
                    <a:pt x="1212555" y="650741"/>
                  </a:lnTo>
                  <a:lnTo>
                    <a:pt x="1135311" y="615658"/>
                  </a:lnTo>
                  <a:lnTo>
                    <a:pt x="1058068" y="579794"/>
                  </a:lnTo>
                  <a:lnTo>
                    <a:pt x="980824" y="543132"/>
                  </a:lnTo>
                  <a:lnTo>
                    <a:pt x="903581" y="505655"/>
                  </a:lnTo>
                  <a:lnTo>
                    <a:pt x="826337" y="467343"/>
                  </a:lnTo>
                  <a:lnTo>
                    <a:pt x="749094" y="428179"/>
                  </a:lnTo>
                  <a:lnTo>
                    <a:pt x="671850" y="388143"/>
                  </a:lnTo>
                  <a:lnTo>
                    <a:pt x="594606" y="347216"/>
                  </a:lnTo>
                  <a:lnTo>
                    <a:pt x="517363" y="305378"/>
                  </a:lnTo>
                  <a:lnTo>
                    <a:pt x="440119" y="262609"/>
                  </a:lnTo>
                  <a:lnTo>
                    <a:pt x="362876" y="218889"/>
                  </a:lnTo>
                  <a:lnTo>
                    <a:pt x="285632" y="174195"/>
                  </a:lnTo>
                  <a:lnTo>
                    <a:pt x="208389" y="128507"/>
                  </a:lnTo>
                  <a:lnTo>
                    <a:pt x="131145" y="81802"/>
                  </a:lnTo>
                  <a:lnTo>
                    <a:pt x="53901" y="3405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763368" y="1896563"/>
              <a:ext cx="5446190" cy="3641240"/>
            </a:xfrm>
            <a:custGeom>
              <a:avLst/>
              <a:pathLst>
                <a:path w="5446190" h="3641240">
                  <a:moveTo>
                    <a:pt x="0" y="0"/>
                  </a:moveTo>
                  <a:lnTo>
                    <a:pt x="39140" y="151259"/>
                  </a:lnTo>
                  <a:lnTo>
                    <a:pt x="116384" y="426318"/>
                  </a:lnTo>
                  <a:lnTo>
                    <a:pt x="193627" y="679770"/>
                  </a:lnTo>
                  <a:lnTo>
                    <a:pt x="270871" y="913310"/>
                  </a:lnTo>
                  <a:lnTo>
                    <a:pt x="348114" y="1128505"/>
                  </a:lnTo>
                  <a:lnTo>
                    <a:pt x="425358" y="1326794"/>
                  </a:lnTo>
                  <a:lnTo>
                    <a:pt x="502602" y="1509506"/>
                  </a:lnTo>
                  <a:lnTo>
                    <a:pt x="579845" y="1677865"/>
                  </a:lnTo>
                  <a:lnTo>
                    <a:pt x="657089" y="1832998"/>
                  </a:lnTo>
                  <a:lnTo>
                    <a:pt x="734332" y="1975945"/>
                  </a:lnTo>
                  <a:lnTo>
                    <a:pt x="811576" y="2107661"/>
                  </a:lnTo>
                  <a:lnTo>
                    <a:pt x="888820" y="2229031"/>
                  </a:lnTo>
                  <a:lnTo>
                    <a:pt x="966063" y="2340866"/>
                  </a:lnTo>
                  <a:lnTo>
                    <a:pt x="1043307" y="2443915"/>
                  </a:lnTo>
                  <a:lnTo>
                    <a:pt x="1120550" y="2538870"/>
                  </a:lnTo>
                  <a:lnTo>
                    <a:pt x="1197794" y="2626365"/>
                  </a:lnTo>
                  <a:lnTo>
                    <a:pt x="1275037" y="2706986"/>
                  </a:lnTo>
                  <a:lnTo>
                    <a:pt x="1352281" y="2781275"/>
                  </a:lnTo>
                  <a:lnTo>
                    <a:pt x="1429525" y="2849727"/>
                  </a:lnTo>
                  <a:lnTo>
                    <a:pt x="1506768" y="2912802"/>
                  </a:lnTo>
                  <a:lnTo>
                    <a:pt x="1584012" y="2970922"/>
                  </a:lnTo>
                  <a:lnTo>
                    <a:pt x="1661255" y="3024476"/>
                  </a:lnTo>
                  <a:lnTo>
                    <a:pt x="1738499" y="3073823"/>
                  </a:lnTo>
                  <a:lnTo>
                    <a:pt x="1815742" y="3119293"/>
                  </a:lnTo>
                  <a:lnTo>
                    <a:pt x="1892986" y="3161192"/>
                  </a:lnTo>
                  <a:lnTo>
                    <a:pt x="1970230" y="3199799"/>
                  </a:lnTo>
                  <a:lnTo>
                    <a:pt x="2047473" y="3235373"/>
                  </a:lnTo>
                  <a:lnTo>
                    <a:pt x="2124717" y="3268153"/>
                  </a:lnTo>
                  <a:lnTo>
                    <a:pt x="2201960" y="3298357"/>
                  </a:lnTo>
                  <a:lnTo>
                    <a:pt x="2279204" y="3326189"/>
                  </a:lnTo>
                  <a:lnTo>
                    <a:pt x="2356447" y="3351834"/>
                  </a:lnTo>
                  <a:lnTo>
                    <a:pt x="2433691" y="3375465"/>
                  </a:lnTo>
                  <a:lnTo>
                    <a:pt x="2510935" y="3397239"/>
                  </a:lnTo>
                  <a:lnTo>
                    <a:pt x="2588178" y="3417303"/>
                  </a:lnTo>
                  <a:lnTo>
                    <a:pt x="2665422" y="3435791"/>
                  </a:lnTo>
                  <a:lnTo>
                    <a:pt x="2742665" y="3452826"/>
                  </a:lnTo>
                  <a:lnTo>
                    <a:pt x="2819909" y="3468523"/>
                  </a:lnTo>
                  <a:lnTo>
                    <a:pt x="2897152" y="3482987"/>
                  </a:lnTo>
                  <a:lnTo>
                    <a:pt x="2974396" y="3496315"/>
                  </a:lnTo>
                  <a:lnTo>
                    <a:pt x="3051640" y="3508596"/>
                  </a:lnTo>
                  <a:lnTo>
                    <a:pt x="3128883" y="3519912"/>
                  </a:lnTo>
                  <a:lnTo>
                    <a:pt x="3206127" y="3530339"/>
                  </a:lnTo>
                  <a:lnTo>
                    <a:pt x="3283370" y="3539947"/>
                  </a:lnTo>
                  <a:lnTo>
                    <a:pt x="3360614" y="3548800"/>
                  </a:lnTo>
                  <a:lnTo>
                    <a:pt x="3437857" y="3556957"/>
                  </a:lnTo>
                  <a:lnTo>
                    <a:pt x="3515101" y="3564474"/>
                  </a:lnTo>
                  <a:lnTo>
                    <a:pt x="3592345" y="3571401"/>
                  </a:lnTo>
                  <a:lnTo>
                    <a:pt x="3669588" y="3577783"/>
                  </a:lnTo>
                  <a:lnTo>
                    <a:pt x="3746832" y="3583664"/>
                  </a:lnTo>
                  <a:lnTo>
                    <a:pt x="3824075" y="3589082"/>
                  </a:lnTo>
                  <a:lnTo>
                    <a:pt x="3901319" y="3594076"/>
                  </a:lnTo>
                  <a:lnTo>
                    <a:pt x="3978562" y="3598677"/>
                  </a:lnTo>
                  <a:lnTo>
                    <a:pt x="4055806" y="3602916"/>
                  </a:lnTo>
                  <a:lnTo>
                    <a:pt x="4133050" y="3606822"/>
                  </a:lnTo>
                  <a:lnTo>
                    <a:pt x="4210293" y="3610422"/>
                  </a:lnTo>
                  <a:lnTo>
                    <a:pt x="4287537" y="3613739"/>
                  </a:lnTo>
                  <a:lnTo>
                    <a:pt x="4364780" y="3616795"/>
                  </a:lnTo>
                  <a:lnTo>
                    <a:pt x="4442024" y="3619611"/>
                  </a:lnTo>
                  <a:lnTo>
                    <a:pt x="4519267" y="3622206"/>
                  </a:lnTo>
                  <a:lnTo>
                    <a:pt x="4596511" y="3624597"/>
                  </a:lnTo>
                  <a:lnTo>
                    <a:pt x="4673755" y="3626800"/>
                  </a:lnTo>
                  <a:lnTo>
                    <a:pt x="4750998" y="3628831"/>
                  </a:lnTo>
                  <a:lnTo>
                    <a:pt x="4828242" y="3630701"/>
                  </a:lnTo>
                  <a:lnTo>
                    <a:pt x="4905485" y="3632425"/>
                  </a:lnTo>
                  <a:lnTo>
                    <a:pt x="4982729" y="3634013"/>
                  </a:lnTo>
                  <a:lnTo>
                    <a:pt x="5059972" y="3635477"/>
                  </a:lnTo>
                  <a:lnTo>
                    <a:pt x="5137216" y="3636825"/>
                  </a:lnTo>
                  <a:lnTo>
                    <a:pt x="5214460" y="3638068"/>
                  </a:lnTo>
                  <a:lnTo>
                    <a:pt x="5291703" y="3639213"/>
                  </a:lnTo>
                  <a:lnTo>
                    <a:pt x="5368947" y="3640268"/>
                  </a:lnTo>
                  <a:lnTo>
                    <a:pt x="5446190" y="364124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96330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2026-05-26T09:08:40Z</dcterms:modified>
  <cp:category/>
</cp:coreProperties>
</file>