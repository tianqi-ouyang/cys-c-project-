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57037"/>
            </a:xfrm>
            <a:custGeom>
              <a:avLst/>
              <a:pathLst>
                <a:path w="6964104" h="1257037">
                  <a:moveTo>
                    <a:pt x="2525163" y="0"/>
                  </a:moveTo>
                  <a:lnTo>
                    <a:pt x="2532401" y="19377"/>
                  </a:lnTo>
                  <a:lnTo>
                    <a:pt x="2602746" y="182829"/>
                  </a:lnTo>
                  <a:lnTo>
                    <a:pt x="2673090" y="324698"/>
                  </a:lnTo>
                  <a:lnTo>
                    <a:pt x="2743435" y="447833"/>
                  </a:lnTo>
                  <a:lnTo>
                    <a:pt x="2813779" y="554708"/>
                  </a:lnTo>
                  <a:lnTo>
                    <a:pt x="2884124" y="647471"/>
                  </a:lnTo>
                  <a:lnTo>
                    <a:pt x="2954468" y="727985"/>
                  </a:lnTo>
                  <a:lnTo>
                    <a:pt x="3024813" y="797867"/>
                  </a:lnTo>
                  <a:lnTo>
                    <a:pt x="3095157" y="858521"/>
                  </a:lnTo>
                  <a:lnTo>
                    <a:pt x="3165502" y="911166"/>
                  </a:lnTo>
                  <a:lnTo>
                    <a:pt x="3235846" y="956859"/>
                  </a:lnTo>
                  <a:lnTo>
                    <a:pt x="3306191" y="964231"/>
                  </a:lnTo>
                  <a:lnTo>
                    <a:pt x="3376535" y="970609"/>
                  </a:lnTo>
                  <a:lnTo>
                    <a:pt x="3446880" y="976848"/>
                  </a:lnTo>
                  <a:lnTo>
                    <a:pt x="3517224" y="982952"/>
                  </a:lnTo>
                  <a:lnTo>
                    <a:pt x="3587569" y="988922"/>
                  </a:lnTo>
                  <a:lnTo>
                    <a:pt x="3657913" y="994763"/>
                  </a:lnTo>
                  <a:lnTo>
                    <a:pt x="3728257" y="1000476"/>
                  </a:lnTo>
                  <a:lnTo>
                    <a:pt x="3798602" y="1006065"/>
                  </a:lnTo>
                  <a:lnTo>
                    <a:pt x="3868946" y="1011532"/>
                  </a:lnTo>
                  <a:lnTo>
                    <a:pt x="3939291" y="1016880"/>
                  </a:lnTo>
                  <a:lnTo>
                    <a:pt x="4009635" y="1022112"/>
                  </a:lnTo>
                  <a:lnTo>
                    <a:pt x="4079980" y="1027230"/>
                  </a:lnTo>
                  <a:lnTo>
                    <a:pt x="4150324" y="1032236"/>
                  </a:lnTo>
                  <a:lnTo>
                    <a:pt x="4220669" y="1037134"/>
                  </a:lnTo>
                  <a:lnTo>
                    <a:pt x="4291013" y="1041925"/>
                  </a:lnTo>
                  <a:lnTo>
                    <a:pt x="4361358" y="1046611"/>
                  </a:lnTo>
                  <a:lnTo>
                    <a:pt x="4431702" y="1051196"/>
                  </a:lnTo>
                  <a:lnTo>
                    <a:pt x="4502047" y="1055681"/>
                  </a:lnTo>
                  <a:lnTo>
                    <a:pt x="4572391" y="1060068"/>
                  </a:lnTo>
                  <a:lnTo>
                    <a:pt x="4642736" y="1064359"/>
                  </a:lnTo>
                  <a:lnTo>
                    <a:pt x="4713080" y="1068558"/>
                  </a:lnTo>
                  <a:lnTo>
                    <a:pt x="4783425" y="1072664"/>
                  </a:lnTo>
                  <a:lnTo>
                    <a:pt x="4853769" y="1076682"/>
                  </a:lnTo>
                  <a:lnTo>
                    <a:pt x="4924114" y="1080612"/>
                  </a:lnTo>
                  <a:lnTo>
                    <a:pt x="4994458" y="1084456"/>
                  </a:lnTo>
                  <a:lnTo>
                    <a:pt x="5064803" y="1088217"/>
                  </a:lnTo>
                  <a:lnTo>
                    <a:pt x="5135147" y="1091895"/>
                  </a:lnTo>
                  <a:lnTo>
                    <a:pt x="5205492" y="1095494"/>
                  </a:lnTo>
                  <a:lnTo>
                    <a:pt x="5275836" y="1099015"/>
                  </a:lnTo>
                  <a:lnTo>
                    <a:pt x="5346181" y="1102458"/>
                  </a:lnTo>
                  <a:lnTo>
                    <a:pt x="5416525" y="1105827"/>
                  </a:lnTo>
                  <a:lnTo>
                    <a:pt x="5486870" y="1109122"/>
                  </a:lnTo>
                  <a:lnTo>
                    <a:pt x="5557214" y="1112346"/>
                  </a:lnTo>
                  <a:lnTo>
                    <a:pt x="5627559" y="1115500"/>
                  </a:lnTo>
                  <a:lnTo>
                    <a:pt x="5697903" y="1118585"/>
                  </a:lnTo>
                  <a:lnTo>
                    <a:pt x="5768248" y="1121602"/>
                  </a:lnTo>
                  <a:lnTo>
                    <a:pt x="5838592" y="1124554"/>
                  </a:lnTo>
                  <a:lnTo>
                    <a:pt x="5908937" y="1127442"/>
                  </a:lnTo>
                  <a:lnTo>
                    <a:pt x="5979281" y="1130267"/>
                  </a:lnTo>
                  <a:lnTo>
                    <a:pt x="6049626" y="1133030"/>
                  </a:lnTo>
                  <a:lnTo>
                    <a:pt x="6119970" y="1135733"/>
                  </a:lnTo>
                  <a:lnTo>
                    <a:pt x="6190315" y="1138378"/>
                  </a:lnTo>
                  <a:lnTo>
                    <a:pt x="6260659" y="1140965"/>
                  </a:lnTo>
                  <a:lnTo>
                    <a:pt x="6331004" y="1143495"/>
                  </a:lnTo>
                  <a:lnTo>
                    <a:pt x="6401348" y="1145970"/>
                  </a:lnTo>
                  <a:lnTo>
                    <a:pt x="6471693" y="1148392"/>
                  </a:lnTo>
                  <a:lnTo>
                    <a:pt x="6542037" y="1150761"/>
                  </a:lnTo>
                  <a:lnTo>
                    <a:pt x="6612382" y="1153078"/>
                  </a:lnTo>
                  <a:lnTo>
                    <a:pt x="6682726" y="1155345"/>
                  </a:lnTo>
                  <a:lnTo>
                    <a:pt x="6753071" y="1157562"/>
                  </a:lnTo>
                  <a:lnTo>
                    <a:pt x="6823415" y="1159731"/>
                  </a:lnTo>
                  <a:lnTo>
                    <a:pt x="6893760" y="1161853"/>
                  </a:lnTo>
                  <a:lnTo>
                    <a:pt x="6964104" y="1163929"/>
                  </a:lnTo>
                  <a:lnTo>
                    <a:pt x="6964104" y="1257037"/>
                  </a:lnTo>
                  <a:lnTo>
                    <a:pt x="6893760" y="1257012"/>
                  </a:lnTo>
                  <a:lnTo>
                    <a:pt x="6823415" y="1256983"/>
                  </a:lnTo>
                  <a:lnTo>
                    <a:pt x="6753071" y="1256949"/>
                  </a:lnTo>
                  <a:lnTo>
                    <a:pt x="6682726" y="1256911"/>
                  </a:lnTo>
                  <a:lnTo>
                    <a:pt x="6612382" y="1256867"/>
                  </a:lnTo>
                  <a:lnTo>
                    <a:pt x="6542037" y="1256816"/>
                  </a:lnTo>
                  <a:lnTo>
                    <a:pt x="6471693" y="1256757"/>
                  </a:lnTo>
                  <a:lnTo>
                    <a:pt x="6401348" y="1256689"/>
                  </a:lnTo>
                  <a:lnTo>
                    <a:pt x="6331004" y="1256611"/>
                  </a:lnTo>
                  <a:lnTo>
                    <a:pt x="6260659" y="1256521"/>
                  </a:lnTo>
                  <a:lnTo>
                    <a:pt x="6190315" y="1256418"/>
                  </a:lnTo>
                  <a:lnTo>
                    <a:pt x="6119970" y="1256298"/>
                  </a:lnTo>
                  <a:lnTo>
                    <a:pt x="6049626" y="1256161"/>
                  </a:lnTo>
                  <a:lnTo>
                    <a:pt x="5979281" y="1256002"/>
                  </a:lnTo>
                  <a:lnTo>
                    <a:pt x="5908937" y="1255820"/>
                  </a:lnTo>
                  <a:lnTo>
                    <a:pt x="5838592" y="1255610"/>
                  </a:lnTo>
                  <a:lnTo>
                    <a:pt x="5768248" y="1255368"/>
                  </a:lnTo>
                  <a:lnTo>
                    <a:pt x="5697903" y="1255088"/>
                  </a:lnTo>
                  <a:lnTo>
                    <a:pt x="5627559" y="1254767"/>
                  </a:lnTo>
                  <a:lnTo>
                    <a:pt x="5557214" y="1254397"/>
                  </a:lnTo>
                  <a:lnTo>
                    <a:pt x="5486870" y="1253970"/>
                  </a:lnTo>
                  <a:lnTo>
                    <a:pt x="5416525" y="1253478"/>
                  </a:lnTo>
                  <a:lnTo>
                    <a:pt x="5346181" y="1252911"/>
                  </a:lnTo>
                  <a:lnTo>
                    <a:pt x="5275836" y="1252259"/>
                  </a:lnTo>
                  <a:lnTo>
                    <a:pt x="5205492" y="1251507"/>
                  </a:lnTo>
                  <a:lnTo>
                    <a:pt x="5135147" y="1250640"/>
                  </a:lnTo>
                  <a:lnTo>
                    <a:pt x="5064803" y="1249642"/>
                  </a:lnTo>
                  <a:lnTo>
                    <a:pt x="4994458" y="1248492"/>
                  </a:lnTo>
                  <a:lnTo>
                    <a:pt x="4924114" y="1247167"/>
                  </a:lnTo>
                  <a:lnTo>
                    <a:pt x="4853769" y="1245640"/>
                  </a:lnTo>
                  <a:lnTo>
                    <a:pt x="4783425" y="1243881"/>
                  </a:lnTo>
                  <a:lnTo>
                    <a:pt x="4713080" y="1241855"/>
                  </a:lnTo>
                  <a:lnTo>
                    <a:pt x="4642736" y="1239520"/>
                  </a:lnTo>
                  <a:lnTo>
                    <a:pt x="4572391" y="1236830"/>
                  </a:lnTo>
                  <a:lnTo>
                    <a:pt x="4502047" y="1233730"/>
                  </a:lnTo>
                  <a:lnTo>
                    <a:pt x="4431702" y="1230159"/>
                  </a:lnTo>
                  <a:lnTo>
                    <a:pt x="4361358" y="1226045"/>
                  </a:lnTo>
                  <a:lnTo>
                    <a:pt x="4291013" y="1221305"/>
                  </a:lnTo>
                  <a:lnTo>
                    <a:pt x="4220669" y="1215844"/>
                  </a:lnTo>
                  <a:lnTo>
                    <a:pt x="4150324" y="1209552"/>
                  </a:lnTo>
                  <a:lnTo>
                    <a:pt x="4079980" y="1202303"/>
                  </a:lnTo>
                  <a:lnTo>
                    <a:pt x="4009635" y="1193950"/>
                  </a:lnTo>
                  <a:lnTo>
                    <a:pt x="3939291" y="1184328"/>
                  </a:lnTo>
                  <a:lnTo>
                    <a:pt x="3868946" y="1173241"/>
                  </a:lnTo>
                  <a:lnTo>
                    <a:pt x="3798602" y="1160467"/>
                  </a:lnTo>
                  <a:lnTo>
                    <a:pt x="3728257" y="1145750"/>
                  </a:lnTo>
                  <a:lnTo>
                    <a:pt x="3657913" y="1128794"/>
                  </a:lnTo>
                  <a:lnTo>
                    <a:pt x="3587569" y="1109258"/>
                  </a:lnTo>
                  <a:lnTo>
                    <a:pt x="3517224" y="1086751"/>
                  </a:lnTo>
                  <a:lnTo>
                    <a:pt x="3446880" y="1060819"/>
                  </a:lnTo>
                  <a:lnTo>
                    <a:pt x="3376535" y="1030942"/>
                  </a:lnTo>
                  <a:lnTo>
                    <a:pt x="3306191" y="996519"/>
                  </a:lnTo>
                  <a:lnTo>
                    <a:pt x="3235846" y="957711"/>
                  </a:lnTo>
                  <a:lnTo>
                    <a:pt x="3165502" y="951046"/>
                  </a:lnTo>
                  <a:lnTo>
                    <a:pt x="3095157" y="944233"/>
                  </a:lnTo>
                  <a:lnTo>
                    <a:pt x="3024813" y="937268"/>
                  </a:lnTo>
                  <a:lnTo>
                    <a:pt x="2954468" y="930148"/>
                  </a:lnTo>
                  <a:lnTo>
                    <a:pt x="2884124" y="922870"/>
                  </a:lnTo>
                  <a:lnTo>
                    <a:pt x="2813779" y="915429"/>
                  </a:lnTo>
                  <a:lnTo>
                    <a:pt x="2743435" y="907823"/>
                  </a:lnTo>
                  <a:lnTo>
                    <a:pt x="2673090" y="900048"/>
                  </a:lnTo>
                  <a:lnTo>
                    <a:pt x="2602746" y="892100"/>
                  </a:lnTo>
                  <a:lnTo>
                    <a:pt x="2532401" y="883975"/>
                  </a:lnTo>
                  <a:lnTo>
                    <a:pt x="2462057" y="875669"/>
                  </a:lnTo>
                  <a:lnTo>
                    <a:pt x="2391712" y="867178"/>
                  </a:lnTo>
                  <a:lnTo>
                    <a:pt x="2321368" y="858498"/>
                  </a:lnTo>
                  <a:lnTo>
                    <a:pt x="2251023" y="849625"/>
                  </a:lnTo>
                  <a:lnTo>
                    <a:pt x="2180679" y="840555"/>
                  </a:lnTo>
                  <a:lnTo>
                    <a:pt x="2110334" y="831283"/>
                  </a:lnTo>
                  <a:lnTo>
                    <a:pt x="2039990" y="821804"/>
                  </a:lnTo>
                  <a:lnTo>
                    <a:pt x="1969645" y="812114"/>
                  </a:lnTo>
                  <a:lnTo>
                    <a:pt x="1899301" y="802209"/>
                  </a:lnTo>
                  <a:lnTo>
                    <a:pt x="1828956" y="792084"/>
                  </a:lnTo>
                  <a:lnTo>
                    <a:pt x="1758612" y="781733"/>
                  </a:lnTo>
                  <a:lnTo>
                    <a:pt x="1688267" y="771151"/>
                  </a:lnTo>
                  <a:lnTo>
                    <a:pt x="1617923" y="760335"/>
                  </a:lnTo>
                  <a:lnTo>
                    <a:pt x="1547578" y="749277"/>
                  </a:lnTo>
                  <a:lnTo>
                    <a:pt x="1477234" y="737974"/>
                  </a:lnTo>
                  <a:lnTo>
                    <a:pt x="1406889" y="726418"/>
                  </a:lnTo>
                  <a:lnTo>
                    <a:pt x="1336545" y="714606"/>
                  </a:lnTo>
                  <a:lnTo>
                    <a:pt x="1266200" y="702531"/>
                  </a:lnTo>
                  <a:lnTo>
                    <a:pt x="1195856" y="690187"/>
                  </a:lnTo>
                  <a:lnTo>
                    <a:pt x="1125511" y="677568"/>
                  </a:lnTo>
                  <a:lnTo>
                    <a:pt x="1055167" y="664669"/>
                  </a:lnTo>
                  <a:lnTo>
                    <a:pt x="984822" y="651482"/>
                  </a:lnTo>
                  <a:lnTo>
                    <a:pt x="914478" y="638003"/>
                  </a:lnTo>
                  <a:lnTo>
                    <a:pt x="844133" y="624223"/>
                  </a:lnTo>
                  <a:lnTo>
                    <a:pt x="773789" y="610136"/>
                  </a:lnTo>
                  <a:lnTo>
                    <a:pt x="703444" y="595736"/>
                  </a:lnTo>
                  <a:lnTo>
                    <a:pt x="633100" y="581015"/>
                  </a:lnTo>
                  <a:lnTo>
                    <a:pt x="562755" y="565967"/>
                  </a:lnTo>
                  <a:lnTo>
                    <a:pt x="492411" y="550584"/>
                  </a:lnTo>
                  <a:lnTo>
                    <a:pt x="422066" y="534859"/>
                  </a:lnTo>
                  <a:lnTo>
                    <a:pt x="351722" y="518783"/>
                  </a:lnTo>
                  <a:lnTo>
                    <a:pt x="281377" y="502350"/>
                  </a:lnTo>
                  <a:lnTo>
                    <a:pt x="211033" y="485551"/>
                  </a:lnTo>
                  <a:lnTo>
                    <a:pt x="140688" y="468379"/>
                  </a:lnTo>
                  <a:lnTo>
                    <a:pt x="70344" y="450824"/>
                  </a:lnTo>
                  <a:lnTo>
                    <a:pt x="0" y="4328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60475" y="2143092"/>
              <a:ext cx="4438941" cy="1163929"/>
            </a:xfrm>
            <a:custGeom>
              <a:avLst/>
              <a:pathLst>
                <a:path w="4438941" h="1163929">
                  <a:moveTo>
                    <a:pt x="0" y="0"/>
                  </a:moveTo>
                  <a:lnTo>
                    <a:pt x="7238" y="19377"/>
                  </a:lnTo>
                  <a:lnTo>
                    <a:pt x="77582" y="182829"/>
                  </a:lnTo>
                  <a:lnTo>
                    <a:pt x="147927" y="324698"/>
                  </a:lnTo>
                  <a:lnTo>
                    <a:pt x="218271" y="447833"/>
                  </a:lnTo>
                  <a:lnTo>
                    <a:pt x="288616" y="554708"/>
                  </a:lnTo>
                  <a:lnTo>
                    <a:pt x="358960" y="647471"/>
                  </a:lnTo>
                  <a:lnTo>
                    <a:pt x="429305" y="727985"/>
                  </a:lnTo>
                  <a:lnTo>
                    <a:pt x="499649" y="797867"/>
                  </a:lnTo>
                  <a:lnTo>
                    <a:pt x="569994" y="858521"/>
                  </a:lnTo>
                  <a:lnTo>
                    <a:pt x="640338" y="911166"/>
                  </a:lnTo>
                  <a:lnTo>
                    <a:pt x="710683" y="956859"/>
                  </a:lnTo>
                  <a:lnTo>
                    <a:pt x="781027" y="964231"/>
                  </a:lnTo>
                  <a:lnTo>
                    <a:pt x="851372" y="970609"/>
                  </a:lnTo>
                  <a:lnTo>
                    <a:pt x="921716" y="976848"/>
                  </a:lnTo>
                  <a:lnTo>
                    <a:pt x="992061" y="982952"/>
                  </a:lnTo>
                  <a:lnTo>
                    <a:pt x="1062405" y="988922"/>
                  </a:lnTo>
                  <a:lnTo>
                    <a:pt x="1132750" y="994763"/>
                  </a:lnTo>
                  <a:lnTo>
                    <a:pt x="1203094" y="1000476"/>
                  </a:lnTo>
                  <a:lnTo>
                    <a:pt x="1273439" y="1006065"/>
                  </a:lnTo>
                  <a:lnTo>
                    <a:pt x="1343783" y="1011532"/>
                  </a:lnTo>
                  <a:lnTo>
                    <a:pt x="1414128" y="1016880"/>
                  </a:lnTo>
                  <a:lnTo>
                    <a:pt x="1484472" y="1022112"/>
                  </a:lnTo>
                  <a:lnTo>
                    <a:pt x="1554816" y="1027230"/>
                  </a:lnTo>
                  <a:lnTo>
                    <a:pt x="1625161" y="1032236"/>
                  </a:lnTo>
                  <a:lnTo>
                    <a:pt x="1695505" y="1037134"/>
                  </a:lnTo>
                  <a:lnTo>
                    <a:pt x="1765850" y="1041925"/>
                  </a:lnTo>
                  <a:lnTo>
                    <a:pt x="1836194" y="1046611"/>
                  </a:lnTo>
                  <a:lnTo>
                    <a:pt x="1906539" y="1051196"/>
                  </a:lnTo>
                  <a:lnTo>
                    <a:pt x="1976883" y="1055681"/>
                  </a:lnTo>
                  <a:lnTo>
                    <a:pt x="2047228" y="1060068"/>
                  </a:lnTo>
                  <a:lnTo>
                    <a:pt x="2117572" y="1064359"/>
                  </a:lnTo>
                  <a:lnTo>
                    <a:pt x="2187917" y="1068558"/>
                  </a:lnTo>
                  <a:lnTo>
                    <a:pt x="2258261" y="1072664"/>
                  </a:lnTo>
                  <a:lnTo>
                    <a:pt x="2328606" y="1076682"/>
                  </a:lnTo>
                  <a:lnTo>
                    <a:pt x="2398950" y="1080612"/>
                  </a:lnTo>
                  <a:lnTo>
                    <a:pt x="2469295" y="1084456"/>
                  </a:lnTo>
                  <a:lnTo>
                    <a:pt x="2539639" y="1088217"/>
                  </a:lnTo>
                  <a:lnTo>
                    <a:pt x="2609984" y="1091895"/>
                  </a:lnTo>
                  <a:lnTo>
                    <a:pt x="2680328" y="1095494"/>
                  </a:lnTo>
                  <a:lnTo>
                    <a:pt x="2750673" y="1099015"/>
                  </a:lnTo>
                  <a:lnTo>
                    <a:pt x="2821017" y="1102458"/>
                  </a:lnTo>
                  <a:lnTo>
                    <a:pt x="2891362" y="1105827"/>
                  </a:lnTo>
                  <a:lnTo>
                    <a:pt x="2961706" y="1109122"/>
                  </a:lnTo>
                  <a:lnTo>
                    <a:pt x="3032051" y="1112346"/>
                  </a:lnTo>
                  <a:lnTo>
                    <a:pt x="3102395" y="1115500"/>
                  </a:lnTo>
                  <a:lnTo>
                    <a:pt x="3172740" y="1118585"/>
                  </a:lnTo>
                  <a:lnTo>
                    <a:pt x="3243084" y="1121602"/>
                  </a:lnTo>
                  <a:lnTo>
                    <a:pt x="3313429" y="1124554"/>
                  </a:lnTo>
                  <a:lnTo>
                    <a:pt x="3383773" y="1127442"/>
                  </a:lnTo>
                  <a:lnTo>
                    <a:pt x="3454118" y="1130267"/>
                  </a:lnTo>
                  <a:lnTo>
                    <a:pt x="3524462" y="1133030"/>
                  </a:lnTo>
                  <a:lnTo>
                    <a:pt x="3594807" y="1135733"/>
                  </a:lnTo>
                  <a:lnTo>
                    <a:pt x="3665151" y="1138378"/>
                  </a:lnTo>
                  <a:lnTo>
                    <a:pt x="3735496" y="1140965"/>
                  </a:lnTo>
                  <a:lnTo>
                    <a:pt x="3805840" y="1143495"/>
                  </a:lnTo>
                  <a:lnTo>
                    <a:pt x="3876185" y="1145970"/>
                  </a:lnTo>
                  <a:lnTo>
                    <a:pt x="3946529" y="1148392"/>
                  </a:lnTo>
                  <a:lnTo>
                    <a:pt x="4016874" y="1150761"/>
                  </a:lnTo>
                  <a:lnTo>
                    <a:pt x="4087218" y="1153078"/>
                  </a:lnTo>
                  <a:lnTo>
                    <a:pt x="4157563" y="1155345"/>
                  </a:lnTo>
                  <a:lnTo>
                    <a:pt x="4227907" y="1157562"/>
                  </a:lnTo>
                  <a:lnTo>
                    <a:pt x="4298252" y="1159731"/>
                  </a:lnTo>
                  <a:lnTo>
                    <a:pt x="4368596" y="1161853"/>
                  </a:lnTo>
                  <a:lnTo>
                    <a:pt x="4438941" y="1163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575970"/>
              <a:ext cx="6964104" cy="824158"/>
            </a:xfrm>
            <a:custGeom>
              <a:avLst/>
              <a:pathLst>
                <a:path w="6964104" h="824158">
                  <a:moveTo>
                    <a:pt x="6964104" y="824158"/>
                  </a:moveTo>
                  <a:lnTo>
                    <a:pt x="6893760" y="824133"/>
                  </a:lnTo>
                  <a:lnTo>
                    <a:pt x="6823415" y="824104"/>
                  </a:lnTo>
                  <a:lnTo>
                    <a:pt x="6753071" y="824070"/>
                  </a:lnTo>
                  <a:lnTo>
                    <a:pt x="6682726" y="824032"/>
                  </a:lnTo>
                  <a:lnTo>
                    <a:pt x="6612382" y="823988"/>
                  </a:lnTo>
                  <a:lnTo>
                    <a:pt x="6542037" y="823937"/>
                  </a:lnTo>
                  <a:lnTo>
                    <a:pt x="6471693" y="823878"/>
                  </a:lnTo>
                  <a:lnTo>
                    <a:pt x="6401348" y="823810"/>
                  </a:lnTo>
                  <a:lnTo>
                    <a:pt x="6331004" y="823732"/>
                  </a:lnTo>
                  <a:lnTo>
                    <a:pt x="6260659" y="823642"/>
                  </a:lnTo>
                  <a:lnTo>
                    <a:pt x="6190315" y="823539"/>
                  </a:lnTo>
                  <a:lnTo>
                    <a:pt x="6119970" y="823419"/>
                  </a:lnTo>
                  <a:lnTo>
                    <a:pt x="6049626" y="823282"/>
                  </a:lnTo>
                  <a:lnTo>
                    <a:pt x="5979281" y="823124"/>
                  </a:lnTo>
                  <a:lnTo>
                    <a:pt x="5908937" y="822941"/>
                  </a:lnTo>
                  <a:lnTo>
                    <a:pt x="5838592" y="822731"/>
                  </a:lnTo>
                  <a:lnTo>
                    <a:pt x="5768248" y="822489"/>
                  </a:lnTo>
                  <a:lnTo>
                    <a:pt x="5697903" y="822210"/>
                  </a:lnTo>
                  <a:lnTo>
                    <a:pt x="5627559" y="821888"/>
                  </a:lnTo>
                  <a:lnTo>
                    <a:pt x="5557214" y="821518"/>
                  </a:lnTo>
                  <a:lnTo>
                    <a:pt x="5486870" y="821091"/>
                  </a:lnTo>
                  <a:lnTo>
                    <a:pt x="5416525" y="820599"/>
                  </a:lnTo>
                  <a:lnTo>
                    <a:pt x="5346181" y="820033"/>
                  </a:lnTo>
                  <a:lnTo>
                    <a:pt x="5275836" y="819380"/>
                  </a:lnTo>
                  <a:lnTo>
                    <a:pt x="5205492" y="818628"/>
                  </a:lnTo>
                  <a:lnTo>
                    <a:pt x="5135147" y="817761"/>
                  </a:lnTo>
                  <a:lnTo>
                    <a:pt x="5064803" y="816763"/>
                  </a:lnTo>
                  <a:lnTo>
                    <a:pt x="4994458" y="815613"/>
                  </a:lnTo>
                  <a:lnTo>
                    <a:pt x="4924114" y="814288"/>
                  </a:lnTo>
                  <a:lnTo>
                    <a:pt x="4853769" y="812761"/>
                  </a:lnTo>
                  <a:lnTo>
                    <a:pt x="4783425" y="811002"/>
                  </a:lnTo>
                  <a:lnTo>
                    <a:pt x="4713080" y="808976"/>
                  </a:lnTo>
                  <a:lnTo>
                    <a:pt x="4642736" y="806641"/>
                  </a:lnTo>
                  <a:lnTo>
                    <a:pt x="4572391" y="803951"/>
                  </a:lnTo>
                  <a:lnTo>
                    <a:pt x="4502047" y="800851"/>
                  </a:lnTo>
                  <a:lnTo>
                    <a:pt x="4431702" y="797281"/>
                  </a:lnTo>
                  <a:lnTo>
                    <a:pt x="4361358" y="793166"/>
                  </a:lnTo>
                  <a:lnTo>
                    <a:pt x="4291013" y="788426"/>
                  </a:lnTo>
                  <a:lnTo>
                    <a:pt x="4220669" y="782965"/>
                  </a:lnTo>
                  <a:lnTo>
                    <a:pt x="4150324" y="776673"/>
                  </a:lnTo>
                  <a:lnTo>
                    <a:pt x="4079980" y="769424"/>
                  </a:lnTo>
                  <a:lnTo>
                    <a:pt x="4009635" y="761072"/>
                  </a:lnTo>
                  <a:lnTo>
                    <a:pt x="3939291" y="751449"/>
                  </a:lnTo>
                  <a:lnTo>
                    <a:pt x="3868946" y="740362"/>
                  </a:lnTo>
                  <a:lnTo>
                    <a:pt x="3798602" y="727588"/>
                  </a:lnTo>
                  <a:lnTo>
                    <a:pt x="3728257" y="712871"/>
                  </a:lnTo>
                  <a:lnTo>
                    <a:pt x="3657913" y="695915"/>
                  </a:lnTo>
                  <a:lnTo>
                    <a:pt x="3587569" y="676380"/>
                  </a:lnTo>
                  <a:lnTo>
                    <a:pt x="3517224" y="653872"/>
                  </a:lnTo>
                  <a:lnTo>
                    <a:pt x="3446880" y="627940"/>
                  </a:lnTo>
                  <a:lnTo>
                    <a:pt x="3376535" y="598063"/>
                  </a:lnTo>
                  <a:lnTo>
                    <a:pt x="3306191" y="563640"/>
                  </a:lnTo>
                  <a:lnTo>
                    <a:pt x="3235846" y="524833"/>
                  </a:lnTo>
                  <a:lnTo>
                    <a:pt x="3165502" y="518168"/>
                  </a:lnTo>
                  <a:lnTo>
                    <a:pt x="3095157" y="511354"/>
                  </a:lnTo>
                  <a:lnTo>
                    <a:pt x="3024813" y="504389"/>
                  </a:lnTo>
                  <a:lnTo>
                    <a:pt x="2954468" y="497269"/>
                  </a:lnTo>
                  <a:lnTo>
                    <a:pt x="2884124" y="489991"/>
                  </a:lnTo>
                  <a:lnTo>
                    <a:pt x="2813779" y="482551"/>
                  </a:lnTo>
                  <a:lnTo>
                    <a:pt x="2743435" y="474945"/>
                  </a:lnTo>
                  <a:lnTo>
                    <a:pt x="2673090" y="467169"/>
                  </a:lnTo>
                  <a:lnTo>
                    <a:pt x="2602746" y="459221"/>
                  </a:lnTo>
                  <a:lnTo>
                    <a:pt x="2532401" y="451096"/>
                  </a:lnTo>
                  <a:lnTo>
                    <a:pt x="2462057" y="442790"/>
                  </a:lnTo>
                  <a:lnTo>
                    <a:pt x="2391712" y="434299"/>
                  </a:lnTo>
                  <a:lnTo>
                    <a:pt x="2321368" y="425619"/>
                  </a:lnTo>
                  <a:lnTo>
                    <a:pt x="2251023" y="416746"/>
                  </a:lnTo>
                  <a:lnTo>
                    <a:pt x="2180679" y="407676"/>
                  </a:lnTo>
                  <a:lnTo>
                    <a:pt x="2110334" y="398404"/>
                  </a:lnTo>
                  <a:lnTo>
                    <a:pt x="2039990" y="388925"/>
                  </a:lnTo>
                  <a:lnTo>
                    <a:pt x="1969645" y="379236"/>
                  </a:lnTo>
                  <a:lnTo>
                    <a:pt x="1899301" y="369330"/>
                  </a:lnTo>
                  <a:lnTo>
                    <a:pt x="1828956" y="359205"/>
                  </a:lnTo>
                  <a:lnTo>
                    <a:pt x="1758612" y="348854"/>
                  </a:lnTo>
                  <a:lnTo>
                    <a:pt x="1688267" y="338273"/>
                  </a:lnTo>
                  <a:lnTo>
                    <a:pt x="1617923" y="327456"/>
                  </a:lnTo>
                  <a:lnTo>
                    <a:pt x="1547578" y="316398"/>
                  </a:lnTo>
                  <a:lnTo>
                    <a:pt x="1477234" y="305095"/>
                  </a:lnTo>
                  <a:lnTo>
                    <a:pt x="1406889" y="293540"/>
                  </a:lnTo>
                  <a:lnTo>
                    <a:pt x="1336545" y="281727"/>
                  </a:lnTo>
                  <a:lnTo>
                    <a:pt x="1266200" y="269652"/>
                  </a:lnTo>
                  <a:lnTo>
                    <a:pt x="1195856" y="257308"/>
                  </a:lnTo>
                  <a:lnTo>
                    <a:pt x="1125511" y="244690"/>
                  </a:lnTo>
                  <a:lnTo>
                    <a:pt x="1055167" y="231790"/>
                  </a:lnTo>
                  <a:lnTo>
                    <a:pt x="984822" y="218604"/>
                  </a:lnTo>
                  <a:lnTo>
                    <a:pt x="914478" y="205124"/>
                  </a:lnTo>
                  <a:lnTo>
                    <a:pt x="844133" y="191344"/>
                  </a:lnTo>
                  <a:lnTo>
                    <a:pt x="773789" y="177257"/>
                  </a:lnTo>
                  <a:lnTo>
                    <a:pt x="703444" y="162857"/>
                  </a:lnTo>
                  <a:lnTo>
                    <a:pt x="633100" y="148136"/>
                  </a:lnTo>
                  <a:lnTo>
                    <a:pt x="562755" y="133088"/>
                  </a:lnTo>
                  <a:lnTo>
                    <a:pt x="492411" y="117705"/>
                  </a:lnTo>
                  <a:lnTo>
                    <a:pt x="422066" y="101980"/>
                  </a:lnTo>
                  <a:lnTo>
                    <a:pt x="351722" y="85904"/>
                  </a:lnTo>
                  <a:lnTo>
                    <a:pt x="281377" y="69471"/>
                  </a:lnTo>
                  <a:lnTo>
                    <a:pt x="211033" y="52673"/>
                  </a:lnTo>
                  <a:lnTo>
                    <a:pt x="140688" y="35500"/>
                  </a:lnTo>
                  <a:lnTo>
                    <a:pt x="70344" y="179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39657" y="2143092"/>
              <a:ext cx="4959759" cy="1253277"/>
            </a:xfrm>
            <a:custGeom>
              <a:avLst/>
              <a:pathLst>
                <a:path w="4959759" h="1253277">
                  <a:moveTo>
                    <a:pt x="0" y="0"/>
                  </a:moveTo>
                  <a:lnTo>
                    <a:pt x="35644" y="52062"/>
                  </a:lnTo>
                  <a:lnTo>
                    <a:pt x="105989" y="146734"/>
                  </a:lnTo>
                  <a:lnTo>
                    <a:pt x="176333" y="233969"/>
                  </a:lnTo>
                  <a:lnTo>
                    <a:pt x="246678" y="314352"/>
                  </a:lnTo>
                  <a:lnTo>
                    <a:pt x="317022" y="388419"/>
                  </a:lnTo>
                  <a:lnTo>
                    <a:pt x="387367" y="456668"/>
                  </a:lnTo>
                  <a:lnTo>
                    <a:pt x="457711" y="519556"/>
                  </a:lnTo>
                  <a:lnTo>
                    <a:pt x="528056" y="577504"/>
                  </a:lnTo>
                  <a:lnTo>
                    <a:pt x="598400" y="630899"/>
                  </a:lnTo>
                  <a:lnTo>
                    <a:pt x="668745" y="680099"/>
                  </a:lnTo>
                  <a:lnTo>
                    <a:pt x="739089" y="725435"/>
                  </a:lnTo>
                  <a:lnTo>
                    <a:pt x="809434" y="767209"/>
                  </a:lnTo>
                  <a:lnTo>
                    <a:pt x="879778" y="805702"/>
                  </a:lnTo>
                  <a:lnTo>
                    <a:pt x="950123" y="841170"/>
                  </a:lnTo>
                  <a:lnTo>
                    <a:pt x="1020467" y="873852"/>
                  </a:lnTo>
                  <a:lnTo>
                    <a:pt x="1090812" y="903967"/>
                  </a:lnTo>
                  <a:lnTo>
                    <a:pt x="1161156" y="931716"/>
                  </a:lnTo>
                  <a:lnTo>
                    <a:pt x="1231501" y="957286"/>
                  </a:lnTo>
                  <a:lnTo>
                    <a:pt x="1301845" y="980846"/>
                  </a:lnTo>
                  <a:lnTo>
                    <a:pt x="1372190" y="1002556"/>
                  </a:lnTo>
                  <a:lnTo>
                    <a:pt x="1442534" y="1022560"/>
                  </a:lnTo>
                  <a:lnTo>
                    <a:pt x="1512879" y="1040993"/>
                  </a:lnTo>
                  <a:lnTo>
                    <a:pt x="1583223" y="1057978"/>
                  </a:lnTo>
                  <a:lnTo>
                    <a:pt x="1653568" y="1073628"/>
                  </a:lnTo>
                  <a:lnTo>
                    <a:pt x="1723912" y="1088049"/>
                  </a:lnTo>
                  <a:lnTo>
                    <a:pt x="1794257" y="1101337"/>
                  </a:lnTo>
                  <a:lnTo>
                    <a:pt x="1864601" y="1113582"/>
                  </a:lnTo>
                  <a:lnTo>
                    <a:pt x="1934946" y="1124864"/>
                  </a:lnTo>
                  <a:lnTo>
                    <a:pt x="2005290" y="1135260"/>
                  </a:lnTo>
                  <a:lnTo>
                    <a:pt x="2075635" y="1144840"/>
                  </a:lnTo>
                  <a:lnTo>
                    <a:pt x="2145979" y="1153666"/>
                  </a:lnTo>
                  <a:lnTo>
                    <a:pt x="2216324" y="1161800"/>
                  </a:lnTo>
                  <a:lnTo>
                    <a:pt x="2286668" y="1169294"/>
                  </a:lnTo>
                  <a:lnTo>
                    <a:pt x="2357013" y="1176200"/>
                  </a:lnTo>
                  <a:lnTo>
                    <a:pt x="2427357" y="1182563"/>
                  </a:lnTo>
                  <a:lnTo>
                    <a:pt x="2497701" y="1188427"/>
                  </a:lnTo>
                  <a:lnTo>
                    <a:pt x="2568046" y="1193830"/>
                  </a:lnTo>
                  <a:lnTo>
                    <a:pt x="2638390" y="1198808"/>
                  </a:lnTo>
                  <a:lnTo>
                    <a:pt x="2708735" y="1203395"/>
                  </a:lnTo>
                  <a:lnTo>
                    <a:pt x="2779079" y="1207622"/>
                  </a:lnTo>
                  <a:lnTo>
                    <a:pt x="2849424" y="1211517"/>
                  </a:lnTo>
                  <a:lnTo>
                    <a:pt x="2919768" y="1215106"/>
                  </a:lnTo>
                  <a:lnTo>
                    <a:pt x="2990113" y="1218413"/>
                  </a:lnTo>
                  <a:lnTo>
                    <a:pt x="3060457" y="1221460"/>
                  </a:lnTo>
                  <a:lnTo>
                    <a:pt x="3130802" y="1224268"/>
                  </a:lnTo>
                  <a:lnTo>
                    <a:pt x="3201146" y="1226855"/>
                  </a:lnTo>
                  <a:lnTo>
                    <a:pt x="3271491" y="1229239"/>
                  </a:lnTo>
                  <a:lnTo>
                    <a:pt x="3341835" y="1231436"/>
                  </a:lnTo>
                  <a:lnTo>
                    <a:pt x="3412180" y="1233460"/>
                  </a:lnTo>
                  <a:lnTo>
                    <a:pt x="3482524" y="1235325"/>
                  </a:lnTo>
                  <a:lnTo>
                    <a:pt x="3552869" y="1237043"/>
                  </a:lnTo>
                  <a:lnTo>
                    <a:pt x="3623213" y="1238627"/>
                  </a:lnTo>
                  <a:lnTo>
                    <a:pt x="3693558" y="1240086"/>
                  </a:lnTo>
                  <a:lnTo>
                    <a:pt x="3763902" y="1241431"/>
                  </a:lnTo>
                  <a:lnTo>
                    <a:pt x="3834247" y="1242670"/>
                  </a:lnTo>
                  <a:lnTo>
                    <a:pt x="3904591" y="1243811"/>
                  </a:lnTo>
                  <a:lnTo>
                    <a:pt x="3974936" y="1244863"/>
                  </a:lnTo>
                  <a:lnTo>
                    <a:pt x="4045280" y="1245832"/>
                  </a:lnTo>
                  <a:lnTo>
                    <a:pt x="4115625" y="1246726"/>
                  </a:lnTo>
                  <a:lnTo>
                    <a:pt x="4185969" y="1247549"/>
                  </a:lnTo>
                  <a:lnTo>
                    <a:pt x="4256314" y="1248307"/>
                  </a:lnTo>
                  <a:lnTo>
                    <a:pt x="4326658" y="1249006"/>
                  </a:lnTo>
                  <a:lnTo>
                    <a:pt x="4397003" y="1249650"/>
                  </a:lnTo>
                  <a:lnTo>
                    <a:pt x="4467347" y="1250243"/>
                  </a:lnTo>
                  <a:lnTo>
                    <a:pt x="4537692" y="1250790"/>
                  </a:lnTo>
                  <a:lnTo>
                    <a:pt x="4608036" y="1251293"/>
                  </a:lnTo>
                  <a:lnTo>
                    <a:pt x="4678381" y="1251757"/>
                  </a:lnTo>
                  <a:lnTo>
                    <a:pt x="4748725" y="1252185"/>
                  </a:lnTo>
                  <a:lnTo>
                    <a:pt x="4819070" y="1252579"/>
                  </a:lnTo>
                  <a:lnTo>
                    <a:pt x="4889414" y="1252942"/>
                  </a:lnTo>
                  <a:lnTo>
                    <a:pt x="4959759" y="1253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5122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(1.29-5.08), p = 0.007  |  per IQR decline (Δ = 29.5 %): 16.00 (2.11-121.46)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57037"/>
            </a:xfrm>
            <a:custGeom>
              <a:avLst/>
              <a:pathLst>
                <a:path w="6964104" h="1257037">
                  <a:moveTo>
                    <a:pt x="2525163" y="0"/>
                  </a:moveTo>
                  <a:lnTo>
                    <a:pt x="2532401" y="19377"/>
                  </a:lnTo>
                  <a:lnTo>
                    <a:pt x="2602746" y="182829"/>
                  </a:lnTo>
                  <a:lnTo>
                    <a:pt x="2673090" y="324698"/>
                  </a:lnTo>
                  <a:lnTo>
                    <a:pt x="2743435" y="447833"/>
                  </a:lnTo>
                  <a:lnTo>
                    <a:pt x="2813779" y="554708"/>
                  </a:lnTo>
                  <a:lnTo>
                    <a:pt x="2884124" y="647471"/>
                  </a:lnTo>
                  <a:lnTo>
                    <a:pt x="2954468" y="727985"/>
                  </a:lnTo>
                  <a:lnTo>
                    <a:pt x="3024813" y="797867"/>
                  </a:lnTo>
                  <a:lnTo>
                    <a:pt x="3095157" y="858521"/>
                  </a:lnTo>
                  <a:lnTo>
                    <a:pt x="3165502" y="911166"/>
                  </a:lnTo>
                  <a:lnTo>
                    <a:pt x="3235846" y="956859"/>
                  </a:lnTo>
                  <a:lnTo>
                    <a:pt x="3306191" y="964231"/>
                  </a:lnTo>
                  <a:lnTo>
                    <a:pt x="3376535" y="970609"/>
                  </a:lnTo>
                  <a:lnTo>
                    <a:pt x="3446880" y="976848"/>
                  </a:lnTo>
                  <a:lnTo>
                    <a:pt x="3517224" y="982952"/>
                  </a:lnTo>
                  <a:lnTo>
                    <a:pt x="3587569" y="988922"/>
                  </a:lnTo>
                  <a:lnTo>
                    <a:pt x="3657913" y="994763"/>
                  </a:lnTo>
                  <a:lnTo>
                    <a:pt x="3728257" y="1000476"/>
                  </a:lnTo>
                  <a:lnTo>
                    <a:pt x="3798602" y="1006065"/>
                  </a:lnTo>
                  <a:lnTo>
                    <a:pt x="3868946" y="1011532"/>
                  </a:lnTo>
                  <a:lnTo>
                    <a:pt x="3939291" y="1016880"/>
                  </a:lnTo>
                  <a:lnTo>
                    <a:pt x="4009635" y="1022112"/>
                  </a:lnTo>
                  <a:lnTo>
                    <a:pt x="4079980" y="1027230"/>
                  </a:lnTo>
                  <a:lnTo>
                    <a:pt x="4150324" y="1032236"/>
                  </a:lnTo>
                  <a:lnTo>
                    <a:pt x="4220669" y="1037134"/>
                  </a:lnTo>
                  <a:lnTo>
                    <a:pt x="4291013" y="1041925"/>
                  </a:lnTo>
                  <a:lnTo>
                    <a:pt x="4361358" y="1046611"/>
                  </a:lnTo>
                  <a:lnTo>
                    <a:pt x="4431702" y="1051196"/>
                  </a:lnTo>
                  <a:lnTo>
                    <a:pt x="4502047" y="1055681"/>
                  </a:lnTo>
                  <a:lnTo>
                    <a:pt x="4572391" y="1060068"/>
                  </a:lnTo>
                  <a:lnTo>
                    <a:pt x="4642736" y="1064359"/>
                  </a:lnTo>
                  <a:lnTo>
                    <a:pt x="4713080" y="1068558"/>
                  </a:lnTo>
                  <a:lnTo>
                    <a:pt x="4783425" y="1072664"/>
                  </a:lnTo>
                  <a:lnTo>
                    <a:pt x="4853769" y="1076682"/>
                  </a:lnTo>
                  <a:lnTo>
                    <a:pt x="4924114" y="1080612"/>
                  </a:lnTo>
                  <a:lnTo>
                    <a:pt x="4994458" y="1084456"/>
                  </a:lnTo>
                  <a:lnTo>
                    <a:pt x="5064803" y="1088217"/>
                  </a:lnTo>
                  <a:lnTo>
                    <a:pt x="5135147" y="1091895"/>
                  </a:lnTo>
                  <a:lnTo>
                    <a:pt x="5205492" y="1095494"/>
                  </a:lnTo>
                  <a:lnTo>
                    <a:pt x="5275836" y="1099015"/>
                  </a:lnTo>
                  <a:lnTo>
                    <a:pt x="5346181" y="1102458"/>
                  </a:lnTo>
                  <a:lnTo>
                    <a:pt x="5416525" y="1105827"/>
                  </a:lnTo>
                  <a:lnTo>
                    <a:pt x="5486870" y="1109122"/>
                  </a:lnTo>
                  <a:lnTo>
                    <a:pt x="5557214" y="1112346"/>
                  </a:lnTo>
                  <a:lnTo>
                    <a:pt x="5627559" y="1115500"/>
                  </a:lnTo>
                  <a:lnTo>
                    <a:pt x="5697903" y="1118585"/>
                  </a:lnTo>
                  <a:lnTo>
                    <a:pt x="5768248" y="1121602"/>
                  </a:lnTo>
                  <a:lnTo>
                    <a:pt x="5838592" y="1124554"/>
                  </a:lnTo>
                  <a:lnTo>
                    <a:pt x="5908937" y="1127442"/>
                  </a:lnTo>
                  <a:lnTo>
                    <a:pt x="5979281" y="1130267"/>
                  </a:lnTo>
                  <a:lnTo>
                    <a:pt x="6049626" y="1133030"/>
                  </a:lnTo>
                  <a:lnTo>
                    <a:pt x="6119970" y="1135733"/>
                  </a:lnTo>
                  <a:lnTo>
                    <a:pt x="6190315" y="1138378"/>
                  </a:lnTo>
                  <a:lnTo>
                    <a:pt x="6260659" y="1140965"/>
                  </a:lnTo>
                  <a:lnTo>
                    <a:pt x="6331004" y="1143495"/>
                  </a:lnTo>
                  <a:lnTo>
                    <a:pt x="6401348" y="1145970"/>
                  </a:lnTo>
                  <a:lnTo>
                    <a:pt x="6471693" y="1148392"/>
                  </a:lnTo>
                  <a:lnTo>
                    <a:pt x="6542037" y="1150761"/>
                  </a:lnTo>
                  <a:lnTo>
                    <a:pt x="6612382" y="1153078"/>
                  </a:lnTo>
                  <a:lnTo>
                    <a:pt x="6682726" y="1155345"/>
                  </a:lnTo>
                  <a:lnTo>
                    <a:pt x="6753071" y="1157562"/>
                  </a:lnTo>
                  <a:lnTo>
                    <a:pt x="6823415" y="1159731"/>
                  </a:lnTo>
                  <a:lnTo>
                    <a:pt x="6893760" y="1161853"/>
                  </a:lnTo>
                  <a:lnTo>
                    <a:pt x="6964104" y="1163929"/>
                  </a:lnTo>
                  <a:lnTo>
                    <a:pt x="6964104" y="1257037"/>
                  </a:lnTo>
                  <a:lnTo>
                    <a:pt x="6893760" y="1257012"/>
                  </a:lnTo>
                  <a:lnTo>
                    <a:pt x="6823415" y="1256983"/>
                  </a:lnTo>
                  <a:lnTo>
                    <a:pt x="6753071" y="1256949"/>
                  </a:lnTo>
                  <a:lnTo>
                    <a:pt x="6682726" y="1256911"/>
                  </a:lnTo>
                  <a:lnTo>
                    <a:pt x="6612382" y="1256867"/>
                  </a:lnTo>
                  <a:lnTo>
                    <a:pt x="6542037" y="1256816"/>
                  </a:lnTo>
                  <a:lnTo>
                    <a:pt x="6471693" y="1256757"/>
                  </a:lnTo>
                  <a:lnTo>
                    <a:pt x="6401348" y="1256689"/>
                  </a:lnTo>
                  <a:lnTo>
                    <a:pt x="6331004" y="1256611"/>
                  </a:lnTo>
                  <a:lnTo>
                    <a:pt x="6260659" y="1256521"/>
                  </a:lnTo>
                  <a:lnTo>
                    <a:pt x="6190315" y="1256418"/>
                  </a:lnTo>
                  <a:lnTo>
                    <a:pt x="6119970" y="1256298"/>
                  </a:lnTo>
                  <a:lnTo>
                    <a:pt x="6049626" y="1256161"/>
                  </a:lnTo>
                  <a:lnTo>
                    <a:pt x="5979281" y="1256002"/>
                  </a:lnTo>
                  <a:lnTo>
                    <a:pt x="5908937" y="1255820"/>
                  </a:lnTo>
                  <a:lnTo>
                    <a:pt x="5838592" y="1255610"/>
                  </a:lnTo>
                  <a:lnTo>
                    <a:pt x="5768248" y="1255368"/>
                  </a:lnTo>
                  <a:lnTo>
                    <a:pt x="5697903" y="1255088"/>
                  </a:lnTo>
                  <a:lnTo>
                    <a:pt x="5627559" y="1254767"/>
                  </a:lnTo>
                  <a:lnTo>
                    <a:pt x="5557214" y="1254397"/>
                  </a:lnTo>
                  <a:lnTo>
                    <a:pt x="5486870" y="1253970"/>
                  </a:lnTo>
                  <a:lnTo>
                    <a:pt x="5416525" y="1253478"/>
                  </a:lnTo>
                  <a:lnTo>
                    <a:pt x="5346181" y="1252911"/>
                  </a:lnTo>
                  <a:lnTo>
                    <a:pt x="5275836" y="1252259"/>
                  </a:lnTo>
                  <a:lnTo>
                    <a:pt x="5205492" y="1251507"/>
                  </a:lnTo>
                  <a:lnTo>
                    <a:pt x="5135147" y="1250640"/>
                  </a:lnTo>
                  <a:lnTo>
                    <a:pt x="5064803" y="1249642"/>
                  </a:lnTo>
                  <a:lnTo>
                    <a:pt x="4994458" y="1248492"/>
                  </a:lnTo>
                  <a:lnTo>
                    <a:pt x="4924114" y="1247167"/>
                  </a:lnTo>
                  <a:lnTo>
                    <a:pt x="4853769" y="1245640"/>
                  </a:lnTo>
                  <a:lnTo>
                    <a:pt x="4783425" y="1243881"/>
                  </a:lnTo>
                  <a:lnTo>
                    <a:pt x="4713080" y="1241855"/>
                  </a:lnTo>
                  <a:lnTo>
                    <a:pt x="4642736" y="1239520"/>
                  </a:lnTo>
                  <a:lnTo>
                    <a:pt x="4572391" y="1236830"/>
                  </a:lnTo>
                  <a:lnTo>
                    <a:pt x="4502047" y="1233730"/>
                  </a:lnTo>
                  <a:lnTo>
                    <a:pt x="4431702" y="1230159"/>
                  </a:lnTo>
                  <a:lnTo>
                    <a:pt x="4361358" y="1226045"/>
                  </a:lnTo>
                  <a:lnTo>
                    <a:pt x="4291013" y="1221305"/>
                  </a:lnTo>
                  <a:lnTo>
                    <a:pt x="4220669" y="1215844"/>
                  </a:lnTo>
                  <a:lnTo>
                    <a:pt x="4150324" y="1209552"/>
                  </a:lnTo>
                  <a:lnTo>
                    <a:pt x="4079980" y="1202303"/>
                  </a:lnTo>
                  <a:lnTo>
                    <a:pt x="4009635" y="1193950"/>
                  </a:lnTo>
                  <a:lnTo>
                    <a:pt x="3939291" y="1184328"/>
                  </a:lnTo>
                  <a:lnTo>
                    <a:pt x="3868946" y="1173241"/>
                  </a:lnTo>
                  <a:lnTo>
                    <a:pt x="3798602" y="1160467"/>
                  </a:lnTo>
                  <a:lnTo>
                    <a:pt x="3728257" y="1145750"/>
                  </a:lnTo>
                  <a:lnTo>
                    <a:pt x="3657913" y="1128794"/>
                  </a:lnTo>
                  <a:lnTo>
                    <a:pt x="3587569" y="1109258"/>
                  </a:lnTo>
                  <a:lnTo>
                    <a:pt x="3517224" y="1086751"/>
                  </a:lnTo>
                  <a:lnTo>
                    <a:pt x="3446880" y="1060819"/>
                  </a:lnTo>
                  <a:lnTo>
                    <a:pt x="3376535" y="1030942"/>
                  </a:lnTo>
                  <a:lnTo>
                    <a:pt x="3306191" y="996519"/>
                  </a:lnTo>
                  <a:lnTo>
                    <a:pt x="3235846" y="957711"/>
                  </a:lnTo>
                  <a:lnTo>
                    <a:pt x="3165502" y="951046"/>
                  </a:lnTo>
                  <a:lnTo>
                    <a:pt x="3095157" y="944233"/>
                  </a:lnTo>
                  <a:lnTo>
                    <a:pt x="3024813" y="937268"/>
                  </a:lnTo>
                  <a:lnTo>
                    <a:pt x="2954468" y="930148"/>
                  </a:lnTo>
                  <a:lnTo>
                    <a:pt x="2884124" y="922870"/>
                  </a:lnTo>
                  <a:lnTo>
                    <a:pt x="2813779" y="915429"/>
                  </a:lnTo>
                  <a:lnTo>
                    <a:pt x="2743435" y="907823"/>
                  </a:lnTo>
                  <a:lnTo>
                    <a:pt x="2673090" y="900048"/>
                  </a:lnTo>
                  <a:lnTo>
                    <a:pt x="2602746" y="892100"/>
                  </a:lnTo>
                  <a:lnTo>
                    <a:pt x="2532401" y="883975"/>
                  </a:lnTo>
                  <a:lnTo>
                    <a:pt x="2462057" y="875669"/>
                  </a:lnTo>
                  <a:lnTo>
                    <a:pt x="2391712" y="867178"/>
                  </a:lnTo>
                  <a:lnTo>
                    <a:pt x="2321368" y="858498"/>
                  </a:lnTo>
                  <a:lnTo>
                    <a:pt x="2251023" y="849625"/>
                  </a:lnTo>
                  <a:lnTo>
                    <a:pt x="2180679" y="840555"/>
                  </a:lnTo>
                  <a:lnTo>
                    <a:pt x="2110334" y="831283"/>
                  </a:lnTo>
                  <a:lnTo>
                    <a:pt x="2039990" y="821804"/>
                  </a:lnTo>
                  <a:lnTo>
                    <a:pt x="1969645" y="812114"/>
                  </a:lnTo>
                  <a:lnTo>
                    <a:pt x="1899301" y="802209"/>
                  </a:lnTo>
                  <a:lnTo>
                    <a:pt x="1828956" y="792084"/>
                  </a:lnTo>
                  <a:lnTo>
                    <a:pt x="1758612" y="781733"/>
                  </a:lnTo>
                  <a:lnTo>
                    <a:pt x="1688267" y="771151"/>
                  </a:lnTo>
                  <a:lnTo>
                    <a:pt x="1617923" y="760335"/>
                  </a:lnTo>
                  <a:lnTo>
                    <a:pt x="1547578" y="749277"/>
                  </a:lnTo>
                  <a:lnTo>
                    <a:pt x="1477234" y="737974"/>
                  </a:lnTo>
                  <a:lnTo>
                    <a:pt x="1406889" y="726418"/>
                  </a:lnTo>
                  <a:lnTo>
                    <a:pt x="1336545" y="714606"/>
                  </a:lnTo>
                  <a:lnTo>
                    <a:pt x="1266200" y="702531"/>
                  </a:lnTo>
                  <a:lnTo>
                    <a:pt x="1195856" y="690187"/>
                  </a:lnTo>
                  <a:lnTo>
                    <a:pt x="1125511" y="677568"/>
                  </a:lnTo>
                  <a:lnTo>
                    <a:pt x="1055167" y="664669"/>
                  </a:lnTo>
                  <a:lnTo>
                    <a:pt x="984822" y="651482"/>
                  </a:lnTo>
                  <a:lnTo>
                    <a:pt x="914478" y="638003"/>
                  </a:lnTo>
                  <a:lnTo>
                    <a:pt x="844133" y="624223"/>
                  </a:lnTo>
                  <a:lnTo>
                    <a:pt x="773789" y="610136"/>
                  </a:lnTo>
                  <a:lnTo>
                    <a:pt x="703444" y="595736"/>
                  </a:lnTo>
                  <a:lnTo>
                    <a:pt x="633100" y="581015"/>
                  </a:lnTo>
                  <a:lnTo>
                    <a:pt x="562755" y="565967"/>
                  </a:lnTo>
                  <a:lnTo>
                    <a:pt x="492411" y="550584"/>
                  </a:lnTo>
                  <a:lnTo>
                    <a:pt x="422066" y="534859"/>
                  </a:lnTo>
                  <a:lnTo>
                    <a:pt x="351722" y="518783"/>
                  </a:lnTo>
                  <a:lnTo>
                    <a:pt x="281377" y="502350"/>
                  </a:lnTo>
                  <a:lnTo>
                    <a:pt x="211033" y="485551"/>
                  </a:lnTo>
                  <a:lnTo>
                    <a:pt x="140688" y="468379"/>
                  </a:lnTo>
                  <a:lnTo>
                    <a:pt x="70344" y="450824"/>
                  </a:lnTo>
                  <a:lnTo>
                    <a:pt x="0" y="4328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760475" y="4336484"/>
              <a:ext cx="4438941" cy="1163929"/>
            </a:xfrm>
            <a:custGeom>
              <a:avLst/>
              <a:pathLst>
                <a:path w="4438941" h="1163929">
                  <a:moveTo>
                    <a:pt x="0" y="0"/>
                  </a:moveTo>
                  <a:lnTo>
                    <a:pt x="7238" y="19377"/>
                  </a:lnTo>
                  <a:lnTo>
                    <a:pt x="77582" y="182829"/>
                  </a:lnTo>
                  <a:lnTo>
                    <a:pt x="147927" y="324698"/>
                  </a:lnTo>
                  <a:lnTo>
                    <a:pt x="218271" y="447833"/>
                  </a:lnTo>
                  <a:lnTo>
                    <a:pt x="288616" y="554708"/>
                  </a:lnTo>
                  <a:lnTo>
                    <a:pt x="358960" y="647471"/>
                  </a:lnTo>
                  <a:lnTo>
                    <a:pt x="429305" y="727985"/>
                  </a:lnTo>
                  <a:lnTo>
                    <a:pt x="499649" y="797867"/>
                  </a:lnTo>
                  <a:lnTo>
                    <a:pt x="569994" y="858521"/>
                  </a:lnTo>
                  <a:lnTo>
                    <a:pt x="640338" y="911166"/>
                  </a:lnTo>
                  <a:lnTo>
                    <a:pt x="710683" y="956859"/>
                  </a:lnTo>
                  <a:lnTo>
                    <a:pt x="781027" y="964231"/>
                  </a:lnTo>
                  <a:lnTo>
                    <a:pt x="851372" y="970609"/>
                  </a:lnTo>
                  <a:lnTo>
                    <a:pt x="921716" y="976848"/>
                  </a:lnTo>
                  <a:lnTo>
                    <a:pt x="992061" y="982952"/>
                  </a:lnTo>
                  <a:lnTo>
                    <a:pt x="1062405" y="988922"/>
                  </a:lnTo>
                  <a:lnTo>
                    <a:pt x="1132750" y="994763"/>
                  </a:lnTo>
                  <a:lnTo>
                    <a:pt x="1203094" y="1000476"/>
                  </a:lnTo>
                  <a:lnTo>
                    <a:pt x="1273439" y="1006065"/>
                  </a:lnTo>
                  <a:lnTo>
                    <a:pt x="1343783" y="1011532"/>
                  </a:lnTo>
                  <a:lnTo>
                    <a:pt x="1414128" y="1016880"/>
                  </a:lnTo>
                  <a:lnTo>
                    <a:pt x="1484472" y="1022112"/>
                  </a:lnTo>
                  <a:lnTo>
                    <a:pt x="1554816" y="1027230"/>
                  </a:lnTo>
                  <a:lnTo>
                    <a:pt x="1625161" y="1032236"/>
                  </a:lnTo>
                  <a:lnTo>
                    <a:pt x="1695505" y="1037134"/>
                  </a:lnTo>
                  <a:lnTo>
                    <a:pt x="1765850" y="1041925"/>
                  </a:lnTo>
                  <a:lnTo>
                    <a:pt x="1836194" y="1046611"/>
                  </a:lnTo>
                  <a:lnTo>
                    <a:pt x="1906539" y="1051196"/>
                  </a:lnTo>
                  <a:lnTo>
                    <a:pt x="1976883" y="1055681"/>
                  </a:lnTo>
                  <a:lnTo>
                    <a:pt x="2047228" y="1060068"/>
                  </a:lnTo>
                  <a:lnTo>
                    <a:pt x="2117572" y="1064359"/>
                  </a:lnTo>
                  <a:lnTo>
                    <a:pt x="2187917" y="1068558"/>
                  </a:lnTo>
                  <a:lnTo>
                    <a:pt x="2258261" y="1072664"/>
                  </a:lnTo>
                  <a:lnTo>
                    <a:pt x="2328606" y="1076682"/>
                  </a:lnTo>
                  <a:lnTo>
                    <a:pt x="2398950" y="1080612"/>
                  </a:lnTo>
                  <a:lnTo>
                    <a:pt x="2469295" y="1084456"/>
                  </a:lnTo>
                  <a:lnTo>
                    <a:pt x="2539639" y="1088217"/>
                  </a:lnTo>
                  <a:lnTo>
                    <a:pt x="2609984" y="1091895"/>
                  </a:lnTo>
                  <a:lnTo>
                    <a:pt x="2680328" y="1095494"/>
                  </a:lnTo>
                  <a:lnTo>
                    <a:pt x="2750673" y="1099015"/>
                  </a:lnTo>
                  <a:lnTo>
                    <a:pt x="2821017" y="1102458"/>
                  </a:lnTo>
                  <a:lnTo>
                    <a:pt x="2891362" y="1105827"/>
                  </a:lnTo>
                  <a:lnTo>
                    <a:pt x="2961706" y="1109122"/>
                  </a:lnTo>
                  <a:lnTo>
                    <a:pt x="3032051" y="1112346"/>
                  </a:lnTo>
                  <a:lnTo>
                    <a:pt x="3102395" y="1115500"/>
                  </a:lnTo>
                  <a:lnTo>
                    <a:pt x="3172740" y="1118585"/>
                  </a:lnTo>
                  <a:lnTo>
                    <a:pt x="3243084" y="1121602"/>
                  </a:lnTo>
                  <a:lnTo>
                    <a:pt x="3313429" y="1124554"/>
                  </a:lnTo>
                  <a:lnTo>
                    <a:pt x="3383773" y="1127442"/>
                  </a:lnTo>
                  <a:lnTo>
                    <a:pt x="3454118" y="1130267"/>
                  </a:lnTo>
                  <a:lnTo>
                    <a:pt x="3524462" y="1133030"/>
                  </a:lnTo>
                  <a:lnTo>
                    <a:pt x="3594807" y="1135733"/>
                  </a:lnTo>
                  <a:lnTo>
                    <a:pt x="3665151" y="1138378"/>
                  </a:lnTo>
                  <a:lnTo>
                    <a:pt x="3735496" y="1140965"/>
                  </a:lnTo>
                  <a:lnTo>
                    <a:pt x="3805840" y="1143495"/>
                  </a:lnTo>
                  <a:lnTo>
                    <a:pt x="3876185" y="1145970"/>
                  </a:lnTo>
                  <a:lnTo>
                    <a:pt x="3946529" y="1148392"/>
                  </a:lnTo>
                  <a:lnTo>
                    <a:pt x="4016874" y="1150761"/>
                  </a:lnTo>
                  <a:lnTo>
                    <a:pt x="4087218" y="1153078"/>
                  </a:lnTo>
                  <a:lnTo>
                    <a:pt x="4157563" y="1155345"/>
                  </a:lnTo>
                  <a:lnTo>
                    <a:pt x="4227907" y="1157562"/>
                  </a:lnTo>
                  <a:lnTo>
                    <a:pt x="4298252" y="1159731"/>
                  </a:lnTo>
                  <a:lnTo>
                    <a:pt x="4368596" y="1161853"/>
                  </a:lnTo>
                  <a:lnTo>
                    <a:pt x="4438941" y="1163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769363"/>
              <a:ext cx="6964104" cy="824158"/>
            </a:xfrm>
            <a:custGeom>
              <a:avLst/>
              <a:pathLst>
                <a:path w="6964104" h="824158">
                  <a:moveTo>
                    <a:pt x="6964104" y="824158"/>
                  </a:moveTo>
                  <a:lnTo>
                    <a:pt x="6893760" y="824133"/>
                  </a:lnTo>
                  <a:lnTo>
                    <a:pt x="6823415" y="824104"/>
                  </a:lnTo>
                  <a:lnTo>
                    <a:pt x="6753071" y="824070"/>
                  </a:lnTo>
                  <a:lnTo>
                    <a:pt x="6682726" y="824032"/>
                  </a:lnTo>
                  <a:lnTo>
                    <a:pt x="6612382" y="823988"/>
                  </a:lnTo>
                  <a:lnTo>
                    <a:pt x="6542037" y="823937"/>
                  </a:lnTo>
                  <a:lnTo>
                    <a:pt x="6471693" y="823878"/>
                  </a:lnTo>
                  <a:lnTo>
                    <a:pt x="6401348" y="823810"/>
                  </a:lnTo>
                  <a:lnTo>
                    <a:pt x="6331004" y="823732"/>
                  </a:lnTo>
                  <a:lnTo>
                    <a:pt x="6260659" y="823642"/>
                  </a:lnTo>
                  <a:lnTo>
                    <a:pt x="6190315" y="823539"/>
                  </a:lnTo>
                  <a:lnTo>
                    <a:pt x="6119970" y="823419"/>
                  </a:lnTo>
                  <a:lnTo>
                    <a:pt x="6049626" y="823282"/>
                  </a:lnTo>
                  <a:lnTo>
                    <a:pt x="5979281" y="823124"/>
                  </a:lnTo>
                  <a:lnTo>
                    <a:pt x="5908937" y="822941"/>
                  </a:lnTo>
                  <a:lnTo>
                    <a:pt x="5838592" y="822731"/>
                  </a:lnTo>
                  <a:lnTo>
                    <a:pt x="5768248" y="822489"/>
                  </a:lnTo>
                  <a:lnTo>
                    <a:pt x="5697903" y="822210"/>
                  </a:lnTo>
                  <a:lnTo>
                    <a:pt x="5627559" y="821888"/>
                  </a:lnTo>
                  <a:lnTo>
                    <a:pt x="5557214" y="821518"/>
                  </a:lnTo>
                  <a:lnTo>
                    <a:pt x="5486870" y="821091"/>
                  </a:lnTo>
                  <a:lnTo>
                    <a:pt x="5416525" y="820599"/>
                  </a:lnTo>
                  <a:lnTo>
                    <a:pt x="5346181" y="820033"/>
                  </a:lnTo>
                  <a:lnTo>
                    <a:pt x="5275836" y="819380"/>
                  </a:lnTo>
                  <a:lnTo>
                    <a:pt x="5205492" y="818628"/>
                  </a:lnTo>
                  <a:lnTo>
                    <a:pt x="5135147" y="817761"/>
                  </a:lnTo>
                  <a:lnTo>
                    <a:pt x="5064803" y="816763"/>
                  </a:lnTo>
                  <a:lnTo>
                    <a:pt x="4994458" y="815613"/>
                  </a:lnTo>
                  <a:lnTo>
                    <a:pt x="4924114" y="814288"/>
                  </a:lnTo>
                  <a:lnTo>
                    <a:pt x="4853769" y="812761"/>
                  </a:lnTo>
                  <a:lnTo>
                    <a:pt x="4783425" y="811002"/>
                  </a:lnTo>
                  <a:lnTo>
                    <a:pt x="4713080" y="808976"/>
                  </a:lnTo>
                  <a:lnTo>
                    <a:pt x="4642736" y="806641"/>
                  </a:lnTo>
                  <a:lnTo>
                    <a:pt x="4572391" y="803951"/>
                  </a:lnTo>
                  <a:lnTo>
                    <a:pt x="4502047" y="800851"/>
                  </a:lnTo>
                  <a:lnTo>
                    <a:pt x="4431702" y="797281"/>
                  </a:lnTo>
                  <a:lnTo>
                    <a:pt x="4361358" y="793166"/>
                  </a:lnTo>
                  <a:lnTo>
                    <a:pt x="4291013" y="788426"/>
                  </a:lnTo>
                  <a:lnTo>
                    <a:pt x="4220669" y="782965"/>
                  </a:lnTo>
                  <a:lnTo>
                    <a:pt x="4150324" y="776673"/>
                  </a:lnTo>
                  <a:lnTo>
                    <a:pt x="4079980" y="769424"/>
                  </a:lnTo>
                  <a:lnTo>
                    <a:pt x="4009635" y="761072"/>
                  </a:lnTo>
                  <a:lnTo>
                    <a:pt x="3939291" y="751449"/>
                  </a:lnTo>
                  <a:lnTo>
                    <a:pt x="3868946" y="740362"/>
                  </a:lnTo>
                  <a:lnTo>
                    <a:pt x="3798602" y="727588"/>
                  </a:lnTo>
                  <a:lnTo>
                    <a:pt x="3728257" y="712871"/>
                  </a:lnTo>
                  <a:lnTo>
                    <a:pt x="3657913" y="695915"/>
                  </a:lnTo>
                  <a:lnTo>
                    <a:pt x="3587569" y="676380"/>
                  </a:lnTo>
                  <a:lnTo>
                    <a:pt x="3517224" y="653872"/>
                  </a:lnTo>
                  <a:lnTo>
                    <a:pt x="3446880" y="627940"/>
                  </a:lnTo>
                  <a:lnTo>
                    <a:pt x="3376535" y="598063"/>
                  </a:lnTo>
                  <a:lnTo>
                    <a:pt x="3306191" y="563640"/>
                  </a:lnTo>
                  <a:lnTo>
                    <a:pt x="3235846" y="524833"/>
                  </a:lnTo>
                  <a:lnTo>
                    <a:pt x="3165502" y="518168"/>
                  </a:lnTo>
                  <a:lnTo>
                    <a:pt x="3095157" y="511354"/>
                  </a:lnTo>
                  <a:lnTo>
                    <a:pt x="3024813" y="504389"/>
                  </a:lnTo>
                  <a:lnTo>
                    <a:pt x="2954468" y="497269"/>
                  </a:lnTo>
                  <a:lnTo>
                    <a:pt x="2884124" y="489991"/>
                  </a:lnTo>
                  <a:lnTo>
                    <a:pt x="2813779" y="482551"/>
                  </a:lnTo>
                  <a:lnTo>
                    <a:pt x="2743435" y="474945"/>
                  </a:lnTo>
                  <a:lnTo>
                    <a:pt x="2673090" y="467169"/>
                  </a:lnTo>
                  <a:lnTo>
                    <a:pt x="2602746" y="459221"/>
                  </a:lnTo>
                  <a:lnTo>
                    <a:pt x="2532401" y="451096"/>
                  </a:lnTo>
                  <a:lnTo>
                    <a:pt x="2462057" y="442790"/>
                  </a:lnTo>
                  <a:lnTo>
                    <a:pt x="2391712" y="434299"/>
                  </a:lnTo>
                  <a:lnTo>
                    <a:pt x="2321368" y="425619"/>
                  </a:lnTo>
                  <a:lnTo>
                    <a:pt x="2251023" y="416746"/>
                  </a:lnTo>
                  <a:lnTo>
                    <a:pt x="2180679" y="407676"/>
                  </a:lnTo>
                  <a:lnTo>
                    <a:pt x="2110334" y="398404"/>
                  </a:lnTo>
                  <a:lnTo>
                    <a:pt x="2039990" y="388925"/>
                  </a:lnTo>
                  <a:lnTo>
                    <a:pt x="1969645" y="379236"/>
                  </a:lnTo>
                  <a:lnTo>
                    <a:pt x="1899301" y="369330"/>
                  </a:lnTo>
                  <a:lnTo>
                    <a:pt x="1828956" y="359205"/>
                  </a:lnTo>
                  <a:lnTo>
                    <a:pt x="1758612" y="348854"/>
                  </a:lnTo>
                  <a:lnTo>
                    <a:pt x="1688267" y="338273"/>
                  </a:lnTo>
                  <a:lnTo>
                    <a:pt x="1617923" y="327456"/>
                  </a:lnTo>
                  <a:lnTo>
                    <a:pt x="1547578" y="316398"/>
                  </a:lnTo>
                  <a:lnTo>
                    <a:pt x="1477234" y="305095"/>
                  </a:lnTo>
                  <a:lnTo>
                    <a:pt x="1406889" y="293540"/>
                  </a:lnTo>
                  <a:lnTo>
                    <a:pt x="1336545" y="281727"/>
                  </a:lnTo>
                  <a:lnTo>
                    <a:pt x="1266200" y="269652"/>
                  </a:lnTo>
                  <a:lnTo>
                    <a:pt x="1195856" y="257308"/>
                  </a:lnTo>
                  <a:lnTo>
                    <a:pt x="1125511" y="244690"/>
                  </a:lnTo>
                  <a:lnTo>
                    <a:pt x="1055167" y="231790"/>
                  </a:lnTo>
                  <a:lnTo>
                    <a:pt x="984822" y="218604"/>
                  </a:lnTo>
                  <a:lnTo>
                    <a:pt x="914478" y="205124"/>
                  </a:lnTo>
                  <a:lnTo>
                    <a:pt x="844133" y="191344"/>
                  </a:lnTo>
                  <a:lnTo>
                    <a:pt x="773789" y="177257"/>
                  </a:lnTo>
                  <a:lnTo>
                    <a:pt x="703444" y="162857"/>
                  </a:lnTo>
                  <a:lnTo>
                    <a:pt x="633100" y="148136"/>
                  </a:lnTo>
                  <a:lnTo>
                    <a:pt x="562755" y="133088"/>
                  </a:lnTo>
                  <a:lnTo>
                    <a:pt x="492411" y="117705"/>
                  </a:lnTo>
                  <a:lnTo>
                    <a:pt x="422066" y="101980"/>
                  </a:lnTo>
                  <a:lnTo>
                    <a:pt x="351722" y="85904"/>
                  </a:lnTo>
                  <a:lnTo>
                    <a:pt x="281377" y="69471"/>
                  </a:lnTo>
                  <a:lnTo>
                    <a:pt x="211033" y="52673"/>
                  </a:lnTo>
                  <a:lnTo>
                    <a:pt x="140688" y="35500"/>
                  </a:lnTo>
                  <a:lnTo>
                    <a:pt x="70344" y="179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239657" y="4336484"/>
              <a:ext cx="4959759" cy="1253277"/>
            </a:xfrm>
            <a:custGeom>
              <a:avLst/>
              <a:pathLst>
                <a:path w="4959759" h="1253277">
                  <a:moveTo>
                    <a:pt x="0" y="0"/>
                  </a:moveTo>
                  <a:lnTo>
                    <a:pt x="35644" y="52062"/>
                  </a:lnTo>
                  <a:lnTo>
                    <a:pt x="105989" y="146734"/>
                  </a:lnTo>
                  <a:lnTo>
                    <a:pt x="176333" y="233969"/>
                  </a:lnTo>
                  <a:lnTo>
                    <a:pt x="246678" y="314352"/>
                  </a:lnTo>
                  <a:lnTo>
                    <a:pt x="317022" y="388419"/>
                  </a:lnTo>
                  <a:lnTo>
                    <a:pt x="387367" y="456668"/>
                  </a:lnTo>
                  <a:lnTo>
                    <a:pt x="457711" y="519556"/>
                  </a:lnTo>
                  <a:lnTo>
                    <a:pt x="528056" y="577504"/>
                  </a:lnTo>
                  <a:lnTo>
                    <a:pt x="598400" y="630899"/>
                  </a:lnTo>
                  <a:lnTo>
                    <a:pt x="668745" y="680099"/>
                  </a:lnTo>
                  <a:lnTo>
                    <a:pt x="739089" y="725435"/>
                  </a:lnTo>
                  <a:lnTo>
                    <a:pt x="809434" y="767209"/>
                  </a:lnTo>
                  <a:lnTo>
                    <a:pt x="879778" y="805702"/>
                  </a:lnTo>
                  <a:lnTo>
                    <a:pt x="950123" y="841170"/>
                  </a:lnTo>
                  <a:lnTo>
                    <a:pt x="1020467" y="873852"/>
                  </a:lnTo>
                  <a:lnTo>
                    <a:pt x="1090812" y="903967"/>
                  </a:lnTo>
                  <a:lnTo>
                    <a:pt x="1161156" y="931716"/>
                  </a:lnTo>
                  <a:lnTo>
                    <a:pt x="1231501" y="957286"/>
                  </a:lnTo>
                  <a:lnTo>
                    <a:pt x="1301845" y="980846"/>
                  </a:lnTo>
                  <a:lnTo>
                    <a:pt x="1372190" y="1002556"/>
                  </a:lnTo>
                  <a:lnTo>
                    <a:pt x="1442534" y="1022560"/>
                  </a:lnTo>
                  <a:lnTo>
                    <a:pt x="1512879" y="1040993"/>
                  </a:lnTo>
                  <a:lnTo>
                    <a:pt x="1583223" y="1057978"/>
                  </a:lnTo>
                  <a:lnTo>
                    <a:pt x="1653568" y="1073628"/>
                  </a:lnTo>
                  <a:lnTo>
                    <a:pt x="1723912" y="1088049"/>
                  </a:lnTo>
                  <a:lnTo>
                    <a:pt x="1794257" y="1101337"/>
                  </a:lnTo>
                  <a:lnTo>
                    <a:pt x="1864601" y="1113582"/>
                  </a:lnTo>
                  <a:lnTo>
                    <a:pt x="1934946" y="1124864"/>
                  </a:lnTo>
                  <a:lnTo>
                    <a:pt x="2005290" y="1135260"/>
                  </a:lnTo>
                  <a:lnTo>
                    <a:pt x="2075635" y="1144840"/>
                  </a:lnTo>
                  <a:lnTo>
                    <a:pt x="2145979" y="1153666"/>
                  </a:lnTo>
                  <a:lnTo>
                    <a:pt x="2216324" y="1161800"/>
                  </a:lnTo>
                  <a:lnTo>
                    <a:pt x="2286668" y="1169294"/>
                  </a:lnTo>
                  <a:lnTo>
                    <a:pt x="2357013" y="1176200"/>
                  </a:lnTo>
                  <a:lnTo>
                    <a:pt x="2427357" y="1182563"/>
                  </a:lnTo>
                  <a:lnTo>
                    <a:pt x="2497701" y="1188427"/>
                  </a:lnTo>
                  <a:lnTo>
                    <a:pt x="2568046" y="1193830"/>
                  </a:lnTo>
                  <a:lnTo>
                    <a:pt x="2638390" y="1198808"/>
                  </a:lnTo>
                  <a:lnTo>
                    <a:pt x="2708735" y="1203395"/>
                  </a:lnTo>
                  <a:lnTo>
                    <a:pt x="2779079" y="1207622"/>
                  </a:lnTo>
                  <a:lnTo>
                    <a:pt x="2849424" y="1211517"/>
                  </a:lnTo>
                  <a:lnTo>
                    <a:pt x="2919768" y="1215106"/>
                  </a:lnTo>
                  <a:lnTo>
                    <a:pt x="2990113" y="1218413"/>
                  </a:lnTo>
                  <a:lnTo>
                    <a:pt x="3060457" y="1221460"/>
                  </a:lnTo>
                  <a:lnTo>
                    <a:pt x="3130802" y="1224268"/>
                  </a:lnTo>
                  <a:lnTo>
                    <a:pt x="3201146" y="1226855"/>
                  </a:lnTo>
                  <a:lnTo>
                    <a:pt x="3271491" y="1229239"/>
                  </a:lnTo>
                  <a:lnTo>
                    <a:pt x="3341835" y="1231436"/>
                  </a:lnTo>
                  <a:lnTo>
                    <a:pt x="3412180" y="1233460"/>
                  </a:lnTo>
                  <a:lnTo>
                    <a:pt x="3482524" y="1235325"/>
                  </a:lnTo>
                  <a:lnTo>
                    <a:pt x="3552869" y="1237043"/>
                  </a:lnTo>
                  <a:lnTo>
                    <a:pt x="3623213" y="1238627"/>
                  </a:lnTo>
                  <a:lnTo>
                    <a:pt x="3693558" y="1240086"/>
                  </a:lnTo>
                  <a:lnTo>
                    <a:pt x="3763902" y="1241431"/>
                  </a:lnTo>
                  <a:lnTo>
                    <a:pt x="3834247" y="1242670"/>
                  </a:lnTo>
                  <a:lnTo>
                    <a:pt x="3904591" y="1243811"/>
                  </a:lnTo>
                  <a:lnTo>
                    <a:pt x="3974936" y="1244863"/>
                  </a:lnTo>
                  <a:lnTo>
                    <a:pt x="4045280" y="1245832"/>
                  </a:lnTo>
                  <a:lnTo>
                    <a:pt x="4115625" y="1246726"/>
                  </a:lnTo>
                  <a:lnTo>
                    <a:pt x="4185969" y="1247549"/>
                  </a:lnTo>
                  <a:lnTo>
                    <a:pt x="4256314" y="1248307"/>
                  </a:lnTo>
                  <a:lnTo>
                    <a:pt x="4326658" y="1249006"/>
                  </a:lnTo>
                  <a:lnTo>
                    <a:pt x="4397003" y="1249650"/>
                  </a:lnTo>
                  <a:lnTo>
                    <a:pt x="4467347" y="1250243"/>
                  </a:lnTo>
                  <a:lnTo>
                    <a:pt x="4537692" y="1250790"/>
                  </a:lnTo>
                  <a:lnTo>
                    <a:pt x="4608036" y="1251293"/>
                  </a:lnTo>
                  <a:lnTo>
                    <a:pt x="4678381" y="1251757"/>
                  </a:lnTo>
                  <a:lnTo>
                    <a:pt x="4748725" y="1252185"/>
                  </a:lnTo>
                  <a:lnTo>
                    <a:pt x="4819070" y="1252579"/>
                  </a:lnTo>
                  <a:lnTo>
                    <a:pt x="4889414" y="1252942"/>
                  </a:lnTo>
                  <a:lnTo>
                    <a:pt x="4959759" y="1253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5122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(1.29-5.08), p = 0.007  |  per IQR decline (Δ = 29.5 %): 16.00 (2.11-121.46)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2026-07-22T08:00:16Z</dcterms:modified>
  <cp:category/>
</cp:coreProperties>
</file>