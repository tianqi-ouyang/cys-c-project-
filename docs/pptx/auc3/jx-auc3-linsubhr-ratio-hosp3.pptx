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817517" y="2073503"/>
              <a:ext cx="7392041" cy="3483289"/>
            </a:xfrm>
            <a:custGeom>
              <a:avLst/>
              <a:pathLst>
                <a:path w="7392041" h="3483289">
                  <a:moveTo>
                    <a:pt x="2517748" y="0"/>
                  </a:moveTo>
                  <a:lnTo>
                    <a:pt x="2525696" y="53695"/>
                  </a:lnTo>
                  <a:lnTo>
                    <a:pt x="2602939" y="506626"/>
                  </a:lnTo>
                  <a:lnTo>
                    <a:pt x="2680183" y="899749"/>
                  </a:lnTo>
                  <a:lnTo>
                    <a:pt x="2757426" y="1240960"/>
                  </a:lnTo>
                  <a:lnTo>
                    <a:pt x="2834670" y="1537115"/>
                  </a:lnTo>
                  <a:lnTo>
                    <a:pt x="2911914" y="1794164"/>
                  </a:lnTo>
                  <a:lnTo>
                    <a:pt x="2989157" y="2017270"/>
                  </a:lnTo>
                  <a:lnTo>
                    <a:pt x="3066401" y="2210915"/>
                  </a:lnTo>
                  <a:lnTo>
                    <a:pt x="3143644" y="2378990"/>
                  </a:lnTo>
                  <a:lnTo>
                    <a:pt x="3220888" y="2524870"/>
                  </a:lnTo>
                  <a:lnTo>
                    <a:pt x="3298131" y="2651488"/>
                  </a:lnTo>
                  <a:lnTo>
                    <a:pt x="3375375" y="2671916"/>
                  </a:lnTo>
                  <a:lnTo>
                    <a:pt x="3452619" y="2689589"/>
                  </a:lnTo>
                  <a:lnTo>
                    <a:pt x="3529862" y="2706878"/>
                  </a:lnTo>
                  <a:lnTo>
                    <a:pt x="3607106" y="2723791"/>
                  </a:lnTo>
                  <a:lnTo>
                    <a:pt x="3684349" y="2740335"/>
                  </a:lnTo>
                  <a:lnTo>
                    <a:pt x="3761593" y="2756519"/>
                  </a:lnTo>
                  <a:lnTo>
                    <a:pt x="3838836" y="2772351"/>
                  </a:lnTo>
                  <a:lnTo>
                    <a:pt x="3916080" y="2787838"/>
                  </a:lnTo>
                  <a:lnTo>
                    <a:pt x="3993324" y="2802988"/>
                  </a:lnTo>
                  <a:lnTo>
                    <a:pt x="4070567" y="2817808"/>
                  </a:lnTo>
                  <a:lnTo>
                    <a:pt x="4147811" y="2832305"/>
                  </a:lnTo>
                  <a:lnTo>
                    <a:pt x="4225054" y="2846487"/>
                  </a:lnTo>
                  <a:lnTo>
                    <a:pt x="4302298" y="2860360"/>
                  </a:lnTo>
                  <a:lnTo>
                    <a:pt x="4379541" y="2873931"/>
                  </a:lnTo>
                  <a:lnTo>
                    <a:pt x="4456785" y="2887207"/>
                  </a:lnTo>
                  <a:lnTo>
                    <a:pt x="4534029" y="2900194"/>
                  </a:lnTo>
                  <a:lnTo>
                    <a:pt x="4611272" y="2912898"/>
                  </a:lnTo>
                  <a:lnTo>
                    <a:pt x="4688516" y="2925325"/>
                  </a:lnTo>
                  <a:lnTo>
                    <a:pt x="4765759" y="2937482"/>
                  </a:lnTo>
                  <a:lnTo>
                    <a:pt x="4843003" y="2949374"/>
                  </a:lnTo>
                  <a:lnTo>
                    <a:pt x="4920246" y="2961007"/>
                  </a:lnTo>
                  <a:lnTo>
                    <a:pt x="4997490" y="2972387"/>
                  </a:lnTo>
                  <a:lnTo>
                    <a:pt x="5074734" y="2983520"/>
                  </a:lnTo>
                  <a:lnTo>
                    <a:pt x="5151977" y="2994410"/>
                  </a:lnTo>
                  <a:lnTo>
                    <a:pt x="5229221" y="3005062"/>
                  </a:lnTo>
                  <a:lnTo>
                    <a:pt x="5306464" y="3015483"/>
                  </a:lnTo>
                  <a:lnTo>
                    <a:pt x="5383708" y="3025677"/>
                  </a:lnTo>
                  <a:lnTo>
                    <a:pt x="5460951" y="3035650"/>
                  </a:lnTo>
                  <a:lnTo>
                    <a:pt x="5538195" y="3045405"/>
                  </a:lnTo>
                  <a:lnTo>
                    <a:pt x="5615439" y="3054947"/>
                  </a:lnTo>
                  <a:lnTo>
                    <a:pt x="5692682" y="3064282"/>
                  </a:lnTo>
                  <a:lnTo>
                    <a:pt x="5769926" y="3073414"/>
                  </a:lnTo>
                  <a:lnTo>
                    <a:pt x="5847169" y="3082347"/>
                  </a:lnTo>
                  <a:lnTo>
                    <a:pt x="5924413" y="3091085"/>
                  </a:lnTo>
                  <a:lnTo>
                    <a:pt x="6001656" y="3099634"/>
                  </a:lnTo>
                  <a:lnTo>
                    <a:pt x="6078900" y="3107996"/>
                  </a:lnTo>
                  <a:lnTo>
                    <a:pt x="6156144" y="3116176"/>
                  </a:lnTo>
                  <a:lnTo>
                    <a:pt x="6233387" y="3124178"/>
                  </a:lnTo>
                  <a:lnTo>
                    <a:pt x="6310631" y="3132006"/>
                  </a:lnTo>
                  <a:lnTo>
                    <a:pt x="6387874" y="3139663"/>
                  </a:lnTo>
                  <a:lnTo>
                    <a:pt x="6465118" y="3147154"/>
                  </a:lnTo>
                  <a:lnTo>
                    <a:pt x="6542361" y="3154481"/>
                  </a:lnTo>
                  <a:lnTo>
                    <a:pt x="6619605" y="3161649"/>
                  </a:lnTo>
                  <a:lnTo>
                    <a:pt x="6696849" y="3168661"/>
                  </a:lnTo>
                  <a:lnTo>
                    <a:pt x="6774092" y="3175521"/>
                  </a:lnTo>
                  <a:lnTo>
                    <a:pt x="6851336" y="3182231"/>
                  </a:lnTo>
                  <a:lnTo>
                    <a:pt x="6928579" y="3188795"/>
                  </a:lnTo>
                  <a:lnTo>
                    <a:pt x="7005823" y="3195216"/>
                  </a:lnTo>
                  <a:lnTo>
                    <a:pt x="7083066" y="3201497"/>
                  </a:lnTo>
                  <a:lnTo>
                    <a:pt x="7160310" y="3207642"/>
                  </a:lnTo>
                  <a:lnTo>
                    <a:pt x="7237554" y="3213653"/>
                  </a:lnTo>
                  <a:lnTo>
                    <a:pt x="7314797" y="3219533"/>
                  </a:lnTo>
                  <a:lnTo>
                    <a:pt x="7392041" y="3225285"/>
                  </a:lnTo>
                  <a:lnTo>
                    <a:pt x="7392041" y="3483289"/>
                  </a:lnTo>
                  <a:lnTo>
                    <a:pt x="7314797" y="3483219"/>
                  </a:lnTo>
                  <a:lnTo>
                    <a:pt x="7237554" y="3483139"/>
                  </a:lnTo>
                  <a:lnTo>
                    <a:pt x="7160310" y="3483046"/>
                  </a:lnTo>
                  <a:lnTo>
                    <a:pt x="7083066" y="3482940"/>
                  </a:lnTo>
                  <a:lnTo>
                    <a:pt x="7005823" y="3482817"/>
                  </a:lnTo>
                  <a:lnTo>
                    <a:pt x="6928579" y="3482676"/>
                  </a:lnTo>
                  <a:lnTo>
                    <a:pt x="6851336" y="3482513"/>
                  </a:lnTo>
                  <a:lnTo>
                    <a:pt x="6774092" y="3482325"/>
                  </a:lnTo>
                  <a:lnTo>
                    <a:pt x="6696849" y="3482109"/>
                  </a:lnTo>
                  <a:lnTo>
                    <a:pt x="6619605" y="3481860"/>
                  </a:lnTo>
                  <a:lnTo>
                    <a:pt x="6542361" y="3481573"/>
                  </a:lnTo>
                  <a:lnTo>
                    <a:pt x="6465118" y="3481243"/>
                  </a:lnTo>
                  <a:lnTo>
                    <a:pt x="6387874" y="3480862"/>
                  </a:lnTo>
                  <a:lnTo>
                    <a:pt x="6310631" y="3480423"/>
                  </a:lnTo>
                  <a:lnTo>
                    <a:pt x="6233387" y="3479917"/>
                  </a:lnTo>
                  <a:lnTo>
                    <a:pt x="6156144" y="3479335"/>
                  </a:lnTo>
                  <a:lnTo>
                    <a:pt x="6078900" y="3478664"/>
                  </a:lnTo>
                  <a:lnTo>
                    <a:pt x="6001656" y="3477890"/>
                  </a:lnTo>
                  <a:lnTo>
                    <a:pt x="5924413" y="3476999"/>
                  </a:lnTo>
                  <a:lnTo>
                    <a:pt x="5847169" y="3475973"/>
                  </a:lnTo>
                  <a:lnTo>
                    <a:pt x="5769926" y="3474790"/>
                  </a:lnTo>
                  <a:lnTo>
                    <a:pt x="5692682" y="3473428"/>
                  </a:lnTo>
                  <a:lnTo>
                    <a:pt x="5615439" y="3471858"/>
                  </a:lnTo>
                  <a:lnTo>
                    <a:pt x="5538195" y="3470049"/>
                  </a:lnTo>
                  <a:lnTo>
                    <a:pt x="5460951" y="3467965"/>
                  </a:lnTo>
                  <a:lnTo>
                    <a:pt x="5383708" y="3465564"/>
                  </a:lnTo>
                  <a:lnTo>
                    <a:pt x="5306464" y="3462798"/>
                  </a:lnTo>
                  <a:lnTo>
                    <a:pt x="5229221" y="3459611"/>
                  </a:lnTo>
                  <a:lnTo>
                    <a:pt x="5151977" y="3455939"/>
                  </a:lnTo>
                  <a:lnTo>
                    <a:pt x="5074734" y="3451709"/>
                  </a:lnTo>
                  <a:lnTo>
                    <a:pt x="4997490" y="3446835"/>
                  </a:lnTo>
                  <a:lnTo>
                    <a:pt x="4920246" y="3441219"/>
                  </a:lnTo>
                  <a:lnTo>
                    <a:pt x="4843003" y="3434749"/>
                  </a:lnTo>
                  <a:lnTo>
                    <a:pt x="4765759" y="3427295"/>
                  </a:lnTo>
                  <a:lnTo>
                    <a:pt x="4688516" y="3418706"/>
                  </a:lnTo>
                  <a:lnTo>
                    <a:pt x="4611272" y="3408811"/>
                  </a:lnTo>
                  <a:lnTo>
                    <a:pt x="4534029" y="3397411"/>
                  </a:lnTo>
                  <a:lnTo>
                    <a:pt x="4456785" y="3384276"/>
                  </a:lnTo>
                  <a:lnTo>
                    <a:pt x="4379541" y="3369143"/>
                  </a:lnTo>
                  <a:lnTo>
                    <a:pt x="4302298" y="3351707"/>
                  </a:lnTo>
                  <a:lnTo>
                    <a:pt x="4225054" y="3331619"/>
                  </a:lnTo>
                  <a:lnTo>
                    <a:pt x="4147811" y="3308475"/>
                  </a:lnTo>
                  <a:lnTo>
                    <a:pt x="4070567" y="3281810"/>
                  </a:lnTo>
                  <a:lnTo>
                    <a:pt x="3993324" y="3251087"/>
                  </a:lnTo>
                  <a:lnTo>
                    <a:pt x="3916080" y="3215691"/>
                  </a:lnTo>
                  <a:lnTo>
                    <a:pt x="3838836" y="3174910"/>
                  </a:lnTo>
                  <a:lnTo>
                    <a:pt x="3761593" y="3127925"/>
                  </a:lnTo>
                  <a:lnTo>
                    <a:pt x="3684349" y="3073791"/>
                  </a:lnTo>
                  <a:lnTo>
                    <a:pt x="3607106" y="3011421"/>
                  </a:lnTo>
                  <a:lnTo>
                    <a:pt x="3529862" y="2939563"/>
                  </a:lnTo>
                  <a:lnTo>
                    <a:pt x="3452619" y="2856772"/>
                  </a:lnTo>
                  <a:lnTo>
                    <a:pt x="3375375" y="2761386"/>
                  </a:lnTo>
                  <a:lnTo>
                    <a:pt x="3298131" y="2653849"/>
                  </a:lnTo>
                  <a:lnTo>
                    <a:pt x="3220888" y="2635380"/>
                  </a:lnTo>
                  <a:lnTo>
                    <a:pt x="3143644" y="2616500"/>
                  </a:lnTo>
                  <a:lnTo>
                    <a:pt x="3066401" y="2597200"/>
                  </a:lnTo>
                  <a:lnTo>
                    <a:pt x="2989157" y="2577471"/>
                  </a:lnTo>
                  <a:lnTo>
                    <a:pt x="2911914" y="2557302"/>
                  </a:lnTo>
                  <a:lnTo>
                    <a:pt x="2834670" y="2536684"/>
                  </a:lnTo>
                  <a:lnTo>
                    <a:pt x="2757426" y="2515608"/>
                  </a:lnTo>
                  <a:lnTo>
                    <a:pt x="2680183" y="2494063"/>
                  </a:lnTo>
                  <a:lnTo>
                    <a:pt x="2602939" y="2472038"/>
                  </a:lnTo>
                  <a:lnTo>
                    <a:pt x="2525696" y="2449523"/>
                  </a:lnTo>
                  <a:lnTo>
                    <a:pt x="2448452" y="2426507"/>
                  </a:lnTo>
                  <a:lnTo>
                    <a:pt x="2371209" y="2402978"/>
                  </a:lnTo>
                  <a:lnTo>
                    <a:pt x="2293965" y="2378926"/>
                  </a:lnTo>
                  <a:lnTo>
                    <a:pt x="2216721" y="2354339"/>
                  </a:lnTo>
                  <a:lnTo>
                    <a:pt x="2139478" y="2329205"/>
                  </a:lnTo>
                  <a:lnTo>
                    <a:pt x="2062234" y="2303511"/>
                  </a:lnTo>
                  <a:lnTo>
                    <a:pt x="1984991" y="2277246"/>
                  </a:lnTo>
                  <a:lnTo>
                    <a:pt x="1907747" y="2250396"/>
                  </a:lnTo>
                  <a:lnTo>
                    <a:pt x="1830504" y="2222948"/>
                  </a:lnTo>
                  <a:lnTo>
                    <a:pt x="1753260" y="2194890"/>
                  </a:lnTo>
                  <a:lnTo>
                    <a:pt x="1676016" y="2166207"/>
                  </a:lnTo>
                  <a:lnTo>
                    <a:pt x="1598773" y="2136886"/>
                  </a:lnTo>
                  <a:lnTo>
                    <a:pt x="1521529" y="2106912"/>
                  </a:lnTo>
                  <a:lnTo>
                    <a:pt x="1444286" y="2076271"/>
                  </a:lnTo>
                  <a:lnTo>
                    <a:pt x="1367042" y="2044949"/>
                  </a:lnTo>
                  <a:lnTo>
                    <a:pt x="1289799" y="2012929"/>
                  </a:lnTo>
                  <a:lnTo>
                    <a:pt x="1212555" y="1980197"/>
                  </a:lnTo>
                  <a:lnTo>
                    <a:pt x="1135311" y="1946736"/>
                  </a:lnTo>
                  <a:lnTo>
                    <a:pt x="1058068" y="1912531"/>
                  </a:lnTo>
                  <a:lnTo>
                    <a:pt x="980824" y="1877564"/>
                  </a:lnTo>
                  <a:lnTo>
                    <a:pt x="903581" y="1841819"/>
                  </a:lnTo>
                  <a:lnTo>
                    <a:pt x="826337" y="1805279"/>
                  </a:lnTo>
                  <a:lnTo>
                    <a:pt x="749094" y="1767926"/>
                  </a:lnTo>
                  <a:lnTo>
                    <a:pt x="671850" y="1729741"/>
                  </a:lnTo>
                  <a:lnTo>
                    <a:pt x="594606" y="1690707"/>
                  </a:lnTo>
                  <a:lnTo>
                    <a:pt x="517363" y="1650804"/>
                  </a:lnTo>
                  <a:lnTo>
                    <a:pt x="440119" y="1610012"/>
                  </a:lnTo>
                  <a:lnTo>
                    <a:pt x="362876" y="1568313"/>
                  </a:lnTo>
                  <a:lnTo>
                    <a:pt x="285632" y="1525686"/>
                  </a:lnTo>
                  <a:lnTo>
                    <a:pt x="208389" y="1482111"/>
                  </a:lnTo>
                  <a:lnTo>
                    <a:pt x="131145" y="1437566"/>
                  </a:lnTo>
                  <a:lnTo>
                    <a:pt x="53901" y="1392029"/>
                  </a:lnTo>
                  <a:lnTo>
                    <a:pt x="0" y="135954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335266" y="2073503"/>
              <a:ext cx="4874293" cy="3225285"/>
            </a:xfrm>
            <a:custGeom>
              <a:avLst/>
              <a:pathLst>
                <a:path w="4874293" h="3225285">
                  <a:moveTo>
                    <a:pt x="0" y="0"/>
                  </a:moveTo>
                  <a:lnTo>
                    <a:pt x="7948" y="53695"/>
                  </a:lnTo>
                  <a:lnTo>
                    <a:pt x="85191" y="506626"/>
                  </a:lnTo>
                  <a:lnTo>
                    <a:pt x="162435" y="899749"/>
                  </a:lnTo>
                  <a:lnTo>
                    <a:pt x="239678" y="1240960"/>
                  </a:lnTo>
                  <a:lnTo>
                    <a:pt x="316922" y="1537115"/>
                  </a:lnTo>
                  <a:lnTo>
                    <a:pt x="394165" y="1794164"/>
                  </a:lnTo>
                  <a:lnTo>
                    <a:pt x="471409" y="2017270"/>
                  </a:lnTo>
                  <a:lnTo>
                    <a:pt x="548653" y="2210915"/>
                  </a:lnTo>
                  <a:lnTo>
                    <a:pt x="625896" y="2378990"/>
                  </a:lnTo>
                  <a:lnTo>
                    <a:pt x="703140" y="2524870"/>
                  </a:lnTo>
                  <a:lnTo>
                    <a:pt x="780383" y="2651488"/>
                  </a:lnTo>
                  <a:lnTo>
                    <a:pt x="857627" y="2671916"/>
                  </a:lnTo>
                  <a:lnTo>
                    <a:pt x="934870" y="2689589"/>
                  </a:lnTo>
                  <a:lnTo>
                    <a:pt x="1012114" y="2706878"/>
                  </a:lnTo>
                  <a:lnTo>
                    <a:pt x="1089358" y="2723791"/>
                  </a:lnTo>
                  <a:lnTo>
                    <a:pt x="1166601" y="2740335"/>
                  </a:lnTo>
                  <a:lnTo>
                    <a:pt x="1243845" y="2756519"/>
                  </a:lnTo>
                  <a:lnTo>
                    <a:pt x="1321088" y="2772351"/>
                  </a:lnTo>
                  <a:lnTo>
                    <a:pt x="1398332" y="2787838"/>
                  </a:lnTo>
                  <a:lnTo>
                    <a:pt x="1475575" y="2802988"/>
                  </a:lnTo>
                  <a:lnTo>
                    <a:pt x="1552819" y="2817808"/>
                  </a:lnTo>
                  <a:lnTo>
                    <a:pt x="1630063" y="2832305"/>
                  </a:lnTo>
                  <a:lnTo>
                    <a:pt x="1707306" y="2846487"/>
                  </a:lnTo>
                  <a:lnTo>
                    <a:pt x="1784550" y="2860360"/>
                  </a:lnTo>
                  <a:lnTo>
                    <a:pt x="1861793" y="2873931"/>
                  </a:lnTo>
                  <a:lnTo>
                    <a:pt x="1939037" y="2887207"/>
                  </a:lnTo>
                  <a:lnTo>
                    <a:pt x="2016280" y="2900194"/>
                  </a:lnTo>
                  <a:lnTo>
                    <a:pt x="2093524" y="2912898"/>
                  </a:lnTo>
                  <a:lnTo>
                    <a:pt x="2170768" y="2925325"/>
                  </a:lnTo>
                  <a:lnTo>
                    <a:pt x="2248011" y="2937482"/>
                  </a:lnTo>
                  <a:lnTo>
                    <a:pt x="2325255" y="2949374"/>
                  </a:lnTo>
                  <a:lnTo>
                    <a:pt x="2402498" y="2961007"/>
                  </a:lnTo>
                  <a:lnTo>
                    <a:pt x="2479742" y="2972387"/>
                  </a:lnTo>
                  <a:lnTo>
                    <a:pt x="2556985" y="2983520"/>
                  </a:lnTo>
                  <a:lnTo>
                    <a:pt x="2634229" y="2994410"/>
                  </a:lnTo>
                  <a:lnTo>
                    <a:pt x="2711473" y="3005062"/>
                  </a:lnTo>
                  <a:lnTo>
                    <a:pt x="2788716" y="3015483"/>
                  </a:lnTo>
                  <a:lnTo>
                    <a:pt x="2865960" y="3025677"/>
                  </a:lnTo>
                  <a:lnTo>
                    <a:pt x="2943203" y="3035650"/>
                  </a:lnTo>
                  <a:lnTo>
                    <a:pt x="3020447" y="3045405"/>
                  </a:lnTo>
                  <a:lnTo>
                    <a:pt x="3097690" y="3054947"/>
                  </a:lnTo>
                  <a:lnTo>
                    <a:pt x="3174934" y="3064282"/>
                  </a:lnTo>
                  <a:lnTo>
                    <a:pt x="3252178" y="3073414"/>
                  </a:lnTo>
                  <a:lnTo>
                    <a:pt x="3329421" y="3082347"/>
                  </a:lnTo>
                  <a:lnTo>
                    <a:pt x="3406665" y="3091085"/>
                  </a:lnTo>
                  <a:lnTo>
                    <a:pt x="3483908" y="3099634"/>
                  </a:lnTo>
                  <a:lnTo>
                    <a:pt x="3561152" y="3107996"/>
                  </a:lnTo>
                  <a:lnTo>
                    <a:pt x="3638395" y="3116176"/>
                  </a:lnTo>
                  <a:lnTo>
                    <a:pt x="3715639" y="3124178"/>
                  </a:lnTo>
                  <a:lnTo>
                    <a:pt x="3792883" y="3132006"/>
                  </a:lnTo>
                  <a:lnTo>
                    <a:pt x="3870126" y="3139663"/>
                  </a:lnTo>
                  <a:lnTo>
                    <a:pt x="3947370" y="3147154"/>
                  </a:lnTo>
                  <a:lnTo>
                    <a:pt x="4024613" y="3154481"/>
                  </a:lnTo>
                  <a:lnTo>
                    <a:pt x="4101857" y="3161649"/>
                  </a:lnTo>
                  <a:lnTo>
                    <a:pt x="4179100" y="3168661"/>
                  </a:lnTo>
                  <a:lnTo>
                    <a:pt x="4256344" y="3175521"/>
                  </a:lnTo>
                  <a:lnTo>
                    <a:pt x="4333588" y="3182231"/>
                  </a:lnTo>
                  <a:lnTo>
                    <a:pt x="4410831" y="3188795"/>
                  </a:lnTo>
                  <a:lnTo>
                    <a:pt x="4488075" y="3195216"/>
                  </a:lnTo>
                  <a:lnTo>
                    <a:pt x="4565318" y="3201497"/>
                  </a:lnTo>
                  <a:lnTo>
                    <a:pt x="4642562" y="3207642"/>
                  </a:lnTo>
                  <a:lnTo>
                    <a:pt x="4719805" y="3213653"/>
                  </a:lnTo>
                  <a:lnTo>
                    <a:pt x="4797049" y="3219533"/>
                  </a:lnTo>
                  <a:lnTo>
                    <a:pt x="4874293" y="32252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3433049"/>
              <a:ext cx="7392041" cy="2123743"/>
            </a:xfrm>
            <a:custGeom>
              <a:avLst/>
              <a:pathLst>
                <a:path w="7392041" h="2123743">
                  <a:moveTo>
                    <a:pt x="7392041" y="2123743"/>
                  </a:moveTo>
                  <a:lnTo>
                    <a:pt x="7314797" y="2123673"/>
                  </a:lnTo>
                  <a:lnTo>
                    <a:pt x="7237554" y="2123593"/>
                  </a:lnTo>
                  <a:lnTo>
                    <a:pt x="7160310" y="2123501"/>
                  </a:lnTo>
                  <a:lnTo>
                    <a:pt x="7083066" y="2123394"/>
                  </a:lnTo>
                  <a:lnTo>
                    <a:pt x="7005823" y="2123271"/>
                  </a:lnTo>
                  <a:lnTo>
                    <a:pt x="6928579" y="2123130"/>
                  </a:lnTo>
                  <a:lnTo>
                    <a:pt x="6851336" y="2122967"/>
                  </a:lnTo>
                  <a:lnTo>
                    <a:pt x="6774092" y="2122780"/>
                  </a:lnTo>
                  <a:lnTo>
                    <a:pt x="6696849" y="2122563"/>
                  </a:lnTo>
                  <a:lnTo>
                    <a:pt x="6619605" y="2122314"/>
                  </a:lnTo>
                  <a:lnTo>
                    <a:pt x="6542361" y="2122027"/>
                  </a:lnTo>
                  <a:lnTo>
                    <a:pt x="6465118" y="2121697"/>
                  </a:lnTo>
                  <a:lnTo>
                    <a:pt x="6387874" y="2121316"/>
                  </a:lnTo>
                  <a:lnTo>
                    <a:pt x="6310631" y="2120877"/>
                  </a:lnTo>
                  <a:lnTo>
                    <a:pt x="6233387" y="2120371"/>
                  </a:lnTo>
                  <a:lnTo>
                    <a:pt x="6156144" y="2119789"/>
                  </a:lnTo>
                  <a:lnTo>
                    <a:pt x="6078900" y="2119118"/>
                  </a:lnTo>
                  <a:lnTo>
                    <a:pt x="6001656" y="2118344"/>
                  </a:lnTo>
                  <a:lnTo>
                    <a:pt x="5924413" y="2117453"/>
                  </a:lnTo>
                  <a:lnTo>
                    <a:pt x="5847169" y="2116427"/>
                  </a:lnTo>
                  <a:lnTo>
                    <a:pt x="5769926" y="2115244"/>
                  </a:lnTo>
                  <a:lnTo>
                    <a:pt x="5692682" y="2113882"/>
                  </a:lnTo>
                  <a:lnTo>
                    <a:pt x="5615439" y="2112312"/>
                  </a:lnTo>
                  <a:lnTo>
                    <a:pt x="5538195" y="2110503"/>
                  </a:lnTo>
                  <a:lnTo>
                    <a:pt x="5460951" y="2108419"/>
                  </a:lnTo>
                  <a:lnTo>
                    <a:pt x="5383708" y="2106018"/>
                  </a:lnTo>
                  <a:lnTo>
                    <a:pt x="5306464" y="2103252"/>
                  </a:lnTo>
                  <a:lnTo>
                    <a:pt x="5229221" y="2100065"/>
                  </a:lnTo>
                  <a:lnTo>
                    <a:pt x="5151977" y="2096393"/>
                  </a:lnTo>
                  <a:lnTo>
                    <a:pt x="5074734" y="2092163"/>
                  </a:lnTo>
                  <a:lnTo>
                    <a:pt x="4997490" y="2087289"/>
                  </a:lnTo>
                  <a:lnTo>
                    <a:pt x="4920246" y="2081673"/>
                  </a:lnTo>
                  <a:lnTo>
                    <a:pt x="4843003" y="2075203"/>
                  </a:lnTo>
                  <a:lnTo>
                    <a:pt x="4765759" y="2067749"/>
                  </a:lnTo>
                  <a:lnTo>
                    <a:pt x="4688516" y="2059160"/>
                  </a:lnTo>
                  <a:lnTo>
                    <a:pt x="4611272" y="2049265"/>
                  </a:lnTo>
                  <a:lnTo>
                    <a:pt x="4534029" y="2037865"/>
                  </a:lnTo>
                  <a:lnTo>
                    <a:pt x="4456785" y="2024730"/>
                  </a:lnTo>
                  <a:lnTo>
                    <a:pt x="4379541" y="2009597"/>
                  </a:lnTo>
                  <a:lnTo>
                    <a:pt x="4302298" y="1992161"/>
                  </a:lnTo>
                  <a:lnTo>
                    <a:pt x="4225054" y="1972073"/>
                  </a:lnTo>
                  <a:lnTo>
                    <a:pt x="4147811" y="1948929"/>
                  </a:lnTo>
                  <a:lnTo>
                    <a:pt x="4070567" y="1922264"/>
                  </a:lnTo>
                  <a:lnTo>
                    <a:pt x="3993324" y="1891541"/>
                  </a:lnTo>
                  <a:lnTo>
                    <a:pt x="3916080" y="1856145"/>
                  </a:lnTo>
                  <a:lnTo>
                    <a:pt x="3838836" y="1815364"/>
                  </a:lnTo>
                  <a:lnTo>
                    <a:pt x="3761593" y="1768379"/>
                  </a:lnTo>
                  <a:lnTo>
                    <a:pt x="3684349" y="1714245"/>
                  </a:lnTo>
                  <a:lnTo>
                    <a:pt x="3607106" y="1651875"/>
                  </a:lnTo>
                  <a:lnTo>
                    <a:pt x="3529862" y="1580017"/>
                  </a:lnTo>
                  <a:lnTo>
                    <a:pt x="3452619" y="1497226"/>
                  </a:lnTo>
                  <a:lnTo>
                    <a:pt x="3375375" y="1401840"/>
                  </a:lnTo>
                  <a:lnTo>
                    <a:pt x="3298131" y="1294303"/>
                  </a:lnTo>
                  <a:lnTo>
                    <a:pt x="3220888" y="1275834"/>
                  </a:lnTo>
                  <a:lnTo>
                    <a:pt x="3143644" y="1256954"/>
                  </a:lnTo>
                  <a:lnTo>
                    <a:pt x="3066401" y="1237654"/>
                  </a:lnTo>
                  <a:lnTo>
                    <a:pt x="2989157" y="1217925"/>
                  </a:lnTo>
                  <a:lnTo>
                    <a:pt x="2911914" y="1197756"/>
                  </a:lnTo>
                  <a:lnTo>
                    <a:pt x="2834670" y="1177138"/>
                  </a:lnTo>
                  <a:lnTo>
                    <a:pt x="2757426" y="1156062"/>
                  </a:lnTo>
                  <a:lnTo>
                    <a:pt x="2680183" y="1134517"/>
                  </a:lnTo>
                  <a:lnTo>
                    <a:pt x="2602939" y="1112492"/>
                  </a:lnTo>
                  <a:lnTo>
                    <a:pt x="2525696" y="1089977"/>
                  </a:lnTo>
                  <a:lnTo>
                    <a:pt x="2448452" y="1066961"/>
                  </a:lnTo>
                  <a:lnTo>
                    <a:pt x="2371209" y="1043432"/>
                  </a:lnTo>
                  <a:lnTo>
                    <a:pt x="2293965" y="1019380"/>
                  </a:lnTo>
                  <a:lnTo>
                    <a:pt x="2216721" y="994793"/>
                  </a:lnTo>
                  <a:lnTo>
                    <a:pt x="2139478" y="969659"/>
                  </a:lnTo>
                  <a:lnTo>
                    <a:pt x="2062234" y="943965"/>
                  </a:lnTo>
                  <a:lnTo>
                    <a:pt x="1984991" y="917700"/>
                  </a:lnTo>
                  <a:lnTo>
                    <a:pt x="1907747" y="890850"/>
                  </a:lnTo>
                  <a:lnTo>
                    <a:pt x="1830504" y="863402"/>
                  </a:lnTo>
                  <a:lnTo>
                    <a:pt x="1753260" y="835344"/>
                  </a:lnTo>
                  <a:lnTo>
                    <a:pt x="1676016" y="806661"/>
                  </a:lnTo>
                  <a:lnTo>
                    <a:pt x="1598773" y="777340"/>
                  </a:lnTo>
                  <a:lnTo>
                    <a:pt x="1521529" y="747366"/>
                  </a:lnTo>
                  <a:lnTo>
                    <a:pt x="1444286" y="716725"/>
                  </a:lnTo>
                  <a:lnTo>
                    <a:pt x="1367042" y="685403"/>
                  </a:lnTo>
                  <a:lnTo>
                    <a:pt x="1289799" y="653383"/>
                  </a:lnTo>
                  <a:lnTo>
                    <a:pt x="1212555" y="620651"/>
                  </a:lnTo>
                  <a:lnTo>
                    <a:pt x="1135311" y="587190"/>
                  </a:lnTo>
                  <a:lnTo>
                    <a:pt x="1058068" y="552985"/>
                  </a:lnTo>
                  <a:lnTo>
                    <a:pt x="980824" y="518018"/>
                  </a:lnTo>
                  <a:lnTo>
                    <a:pt x="903581" y="482273"/>
                  </a:lnTo>
                  <a:lnTo>
                    <a:pt x="826337" y="445733"/>
                  </a:lnTo>
                  <a:lnTo>
                    <a:pt x="749094" y="408380"/>
                  </a:lnTo>
                  <a:lnTo>
                    <a:pt x="671850" y="370195"/>
                  </a:lnTo>
                  <a:lnTo>
                    <a:pt x="594606" y="331161"/>
                  </a:lnTo>
                  <a:lnTo>
                    <a:pt x="517363" y="291258"/>
                  </a:lnTo>
                  <a:lnTo>
                    <a:pt x="440119" y="250466"/>
                  </a:lnTo>
                  <a:lnTo>
                    <a:pt x="362876" y="208767"/>
                  </a:lnTo>
                  <a:lnTo>
                    <a:pt x="285632" y="166141"/>
                  </a:lnTo>
                  <a:lnTo>
                    <a:pt x="208389" y="122565"/>
                  </a:lnTo>
                  <a:lnTo>
                    <a:pt x="131145" y="78020"/>
                  </a:lnTo>
                  <a:lnTo>
                    <a:pt x="53901" y="3248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63368" y="2073503"/>
              <a:ext cx="5446190" cy="3472871"/>
            </a:xfrm>
            <a:custGeom>
              <a:avLst/>
              <a:pathLst>
                <a:path w="5446190" h="3472871">
                  <a:moveTo>
                    <a:pt x="0" y="0"/>
                  </a:moveTo>
                  <a:lnTo>
                    <a:pt x="39140" y="144265"/>
                  </a:lnTo>
                  <a:lnTo>
                    <a:pt x="116384" y="406606"/>
                  </a:lnTo>
                  <a:lnTo>
                    <a:pt x="193627" y="648337"/>
                  </a:lnTo>
                  <a:lnTo>
                    <a:pt x="270871" y="871079"/>
                  </a:lnTo>
                  <a:lnTo>
                    <a:pt x="348114" y="1076323"/>
                  </a:lnTo>
                  <a:lnTo>
                    <a:pt x="425358" y="1265444"/>
                  </a:lnTo>
                  <a:lnTo>
                    <a:pt x="502602" y="1439707"/>
                  </a:lnTo>
                  <a:lnTo>
                    <a:pt x="579845" y="1600281"/>
                  </a:lnTo>
                  <a:lnTo>
                    <a:pt x="657089" y="1748241"/>
                  </a:lnTo>
                  <a:lnTo>
                    <a:pt x="734332" y="1884578"/>
                  </a:lnTo>
                  <a:lnTo>
                    <a:pt x="811576" y="2010204"/>
                  </a:lnTo>
                  <a:lnTo>
                    <a:pt x="888820" y="2125961"/>
                  </a:lnTo>
                  <a:lnTo>
                    <a:pt x="966063" y="2232625"/>
                  </a:lnTo>
                  <a:lnTo>
                    <a:pt x="1043307" y="2330910"/>
                  </a:lnTo>
                  <a:lnTo>
                    <a:pt x="1120550" y="2421473"/>
                  </a:lnTo>
                  <a:lnTo>
                    <a:pt x="1197794" y="2504923"/>
                  </a:lnTo>
                  <a:lnTo>
                    <a:pt x="1275037" y="2581816"/>
                  </a:lnTo>
                  <a:lnTo>
                    <a:pt x="1352281" y="2652669"/>
                  </a:lnTo>
                  <a:lnTo>
                    <a:pt x="1429525" y="2717957"/>
                  </a:lnTo>
                  <a:lnTo>
                    <a:pt x="1506768" y="2778115"/>
                  </a:lnTo>
                  <a:lnTo>
                    <a:pt x="1584012" y="2833547"/>
                  </a:lnTo>
                  <a:lnTo>
                    <a:pt x="1661255" y="2884625"/>
                  </a:lnTo>
                  <a:lnTo>
                    <a:pt x="1738499" y="2931690"/>
                  </a:lnTo>
                  <a:lnTo>
                    <a:pt x="1815742" y="2975058"/>
                  </a:lnTo>
                  <a:lnTo>
                    <a:pt x="1892986" y="3015020"/>
                  </a:lnTo>
                  <a:lnTo>
                    <a:pt x="1970230" y="3051841"/>
                  </a:lnTo>
                  <a:lnTo>
                    <a:pt x="2047473" y="3085771"/>
                  </a:lnTo>
                  <a:lnTo>
                    <a:pt x="2124717" y="3117035"/>
                  </a:lnTo>
                  <a:lnTo>
                    <a:pt x="2201960" y="3145842"/>
                  </a:lnTo>
                  <a:lnTo>
                    <a:pt x="2279204" y="3172387"/>
                  </a:lnTo>
                  <a:lnTo>
                    <a:pt x="2356447" y="3196847"/>
                  </a:lnTo>
                  <a:lnTo>
                    <a:pt x="2433691" y="3219385"/>
                  </a:lnTo>
                  <a:lnTo>
                    <a:pt x="2510935" y="3240152"/>
                  </a:lnTo>
                  <a:lnTo>
                    <a:pt x="2588178" y="3259288"/>
                  </a:lnTo>
                  <a:lnTo>
                    <a:pt x="2665422" y="3276921"/>
                  </a:lnTo>
                  <a:lnTo>
                    <a:pt x="2742665" y="3293169"/>
                  </a:lnTo>
                  <a:lnTo>
                    <a:pt x="2819909" y="3308140"/>
                  </a:lnTo>
                  <a:lnTo>
                    <a:pt x="2897152" y="3321935"/>
                  </a:lnTo>
                  <a:lnTo>
                    <a:pt x="2974396" y="3334647"/>
                  </a:lnTo>
                  <a:lnTo>
                    <a:pt x="3051640" y="3346359"/>
                  </a:lnTo>
                  <a:lnTo>
                    <a:pt x="3128883" y="3357152"/>
                  </a:lnTo>
                  <a:lnTo>
                    <a:pt x="3206127" y="3367097"/>
                  </a:lnTo>
                  <a:lnTo>
                    <a:pt x="3283370" y="3376261"/>
                  </a:lnTo>
                  <a:lnTo>
                    <a:pt x="3360614" y="3384705"/>
                  </a:lnTo>
                  <a:lnTo>
                    <a:pt x="3437857" y="3392485"/>
                  </a:lnTo>
                  <a:lnTo>
                    <a:pt x="3515101" y="3399654"/>
                  </a:lnTo>
                  <a:lnTo>
                    <a:pt x="3592345" y="3406260"/>
                  </a:lnTo>
                  <a:lnTo>
                    <a:pt x="3669588" y="3412347"/>
                  </a:lnTo>
                  <a:lnTo>
                    <a:pt x="3746832" y="3417956"/>
                  </a:lnTo>
                  <a:lnTo>
                    <a:pt x="3824075" y="3423125"/>
                  </a:lnTo>
                  <a:lnTo>
                    <a:pt x="3901319" y="3427887"/>
                  </a:lnTo>
                  <a:lnTo>
                    <a:pt x="3978562" y="3432275"/>
                  </a:lnTo>
                  <a:lnTo>
                    <a:pt x="4055806" y="3436318"/>
                  </a:lnTo>
                  <a:lnTo>
                    <a:pt x="4133050" y="3440044"/>
                  </a:lnTo>
                  <a:lnTo>
                    <a:pt x="4210293" y="3443477"/>
                  </a:lnTo>
                  <a:lnTo>
                    <a:pt x="4287537" y="3446641"/>
                  </a:lnTo>
                  <a:lnTo>
                    <a:pt x="4364780" y="3449556"/>
                  </a:lnTo>
                  <a:lnTo>
                    <a:pt x="4442024" y="3452242"/>
                  </a:lnTo>
                  <a:lnTo>
                    <a:pt x="4519267" y="3454717"/>
                  </a:lnTo>
                  <a:lnTo>
                    <a:pt x="4596511" y="3456997"/>
                  </a:lnTo>
                  <a:lnTo>
                    <a:pt x="4673755" y="3459098"/>
                  </a:lnTo>
                  <a:lnTo>
                    <a:pt x="4750998" y="3461035"/>
                  </a:lnTo>
                  <a:lnTo>
                    <a:pt x="4828242" y="3462819"/>
                  </a:lnTo>
                  <a:lnTo>
                    <a:pt x="4905485" y="3464463"/>
                  </a:lnTo>
                  <a:lnTo>
                    <a:pt x="4982729" y="3465978"/>
                  </a:lnTo>
                  <a:lnTo>
                    <a:pt x="5059972" y="3467374"/>
                  </a:lnTo>
                  <a:lnTo>
                    <a:pt x="5137216" y="3468660"/>
                  </a:lnTo>
                  <a:lnTo>
                    <a:pt x="5214460" y="3469845"/>
                  </a:lnTo>
                  <a:lnTo>
                    <a:pt x="5291703" y="3470937"/>
                  </a:lnTo>
                  <a:lnTo>
                    <a:pt x="5368947" y="3471943"/>
                  </a:lnTo>
                  <a:lnTo>
                    <a:pt x="5446190" y="347287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6001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2.56 (1.29-5.08), p = 0.007  |  per IQR decline (Δ = 0.30): 16.00 (2.11-121.46)  |  IQR: [0.84, 1.14]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96330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2026-07-07T08:52:22Z</dcterms:modified>
  <cp:category/>
</cp:coreProperties>
</file>