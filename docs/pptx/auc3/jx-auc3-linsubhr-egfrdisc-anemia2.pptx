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4284483"/>
              <a:ext cx="7090630" cy="806666"/>
            </a:xfrm>
            <a:custGeom>
              <a:avLst/>
              <a:pathLst>
                <a:path w="7090630" h="806666">
                  <a:moveTo>
                    <a:pt x="0" y="0"/>
                  </a:moveTo>
                  <a:lnTo>
                    <a:pt x="71622" y="8080"/>
                  </a:lnTo>
                  <a:lnTo>
                    <a:pt x="143245" y="16109"/>
                  </a:lnTo>
                  <a:lnTo>
                    <a:pt x="214867" y="24088"/>
                  </a:lnTo>
                  <a:lnTo>
                    <a:pt x="286490" y="32016"/>
                  </a:lnTo>
                  <a:lnTo>
                    <a:pt x="358112" y="39893"/>
                  </a:lnTo>
                  <a:lnTo>
                    <a:pt x="429735" y="47720"/>
                  </a:lnTo>
                  <a:lnTo>
                    <a:pt x="501357" y="55498"/>
                  </a:lnTo>
                  <a:lnTo>
                    <a:pt x="572980" y="63226"/>
                  </a:lnTo>
                  <a:lnTo>
                    <a:pt x="644602" y="70905"/>
                  </a:lnTo>
                  <a:lnTo>
                    <a:pt x="716225" y="78536"/>
                  </a:lnTo>
                  <a:lnTo>
                    <a:pt x="787847" y="86118"/>
                  </a:lnTo>
                  <a:lnTo>
                    <a:pt x="859470" y="93652"/>
                  </a:lnTo>
                  <a:lnTo>
                    <a:pt x="931092" y="101138"/>
                  </a:lnTo>
                  <a:lnTo>
                    <a:pt x="1002715" y="108576"/>
                  </a:lnTo>
                  <a:lnTo>
                    <a:pt x="1074337" y="115968"/>
                  </a:lnTo>
                  <a:lnTo>
                    <a:pt x="1145960" y="123312"/>
                  </a:lnTo>
                  <a:lnTo>
                    <a:pt x="1217582" y="130610"/>
                  </a:lnTo>
                  <a:lnTo>
                    <a:pt x="1289205" y="137861"/>
                  </a:lnTo>
                  <a:lnTo>
                    <a:pt x="1360827" y="145066"/>
                  </a:lnTo>
                  <a:lnTo>
                    <a:pt x="1432450" y="152226"/>
                  </a:lnTo>
                  <a:lnTo>
                    <a:pt x="1504073" y="159340"/>
                  </a:lnTo>
                  <a:lnTo>
                    <a:pt x="1575695" y="166409"/>
                  </a:lnTo>
                  <a:lnTo>
                    <a:pt x="1647318" y="173433"/>
                  </a:lnTo>
                  <a:lnTo>
                    <a:pt x="1718940" y="180413"/>
                  </a:lnTo>
                  <a:lnTo>
                    <a:pt x="1790563" y="187348"/>
                  </a:lnTo>
                  <a:lnTo>
                    <a:pt x="1862185" y="194239"/>
                  </a:lnTo>
                  <a:lnTo>
                    <a:pt x="1933808" y="201087"/>
                  </a:lnTo>
                  <a:lnTo>
                    <a:pt x="2005430" y="207891"/>
                  </a:lnTo>
                  <a:lnTo>
                    <a:pt x="2077053" y="214651"/>
                  </a:lnTo>
                  <a:lnTo>
                    <a:pt x="2148675" y="221369"/>
                  </a:lnTo>
                  <a:lnTo>
                    <a:pt x="2220298" y="228044"/>
                  </a:lnTo>
                  <a:lnTo>
                    <a:pt x="2291920" y="234677"/>
                  </a:lnTo>
                  <a:lnTo>
                    <a:pt x="2363543" y="241268"/>
                  </a:lnTo>
                  <a:lnTo>
                    <a:pt x="2435165" y="247817"/>
                  </a:lnTo>
                  <a:lnTo>
                    <a:pt x="2506788" y="254324"/>
                  </a:lnTo>
                  <a:lnTo>
                    <a:pt x="2578410" y="260790"/>
                  </a:lnTo>
                  <a:lnTo>
                    <a:pt x="2650033" y="267215"/>
                  </a:lnTo>
                  <a:lnTo>
                    <a:pt x="2721655" y="273599"/>
                  </a:lnTo>
                  <a:lnTo>
                    <a:pt x="2793278" y="279943"/>
                  </a:lnTo>
                  <a:lnTo>
                    <a:pt x="2864901" y="286246"/>
                  </a:lnTo>
                  <a:lnTo>
                    <a:pt x="2936523" y="292509"/>
                  </a:lnTo>
                  <a:lnTo>
                    <a:pt x="3008146" y="298733"/>
                  </a:lnTo>
                  <a:lnTo>
                    <a:pt x="3079768" y="304917"/>
                  </a:lnTo>
                  <a:lnTo>
                    <a:pt x="3151391" y="311062"/>
                  </a:lnTo>
                  <a:lnTo>
                    <a:pt x="3223013" y="317167"/>
                  </a:lnTo>
                  <a:lnTo>
                    <a:pt x="3294636" y="323234"/>
                  </a:lnTo>
                  <a:lnTo>
                    <a:pt x="3366258" y="329263"/>
                  </a:lnTo>
                  <a:lnTo>
                    <a:pt x="3437881" y="335253"/>
                  </a:lnTo>
                  <a:lnTo>
                    <a:pt x="3509503" y="341205"/>
                  </a:lnTo>
                  <a:lnTo>
                    <a:pt x="3581126" y="347119"/>
                  </a:lnTo>
                  <a:lnTo>
                    <a:pt x="3652748" y="352996"/>
                  </a:lnTo>
                  <a:lnTo>
                    <a:pt x="3724371" y="358836"/>
                  </a:lnTo>
                  <a:lnTo>
                    <a:pt x="3795993" y="364638"/>
                  </a:lnTo>
                  <a:lnTo>
                    <a:pt x="3867616" y="370404"/>
                  </a:lnTo>
                  <a:lnTo>
                    <a:pt x="3939238" y="376133"/>
                  </a:lnTo>
                  <a:lnTo>
                    <a:pt x="4010861" y="381825"/>
                  </a:lnTo>
                  <a:lnTo>
                    <a:pt x="4082483" y="387482"/>
                  </a:lnTo>
                  <a:lnTo>
                    <a:pt x="4154106" y="393102"/>
                  </a:lnTo>
                  <a:lnTo>
                    <a:pt x="4225729" y="398687"/>
                  </a:lnTo>
                  <a:lnTo>
                    <a:pt x="4297351" y="404237"/>
                  </a:lnTo>
                  <a:lnTo>
                    <a:pt x="4368974" y="409751"/>
                  </a:lnTo>
                  <a:lnTo>
                    <a:pt x="4440596" y="415230"/>
                  </a:lnTo>
                  <a:lnTo>
                    <a:pt x="4512219" y="420674"/>
                  </a:lnTo>
                  <a:lnTo>
                    <a:pt x="4583841" y="426084"/>
                  </a:lnTo>
                  <a:lnTo>
                    <a:pt x="4655464" y="431460"/>
                  </a:lnTo>
                  <a:lnTo>
                    <a:pt x="4727086" y="436801"/>
                  </a:lnTo>
                  <a:lnTo>
                    <a:pt x="4798709" y="442108"/>
                  </a:lnTo>
                  <a:lnTo>
                    <a:pt x="4870331" y="437778"/>
                  </a:lnTo>
                  <a:lnTo>
                    <a:pt x="4941954" y="430588"/>
                  </a:lnTo>
                  <a:lnTo>
                    <a:pt x="5013576" y="423336"/>
                  </a:lnTo>
                  <a:lnTo>
                    <a:pt x="5085199" y="416022"/>
                  </a:lnTo>
                  <a:lnTo>
                    <a:pt x="5156821" y="408645"/>
                  </a:lnTo>
                  <a:lnTo>
                    <a:pt x="5228444" y="401204"/>
                  </a:lnTo>
                  <a:lnTo>
                    <a:pt x="5300066" y="393699"/>
                  </a:lnTo>
                  <a:lnTo>
                    <a:pt x="5371689" y="386130"/>
                  </a:lnTo>
                  <a:lnTo>
                    <a:pt x="5443311" y="378496"/>
                  </a:lnTo>
                  <a:lnTo>
                    <a:pt x="5514934" y="370795"/>
                  </a:lnTo>
                  <a:lnTo>
                    <a:pt x="5586557" y="363029"/>
                  </a:lnTo>
                  <a:lnTo>
                    <a:pt x="5658179" y="355195"/>
                  </a:lnTo>
                  <a:lnTo>
                    <a:pt x="5729802" y="347294"/>
                  </a:lnTo>
                  <a:lnTo>
                    <a:pt x="5801424" y="339325"/>
                  </a:lnTo>
                  <a:lnTo>
                    <a:pt x="5873047" y="331288"/>
                  </a:lnTo>
                  <a:lnTo>
                    <a:pt x="5944669" y="323181"/>
                  </a:lnTo>
                  <a:lnTo>
                    <a:pt x="6016292" y="315005"/>
                  </a:lnTo>
                  <a:lnTo>
                    <a:pt x="6087914" y="306758"/>
                  </a:lnTo>
                  <a:lnTo>
                    <a:pt x="6159537" y="298440"/>
                  </a:lnTo>
                  <a:lnTo>
                    <a:pt x="6231159" y="290050"/>
                  </a:lnTo>
                  <a:lnTo>
                    <a:pt x="6302782" y="281588"/>
                  </a:lnTo>
                  <a:lnTo>
                    <a:pt x="6374404" y="273054"/>
                  </a:lnTo>
                  <a:lnTo>
                    <a:pt x="6446027" y="264445"/>
                  </a:lnTo>
                  <a:lnTo>
                    <a:pt x="6517649" y="255763"/>
                  </a:lnTo>
                  <a:lnTo>
                    <a:pt x="6589272" y="247006"/>
                  </a:lnTo>
                  <a:lnTo>
                    <a:pt x="6660894" y="238173"/>
                  </a:lnTo>
                  <a:lnTo>
                    <a:pt x="6732517" y="229265"/>
                  </a:lnTo>
                  <a:lnTo>
                    <a:pt x="6804139" y="220280"/>
                  </a:lnTo>
                  <a:lnTo>
                    <a:pt x="6875762" y="211217"/>
                  </a:lnTo>
                  <a:lnTo>
                    <a:pt x="6947385" y="202076"/>
                  </a:lnTo>
                  <a:lnTo>
                    <a:pt x="7019007" y="192857"/>
                  </a:lnTo>
                  <a:lnTo>
                    <a:pt x="7090630" y="183558"/>
                  </a:lnTo>
                  <a:lnTo>
                    <a:pt x="7090630" y="595268"/>
                  </a:lnTo>
                  <a:lnTo>
                    <a:pt x="7019007" y="590940"/>
                  </a:lnTo>
                  <a:lnTo>
                    <a:pt x="6947385" y="586583"/>
                  </a:lnTo>
                  <a:lnTo>
                    <a:pt x="6875762" y="582199"/>
                  </a:lnTo>
                  <a:lnTo>
                    <a:pt x="6804139" y="577786"/>
                  </a:lnTo>
                  <a:lnTo>
                    <a:pt x="6732517" y="573346"/>
                  </a:lnTo>
                  <a:lnTo>
                    <a:pt x="6660894" y="568877"/>
                  </a:lnTo>
                  <a:lnTo>
                    <a:pt x="6589272" y="564379"/>
                  </a:lnTo>
                  <a:lnTo>
                    <a:pt x="6517649" y="559853"/>
                  </a:lnTo>
                  <a:lnTo>
                    <a:pt x="6446027" y="555298"/>
                  </a:lnTo>
                  <a:lnTo>
                    <a:pt x="6374404" y="550714"/>
                  </a:lnTo>
                  <a:lnTo>
                    <a:pt x="6302782" y="546100"/>
                  </a:lnTo>
                  <a:lnTo>
                    <a:pt x="6231159" y="541457"/>
                  </a:lnTo>
                  <a:lnTo>
                    <a:pt x="6159537" y="536785"/>
                  </a:lnTo>
                  <a:lnTo>
                    <a:pt x="6087914" y="532082"/>
                  </a:lnTo>
                  <a:lnTo>
                    <a:pt x="6016292" y="527350"/>
                  </a:lnTo>
                  <a:lnTo>
                    <a:pt x="5944669" y="522587"/>
                  </a:lnTo>
                  <a:lnTo>
                    <a:pt x="5873047" y="517794"/>
                  </a:lnTo>
                  <a:lnTo>
                    <a:pt x="5801424" y="512970"/>
                  </a:lnTo>
                  <a:lnTo>
                    <a:pt x="5729802" y="508115"/>
                  </a:lnTo>
                  <a:lnTo>
                    <a:pt x="5658179" y="503230"/>
                  </a:lnTo>
                  <a:lnTo>
                    <a:pt x="5586557" y="498313"/>
                  </a:lnTo>
                  <a:lnTo>
                    <a:pt x="5514934" y="493364"/>
                  </a:lnTo>
                  <a:lnTo>
                    <a:pt x="5443311" y="488384"/>
                  </a:lnTo>
                  <a:lnTo>
                    <a:pt x="5371689" y="483373"/>
                  </a:lnTo>
                  <a:lnTo>
                    <a:pt x="5300066" y="478329"/>
                  </a:lnTo>
                  <a:lnTo>
                    <a:pt x="5228444" y="473253"/>
                  </a:lnTo>
                  <a:lnTo>
                    <a:pt x="5156821" y="468144"/>
                  </a:lnTo>
                  <a:lnTo>
                    <a:pt x="5085199" y="463003"/>
                  </a:lnTo>
                  <a:lnTo>
                    <a:pt x="5013576" y="457829"/>
                  </a:lnTo>
                  <a:lnTo>
                    <a:pt x="4941954" y="452622"/>
                  </a:lnTo>
                  <a:lnTo>
                    <a:pt x="4870331" y="447382"/>
                  </a:lnTo>
                  <a:lnTo>
                    <a:pt x="4798709" y="444906"/>
                  </a:lnTo>
                  <a:lnTo>
                    <a:pt x="4727086" y="451974"/>
                  </a:lnTo>
                  <a:lnTo>
                    <a:pt x="4655464" y="458981"/>
                  </a:lnTo>
                  <a:lnTo>
                    <a:pt x="4583841" y="465928"/>
                  </a:lnTo>
                  <a:lnTo>
                    <a:pt x="4512219" y="472816"/>
                  </a:lnTo>
                  <a:lnTo>
                    <a:pt x="4440596" y="479646"/>
                  </a:lnTo>
                  <a:lnTo>
                    <a:pt x="4368974" y="486417"/>
                  </a:lnTo>
                  <a:lnTo>
                    <a:pt x="4297351" y="493130"/>
                  </a:lnTo>
                  <a:lnTo>
                    <a:pt x="4225729" y="499786"/>
                  </a:lnTo>
                  <a:lnTo>
                    <a:pt x="4154106" y="506385"/>
                  </a:lnTo>
                  <a:lnTo>
                    <a:pt x="4082483" y="512927"/>
                  </a:lnTo>
                  <a:lnTo>
                    <a:pt x="4010861" y="519414"/>
                  </a:lnTo>
                  <a:lnTo>
                    <a:pt x="3939238" y="525846"/>
                  </a:lnTo>
                  <a:lnTo>
                    <a:pt x="3867616" y="532222"/>
                  </a:lnTo>
                  <a:lnTo>
                    <a:pt x="3795993" y="538545"/>
                  </a:lnTo>
                  <a:lnTo>
                    <a:pt x="3724371" y="544813"/>
                  </a:lnTo>
                  <a:lnTo>
                    <a:pt x="3652748" y="551027"/>
                  </a:lnTo>
                  <a:lnTo>
                    <a:pt x="3581126" y="557189"/>
                  </a:lnTo>
                  <a:lnTo>
                    <a:pt x="3509503" y="563298"/>
                  </a:lnTo>
                  <a:lnTo>
                    <a:pt x="3437881" y="569355"/>
                  </a:lnTo>
                  <a:lnTo>
                    <a:pt x="3366258" y="575360"/>
                  </a:lnTo>
                  <a:lnTo>
                    <a:pt x="3294636" y="581314"/>
                  </a:lnTo>
                  <a:lnTo>
                    <a:pt x="3223013" y="587217"/>
                  </a:lnTo>
                  <a:lnTo>
                    <a:pt x="3151391" y="593069"/>
                  </a:lnTo>
                  <a:lnTo>
                    <a:pt x="3079768" y="598872"/>
                  </a:lnTo>
                  <a:lnTo>
                    <a:pt x="3008146" y="604625"/>
                  </a:lnTo>
                  <a:lnTo>
                    <a:pt x="2936523" y="610329"/>
                  </a:lnTo>
                  <a:lnTo>
                    <a:pt x="2864901" y="615985"/>
                  </a:lnTo>
                  <a:lnTo>
                    <a:pt x="2793278" y="621592"/>
                  </a:lnTo>
                  <a:lnTo>
                    <a:pt x="2721655" y="627151"/>
                  </a:lnTo>
                  <a:lnTo>
                    <a:pt x="2650033" y="632663"/>
                  </a:lnTo>
                  <a:lnTo>
                    <a:pt x="2578410" y="638127"/>
                  </a:lnTo>
                  <a:lnTo>
                    <a:pt x="2506788" y="643545"/>
                  </a:lnTo>
                  <a:lnTo>
                    <a:pt x="2435165" y="648917"/>
                  </a:lnTo>
                  <a:lnTo>
                    <a:pt x="2363543" y="654243"/>
                  </a:lnTo>
                  <a:lnTo>
                    <a:pt x="2291920" y="659523"/>
                  </a:lnTo>
                  <a:lnTo>
                    <a:pt x="2220298" y="664759"/>
                  </a:lnTo>
                  <a:lnTo>
                    <a:pt x="2148675" y="669949"/>
                  </a:lnTo>
                  <a:lnTo>
                    <a:pt x="2077053" y="675096"/>
                  </a:lnTo>
                  <a:lnTo>
                    <a:pt x="2005430" y="680198"/>
                  </a:lnTo>
                  <a:lnTo>
                    <a:pt x="1933808" y="685257"/>
                  </a:lnTo>
                  <a:lnTo>
                    <a:pt x="1862185" y="690272"/>
                  </a:lnTo>
                  <a:lnTo>
                    <a:pt x="1790563" y="695245"/>
                  </a:lnTo>
                  <a:lnTo>
                    <a:pt x="1718940" y="700176"/>
                  </a:lnTo>
                  <a:lnTo>
                    <a:pt x="1647318" y="705064"/>
                  </a:lnTo>
                  <a:lnTo>
                    <a:pt x="1575695" y="709911"/>
                  </a:lnTo>
                  <a:lnTo>
                    <a:pt x="1504073" y="714716"/>
                  </a:lnTo>
                  <a:lnTo>
                    <a:pt x="1432450" y="719480"/>
                  </a:lnTo>
                  <a:lnTo>
                    <a:pt x="1360827" y="724203"/>
                  </a:lnTo>
                  <a:lnTo>
                    <a:pt x="1289205" y="728887"/>
                  </a:lnTo>
                  <a:lnTo>
                    <a:pt x="1217582" y="733530"/>
                  </a:lnTo>
                  <a:lnTo>
                    <a:pt x="1145960" y="738133"/>
                  </a:lnTo>
                  <a:lnTo>
                    <a:pt x="1074337" y="742698"/>
                  </a:lnTo>
                  <a:lnTo>
                    <a:pt x="1002715" y="747223"/>
                  </a:lnTo>
                  <a:lnTo>
                    <a:pt x="931092" y="751709"/>
                  </a:lnTo>
                  <a:lnTo>
                    <a:pt x="859470" y="756158"/>
                  </a:lnTo>
                  <a:lnTo>
                    <a:pt x="787847" y="760568"/>
                  </a:lnTo>
                  <a:lnTo>
                    <a:pt x="716225" y="764941"/>
                  </a:lnTo>
                  <a:lnTo>
                    <a:pt x="644602" y="769276"/>
                  </a:lnTo>
                  <a:lnTo>
                    <a:pt x="572980" y="773575"/>
                  </a:lnTo>
                  <a:lnTo>
                    <a:pt x="501357" y="777836"/>
                  </a:lnTo>
                  <a:lnTo>
                    <a:pt x="429735" y="782062"/>
                  </a:lnTo>
                  <a:lnTo>
                    <a:pt x="358112" y="786251"/>
                  </a:lnTo>
                  <a:lnTo>
                    <a:pt x="286490" y="790404"/>
                  </a:lnTo>
                  <a:lnTo>
                    <a:pt x="214867" y="794522"/>
                  </a:lnTo>
                  <a:lnTo>
                    <a:pt x="143245" y="798605"/>
                  </a:lnTo>
                  <a:lnTo>
                    <a:pt x="71622" y="802653"/>
                  </a:lnTo>
                  <a:lnTo>
                    <a:pt x="0" y="80666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284483"/>
              <a:ext cx="7090630" cy="442108"/>
            </a:xfrm>
            <a:custGeom>
              <a:avLst/>
              <a:pathLst>
                <a:path w="7090630" h="442108">
                  <a:moveTo>
                    <a:pt x="0" y="0"/>
                  </a:moveTo>
                  <a:lnTo>
                    <a:pt x="71622" y="8080"/>
                  </a:lnTo>
                  <a:lnTo>
                    <a:pt x="143245" y="16109"/>
                  </a:lnTo>
                  <a:lnTo>
                    <a:pt x="214867" y="24088"/>
                  </a:lnTo>
                  <a:lnTo>
                    <a:pt x="286490" y="32016"/>
                  </a:lnTo>
                  <a:lnTo>
                    <a:pt x="358112" y="39893"/>
                  </a:lnTo>
                  <a:lnTo>
                    <a:pt x="429735" y="47720"/>
                  </a:lnTo>
                  <a:lnTo>
                    <a:pt x="501357" y="55498"/>
                  </a:lnTo>
                  <a:lnTo>
                    <a:pt x="572980" y="63226"/>
                  </a:lnTo>
                  <a:lnTo>
                    <a:pt x="644602" y="70905"/>
                  </a:lnTo>
                  <a:lnTo>
                    <a:pt x="716225" y="78536"/>
                  </a:lnTo>
                  <a:lnTo>
                    <a:pt x="787847" y="86118"/>
                  </a:lnTo>
                  <a:lnTo>
                    <a:pt x="859470" y="93652"/>
                  </a:lnTo>
                  <a:lnTo>
                    <a:pt x="931092" y="101138"/>
                  </a:lnTo>
                  <a:lnTo>
                    <a:pt x="1002715" y="108576"/>
                  </a:lnTo>
                  <a:lnTo>
                    <a:pt x="1074337" y="115968"/>
                  </a:lnTo>
                  <a:lnTo>
                    <a:pt x="1145960" y="123312"/>
                  </a:lnTo>
                  <a:lnTo>
                    <a:pt x="1217582" y="130610"/>
                  </a:lnTo>
                  <a:lnTo>
                    <a:pt x="1289205" y="137861"/>
                  </a:lnTo>
                  <a:lnTo>
                    <a:pt x="1360827" y="145066"/>
                  </a:lnTo>
                  <a:lnTo>
                    <a:pt x="1432450" y="152226"/>
                  </a:lnTo>
                  <a:lnTo>
                    <a:pt x="1504073" y="159340"/>
                  </a:lnTo>
                  <a:lnTo>
                    <a:pt x="1575695" y="166409"/>
                  </a:lnTo>
                  <a:lnTo>
                    <a:pt x="1647318" y="173433"/>
                  </a:lnTo>
                  <a:lnTo>
                    <a:pt x="1718940" y="180413"/>
                  </a:lnTo>
                  <a:lnTo>
                    <a:pt x="1790563" y="187348"/>
                  </a:lnTo>
                  <a:lnTo>
                    <a:pt x="1862185" y="194239"/>
                  </a:lnTo>
                  <a:lnTo>
                    <a:pt x="1933808" y="201087"/>
                  </a:lnTo>
                  <a:lnTo>
                    <a:pt x="2005430" y="207891"/>
                  </a:lnTo>
                  <a:lnTo>
                    <a:pt x="2077053" y="214651"/>
                  </a:lnTo>
                  <a:lnTo>
                    <a:pt x="2148675" y="221369"/>
                  </a:lnTo>
                  <a:lnTo>
                    <a:pt x="2220298" y="228044"/>
                  </a:lnTo>
                  <a:lnTo>
                    <a:pt x="2291920" y="234677"/>
                  </a:lnTo>
                  <a:lnTo>
                    <a:pt x="2363543" y="241268"/>
                  </a:lnTo>
                  <a:lnTo>
                    <a:pt x="2435165" y="247817"/>
                  </a:lnTo>
                  <a:lnTo>
                    <a:pt x="2506788" y="254324"/>
                  </a:lnTo>
                  <a:lnTo>
                    <a:pt x="2578410" y="260790"/>
                  </a:lnTo>
                  <a:lnTo>
                    <a:pt x="2650033" y="267215"/>
                  </a:lnTo>
                  <a:lnTo>
                    <a:pt x="2721655" y="273599"/>
                  </a:lnTo>
                  <a:lnTo>
                    <a:pt x="2793278" y="279943"/>
                  </a:lnTo>
                  <a:lnTo>
                    <a:pt x="2864901" y="286246"/>
                  </a:lnTo>
                  <a:lnTo>
                    <a:pt x="2936523" y="292509"/>
                  </a:lnTo>
                  <a:lnTo>
                    <a:pt x="3008146" y="298733"/>
                  </a:lnTo>
                  <a:lnTo>
                    <a:pt x="3079768" y="304917"/>
                  </a:lnTo>
                  <a:lnTo>
                    <a:pt x="3151391" y="311062"/>
                  </a:lnTo>
                  <a:lnTo>
                    <a:pt x="3223013" y="317167"/>
                  </a:lnTo>
                  <a:lnTo>
                    <a:pt x="3294636" y="323234"/>
                  </a:lnTo>
                  <a:lnTo>
                    <a:pt x="3366258" y="329263"/>
                  </a:lnTo>
                  <a:lnTo>
                    <a:pt x="3437881" y="335253"/>
                  </a:lnTo>
                  <a:lnTo>
                    <a:pt x="3509503" y="341205"/>
                  </a:lnTo>
                  <a:lnTo>
                    <a:pt x="3581126" y="347119"/>
                  </a:lnTo>
                  <a:lnTo>
                    <a:pt x="3652748" y="352996"/>
                  </a:lnTo>
                  <a:lnTo>
                    <a:pt x="3724371" y="358836"/>
                  </a:lnTo>
                  <a:lnTo>
                    <a:pt x="3795993" y="364638"/>
                  </a:lnTo>
                  <a:lnTo>
                    <a:pt x="3867616" y="370404"/>
                  </a:lnTo>
                  <a:lnTo>
                    <a:pt x="3939238" y="376133"/>
                  </a:lnTo>
                  <a:lnTo>
                    <a:pt x="4010861" y="381825"/>
                  </a:lnTo>
                  <a:lnTo>
                    <a:pt x="4082483" y="387482"/>
                  </a:lnTo>
                  <a:lnTo>
                    <a:pt x="4154106" y="393102"/>
                  </a:lnTo>
                  <a:lnTo>
                    <a:pt x="4225729" y="398687"/>
                  </a:lnTo>
                  <a:lnTo>
                    <a:pt x="4297351" y="404237"/>
                  </a:lnTo>
                  <a:lnTo>
                    <a:pt x="4368974" y="409751"/>
                  </a:lnTo>
                  <a:lnTo>
                    <a:pt x="4440596" y="415230"/>
                  </a:lnTo>
                  <a:lnTo>
                    <a:pt x="4512219" y="420674"/>
                  </a:lnTo>
                  <a:lnTo>
                    <a:pt x="4583841" y="426084"/>
                  </a:lnTo>
                  <a:lnTo>
                    <a:pt x="4655464" y="431460"/>
                  </a:lnTo>
                  <a:lnTo>
                    <a:pt x="4727086" y="436801"/>
                  </a:lnTo>
                  <a:lnTo>
                    <a:pt x="4798709" y="442108"/>
                  </a:lnTo>
                  <a:lnTo>
                    <a:pt x="4870331" y="437778"/>
                  </a:lnTo>
                  <a:lnTo>
                    <a:pt x="4941954" y="430588"/>
                  </a:lnTo>
                  <a:lnTo>
                    <a:pt x="5013576" y="423336"/>
                  </a:lnTo>
                  <a:lnTo>
                    <a:pt x="5085199" y="416022"/>
                  </a:lnTo>
                  <a:lnTo>
                    <a:pt x="5156821" y="408645"/>
                  </a:lnTo>
                  <a:lnTo>
                    <a:pt x="5228444" y="401204"/>
                  </a:lnTo>
                  <a:lnTo>
                    <a:pt x="5300066" y="393699"/>
                  </a:lnTo>
                  <a:lnTo>
                    <a:pt x="5371689" y="386130"/>
                  </a:lnTo>
                  <a:lnTo>
                    <a:pt x="5443311" y="378496"/>
                  </a:lnTo>
                  <a:lnTo>
                    <a:pt x="5514934" y="370795"/>
                  </a:lnTo>
                  <a:lnTo>
                    <a:pt x="5586557" y="363029"/>
                  </a:lnTo>
                  <a:lnTo>
                    <a:pt x="5658179" y="355195"/>
                  </a:lnTo>
                  <a:lnTo>
                    <a:pt x="5729802" y="347294"/>
                  </a:lnTo>
                  <a:lnTo>
                    <a:pt x="5801424" y="339325"/>
                  </a:lnTo>
                  <a:lnTo>
                    <a:pt x="5873047" y="331288"/>
                  </a:lnTo>
                  <a:lnTo>
                    <a:pt x="5944669" y="323181"/>
                  </a:lnTo>
                  <a:lnTo>
                    <a:pt x="6016292" y="315005"/>
                  </a:lnTo>
                  <a:lnTo>
                    <a:pt x="6087914" y="306758"/>
                  </a:lnTo>
                  <a:lnTo>
                    <a:pt x="6159537" y="298440"/>
                  </a:lnTo>
                  <a:lnTo>
                    <a:pt x="6231159" y="290050"/>
                  </a:lnTo>
                  <a:lnTo>
                    <a:pt x="6302782" y="281588"/>
                  </a:lnTo>
                  <a:lnTo>
                    <a:pt x="6374404" y="273054"/>
                  </a:lnTo>
                  <a:lnTo>
                    <a:pt x="6446027" y="264445"/>
                  </a:lnTo>
                  <a:lnTo>
                    <a:pt x="6517649" y="255763"/>
                  </a:lnTo>
                  <a:lnTo>
                    <a:pt x="6589272" y="247006"/>
                  </a:lnTo>
                  <a:lnTo>
                    <a:pt x="6660894" y="238173"/>
                  </a:lnTo>
                  <a:lnTo>
                    <a:pt x="6732517" y="229265"/>
                  </a:lnTo>
                  <a:lnTo>
                    <a:pt x="6804139" y="220280"/>
                  </a:lnTo>
                  <a:lnTo>
                    <a:pt x="6875762" y="211217"/>
                  </a:lnTo>
                  <a:lnTo>
                    <a:pt x="6947385" y="202076"/>
                  </a:lnTo>
                  <a:lnTo>
                    <a:pt x="7019007" y="192857"/>
                  </a:lnTo>
                  <a:lnTo>
                    <a:pt x="7090630" y="1835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9390"/>
              <a:ext cx="7090630" cy="361760"/>
            </a:xfrm>
            <a:custGeom>
              <a:avLst/>
              <a:pathLst>
                <a:path w="7090630" h="361760">
                  <a:moveTo>
                    <a:pt x="7090630" y="150362"/>
                  </a:moveTo>
                  <a:lnTo>
                    <a:pt x="7019007" y="146033"/>
                  </a:lnTo>
                  <a:lnTo>
                    <a:pt x="6947385" y="141676"/>
                  </a:lnTo>
                  <a:lnTo>
                    <a:pt x="6875762" y="137292"/>
                  </a:lnTo>
                  <a:lnTo>
                    <a:pt x="6804139" y="132880"/>
                  </a:lnTo>
                  <a:lnTo>
                    <a:pt x="6732517" y="128439"/>
                  </a:lnTo>
                  <a:lnTo>
                    <a:pt x="6660894" y="123970"/>
                  </a:lnTo>
                  <a:lnTo>
                    <a:pt x="6589272" y="119473"/>
                  </a:lnTo>
                  <a:lnTo>
                    <a:pt x="6517649" y="114947"/>
                  </a:lnTo>
                  <a:lnTo>
                    <a:pt x="6446027" y="110392"/>
                  </a:lnTo>
                  <a:lnTo>
                    <a:pt x="6374404" y="105807"/>
                  </a:lnTo>
                  <a:lnTo>
                    <a:pt x="6302782" y="101194"/>
                  </a:lnTo>
                  <a:lnTo>
                    <a:pt x="6231159" y="96551"/>
                  </a:lnTo>
                  <a:lnTo>
                    <a:pt x="6159537" y="91878"/>
                  </a:lnTo>
                  <a:lnTo>
                    <a:pt x="6087914" y="87176"/>
                  </a:lnTo>
                  <a:lnTo>
                    <a:pt x="6016292" y="82443"/>
                  </a:lnTo>
                  <a:lnTo>
                    <a:pt x="5944669" y="77680"/>
                  </a:lnTo>
                  <a:lnTo>
                    <a:pt x="5873047" y="72887"/>
                  </a:lnTo>
                  <a:lnTo>
                    <a:pt x="5801424" y="68063"/>
                  </a:lnTo>
                  <a:lnTo>
                    <a:pt x="5729802" y="63209"/>
                  </a:lnTo>
                  <a:lnTo>
                    <a:pt x="5658179" y="58323"/>
                  </a:lnTo>
                  <a:lnTo>
                    <a:pt x="5586557" y="53406"/>
                  </a:lnTo>
                  <a:lnTo>
                    <a:pt x="5514934" y="48458"/>
                  </a:lnTo>
                  <a:lnTo>
                    <a:pt x="5443311" y="43478"/>
                  </a:lnTo>
                  <a:lnTo>
                    <a:pt x="5371689" y="38466"/>
                  </a:lnTo>
                  <a:lnTo>
                    <a:pt x="5300066" y="33422"/>
                  </a:lnTo>
                  <a:lnTo>
                    <a:pt x="5228444" y="28346"/>
                  </a:lnTo>
                  <a:lnTo>
                    <a:pt x="5156821" y="23238"/>
                  </a:lnTo>
                  <a:lnTo>
                    <a:pt x="5085199" y="18097"/>
                  </a:lnTo>
                  <a:lnTo>
                    <a:pt x="5013576" y="12923"/>
                  </a:lnTo>
                  <a:lnTo>
                    <a:pt x="4941954" y="7716"/>
                  </a:lnTo>
                  <a:lnTo>
                    <a:pt x="4870331" y="2476"/>
                  </a:lnTo>
                  <a:lnTo>
                    <a:pt x="4798709" y="0"/>
                  </a:lnTo>
                  <a:lnTo>
                    <a:pt x="4727086" y="7067"/>
                  </a:lnTo>
                  <a:lnTo>
                    <a:pt x="4655464" y="14074"/>
                  </a:lnTo>
                  <a:lnTo>
                    <a:pt x="4583841" y="21022"/>
                  </a:lnTo>
                  <a:lnTo>
                    <a:pt x="4512219" y="27910"/>
                  </a:lnTo>
                  <a:lnTo>
                    <a:pt x="4440596" y="34739"/>
                  </a:lnTo>
                  <a:lnTo>
                    <a:pt x="4368974" y="41510"/>
                  </a:lnTo>
                  <a:lnTo>
                    <a:pt x="4297351" y="48223"/>
                  </a:lnTo>
                  <a:lnTo>
                    <a:pt x="4225729" y="54879"/>
                  </a:lnTo>
                  <a:lnTo>
                    <a:pt x="4154106" y="61478"/>
                  </a:lnTo>
                  <a:lnTo>
                    <a:pt x="4082483" y="68021"/>
                  </a:lnTo>
                  <a:lnTo>
                    <a:pt x="4010861" y="74508"/>
                  </a:lnTo>
                  <a:lnTo>
                    <a:pt x="3939238" y="80939"/>
                  </a:lnTo>
                  <a:lnTo>
                    <a:pt x="3867616" y="87316"/>
                  </a:lnTo>
                  <a:lnTo>
                    <a:pt x="3795993" y="93638"/>
                  </a:lnTo>
                  <a:lnTo>
                    <a:pt x="3724371" y="99906"/>
                  </a:lnTo>
                  <a:lnTo>
                    <a:pt x="3652748" y="106121"/>
                  </a:lnTo>
                  <a:lnTo>
                    <a:pt x="3581126" y="112282"/>
                  </a:lnTo>
                  <a:lnTo>
                    <a:pt x="3509503" y="118391"/>
                  </a:lnTo>
                  <a:lnTo>
                    <a:pt x="3437881" y="124448"/>
                  </a:lnTo>
                  <a:lnTo>
                    <a:pt x="3366258" y="130453"/>
                  </a:lnTo>
                  <a:lnTo>
                    <a:pt x="3294636" y="136407"/>
                  </a:lnTo>
                  <a:lnTo>
                    <a:pt x="3223013" y="142310"/>
                  </a:lnTo>
                  <a:lnTo>
                    <a:pt x="3151391" y="148163"/>
                  </a:lnTo>
                  <a:lnTo>
                    <a:pt x="3079768" y="153966"/>
                  </a:lnTo>
                  <a:lnTo>
                    <a:pt x="3008146" y="159719"/>
                  </a:lnTo>
                  <a:lnTo>
                    <a:pt x="2936523" y="165423"/>
                  </a:lnTo>
                  <a:lnTo>
                    <a:pt x="2864901" y="171078"/>
                  </a:lnTo>
                  <a:lnTo>
                    <a:pt x="2793278" y="176685"/>
                  </a:lnTo>
                  <a:lnTo>
                    <a:pt x="2721655" y="182244"/>
                  </a:lnTo>
                  <a:lnTo>
                    <a:pt x="2650033" y="187756"/>
                  </a:lnTo>
                  <a:lnTo>
                    <a:pt x="2578410" y="193221"/>
                  </a:lnTo>
                  <a:lnTo>
                    <a:pt x="2506788" y="198639"/>
                  </a:lnTo>
                  <a:lnTo>
                    <a:pt x="2435165" y="204010"/>
                  </a:lnTo>
                  <a:lnTo>
                    <a:pt x="2363543" y="209336"/>
                  </a:lnTo>
                  <a:lnTo>
                    <a:pt x="2291920" y="214617"/>
                  </a:lnTo>
                  <a:lnTo>
                    <a:pt x="2220298" y="219852"/>
                  </a:lnTo>
                  <a:lnTo>
                    <a:pt x="2148675" y="225043"/>
                  </a:lnTo>
                  <a:lnTo>
                    <a:pt x="2077053" y="230189"/>
                  </a:lnTo>
                  <a:lnTo>
                    <a:pt x="2005430" y="235291"/>
                  </a:lnTo>
                  <a:lnTo>
                    <a:pt x="1933808" y="240350"/>
                  </a:lnTo>
                  <a:lnTo>
                    <a:pt x="1862185" y="245366"/>
                  </a:lnTo>
                  <a:lnTo>
                    <a:pt x="1790563" y="250339"/>
                  </a:lnTo>
                  <a:lnTo>
                    <a:pt x="1718940" y="255269"/>
                  </a:lnTo>
                  <a:lnTo>
                    <a:pt x="1647318" y="260157"/>
                  </a:lnTo>
                  <a:lnTo>
                    <a:pt x="1575695" y="265004"/>
                  </a:lnTo>
                  <a:lnTo>
                    <a:pt x="1504073" y="269809"/>
                  </a:lnTo>
                  <a:lnTo>
                    <a:pt x="1432450" y="274573"/>
                  </a:lnTo>
                  <a:lnTo>
                    <a:pt x="1360827" y="279297"/>
                  </a:lnTo>
                  <a:lnTo>
                    <a:pt x="1289205" y="283980"/>
                  </a:lnTo>
                  <a:lnTo>
                    <a:pt x="1217582" y="288623"/>
                  </a:lnTo>
                  <a:lnTo>
                    <a:pt x="1145960" y="293227"/>
                  </a:lnTo>
                  <a:lnTo>
                    <a:pt x="1074337" y="297791"/>
                  </a:lnTo>
                  <a:lnTo>
                    <a:pt x="1002715" y="302316"/>
                  </a:lnTo>
                  <a:lnTo>
                    <a:pt x="931092" y="306803"/>
                  </a:lnTo>
                  <a:lnTo>
                    <a:pt x="859470" y="311251"/>
                  </a:lnTo>
                  <a:lnTo>
                    <a:pt x="787847" y="315662"/>
                  </a:lnTo>
                  <a:lnTo>
                    <a:pt x="716225" y="320034"/>
                  </a:lnTo>
                  <a:lnTo>
                    <a:pt x="644602" y="324370"/>
                  </a:lnTo>
                  <a:lnTo>
                    <a:pt x="572980" y="328668"/>
                  </a:lnTo>
                  <a:lnTo>
                    <a:pt x="501357" y="332930"/>
                  </a:lnTo>
                  <a:lnTo>
                    <a:pt x="429735" y="337155"/>
                  </a:lnTo>
                  <a:lnTo>
                    <a:pt x="358112" y="341344"/>
                  </a:lnTo>
                  <a:lnTo>
                    <a:pt x="286490" y="345498"/>
                  </a:lnTo>
                  <a:lnTo>
                    <a:pt x="214867" y="349616"/>
                  </a:lnTo>
                  <a:lnTo>
                    <a:pt x="143245" y="353699"/>
                  </a:lnTo>
                  <a:lnTo>
                    <a:pt x="71622" y="357747"/>
                  </a:lnTo>
                  <a:lnTo>
                    <a:pt x="0" y="3617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698218"/>
              <a:ext cx="7090630" cy="88813"/>
            </a:xfrm>
            <a:custGeom>
              <a:avLst/>
              <a:pathLst>
                <a:path w="7090630" h="88813">
                  <a:moveTo>
                    <a:pt x="0" y="88813"/>
                  </a:moveTo>
                  <a:lnTo>
                    <a:pt x="71622" y="87964"/>
                  </a:lnTo>
                  <a:lnTo>
                    <a:pt x="143245" y="87113"/>
                  </a:lnTo>
                  <a:lnTo>
                    <a:pt x="214867" y="86262"/>
                  </a:lnTo>
                  <a:lnTo>
                    <a:pt x="286490" y="85410"/>
                  </a:lnTo>
                  <a:lnTo>
                    <a:pt x="358112" y="84556"/>
                  </a:lnTo>
                  <a:lnTo>
                    <a:pt x="429735" y="83702"/>
                  </a:lnTo>
                  <a:lnTo>
                    <a:pt x="501357" y="82847"/>
                  </a:lnTo>
                  <a:lnTo>
                    <a:pt x="572980" y="81991"/>
                  </a:lnTo>
                  <a:lnTo>
                    <a:pt x="644602" y="81134"/>
                  </a:lnTo>
                  <a:lnTo>
                    <a:pt x="716225" y="80276"/>
                  </a:lnTo>
                  <a:lnTo>
                    <a:pt x="787847" y="79417"/>
                  </a:lnTo>
                  <a:lnTo>
                    <a:pt x="859470" y="78557"/>
                  </a:lnTo>
                  <a:lnTo>
                    <a:pt x="931092" y="77696"/>
                  </a:lnTo>
                  <a:lnTo>
                    <a:pt x="1002715" y="76834"/>
                  </a:lnTo>
                  <a:lnTo>
                    <a:pt x="1074337" y="75972"/>
                  </a:lnTo>
                  <a:lnTo>
                    <a:pt x="1145960" y="75108"/>
                  </a:lnTo>
                  <a:lnTo>
                    <a:pt x="1217582" y="74243"/>
                  </a:lnTo>
                  <a:lnTo>
                    <a:pt x="1289205" y="73378"/>
                  </a:lnTo>
                  <a:lnTo>
                    <a:pt x="1360827" y="72511"/>
                  </a:lnTo>
                  <a:lnTo>
                    <a:pt x="1432450" y="71644"/>
                  </a:lnTo>
                  <a:lnTo>
                    <a:pt x="1504073" y="70775"/>
                  </a:lnTo>
                  <a:lnTo>
                    <a:pt x="1575695" y="69906"/>
                  </a:lnTo>
                  <a:lnTo>
                    <a:pt x="1647318" y="69036"/>
                  </a:lnTo>
                  <a:lnTo>
                    <a:pt x="1718940" y="68164"/>
                  </a:lnTo>
                  <a:lnTo>
                    <a:pt x="1790563" y="67292"/>
                  </a:lnTo>
                  <a:lnTo>
                    <a:pt x="1862185" y="66419"/>
                  </a:lnTo>
                  <a:lnTo>
                    <a:pt x="1933808" y="65544"/>
                  </a:lnTo>
                  <a:lnTo>
                    <a:pt x="2005430" y="64669"/>
                  </a:lnTo>
                  <a:lnTo>
                    <a:pt x="2077053" y="63793"/>
                  </a:lnTo>
                  <a:lnTo>
                    <a:pt x="2148675" y="62916"/>
                  </a:lnTo>
                  <a:lnTo>
                    <a:pt x="2220298" y="62038"/>
                  </a:lnTo>
                  <a:lnTo>
                    <a:pt x="2291920" y="61159"/>
                  </a:lnTo>
                  <a:lnTo>
                    <a:pt x="2363543" y="60279"/>
                  </a:lnTo>
                  <a:lnTo>
                    <a:pt x="2435165" y="59398"/>
                  </a:lnTo>
                  <a:lnTo>
                    <a:pt x="2506788" y="58516"/>
                  </a:lnTo>
                  <a:lnTo>
                    <a:pt x="2578410" y="57633"/>
                  </a:lnTo>
                  <a:lnTo>
                    <a:pt x="2650033" y="56749"/>
                  </a:lnTo>
                  <a:lnTo>
                    <a:pt x="2721655" y="55864"/>
                  </a:lnTo>
                  <a:lnTo>
                    <a:pt x="2793278" y="54978"/>
                  </a:lnTo>
                  <a:lnTo>
                    <a:pt x="2864901" y="54092"/>
                  </a:lnTo>
                  <a:lnTo>
                    <a:pt x="2936523" y="53204"/>
                  </a:lnTo>
                  <a:lnTo>
                    <a:pt x="3008146" y="52315"/>
                  </a:lnTo>
                  <a:lnTo>
                    <a:pt x="3079768" y="51425"/>
                  </a:lnTo>
                  <a:lnTo>
                    <a:pt x="3151391" y="50534"/>
                  </a:lnTo>
                  <a:lnTo>
                    <a:pt x="3223013" y="49643"/>
                  </a:lnTo>
                  <a:lnTo>
                    <a:pt x="3294636" y="48750"/>
                  </a:lnTo>
                  <a:lnTo>
                    <a:pt x="3366258" y="47856"/>
                  </a:lnTo>
                  <a:lnTo>
                    <a:pt x="3437881" y="46962"/>
                  </a:lnTo>
                  <a:lnTo>
                    <a:pt x="3509503" y="46066"/>
                  </a:lnTo>
                  <a:lnTo>
                    <a:pt x="3581126" y="45169"/>
                  </a:lnTo>
                  <a:lnTo>
                    <a:pt x="3652748" y="44272"/>
                  </a:lnTo>
                  <a:lnTo>
                    <a:pt x="3724371" y="43373"/>
                  </a:lnTo>
                  <a:lnTo>
                    <a:pt x="3795993" y="42473"/>
                  </a:lnTo>
                  <a:lnTo>
                    <a:pt x="3867616" y="41573"/>
                  </a:lnTo>
                  <a:lnTo>
                    <a:pt x="3939238" y="40671"/>
                  </a:lnTo>
                  <a:lnTo>
                    <a:pt x="4010861" y="39768"/>
                  </a:lnTo>
                  <a:lnTo>
                    <a:pt x="4082483" y="38865"/>
                  </a:lnTo>
                  <a:lnTo>
                    <a:pt x="4154106" y="37960"/>
                  </a:lnTo>
                  <a:lnTo>
                    <a:pt x="4225729" y="37055"/>
                  </a:lnTo>
                  <a:lnTo>
                    <a:pt x="4297351" y="36148"/>
                  </a:lnTo>
                  <a:lnTo>
                    <a:pt x="4368974" y="35240"/>
                  </a:lnTo>
                  <a:lnTo>
                    <a:pt x="4440596" y="34332"/>
                  </a:lnTo>
                  <a:lnTo>
                    <a:pt x="4512219" y="33422"/>
                  </a:lnTo>
                  <a:lnTo>
                    <a:pt x="4583841" y="32512"/>
                  </a:lnTo>
                  <a:lnTo>
                    <a:pt x="4655464" y="31600"/>
                  </a:lnTo>
                  <a:lnTo>
                    <a:pt x="4727086" y="30687"/>
                  </a:lnTo>
                  <a:lnTo>
                    <a:pt x="4798709" y="29774"/>
                  </a:lnTo>
                  <a:lnTo>
                    <a:pt x="4870331" y="28859"/>
                  </a:lnTo>
                  <a:lnTo>
                    <a:pt x="4941954" y="27943"/>
                  </a:lnTo>
                  <a:lnTo>
                    <a:pt x="5013576" y="27027"/>
                  </a:lnTo>
                  <a:lnTo>
                    <a:pt x="5085199" y="26109"/>
                  </a:lnTo>
                  <a:lnTo>
                    <a:pt x="5156821" y="25190"/>
                  </a:lnTo>
                  <a:lnTo>
                    <a:pt x="5228444" y="24271"/>
                  </a:lnTo>
                  <a:lnTo>
                    <a:pt x="5300066" y="23350"/>
                  </a:lnTo>
                  <a:lnTo>
                    <a:pt x="5371689" y="22428"/>
                  </a:lnTo>
                  <a:lnTo>
                    <a:pt x="5443311" y="21506"/>
                  </a:lnTo>
                  <a:lnTo>
                    <a:pt x="5514934" y="20582"/>
                  </a:lnTo>
                  <a:lnTo>
                    <a:pt x="5586557" y="19657"/>
                  </a:lnTo>
                  <a:lnTo>
                    <a:pt x="5658179" y="18731"/>
                  </a:lnTo>
                  <a:lnTo>
                    <a:pt x="5729802" y="17804"/>
                  </a:lnTo>
                  <a:lnTo>
                    <a:pt x="5801424" y="16877"/>
                  </a:lnTo>
                  <a:lnTo>
                    <a:pt x="5873047" y="15948"/>
                  </a:lnTo>
                  <a:lnTo>
                    <a:pt x="5944669" y="15018"/>
                  </a:lnTo>
                  <a:lnTo>
                    <a:pt x="6016292" y="14087"/>
                  </a:lnTo>
                  <a:lnTo>
                    <a:pt x="6087914" y="13155"/>
                  </a:lnTo>
                  <a:lnTo>
                    <a:pt x="6159537" y="12222"/>
                  </a:lnTo>
                  <a:lnTo>
                    <a:pt x="6231159" y="11288"/>
                  </a:lnTo>
                  <a:lnTo>
                    <a:pt x="6302782" y="10353"/>
                  </a:lnTo>
                  <a:lnTo>
                    <a:pt x="6374404" y="9417"/>
                  </a:lnTo>
                  <a:lnTo>
                    <a:pt x="6446027" y="8480"/>
                  </a:lnTo>
                  <a:lnTo>
                    <a:pt x="6517649" y="7542"/>
                  </a:lnTo>
                  <a:lnTo>
                    <a:pt x="6589272" y="6603"/>
                  </a:lnTo>
                  <a:lnTo>
                    <a:pt x="6660894" y="5662"/>
                  </a:lnTo>
                  <a:lnTo>
                    <a:pt x="6732517" y="4721"/>
                  </a:lnTo>
                  <a:lnTo>
                    <a:pt x="6804139" y="3779"/>
                  </a:lnTo>
                  <a:lnTo>
                    <a:pt x="6875762" y="2836"/>
                  </a:lnTo>
                  <a:lnTo>
                    <a:pt x="6947385" y="1891"/>
                  </a:lnTo>
                  <a:lnTo>
                    <a:pt x="7019007" y="94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486991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 mL/min: 1.00 (0.99-1.01)  |  per IQR (Δ = 22.8): 1.03 (0.84-1.27)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2026-05-26T09:08:36Z</dcterms:modified>
  <cp:category/>
</cp:coreProperties>
</file>