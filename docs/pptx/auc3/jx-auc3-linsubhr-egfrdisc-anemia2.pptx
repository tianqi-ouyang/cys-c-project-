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1.00 (0.99-1.01)  |  per IQR (Δ = 22.8): 1.03 (0.84-1.27)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2026-05-21T09:06:49Z</dcterms:modified>
  <cp:category/>
</cp:coreProperties>
</file>