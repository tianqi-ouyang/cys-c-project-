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477200"/>
              <a:ext cx="7090630" cy="1659005"/>
            </a:xfrm>
            <a:custGeom>
              <a:avLst/>
              <a:pathLst>
                <a:path w="7090630" h="1659005">
                  <a:moveTo>
                    <a:pt x="0" y="1322318"/>
                  </a:moveTo>
                  <a:lnTo>
                    <a:pt x="71622" y="1319880"/>
                  </a:lnTo>
                  <a:lnTo>
                    <a:pt x="143245" y="1317433"/>
                  </a:lnTo>
                  <a:lnTo>
                    <a:pt x="214867" y="1314978"/>
                  </a:lnTo>
                  <a:lnTo>
                    <a:pt x="286490" y="1312515"/>
                  </a:lnTo>
                  <a:lnTo>
                    <a:pt x="358112" y="1310044"/>
                  </a:lnTo>
                  <a:lnTo>
                    <a:pt x="429735" y="1307565"/>
                  </a:lnTo>
                  <a:lnTo>
                    <a:pt x="501357" y="1305078"/>
                  </a:lnTo>
                  <a:lnTo>
                    <a:pt x="572980" y="1302583"/>
                  </a:lnTo>
                  <a:lnTo>
                    <a:pt x="644602" y="1300080"/>
                  </a:lnTo>
                  <a:lnTo>
                    <a:pt x="716225" y="1297569"/>
                  </a:lnTo>
                  <a:lnTo>
                    <a:pt x="787847" y="1295050"/>
                  </a:lnTo>
                  <a:lnTo>
                    <a:pt x="859470" y="1292522"/>
                  </a:lnTo>
                  <a:lnTo>
                    <a:pt x="931092" y="1289986"/>
                  </a:lnTo>
                  <a:lnTo>
                    <a:pt x="1002715" y="1287442"/>
                  </a:lnTo>
                  <a:lnTo>
                    <a:pt x="1074337" y="1284890"/>
                  </a:lnTo>
                  <a:lnTo>
                    <a:pt x="1145960" y="1282329"/>
                  </a:lnTo>
                  <a:lnTo>
                    <a:pt x="1217582" y="1279760"/>
                  </a:lnTo>
                  <a:lnTo>
                    <a:pt x="1289205" y="1277183"/>
                  </a:lnTo>
                  <a:lnTo>
                    <a:pt x="1360827" y="1274597"/>
                  </a:lnTo>
                  <a:lnTo>
                    <a:pt x="1432450" y="1272003"/>
                  </a:lnTo>
                  <a:lnTo>
                    <a:pt x="1504073" y="1269400"/>
                  </a:lnTo>
                  <a:lnTo>
                    <a:pt x="1575695" y="1266789"/>
                  </a:lnTo>
                  <a:lnTo>
                    <a:pt x="1647318" y="1264170"/>
                  </a:lnTo>
                  <a:lnTo>
                    <a:pt x="1718940" y="1261541"/>
                  </a:lnTo>
                  <a:lnTo>
                    <a:pt x="1790563" y="1258905"/>
                  </a:lnTo>
                  <a:lnTo>
                    <a:pt x="1862185" y="1256260"/>
                  </a:lnTo>
                  <a:lnTo>
                    <a:pt x="1933808" y="1253606"/>
                  </a:lnTo>
                  <a:lnTo>
                    <a:pt x="2005430" y="1250943"/>
                  </a:lnTo>
                  <a:lnTo>
                    <a:pt x="2077053" y="1248272"/>
                  </a:lnTo>
                  <a:lnTo>
                    <a:pt x="2148675" y="1245592"/>
                  </a:lnTo>
                  <a:lnTo>
                    <a:pt x="2220298" y="1242904"/>
                  </a:lnTo>
                  <a:lnTo>
                    <a:pt x="2291920" y="1240207"/>
                  </a:lnTo>
                  <a:lnTo>
                    <a:pt x="2363543" y="1237501"/>
                  </a:lnTo>
                  <a:lnTo>
                    <a:pt x="2435165" y="1234786"/>
                  </a:lnTo>
                  <a:lnTo>
                    <a:pt x="2506788" y="1232062"/>
                  </a:lnTo>
                  <a:lnTo>
                    <a:pt x="2578410" y="1229329"/>
                  </a:lnTo>
                  <a:lnTo>
                    <a:pt x="2650033" y="1226588"/>
                  </a:lnTo>
                  <a:lnTo>
                    <a:pt x="2721655" y="1223838"/>
                  </a:lnTo>
                  <a:lnTo>
                    <a:pt x="2793278" y="1221078"/>
                  </a:lnTo>
                  <a:lnTo>
                    <a:pt x="2864901" y="1218310"/>
                  </a:lnTo>
                  <a:lnTo>
                    <a:pt x="2936523" y="1215533"/>
                  </a:lnTo>
                  <a:lnTo>
                    <a:pt x="3008146" y="1212747"/>
                  </a:lnTo>
                  <a:lnTo>
                    <a:pt x="3079768" y="1209951"/>
                  </a:lnTo>
                  <a:lnTo>
                    <a:pt x="3151391" y="1207147"/>
                  </a:lnTo>
                  <a:lnTo>
                    <a:pt x="3223013" y="1204333"/>
                  </a:lnTo>
                  <a:lnTo>
                    <a:pt x="3294636" y="1198214"/>
                  </a:lnTo>
                  <a:lnTo>
                    <a:pt x="3366258" y="1183863"/>
                  </a:lnTo>
                  <a:lnTo>
                    <a:pt x="3437881" y="1169275"/>
                  </a:lnTo>
                  <a:lnTo>
                    <a:pt x="3509503" y="1154448"/>
                  </a:lnTo>
                  <a:lnTo>
                    <a:pt x="3581126" y="1139378"/>
                  </a:lnTo>
                  <a:lnTo>
                    <a:pt x="3652748" y="1124060"/>
                  </a:lnTo>
                  <a:lnTo>
                    <a:pt x="3724371" y="1108490"/>
                  </a:lnTo>
                  <a:lnTo>
                    <a:pt x="3795993" y="1092665"/>
                  </a:lnTo>
                  <a:lnTo>
                    <a:pt x="3867616" y="1076580"/>
                  </a:lnTo>
                  <a:lnTo>
                    <a:pt x="3939238" y="1060230"/>
                  </a:lnTo>
                  <a:lnTo>
                    <a:pt x="4010861" y="1043612"/>
                  </a:lnTo>
                  <a:lnTo>
                    <a:pt x="4082483" y="1026721"/>
                  </a:lnTo>
                  <a:lnTo>
                    <a:pt x="4154106" y="1009553"/>
                  </a:lnTo>
                  <a:lnTo>
                    <a:pt x="4225729" y="992103"/>
                  </a:lnTo>
                  <a:lnTo>
                    <a:pt x="4297351" y="974366"/>
                  </a:lnTo>
                  <a:lnTo>
                    <a:pt x="4368974" y="956337"/>
                  </a:lnTo>
                  <a:lnTo>
                    <a:pt x="4440596" y="938013"/>
                  </a:lnTo>
                  <a:lnTo>
                    <a:pt x="4512219" y="919388"/>
                  </a:lnTo>
                  <a:lnTo>
                    <a:pt x="4583841" y="900456"/>
                  </a:lnTo>
                  <a:lnTo>
                    <a:pt x="4655464" y="881214"/>
                  </a:lnTo>
                  <a:lnTo>
                    <a:pt x="4727086" y="861656"/>
                  </a:lnTo>
                  <a:lnTo>
                    <a:pt x="4798709" y="841776"/>
                  </a:lnTo>
                  <a:lnTo>
                    <a:pt x="4870331" y="821570"/>
                  </a:lnTo>
                  <a:lnTo>
                    <a:pt x="4941954" y="801033"/>
                  </a:lnTo>
                  <a:lnTo>
                    <a:pt x="5013576" y="780157"/>
                  </a:lnTo>
                  <a:lnTo>
                    <a:pt x="5085199" y="758939"/>
                  </a:lnTo>
                  <a:lnTo>
                    <a:pt x="5156821" y="737373"/>
                  </a:lnTo>
                  <a:lnTo>
                    <a:pt x="5228444" y="715452"/>
                  </a:lnTo>
                  <a:lnTo>
                    <a:pt x="5300066" y="693171"/>
                  </a:lnTo>
                  <a:lnTo>
                    <a:pt x="5371689" y="670524"/>
                  </a:lnTo>
                  <a:lnTo>
                    <a:pt x="5443311" y="647506"/>
                  </a:lnTo>
                  <a:lnTo>
                    <a:pt x="5514934" y="624109"/>
                  </a:lnTo>
                  <a:lnTo>
                    <a:pt x="5586557" y="600328"/>
                  </a:lnTo>
                  <a:lnTo>
                    <a:pt x="5658179" y="576156"/>
                  </a:lnTo>
                  <a:lnTo>
                    <a:pt x="5729802" y="551587"/>
                  </a:lnTo>
                  <a:lnTo>
                    <a:pt x="5801424" y="526615"/>
                  </a:lnTo>
                  <a:lnTo>
                    <a:pt x="5873047" y="501233"/>
                  </a:lnTo>
                  <a:lnTo>
                    <a:pt x="5944669" y="475434"/>
                  </a:lnTo>
                  <a:lnTo>
                    <a:pt x="6016292" y="449211"/>
                  </a:lnTo>
                  <a:lnTo>
                    <a:pt x="6087914" y="422557"/>
                  </a:lnTo>
                  <a:lnTo>
                    <a:pt x="6159537" y="395465"/>
                  </a:lnTo>
                  <a:lnTo>
                    <a:pt x="6231159" y="367929"/>
                  </a:lnTo>
                  <a:lnTo>
                    <a:pt x="6302782" y="339940"/>
                  </a:lnTo>
                  <a:lnTo>
                    <a:pt x="6374404" y="311492"/>
                  </a:lnTo>
                  <a:lnTo>
                    <a:pt x="6446027" y="282576"/>
                  </a:lnTo>
                  <a:lnTo>
                    <a:pt x="6517649" y="253185"/>
                  </a:lnTo>
                  <a:lnTo>
                    <a:pt x="6589272" y="223312"/>
                  </a:lnTo>
                  <a:lnTo>
                    <a:pt x="6660894" y="192948"/>
                  </a:lnTo>
                  <a:lnTo>
                    <a:pt x="6732517" y="162085"/>
                  </a:lnTo>
                  <a:lnTo>
                    <a:pt x="6804139" y="130716"/>
                  </a:lnTo>
                  <a:lnTo>
                    <a:pt x="6875762" y="98831"/>
                  </a:lnTo>
                  <a:lnTo>
                    <a:pt x="6947385" y="66422"/>
                  </a:lnTo>
                  <a:lnTo>
                    <a:pt x="7019007" y="33481"/>
                  </a:lnTo>
                  <a:lnTo>
                    <a:pt x="7090630" y="0"/>
                  </a:lnTo>
                  <a:lnTo>
                    <a:pt x="7090630" y="1037991"/>
                  </a:lnTo>
                  <a:lnTo>
                    <a:pt x="7019007" y="1041344"/>
                  </a:lnTo>
                  <a:lnTo>
                    <a:pt x="6947385" y="1044686"/>
                  </a:lnTo>
                  <a:lnTo>
                    <a:pt x="6875762" y="1048017"/>
                  </a:lnTo>
                  <a:lnTo>
                    <a:pt x="6804139" y="1051338"/>
                  </a:lnTo>
                  <a:lnTo>
                    <a:pt x="6732517" y="1054647"/>
                  </a:lnTo>
                  <a:lnTo>
                    <a:pt x="6660894" y="1057946"/>
                  </a:lnTo>
                  <a:lnTo>
                    <a:pt x="6589272" y="1061235"/>
                  </a:lnTo>
                  <a:lnTo>
                    <a:pt x="6517649" y="1064512"/>
                  </a:lnTo>
                  <a:lnTo>
                    <a:pt x="6446027" y="1067779"/>
                  </a:lnTo>
                  <a:lnTo>
                    <a:pt x="6374404" y="1071036"/>
                  </a:lnTo>
                  <a:lnTo>
                    <a:pt x="6302782" y="1074282"/>
                  </a:lnTo>
                  <a:lnTo>
                    <a:pt x="6231159" y="1077517"/>
                  </a:lnTo>
                  <a:lnTo>
                    <a:pt x="6159537" y="1080742"/>
                  </a:lnTo>
                  <a:lnTo>
                    <a:pt x="6087914" y="1083956"/>
                  </a:lnTo>
                  <a:lnTo>
                    <a:pt x="6016292" y="1087160"/>
                  </a:lnTo>
                  <a:lnTo>
                    <a:pt x="5944669" y="1090354"/>
                  </a:lnTo>
                  <a:lnTo>
                    <a:pt x="5873047" y="1093537"/>
                  </a:lnTo>
                  <a:lnTo>
                    <a:pt x="5801424" y="1096710"/>
                  </a:lnTo>
                  <a:lnTo>
                    <a:pt x="5729802" y="1099872"/>
                  </a:lnTo>
                  <a:lnTo>
                    <a:pt x="5658179" y="1103025"/>
                  </a:lnTo>
                  <a:lnTo>
                    <a:pt x="5586557" y="1106167"/>
                  </a:lnTo>
                  <a:lnTo>
                    <a:pt x="5514934" y="1109299"/>
                  </a:lnTo>
                  <a:lnTo>
                    <a:pt x="5443311" y="1112420"/>
                  </a:lnTo>
                  <a:lnTo>
                    <a:pt x="5371689" y="1115532"/>
                  </a:lnTo>
                  <a:lnTo>
                    <a:pt x="5300066" y="1118633"/>
                  </a:lnTo>
                  <a:lnTo>
                    <a:pt x="5228444" y="1121725"/>
                  </a:lnTo>
                  <a:lnTo>
                    <a:pt x="5156821" y="1124806"/>
                  </a:lnTo>
                  <a:lnTo>
                    <a:pt x="5085199" y="1127878"/>
                  </a:lnTo>
                  <a:lnTo>
                    <a:pt x="5013576" y="1130939"/>
                  </a:lnTo>
                  <a:lnTo>
                    <a:pt x="4941954" y="1133991"/>
                  </a:lnTo>
                  <a:lnTo>
                    <a:pt x="4870331" y="1137033"/>
                  </a:lnTo>
                  <a:lnTo>
                    <a:pt x="4798709" y="1140065"/>
                  </a:lnTo>
                  <a:lnTo>
                    <a:pt x="4727086" y="1143087"/>
                  </a:lnTo>
                  <a:lnTo>
                    <a:pt x="4655464" y="1146099"/>
                  </a:lnTo>
                  <a:lnTo>
                    <a:pt x="4583841" y="1149101"/>
                  </a:lnTo>
                  <a:lnTo>
                    <a:pt x="4512219" y="1152094"/>
                  </a:lnTo>
                  <a:lnTo>
                    <a:pt x="4440596" y="1155077"/>
                  </a:lnTo>
                  <a:lnTo>
                    <a:pt x="4368974" y="1158050"/>
                  </a:lnTo>
                  <a:lnTo>
                    <a:pt x="4297351" y="1161014"/>
                  </a:lnTo>
                  <a:lnTo>
                    <a:pt x="4225729" y="1163968"/>
                  </a:lnTo>
                  <a:lnTo>
                    <a:pt x="4154106" y="1166912"/>
                  </a:lnTo>
                  <a:lnTo>
                    <a:pt x="4082483" y="1169847"/>
                  </a:lnTo>
                  <a:lnTo>
                    <a:pt x="4010861" y="1172773"/>
                  </a:lnTo>
                  <a:lnTo>
                    <a:pt x="3939238" y="1175689"/>
                  </a:lnTo>
                  <a:lnTo>
                    <a:pt x="3867616" y="1178595"/>
                  </a:lnTo>
                  <a:lnTo>
                    <a:pt x="3795993" y="1181492"/>
                  </a:lnTo>
                  <a:lnTo>
                    <a:pt x="3724371" y="1184380"/>
                  </a:lnTo>
                  <a:lnTo>
                    <a:pt x="3652748" y="1187258"/>
                  </a:lnTo>
                  <a:lnTo>
                    <a:pt x="3581126" y="1190127"/>
                  </a:lnTo>
                  <a:lnTo>
                    <a:pt x="3509503" y="1192987"/>
                  </a:lnTo>
                  <a:lnTo>
                    <a:pt x="3437881" y="1195837"/>
                  </a:lnTo>
                  <a:lnTo>
                    <a:pt x="3366258" y="1198678"/>
                  </a:lnTo>
                  <a:lnTo>
                    <a:pt x="3294636" y="1201510"/>
                  </a:lnTo>
                  <a:lnTo>
                    <a:pt x="3223013" y="1212334"/>
                  </a:lnTo>
                  <a:lnTo>
                    <a:pt x="3151391" y="1226226"/>
                  </a:lnTo>
                  <a:lnTo>
                    <a:pt x="3079768" y="1239893"/>
                  </a:lnTo>
                  <a:lnTo>
                    <a:pt x="3008146" y="1253339"/>
                  </a:lnTo>
                  <a:lnTo>
                    <a:pt x="2936523" y="1266568"/>
                  </a:lnTo>
                  <a:lnTo>
                    <a:pt x="2864901" y="1279583"/>
                  </a:lnTo>
                  <a:lnTo>
                    <a:pt x="2793278" y="1292388"/>
                  </a:lnTo>
                  <a:lnTo>
                    <a:pt x="2721655" y="1304986"/>
                  </a:lnTo>
                  <a:lnTo>
                    <a:pt x="2650033" y="1317380"/>
                  </a:lnTo>
                  <a:lnTo>
                    <a:pt x="2578410" y="1329575"/>
                  </a:lnTo>
                  <a:lnTo>
                    <a:pt x="2506788" y="1341572"/>
                  </a:lnTo>
                  <a:lnTo>
                    <a:pt x="2435165" y="1353375"/>
                  </a:lnTo>
                  <a:lnTo>
                    <a:pt x="2363543" y="1364987"/>
                  </a:lnTo>
                  <a:lnTo>
                    <a:pt x="2291920" y="1376412"/>
                  </a:lnTo>
                  <a:lnTo>
                    <a:pt x="2220298" y="1387652"/>
                  </a:lnTo>
                  <a:lnTo>
                    <a:pt x="2148675" y="1398711"/>
                  </a:lnTo>
                  <a:lnTo>
                    <a:pt x="2077053" y="1409591"/>
                  </a:lnTo>
                  <a:lnTo>
                    <a:pt x="2005430" y="1420295"/>
                  </a:lnTo>
                  <a:lnTo>
                    <a:pt x="1933808" y="1430826"/>
                  </a:lnTo>
                  <a:lnTo>
                    <a:pt x="1862185" y="1441187"/>
                  </a:lnTo>
                  <a:lnTo>
                    <a:pt x="1790563" y="1451381"/>
                  </a:lnTo>
                  <a:lnTo>
                    <a:pt x="1718940" y="1461409"/>
                  </a:lnTo>
                  <a:lnTo>
                    <a:pt x="1647318" y="1471276"/>
                  </a:lnTo>
                  <a:lnTo>
                    <a:pt x="1575695" y="1480983"/>
                  </a:lnTo>
                  <a:lnTo>
                    <a:pt x="1504073" y="1490534"/>
                  </a:lnTo>
                  <a:lnTo>
                    <a:pt x="1432450" y="1499930"/>
                  </a:lnTo>
                  <a:lnTo>
                    <a:pt x="1360827" y="1509174"/>
                  </a:lnTo>
                  <a:lnTo>
                    <a:pt x="1289205" y="1518269"/>
                  </a:lnTo>
                  <a:lnTo>
                    <a:pt x="1217582" y="1527217"/>
                  </a:lnTo>
                  <a:lnTo>
                    <a:pt x="1145960" y="1536020"/>
                  </a:lnTo>
                  <a:lnTo>
                    <a:pt x="1074337" y="1544681"/>
                  </a:lnTo>
                  <a:lnTo>
                    <a:pt x="1002715" y="1553203"/>
                  </a:lnTo>
                  <a:lnTo>
                    <a:pt x="931092" y="1561586"/>
                  </a:lnTo>
                  <a:lnTo>
                    <a:pt x="859470" y="1569834"/>
                  </a:lnTo>
                  <a:lnTo>
                    <a:pt x="787847" y="1577949"/>
                  </a:lnTo>
                  <a:lnTo>
                    <a:pt x="716225" y="1585932"/>
                  </a:lnTo>
                  <a:lnTo>
                    <a:pt x="644602" y="1593787"/>
                  </a:lnTo>
                  <a:lnTo>
                    <a:pt x="572980" y="1601514"/>
                  </a:lnTo>
                  <a:lnTo>
                    <a:pt x="501357" y="1609117"/>
                  </a:lnTo>
                  <a:lnTo>
                    <a:pt x="429735" y="1616597"/>
                  </a:lnTo>
                  <a:lnTo>
                    <a:pt x="358112" y="1623956"/>
                  </a:lnTo>
                  <a:lnTo>
                    <a:pt x="286490" y="1631196"/>
                  </a:lnTo>
                  <a:lnTo>
                    <a:pt x="214867" y="1638319"/>
                  </a:lnTo>
                  <a:lnTo>
                    <a:pt x="143245" y="1645327"/>
                  </a:lnTo>
                  <a:lnTo>
                    <a:pt x="71622" y="1652222"/>
                  </a:lnTo>
                  <a:lnTo>
                    <a:pt x="0" y="16590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477200"/>
              <a:ext cx="7090630" cy="1322318"/>
            </a:xfrm>
            <a:custGeom>
              <a:avLst/>
              <a:pathLst>
                <a:path w="7090630" h="1322318">
                  <a:moveTo>
                    <a:pt x="0" y="1322318"/>
                  </a:moveTo>
                  <a:lnTo>
                    <a:pt x="71622" y="1319880"/>
                  </a:lnTo>
                  <a:lnTo>
                    <a:pt x="143245" y="1317433"/>
                  </a:lnTo>
                  <a:lnTo>
                    <a:pt x="214867" y="1314978"/>
                  </a:lnTo>
                  <a:lnTo>
                    <a:pt x="286490" y="1312515"/>
                  </a:lnTo>
                  <a:lnTo>
                    <a:pt x="358112" y="1310044"/>
                  </a:lnTo>
                  <a:lnTo>
                    <a:pt x="429735" y="1307565"/>
                  </a:lnTo>
                  <a:lnTo>
                    <a:pt x="501357" y="1305078"/>
                  </a:lnTo>
                  <a:lnTo>
                    <a:pt x="572980" y="1302583"/>
                  </a:lnTo>
                  <a:lnTo>
                    <a:pt x="644602" y="1300080"/>
                  </a:lnTo>
                  <a:lnTo>
                    <a:pt x="716225" y="1297569"/>
                  </a:lnTo>
                  <a:lnTo>
                    <a:pt x="787847" y="1295050"/>
                  </a:lnTo>
                  <a:lnTo>
                    <a:pt x="859470" y="1292522"/>
                  </a:lnTo>
                  <a:lnTo>
                    <a:pt x="931092" y="1289986"/>
                  </a:lnTo>
                  <a:lnTo>
                    <a:pt x="1002715" y="1287442"/>
                  </a:lnTo>
                  <a:lnTo>
                    <a:pt x="1074337" y="1284890"/>
                  </a:lnTo>
                  <a:lnTo>
                    <a:pt x="1145960" y="1282329"/>
                  </a:lnTo>
                  <a:lnTo>
                    <a:pt x="1217582" y="1279760"/>
                  </a:lnTo>
                  <a:lnTo>
                    <a:pt x="1289205" y="1277183"/>
                  </a:lnTo>
                  <a:lnTo>
                    <a:pt x="1360827" y="1274597"/>
                  </a:lnTo>
                  <a:lnTo>
                    <a:pt x="1432450" y="1272003"/>
                  </a:lnTo>
                  <a:lnTo>
                    <a:pt x="1504073" y="1269400"/>
                  </a:lnTo>
                  <a:lnTo>
                    <a:pt x="1575695" y="1266789"/>
                  </a:lnTo>
                  <a:lnTo>
                    <a:pt x="1647318" y="1264170"/>
                  </a:lnTo>
                  <a:lnTo>
                    <a:pt x="1718940" y="1261541"/>
                  </a:lnTo>
                  <a:lnTo>
                    <a:pt x="1790563" y="1258905"/>
                  </a:lnTo>
                  <a:lnTo>
                    <a:pt x="1862185" y="1256260"/>
                  </a:lnTo>
                  <a:lnTo>
                    <a:pt x="1933808" y="1253606"/>
                  </a:lnTo>
                  <a:lnTo>
                    <a:pt x="2005430" y="1250943"/>
                  </a:lnTo>
                  <a:lnTo>
                    <a:pt x="2077053" y="1248272"/>
                  </a:lnTo>
                  <a:lnTo>
                    <a:pt x="2148675" y="1245592"/>
                  </a:lnTo>
                  <a:lnTo>
                    <a:pt x="2220298" y="1242904"/>
                  </a:lnTo>
                  <a:lnTo>
                    <a:pt x="2291920" y="1240207"/>
                  </a:lnTo>
                  <a:lnTo>
                    <a:pt x="2363543" y="1237501"/>
                  </a:lnTo>
                  <a:lnTo>
                    <a:pt x="2435165" y="1234786"/>
                  </a:lnTo>
                  <a:lnTo>
                    <a:pt x="2506788" y="1232062"/>
                  </a:lnTo>
                  <a:lnTo>
                    <a:pt x="2578410" y="1229329"/>
                  </a:lnTo>
                  <a:lnTo>
                    <a:pt x="2650033" y="1226588"/>
                  </a:lnTo>
                  <a:lnTo>
                    <a:pt x="2721655" y="1223838"/>
                  </a:lnTo>
                  <a:lnTo>
                    <a:pt x="2793278" y="1221078"/>
                  </a:lnTo>
                  <a:lnTo>
                    <a:pt x="2864901" y="1218310"/>
                  </a:lnTo>
                  <a:lnTo>
                    <a:pt x="2936523" y="1215533"/>
                  </a:lnTo>
                  <a:lnTo>
                    <a:pt x="3008146" y="1212747"/>
                  </a:lnTo>
                  <a:lnTo>
                    <a:pt x="3079768" y="1209951"/>
                  </a:lnTo>
                  <a:lnTo>
                    <a:pt x="3151391" y="1207147"/>
                  </a:lnTo>
                  <a:lnTo>
                    <a:pt x="3223013" y="1204333"/>
                  </a:lnTo>
                  <a:lnTo>
                    <a:pt x="3294636" y="1198214"/>
                  </a:lnTo>
                  <a:lnTo>
                    <a:pt x="3366258" y="1183863"/>
                  </a:lnTo>
                  <a:lnTo>
                    <a:pt x="3437881" y="1169275"/>
                  </a:lnTo>
                  <a:lnTo>
                    <a:pt x="3509503" y="1154448"/>
                  </a:lnTo>
                  <a:lnTo>
                    <a:pt x="3581126" y="1139378"/>
                  </a:lnTo>
                  <a:lnTo>
                    <a:pt x="3652748" y="1124060"/>
                  </a:lnTo>
                  <a:lnTo>
                    <a:pt x="3724371" y="1108490"/>
                  </a:lnTo>
                  <a:lnTo>
                    <a:pt x="3795993" y="1092665"/>
                  </a:lnTo>
                  <a:lnTo>
                    <a:pt x="3867616" y="1076580"/>
                  </a:lnTo>
                  <a:lnTo>
                    <a:pt x="3939238" y="1060230"/>
                  </a:lnTo>
                  <a:lnTo>
                    <a:pt x="4010861" y="1043612"/>
                  </a:lnTo>
                  <a:lnTo>
                    <a:pt x="4082483" y="1026721"/>
                  </a:lnTo>
                  <a:lnTo>
                    <a:pt x="4154106" y="1009553"/>
                  </a:lnTo>
                  <a:lnTo>
                    <a:pt x="4225729" y="992103"/>
                  </a:lnTo>
                  <a:lnTo>
                    <a:pt x="4297351" y="974366"/>
                  </a:lnTo>
                  <a:lnTo>
                    <a:pt x="4368974" y="956337"/>
                  </a:lnTo>
                  <a:lnTo>
                    <a:pt x="4440596" y="938013"/>
                  </a:lnTo>
                  <a:lnTo>
                    <a:pt x="4512219" y="919388"/>
                  </a:lnTo>
                  <a:lnTo>
                    <a:pt x="4583841" y="900456"/>
                  </a:lnTo>
                  <a:lnTo>
                    <a:pt x="4655464" y="881214"/>
                  </a:lnTo>
                  <a:lnTo>
                    <a:pt x="4727086" y="861656"/>
                  </a:lnTo>
                  <a:lnTo>
                    <a:pt x="4798709" y="841776"/>
                  </a:lnTo>
                  <a:lnTo>
                    <a:pt x="4870331" y="821570"/>
                  </a:lnTo>
                  <a:lnTo>
                    <a:pt x="4941954" y="801033"/>
                  </a:lnTo>
                  <a:lnTo>
                    <a:pt x="5013576" y="780157"/>
                  </a:lnTo>
                  <a:lnTo>
                    <a:pt x="5085199" y="758939"/>
                  </a:lnTo>
                  <a:lnTo>
                    <a:pt x="5156821" y="737373"/>
                  </a:lnTo>
                  <a:lnTo>
                    <a:pt x="5228444" y="715452"/>
                  </a:lnTo>
                  <a:lnTo>
                    <a:pt x="5300066" y="693171"/>
                  </a:lnTo>
                  <a:lnTo>
                    <a:pt x="5371689" y="670524"/>
                  </a:lnTo>
                  <a:lnTo>
                    <a:pt x="5443311" y="647506"/>
                  </a:lnTo>
                  <a:lnTo>
                    <a:pt x="5514934" y="624109"/>
                  </a:lnTo>
                  <a:lnTo>
                    <a:pt x="5586557" y="600328"/>
                  </a:lnTo>
                  <a:lnTo>
                    <a:pt x="5658179" y="576156"/>
                  </a:lnTo>
                  <a:lnTo>
                    <a:pt x="5729802" y="551587"/>
                  </a:lnTo>
                  <a:lnTo>
                    <a:pt x="5801424" y="526615"/>
                  </a:lnTo>
                  <a:lnTo>
                    <a:pt x="5873047" y="501233"/>
                  </a:lnTo>
                  <a:lnTo>
                    <a:pt x="5944669" y="475434"/>
                  </a:lnTo>
                  <a:lnTo>
                    <a:pt x="6016292" y="449211"/>
                  </a:lnTo>
                  <a:lnTo>
                    <a:pt x="6087914" y="422557"/>
                  </a:lnTo>
                  <a:lnTo>
                    <a:pt x="6159537" y="395465"/>
                  </a:lnTo>
                  <a:lnTo>
                    <a:pt x="6231159" y="367929"/>
                  </a:lnTo>
                  <a:lnTo>
                    <a:pt x="6302782" y="339940"/>
                  </a:lnTo>
                  <a:lnTo>
                    <a:pt x="6374404" y="311492"/>
                  </a:lnTo>
                  <a:lnTo>
                    <a:pt x="6446027" y="282576"/>
                  </a:lnTo>
                  <a:lnTo>
                    <a:pt x="6517649" y="253185"/>
                  </a:lnTo>
                  <a:lnTo>
                    <a:pt x="6589272" y="223312"/>
                  </a:lnTo>
                  <a:lnTo>
                    <a:pt x="6660894" y="192948"/>
                  </a:lnTo>
                  <a:lnTo>
                    <a:pt x="6732517" y="162085"/>
                  </a:lnTo>
                  <a:lnTo>
                    <a:pt x="6804139" y="130716"/>
                  </a:lnTo>
                  <a:lnTo>
                    <a:pt x="6875762" y="98831"/>
                  </a:lnTo>
                  <a:lnTo>
                    <a:pt x="6947385" y="66422"/>
                  </a:lnTo>
                  <a:lnTo>
                    <a:pt x="7019007" y="33481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515191"/>
              <a:ext cx="7090630" cy="621014"/>
            </a:xfrm>
            <a:custGeom>
              <a:avLst/>
              <a:pathLst>
                <a:path w="7090630" h="621014">
                  <a:moveTo>
                    <a:pt x="7090630" y="0"/>
                  </a:moveTo>
                  <a:lnTo>
                    <a:pt x="7019007" y="3352"/>
                  </a:lnTo>
                  <a:lnTo>
                    <a:pt x="6947385" y="6695"/>
                  </a:lnTo>
                  <a:lnTo>
                    <a:pt x="6875762" y="10026"/>
                  </a:lnTo>
                  <a:lnTo>
                    <a:pt x="6804139" y="13346"/>
                  </a:lnTo>
                  <a:lnTo>
                    <a:pt x="6732517" y="16656"/>
                  </a:lnTo>
                  <a:lnTo>
                    <a:pt x="6660894" y="19955"/>
                  </a:lnTo>
                  <a:lnTo>
                    <a:pt x="6589272" y="23243"/>
                  </a:lnTo>
                  <a:lnTo>
                    <a:pt x="6517649" y="26521"/>
                  </a:lnTo>
                  <a:lnTo>
                    <a:pt x="6446027" y="29788"/>
                  </a:lnTo>
                  <a:lnTo>
                    <a:pt x="6374404" y="33044"/>
                  </a:lnTo>
                  <a:lnTo>
                    <a:pt x="6302782" y="36290"/>
                  </a:lnTo>
                  <a:lnTo>
                    <a:pt x="6231159" y="39526"/>
                  </a:lnTo>
                  <a:lnTo>
                    <a:pt x="6159537" y="42750"/>
                  </a:lnTo>
                  <a:lnTo>
                    <a:pt x="6087914" y="45965"/>
                  </a:lnTo>
                  <a:lnTo>
                    <a:pt x="6016292" y="49169"/>
                  </a:lnTo>
                  <a:lnTo>
                    <a:pt x="5944669" y="52362"/>
                  </a:lnTo>
                  <a:lnTo>
                    <a:pt x="5873047" y="55545"/>
                  </a:lnTo>
                  <a:lnTo>
                    <a:pt x="5801424" y="58718"/>
                  </a:lnTo>
                  <a:lnTo>
                    <a:pt x="5729802" y="61881"/>
                  </a:lnTo>
                  <a:lnTo>
                    <a:pt x="5658179" y="65033"/>
                  </a:lnTo>
                  <a:lnTo>
                    <a:pt x="5586557" y="68175"/>
                  </a:lnTo>
                  <a:lnTo>
                    <a:pt x="5514934" y="71307"/>
                  </a:lnTo>
                  <a:lnTo>
                    <a:pt x="5443311" y="74429"/>
                  </a:lnTo>
                  <a:lnTo>
                    <a:pt x="5371689" y="77541"/>
                  </a:lnTo>
                  <a:lnTo>
                    <a:pt x="5300066" y="80642"/>
                  </a:lnTo>
                  <a:lnTo>
                    <a:pt x="5228444" y="83734"/>
                  </a:lnTo>
                  <a:lnTo>
                    <a:pt x="5156821" y="86815"/>
                  </a:lnTo>
                  <a:lnTo>
                    <a:pt x="5085199" y="89887"/>
                  </a:lnTo>
                  <a:lnTo>
                    <a:pt x="5013576" y="92948"/>
                  </a:lnTo>
                  <a:lnTo>
                    <a:pt x="4941954" y="96000"/>
                  </a:lnTo>
                  <a:lnTo>
                    <a:pt x="4870331" y="99041"/>
                  </a:lnTo>
                  <a:lnTo>
                    <a:pt x="4798709" y="102073"/>
                  </a:lnTo>
                  <a:lnTo>
                    <a:pt x="4727086" y="105095"/>
                  </a:lnTo>
                  <a:lnTo>
                    <a:pt x="4655464" y="108107"/>
                  </a:lnTo>
                  <a:lnTo>
                    <a:pt x="4583841" y="111110"/>
                  </a:lnTo>
                  <a:lnTo>
                    <a:pt x="4512219" y="114103"/>
                  </a:lnTo>
                  <a:lnTo>
                    <a:pt x="4440596" y="117086"/>
                  </a:lnTo>
                  <a:lnTo>
                    <a:pt x="4368974" y="120059"/>
                  </a:lnTo>
                  <a:lnTo>
                    <a:pt x="4297351" y="123023"/>
                  </a:lnTo>
                  <a:lnTo>
                    <a:pt x="4225729" y="125977"/>
                  </a:lnTo>
                  <a:lnTo>
                    <a:pt x="4154106" y="128921"/>
                  </a:lnTo>
                  <a:lnTo>
                    <a:pt x="4082483" y="131856"/>
                  </a:lnTo>
                  <a:lnTo>
                    <a:pt x="4010861" y="134781"/>
                  </a:lnTo>
                  <a:lnTo>
                    <a:pt x="3939238" y="137697"/>
                  </a:lnTo>
                  <a:lnTo>
                    <a:pt x="3867616" y="140604"/>
                  </a:lnTo>
                  <a:lnTo>
                    <a:pt x="3795993" y="143501"/>
                  </a:lnTo>
                  <a:lnTo>
                    <a:pt x="3724371" y="146389"/>
                  </a:lnTo>
                  <a:lnTo>
                    <a:pt x="3652748" y="149267"/>
                  </a:lnTo>
                  <a:lnTo>
                    <a:pt x="3581126" y="152136"/>
                  </a:lnTo>
                  <a:lnTo>
                    <a:pt x="3509503" y="154996"/>
                  </a:lnTo>
                  <a:lnTo>
                    <a:pt x="3437881" y="157846"/>
                  </a:lnTo>
                  <a:lnTo>
                    <a:pt x="3366258" y="160687"/>
                  </a:lnTo>
                  <a:lnTo>
                    <a:pt x="3294636" y="163519"/>
                  </a:lnTo>
                  <a:lnTo>
                    <a:pt x="3223013" y="174343"/>
                  </a:lnTo>
                  <a:lnTo>
                    <a:pt x="3151391" y="188234"/>
                  </a:lnTo>
                  <a:lnTo>
                    <a:pt x="3079768" y="201901"/>
                  </a:lnTo>
                  <a:lnTo>
                    <a:pt x="3008146" y="215348"/>
                  </a:lnTo>
                  <a:lnTo>
                    <a:pt x="2936523" y="228577"/>
                  </a:lnTo>
                  <a:lnTo>
                    <a:pt x="2864901" y="241592"/>
                  </a:lnTo>
                  <a:lnTo>
                    <a:pt x="2793278" y="254397"/>
                  </a:lnTo>
                  <a:lnTo>
                    <a:pt x="2721655" y="266995"/>
                  </a:lnTo>
                  <a:lnTo>
                    <a:pt x="2650033" y="279389"/>
                  </a:lnTo>
                  <a:lnTo>
                    <a:pt x="2578410" y="291583"/>
                  </a:lnTo>
                  <a:lnTo>
                    <a:pt x="2506788" y="303580"/>
                  </a:lnTo>
                  <a:lnTo>
                    <a:pt x="2435165" y="315384"/>
                  </a:lnTo>
                  <a:lnTo>
                    <a:pt x="2363543" y="326996"/>
                  </a:lnTo>
                  <a:lnTo>
                    <a:pt x="2291920" y="338421"/>
                  </a:lnTo>
                  <a:lnTo>
                    <a:pt x="2220298" y="349661"/>
                  </a:lnTo>
                  <a:lnTo>
                    <a:pt x="2148675" y="360720"/>
                  </a:lnTo>
                  <a:lnTo>
                    <a:pt x="2077053" y="371600"/>
                  </a:lnTo>
                  <a:lnTo>
                    <a:pt x="2005430" y="382304"/>
                  </a:lnTo>
                  <a:lnTo>
                    <a:pt x="1933808" y="392835"/>
                  </a:lnTo>
                  <a:lnTo>
                    <a:pt x="1862185" y="403196"/>
                  </a:lnTo>
                  <a:lnTo>
                    <a:pt x="1790563" y="413389"/>
                  </a:lnTo>
                  <a:lnTo>
                    <a:pt x="1718940" y="423418"/>
                  </a:lnTo>
                  <a:lnTo>
                    <a:pt x="1647318" y="433285"/>
                  </a:lnTo>
                  <a:lnTo>
                    <a:pt x="1575695" y="442992"/>
                  </a:lnTo>
                  <a:lnTo>
                    <a:pt x="1504073" y="452542"/>
                  </a:lnTo>
                  <a:lnTo>
                    <a:pt x="1432450" y="461939"/>
                  </a:lnTo>
                  <a:lnTo>
                    <a:pt x="1360827" y="471183"/>
                  </a:lnTo>
                  <a:lnTo>
                    <a:pt x="1289205" y="480278"/>
                  </a:lnTo>
                  <a:lnTo>
                    <a:pt x="1217582" y="489226"/>
                  </a:lnTo>
                  <a:lnTo>
                    <a:pt x="1145960" y="498029"/>
                  </a:lnTo>
                  <a:lnTo>
                    <a:pt x="1074337" y="506690"/>
                  </a:lnTo>
                  <a:lnTo>
                    <a:pt x="1002715" y="515211"/>
                  </a:lnTo>
                  <a:lnTo>
                    <a:pt x="931092" y="523595"/>
                  </a:lnTo>
                  <a:lnTo>
                    <a:pt x="859470" y="531843"/>
                  </a:lnTo>
                  <a:lnTo>
                    <a:pt x="787847" y="539957"/>
                  </a:lnTo>
                  <a:lnTo>
                    <a:pt x="716225" y="547941"/>
                  </a:lnTo>
                  <a:lnTo>
                    <a:pt x="644602" y="555795"/>
                  </a:lnTo>
                  <a:lnTo>
                    <a:pt x="572980" y="563523"/>
                  </a:lnTo>
                  <a:lnTo>
                    <a:pt x="501357" y="571126"/>
                  </a:lnTo>
                  <a:lnTo>
                    <a:pt x="429735" y="578606"/>
                  </a:lnTo>
                  <a:lnTo>
                    <a:pt x="358112" y="585965"/>
                  </a:lnTo>
                  <a:lnTo>
                    <a:pt x="286490" y="593205"/>
                  </a:lnTo>
                  <a:lnTo>
                    <a:pt x="214867" y="600328"/>
                  </a:lnTo>
                  <a:lnTo>
                    <a:pt x="143245" y="607336"/>
                  </a:lnTo>
                  <a:lnTo>
                    <a:pt x="71622" y="614231"/>
                  </a:lnTo>
                  <a:lnTo>
                    <a:pt x="0" y="6210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85483"/>
              <a:ext cx="7090630" cy="907287"/>
            </a:xfrm>
            <a:custGeom>
              <a:avLst/>
              <a:pathLst>
                <a:path w="7090630" h="907287">
                  <a:moveTo>
                    <a:pt x="0" y="907287"/>
                  </a:moveTo>
                  <a:lnTo>
                    <a:pt x="71622" y="901824"/>
                  </a:lnTo>
                  <a:lnTo>
                    <a:pt x="143245" y="896307"/>
                  </a:lnTo>
                  <a:lnTo>
                    <a:pt x="214867" y="890737"/>
                  </a:lnTo>
                  <a:lnTo>
                    <a:pt x="286490" y="885112"/>
                  </a:lnTo>
                  <a:lnTo>
                    <a:pt x="358112" y="879431"/>
                  </a:lnTo>
                  <a:lnTo>
                    <a:pt x="429735" y="873695"/>
                  </a:lnTo>
                  <a:lnTo>
                    <a:pt x="501357" y="867902"/>
                  </a:lnTo>
                  <a:lnTo>
                    <a:pt x="572980" y="862053"/>
                  </a:lnTo>
                  <a:lnTo>
                    <a:pt x="644602" y="856146"/>
                  </a:lnTo>
                  <a:lnTo>
                    <a:pt x="716225" y="850181"/>
                  </a:lnTo>
                  <a:lnTo>
                    <a:pt x="787847" y="844158"/>
                  </a:lnTo>
                  <a:lnTo>
                    <a:pt x="859470" y="838075"/>
                  </a:lnTo>
                  <a:lnTo>
                    <a:pt x="931092" y="831933"/>
                  </a:lnTo>
                  <a:lnTo>
                    <a:pt x="1002715" y="825730"/>
                  </a:lnTo>
                  <a:lnTo>
                    <a:pt x="1074337" y="819467"/>
                  </a:lnTo>
                  <a:lnTo>
                    <a:pt x="1145960" y="813142"/>
                  </a:lnTo>
                  <a:lnTo>
                    <a:pt x="1217582" y="806755"/>
                  </a:lnTo>
                  <a:lnTo>
                    <a:pt x="1289205" y="800305"/>
                  </a:lnTo>
                  <a:lnTo>
                    <a:pt x="1360827" y="793792"/>
                  </a:lnTo>
                  <a:lnTo>
                    <a:pt x="1432450" y="787215"/>
                  </a:lnTo>
                  <a:lnTo>
                    <a:pt x="1504073" y="780574"/>
                  </a:lnTo>
                  <a:lnTo>
                    <a:pt x="1575695" y="773867"/>
                  </a:lnTo>
                  <a:lnTo>
                    <a:pt x="1647318" y="767094"/>
                  </a:lnTo>
                  <a:lnTo>
                    <a:pt x="1718940" y="760255"/>
                  </a:lnTo>
                  <a:lnTo>
                    <a:pt x="1790563" y="753349"/>
                  </a:lnTo>
                  <a:lnTo>
                    <a:pt x="1862185" y="746375"/>
                  </a:lnTo>
                  <a:lnTo>
                    <a:pt x="1933808" y="739332"/>
                  </a:lnTo>
                  <a:lnTo>
                    <a:pt x="2005430" y="732221"/>
                  </a:lnTo>
                  <a:lnTo>
                    <a:pt x="2077053" y="725039"/>
                  </a:lnTo>
                  <a:lnTo>
                    <a:pt x="2148675" y="717787"/>
                  </a:lnTo>
                  <a:lnTo>
                    <a:pt x="2220298" y="710464"/>
                  </a:lnTo>
                  <a:lnTo>
                    <a:pt x="2291920" y="703069"/>
                  </a:lnTo>
                  <a:lnTo>
                    <a:pt x="2363543" y="695601"/>
                  </a:lnTo>
                  <a:lnTo>
                    <a:pt x="2435165" y="688060"/>
                  </a:lnTo>
                  <a:lnTo>
                    <a:pt x="2506788" y="680445"/>
                  </a:lnTo>
                  <a:lnTo>
                    <a:pt x="2578410" y="672755"/>
                  </a:lnTo>
                  <a:lnTo>
                    <a:pt x="2650033" y="664990"/>
                  </a:lnTo>
                  <a:lnTo>
                    <a:pt x="2721655" y="657149"/>
                  </a:lnTo>
                  <a:lnTo>
                    <a:pt x="2793278" y="649230"/>
                  </a:lnTo>
                  <a:lnTo>
                    <a:pt x="2864901" y="641234"/>
                  </a:lnTo>
                  <a:lnTo>
                    <a:pt x="2936523" y="633159"/>
                  </a:lnTo>
                  <a:lnTo>
                    <a:pt x="3008146" y="625005"/>
                  </a:lnTo>
                  <a:lnTo>
                    <a:pt x="3079768" y="616771"/>
                  </a:lnTo>
                  <a:lnTo>
                    <a:pt x="3151391" y="608456"/>
                  </a:lnTo>
                  <a:lnTo>
                    <a:pt x="3223013" y="600060"/>
                  </a:lnTo>
                  <a:lnTo>
                    <a:pt x="3294636" y="591581"/>
                  </a:lnTo>
                  <a:lnTo>
                    <a:pt x="3366258" y="583019"/>
                  </a:lnTo>
                  <a:lnTo>
                    <a:pt x="3437881" y="574372"/>
                  </a:lnTo>
                  <a:lnTo>
                    <a:pt x="3509503" y="565641"/>
                  </a:lnTo>
                  <a:lnTo>
                    <a:pt x="3581126" y="556824"/>
                  </a:lnTo>
                  <a:lnTo>
                    <a:pt x="3652748" y="547921"/>
                  </a:lnTo>
                  <a:lnTo>
                    <a:pt x="3724371" y="538930"/>
                  </a:lnTo>
                  <a:lnTo>
                    <a:pt x="3795993" y="529851"/>
                  </a:lnTo>
                  <a:lnTo>
                    <a:pt x="3867616" y="520683"/>
                  </a:lnTo>
                  <a:lnTo>
                    <a:pt x="3939238" y="511425"/>
                  </a:lnTo>
                  <a:lnTo>
                    <a:pt x="4010861" y="502075"/>
                  </a:lnTo>
                  <a:lnTo>
                    <a:pt x="4082483" y="492635"/>
                  </a:lnTo>
                  <a:lnTo>
                    <a:pt x="4154106" y="483101"/>
                  </a:lnTo>
                  <a:lnTo>
                    <a:pt x="4225729" y="473474"/>
                  </a:lnTo>
                  <a:lnTo>
                    <a:pt x="4297351" y="463752"/>
                  </a:lnTo>
                  <a:lnTo>
                    <a:pt x="4368974" y="453935"/>
                  </a:lnTo>
                  <a:lnTo>
                    <a:pt x="4440596" y="444021"/>
                  </a:lnTo>
                  <a:lnTo>
                    <a:pt x="4512219" y="434011"/>
                  </a:lnTo>
                  <a:lnTo>
                    <a:pt x="4583841" y="423901"/>
                  </a:lnTo>
                  <a:lnTo>
                    <a:pt x="4655464" y="413693"/>
                  </a:lnTo>
                  <a:lnTo>
                    <a:pt x="4727086" y="403384"/>
                  </a:lnTo>
                  <a:lnTo>
                    <a:pt x="4798709" y="392975"/>
                  </a:lnTo>
                  <a:lnTo>
                    <a:pt x="4870331" y="382463"/>
                  </a:lnTo>
                  <a:lnTo>
                    <a:pt x="4941954" y="371847"/>
                  </a:lnTo>
                  <a:lnTo>
                    <a:pt x="5013576" y="361128"/>
                  </a:lnTo>
                  <a:lnTo>
                    <a:pt x="5085199" y="350303"/>
                  </a:lnTo>
                  <a:lnTo>
                    <a:pt x="5156821" y="339372"/>
                  </a:lnTo>
                  <a:lnTo>
                    <a:pt x="5228444" y="328334"/>
                  </a:lnTo>
                  <a:lnTo>
                    <a:pt x="5300066" y="317188"/>
                  </a:lnTo>
                  <a:lnTo>
                    <a:pt x="5371689" y="305932"/>
                  </a:lnTo>
                  <a:lnTo>
                    <a:pt x="5443311" y="294565"/>
                  </a:lnTo>
                  <a:lnTo>
                    <a:pt x="5514934" y="283087"/>
                  </a:lnTo>
                  <a:lnTo>
                    <a:pt x="5586557" y="271496"/>
                  </a:lnTo>
                  <a:lnTo>
                    <a:pt x="5658179" y="259791"/>
                  </a:lnTo>
                  <a:lnTo>
                    <a:pt x="5729802" y="247972"/>
                  </a:lnTo>
                  <a:lnTo>
                    <a:pt x="5801424" y="236036"/>
                  </a:lnTo>
                  <a:lnTo>
                    <a:pt x="5873047" y="223984"/>
                  </a:lnTo>
                  <a:lnTo>
                    <a:pt x="5944669" y="211813"/>
                  </a:lnTo>
                  <a:lnTo>
                    <a:pt x="6016292" y="199522"/>
                  </a:lnTo>
                  <a:lnTo>
                    <a:pt x="6087914" y="187111"/>
                  </a:lnTo>
                  <a:lnTo>
                    <a:pt x="6159537" y="174578"/>
                  </a:lnTo>
                  <a:lnTo>
                    <a:pt x="6231159" y="161922"/>
                  </a:lnTo>
                  <a:lnTo>
                    <a:pt x="6302782" y="149141"/>
                  </a:lnTo>
                  <a:lnTo>
                    <a:pt x="6374404" y="136236"/>
                  </a:lnTo>
                  <a:lnTo>
                    <a:pt x="6446027" y="123203"/>
                  </a:lnTo>
                  <a:lnTo>
                    <a:pt x="6517649" y="110043"/>
                  </a:lnTo>
                  <a:lnTo>
                    <a:pt x="6589272" y="96753"/>
                  </a:lnTo>
                  <a:lnTo>
                    <a:pt x="6660894" y="83333"/>
                  </a:lnTo>
                  <a:lnTo>
                    <a:pt x="6732517" y="69781"/>
                  </a:lnTo>
                  <a:lnTo>
                    <a:pt x="6804139" y="56096"/>
                  </a:lnTo>
                  <a:lnTo>
                    <a:pt x="6875762" y="42277"/>
                  </a:lnTo>
                  <a:lnTo>
                    <a:pt x="6947385" y="28322"/>
                  </a:lnTo>
                  <a:lnTo>
                    <a:pt x="7019007" y="14230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2026-07-19T08:45:40Z</dcterms:modified>
  <cp:category/>
</cp:coreProperties>
</file>