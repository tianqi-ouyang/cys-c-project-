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198740"/>
              <a:ext cx="7090630" cy="3076988"/>
            </a:xfrm>
            <a:custGeom>
              <a:avLst/>
              <a:pathLst>
                <a:path w="7090630" h="3076988">
                  <a:moveTo>
                    <a:pt x="0" y="2426279"/>
                  </a:moveTo>
                  <a:lnTo>
                    <a:pt x="71622" y="2427508"/>
                  </a:lnTo>
                  <a:lnTo>
                    <a:pt x="143245" y="2428734"/>
                  </a:lnTo>
                  <a:lnTo>
                    <a:pt x="214867" y="2429959"/>
                  </a:lnTo>
                  <a:lnTo>
                    <a:pt x="286490" y="2431183"/>
                  </a:lnTo>
                  <a:lnTo>
                    <a:pt x="358112" y="2432404"/>
                  </a:lnTo>
                  <a:lnTo>
                    <a:pt x="429735" y="2433625"/>
                  </a:lnTo>
                  <a:lnTo>
                    <a:pt x="501357" y="2434843"/>
                  </a:lnTo>
                  <a:lnTo>
                    <a:pt x="572980" y="2436060"/>
                  </a:lnTo>
                  <a:lnTo>
                    <a:pt x="644602" y="2437275"/>
                  </a:lnTo>
                  <a:lnTo>
                    <a:pt x="716225" y="2438489"/>
                  </a:lnTo>
                  <a:lnTo>
                    <a:pt x="787847" y="2439701"/>
                  </a:lnTo>
                  <a:lnTo>
                    <a:pt x="859470" y="2440912"/>
                  </a:lnTo>
                  <a:lnTo>
                    <a:pt x="931092" y="2442121"/>
                  </a:lnTo>
                  <a:lnTo>
                    <a:pt x="1002715" y="2443328"/>
                  </a:lnTo>
                  <a:lnTo>
                    <a:pt x="1074337" y="2444533"/>
                  </a:lnTo>
                  <a:lnTo>
                    <a:pt x="1145960" y="2445738"/>
                  </a:lnTo>
                  <a:lnTo>
                    <a:pt x="1217582" y="2446940"/>
                  </a:lnTo>
                  <a:lnTo>
                    <a:pt x="1289205" y="2448141"/>
                  </a:lnTo>
                  <a:lnTo>
                    <a:pt x="1360827" y="2449340"/>
                  </a:lnTo>
                  <a:lnTo>
                    <a:pt x="1432450" y="2450538"/>
                  </a:lnTo>
                  <a:lnTo>
                    <a:pt x="1504073" y="2451734"/>
                  </a:lnTo>
                  <a:lnTo>
                    <a:pt x="1575695" y="2452928"/>
                  </a:lnTo>
                  <a:lnTo>
                    <a:pt x="1647318" y="2454121"/>
                  </a:lnTo>
                  <a:lnTo>
                    <a:pt x="1718940" y="2455312"/>
                  </a:lnTo>
                  <a:lnTo>
                    <a:pt x="1790563" y="2456502"/>
                  </a:lnTo>
                  <a:lnTo>
                    <a:pt x="1862185" y="2457690"/>
                  </a:lnTo>
                  <a:lnTo>
                    <a:pt x="1933808" y="2458877"/>
                  </a:lnTo>
                  <a:lnTo>
                    <a:pt x="2005430" y="2460062"/>
                  </a:lnTo>
                  <a:lnTo>
                    <a:pt x="2077053" y="2461245"/>
                  </a:lnTo>
                  <a:lnTo>
                    <a:pt x="2148675" y="2462427"/>
                  </a:lnTo>
                  <a:lnTo>
                    <a:pt x="2220298" y="2463607"/>
                  </a:lnTo>
                  <a:lnTo>
                    <a:pt x="2291920" y="2464786"/>
                  </a:lnTo>
                  <a:lnTo>
                    <a:pt x="2363543" y="2465963"/>
                  </a:lnTo>
                  <a:lnTo>
                    <a:pt x="2435165" y="2467139"/>
                  </a:lnTo>
                  <a:lnTo>
                    <a:pt x="2506788" y="2468313"/>
                  </a:lnTo>
                  <a:lnTo>
                    <a:pt x="2578410" y="2469485"/>
                  </a:lnTo>
                  <a:lnTo>
                    <a:pt x="2650033" y="2470656"/>
                  </a:lnTo>
                  <a:lnTo>
                    <a:pt x="2721655" y="2471825"/>
                  </a:lnTo>
                  <a:lnTo>
                    <a:pt x="2793278" y="2472993"/>
                  </a:lnTo>
                  <a:lnTo>
                    <a:pt x="2864901" y="2474159"/>
                  </a:lnTo>
                  <a:lnTo>
                    <a:pt x="2936523" y="2475324"/>
                  </a:lnTo>
                  <a:lnTo>
                    <a:pt x="3008146" y="2476487"/>
                  </a:lnTo>
                  <a:lnTo>
                    <a:pt x="3079768" y="2477649"/>
                  </a:lnTo>
                  <a:lnTo>
                    <a:pt x="3151391" y="2478809"/>
                  </a:lnTo>
                  <a:lnTo>
                    <a:pt x="3223013" y="2479967"/>
                  </a:lnTo>
                  <a:lnTo>
                    <a:pt x="3294636" y="2474388"/>
                  </a:lnTo>
                  <a:lnTo>
                    <a:pt x="3366258" y="2451932"/>
                  </a:lnTo>
                  <a:lnTo>
                    <a:pt x="3437881" y="2428901"/>
                  </a:lnTo>
                  <a:lnTo>
                    <a:pt x="3509503" y="2405279"/>
                  </a:lnTo>
                  <a:lnTo>
                    <a:pt x="3581126" y="2381051"/>
                  </a:lnTo>
                  <a:lnTo>
                    <a:pt x="3652748" y="2356203"/>
                  </a:lnTo>
                  <a:lnTo>
                    <a:pt x="3724371" y="2330717"/>
                  </a:lnTo>
                  <a:lnTo>
                    <a:pt x="3795993" y="2304579"/>
                  </a:lnTo>
                  <a:lnTo>
                    <a:pt x="3867616" y="2277770"/>
                  </a:lnTo>
                  <a:lnTo>
                    <a:pt x="3939238" y="2250274"/>
                  </a:lnTo>
                  <a:lnTo>
                    <a:pt x="4010861" y="2222074"/>
                  </a:lnTo>
                  <a:lnTo>
                    <a:pt x="4082483" y="2193150"/>
                  </a:lnTo>
                  <a:lnTo>
                    <a:pt x="4154106" y="2163485"/>
                  </a:lnTo>
                  <a:lnTo>
                    <a:pt x="4225729" y="2133060"/>
                  </a:lnTo>
                  <a:lnTo>
                    <a:pt x="4297351" y="2101855"/>
                  </a:lnTo>
                  <a:lnTo>
                    <a:pt x="4368974" y="2069850"/>
                  </a:lnTo>
                  <a:lnTo>
                    <a:pt x="4440596" y="2037025"/>
                  </a:lnTo>
                  <a:lnTo>
                    <a:pt x="4512219" y="2003358"/>
                  </a:lnTo>
                  <a:lnTo>
                    <a:pt x="4583841" y="1968828"/>
                  </a:lnTo>
                  <a:lnTo>
                    <a:pt x="4655464" y="1933414"/>
                  </a:lnTo>
                  <a:lnTo>
                    <a:pt x="4727086" y="1897091"/>
                  </a:lnTo>
                  <a:lnTo>
                    <a:pt x="4798709" y="1859838"/>
                  </a:lnTo>
                  <a:lnTo>
                    <a:pt x="4870331" y="1821629"/>
                  </a:lnTo>
                  <a:lnTo>
                    <a:pt x="4941954" y="1782441"/>
                  </a:lnTo>
                  <a:lnTo>
                    <a:pt x="5013576" y="1742249"/>
                  </a:lnTo>
                  <a:lnTo>
                    <a:pt x="5085199" y="1701027"/>
                  </a:lnTo>
                  <a:lnTo>
                    <a:pt x="5156821" y="1658747"/>
                  </a:lnTo>
                  <a:lnTo>
                    <a:pt x="5228444" y="1615385"/>
                  </a:lnTo>
                  <a:lnTo>
                    <a:pt x="5300066" y="1570910"/>
                  </a:lnTo>
                  <a:lnTo>
                    <a:pt x="5371689" y="1525296"/>
                  </a:lnTo>
                  <a:lnTo>
                    <a:pt x="5443311" y="1478512"/>
                  </a:lnTo>
                  <a:lnTo>
                    <a:pt x="5514934" y="1430530"/>
                  </a:lnTo>
                  <a:lnTo>
                    <a:pt x="5586557" y="1381317"/>
                  </a:lnTo>
                  <a:lnTo>
                    <a:pt x="5658179" y="1330843"/>
                  </a:lnTo>
                  <a:lnTo>
                    <a:pt x="5729802" y="1279075"/>
                  </a:lnTo>
                  <a:lnTo>
                    <a:pt x="5801424" y="1225980"/>
                  </a:lnTo>
                  <a:lnTo>
                    <a:pt x="5873047" y="1171524"/>
                  </a:lnTo>
                  <a:lnTo>
                    <a:pt x="5944669" y="1115673"/>
                  </a:lnTo>
                  <a:lnTo>
                    <a:pt x="6016292" y="1058390"/>
                  </a:lnTo>
                  <a:lnTo>
                    <a:pt x="6087914" y="999638"/>
                  </a:lnTo>
                  <a:lnTo>
                    <a:pt x="6159537" y="939381"/>
                  </a:lnTo>
                  <a:lnTo>
                    <a:pt x="6231159" y="877579"/>
                  </a:lnTo>
                  <a:lnTo>
                    <a:pt x="6302782" y="814193"/>
                  </a:lnTo>
                  <a:lnTo>
                    <a:pt x="6374404" y="749182"/>
                  </a:lnTo>
                  <a:lnTo>
                    <a:pt x="6446027" y="682505"/>
                  </a:lnTo>
                  <a:lnTo>
                    <a:pt x="6517649" y="614118"/>
                  </a:lnTo>
                  <a:lnTo>
                    <a:pt x="6589272" y="543979"/>
                  </a:lnTo>
                  <a:lnTo>
                    <a:pt x="6660894" y="472042"/>
                  </a:lnTo>
                  <a:lnTo>
                    <a:pt x="6732517" y="398261"/>
                  </a:lnTo>
                  <a:lnTo>
                    <a:pt x="6804139" y="322589"/>
                  </a:lnTo>
                  <a:lnTo>
                    <a:pt x="6875762" y="244977"/>
                  </a:lnTo>
                  <a:lnTo>
                    <a:pt x="6947385" y="165375"/>
                  </a:lnTo>
                  <a:lnTo>
                    <a:pt x="7019007" y="83734"/>
                  </a:lnTo>
                  <a:lnTo>
                    <a:pt x="7090630" y="0"/>
                  </a:lnTo>
                  <a:lnTo>
                    <a:pt x="7090630" y="2540292"/>
                  </a:lnTo>
                  <a:lnTo>
                    <a:pt x="7019007" y="2539214"/>
                  </a:lnTo>
                  <a:lnTo>
                    <a:pt x="6947385" y="2538135"/>
                  </a:lnTo>
                  <a:lnTo>
                    <a:pt x="6875762" y="2537053"/>
                  </a:lnTo>
                  <a:lnTo>
                    <a:pt x="6804139" y="2535971"/>
                  </a:lnTo>
                  <a:lnTo>
                    <a:pt x="6732517" y="2534887"/>
                  </a:lnTo>
                  <a:lnTo>
                    <a:pt x="6660894" y="2533802"/>
                  </a:lnTo>
                  <a:lnTo>
                    <a:pt x="6589272" y="2532715"/>
                  </a:lnTo>
                  <a:lnTo>
                    <a:pt x="6517649" y="2531626"/>
                  </a:lnTo>
                  <a:lnTo>
                    <a:pt x="6446027" y="2530537"/>
                  </a:lnTo>
                  <a:lnTo>
                    <a:pt x="6374404" y="2529445"/>
                  </a:lnTo>
                  <a:lnTo>
                    <a:pt x="6302782" y="2528353"/>
                  </a:lnTo>
                  <a:lnTo>
                    <a:pt x="6231159" y="2527259"/>
                  </a:lnTo>
                  <a:lnTo>
                    <a:pt x="6159537" y="2526163"/>
                  </a:lnTo>
                  <a:lnTo>
                    <a:pt x="6087914" y="2525066"/>
                  </a:lnTo>
                  <a:lnTo>
                    <a:pt x="6016292" y="2523968"/>
                  </a:lnTo>
                  <a:lnTo>
                    <a:pt x="5944669" y="2522868"/>
                  </a:lnTo>
                  <a:lnTo>
                    <a:pt x="5873047" y="2521766"/>
                  </a:lnTo>
                  <a:lnTo>
                    <a:pt x="5801424" y="2520663"/>
                  </a:lnTo>
                  <a:lnTo>
                    <a:pt x="5729802" y="2519559"/>
                  </a:lnTo>
                  <a:lnTo>
                    <a:pt x="5658179" y="2518453"/>
                  </a:lnTo>
                  <a:lnTo>
                    <a:pt x="5586557" y="2517346"/>
                  </a:lnTo>
                  <a:lnTo>
                    <a:pt x="5514934" y="2516237"/>
                  </a:lnTo>
                  <a:lnTo>
                    <a:pt x="5443311" y="2515127"/>
                  </a:lnTo>
                  <a:lnTo>
                    <a:pt x="5371689" y="2514015"/>
                  </a:lnTo>
                  <a:lnTo>
                    <a:pt x="5300066" y="2512902"/>
                  </a:lnTo>
                  <a:lnTo>
                    <a:pt x="5228444" y="2511788"/>
                  </a:lnTo>
                  <a:lnTo>
                    <a:pt x="5156821" y="2510671"/>
                  </a:lnTo>
                  <a:lnTo>
                    <a:pt x="5085199" y="2509554"/>
                  </a:lnTo>
                  <a:lnTo>
                    <a:pt x="5013576" y="2508435"/>
                  </a:lnTo>
                  <a:lnTo>
                    <a:pt x="4941954" y="2507314"/>
                  </a:lnTo>
                  <a:lnTo>
                    <a:pt x="4870331" y="2506192"/>
                  </a:lnTo>
                  <a:lnTo>
                    <a:pt x="4798709" y="2505068"/>
                  </a:lnTo>
                  <a:lnTo>
                    <a:pt x="4727086" y="2503943"/>
                  </a:lnTo>
                  <a:lnTo>
                    <a:pt x="4655464" y="2502817"/>
                  </a:lnTo>
                  <a:lnTo>
                    <a:pt x="4583841" y="2501689"/>
                  </a:lnTo>
                  <a:lnTo>
                    <a:pt x="4512219" y="2500559"/>
                  </a:lnTo>
                  <a:lnTo>
                    <a:pt x="4440596" y="2499428"/>
                  </a:lnTo>
                  <a:lnTo>
                    <a:pt x="4368974" y="2498295"/>
                  </a:lnTo>
                  <a:lnTo>
                    <a:pt x="4297351" y="2497161"/>
                  </a:lnTo>
                  <a:lnTo>
                    <a:pt x="4225729" y="2496026"/>
                  </a:lnTo>
                  <a:lnTo>
                    <a:pt x="4154106" y="2494888"/>
                  </a:lnTo>
                  <a:lnTo>
                    <a:pt x="4082483" y="2493750"/>
                  </a:lnTo>
                  <a:lnTo>
                    <a:pt x="4010861" y="2492610"/>
                  </a:lnTo>
                  <a:lnTo>
                    <a:pt x="3939238" y="2491468"/>
                  </a:lnTo>
                  <a:lnTo>
                    <a:pt x="3867616" y="2490325"/>
                  </a:lnTo>
                  <a:lnTo>
                    <a:pt x="3795993" y="2489180"/>
                  </a:lnTo>
                  <a:lnTo>
                    <a:pt x="3724371" y="2488034"/>
                  </a:lnTo>
                  <a:lnTo>
                    <a:pt x="3652748" y="2486886"/>
                  </a:lnTo>
                  <a:lnTo>
                    <a:pt x="3581126" y="2485737"/>
                  </a:lnTo>
                  <a:lnTo>
                    <a:pt x="3509503" y="2484586"/>
                  </a:lnTo>
                  <a:lnTo>
                    <a:pt x="3437881" y="2483434"/>
                  </a:lnTo>
                  <a:lnTo>
                    <a:pt x="3366258" y="2482280"/>
                  </a:lnTo>
                  <a:lnTo>
                    <a:pt x="3294636" y="2481124"/>
                  </a:lnTo>
                  <a:lnTo>
                    <a:pt x="3223013" y="2496283"/>
                  </a:lnTo>
                  <a:lnTo>
                    <a:pt x="3151391" y="2517631"/>
                  </a:lnTo>
                  <a:lnTo>
                    <a:pt x="3079768" y="2538445"/>
                  </a:lnTo>
                  <a:lnTo>
                    <a:pt x="3008146" y="2558739"/>
                  </a:lnTo>
                  <a:lnTo>
                    <a:pt x="2936523" y="2578525"/>
                  </a:lnTo>
                  <a:lnTo>
                    <a:pt x="2864901" y="2597818"/>
                  </a:lnTo>
                  <a:lnTo>
                    <a:pt x="2793278" y="2616628"/>
                  </a:lnTo>
                  <a:lnTo>
                    <a:pt x="2721655" y="2634968"/>
                  </a:lnTo>
                  <a:lnTo>
                    <a:pt x="2650033" y="2652849"/>
                  </a:lnTo>
                  <a:lnTo>
                    <a:pt x="2578410" y="2670284"/>
                  </a:lnTo>
                  <a:lnTo>
                    <a:pt x="2506788" y="2687283"/>
                  </a:lnTo>
                  <a:lnTo>
                    <a:pt x="2435165" y="2703857"/>
                  </a:lnTo>
                  <a:lnTo>
                    <a:pt x="2363543" y="2720017"/>
                  </a:lnTo>
                  <a:lnTo>
                    <a:pt x="2291920" y="2735773"/>
                  </a:lnTo>
                  <a:lnTo>
                    <a:pt x="2220298" y="2751136"/>
                  </a:lnTo>
                  <a:lnTo>
                    <a:pt x="2148675" y="2766114"/>
                  </a:lnTo>
                  <a:lnTo>
                    <a:pt x="2077053" y="2780718"/>
                  </a:lnTo>
                  <a:lnTo>
                    <a:pt x="2005430" y="2794957"/>
                  </a:lnTo>
                  <a:lnTo>
                    <a:pt x="1933808" y="2808840"/>
                  </a:lnTo>
                  <a:lnTo>
                    <a:pt x="1862185" y="2822376"/>
                  </a:lnTo>
                  <a:lnTo>
                    <a:pt x="1790563" y="2835574"/>
                  </a:lnTo>
                  <a:lnTo>
                    <a:pt x="1718940" y="2848442"/>
                  </a:lnTo>
                  <a:lnTo>
                    <a:pt x="1647318" y="2860989"/>
                  </a:lnTo>
                  <a:lnTo>
                    <a:pt x="1575695" y="2873222"/>
                  </a:lnTo>
                  <a:lnTo>
                    <a:pt x="1504073" y="2885149"/>
                  </a:lnTo>
                  <a:lnTo>
                    <a:pt x="1432450" y="2896778"/>
                  </a:lnTo>
                  <a:lnTo>
                    <a:pt x="1360827" y="2908117"/>
                  </a:lnTo>
                  <a:lnTo>
                    <a:pt x="1289205" y="2919172"/>
                  </a:lnTo>
                  <a:lnTo>
                    <a:pt x="1217582" y="2929951"/>
                  </a:lnTo>
                  <a:lnTo>
                    <a:pt x="1145960" y="2940460"/>
                  </a:lnTo>
                  <a:lnTo>
                    <a:pt x="1074337" y="2950707"/>
                  </a:lnTo>
                  <a:lnTo>
                    <a:pt x="1002715" y="2960698"/>
                  </a:lnTo>
                  <a:lnTo>
                    <a:pt x="931092" y="2970439"/>
                  </a:lnTo>
                  <a:lnTo>
                    <a:pt x="859470" y="2979936"/>
                  </a:lnTo>
                  <a:lnTo>
                    <a:pt x="787847" y="2989197"/>
                  </a:lnTo>
                  <a:lnTo>
                    <a:pt x="716225" y="2998225"/>
                  </a:lnTo>
                  <a:lnTo>
                    <a:pt x="644602" y="3007028"/>
                  </a:lnTo>
                  <a:lnTo>
                    <a:pt x="572980" y="3015612"/>
                  </a:lnTo>
                  <a:lnTo>
                    <a:pt x="501357" y="3023980"/>
                  </a:lnTo>
                  <a:lnTo>
                    <a:pt x="429735" y="3032140"/>
                  </a:lnTo>
                  <a:lnTo>
                    <a:pt x="358112" y="3040095"/>
                  </a:lnTo>
                  <a:lnTo>
                    <a:pt x="286490" y="3047852"/>
                  </a:lnTo>
                  <a:lnTo>
                    <a:pt x="214867" y="3055415"/>
                  </a:lnTo>
                  <a:lnTo>
                    <a:pt x="143245" y="3062789"/>
                  </a:lnTo>
                  <a:lnTo>
                    <a:pt x="71622" y="3069978"/>
                  </a:lnTo>
                  <a:lnTo>
                    <a:pt x="0" y="30769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198740"/>
              <a:ext cx="7090630" cy="2479967"/>
            </a:xfrm>
            <a:custGeom>
              <a:avLst/>
              <a:pathLst>
                <a:path w="7090630" h="2479967">
                  <a:moveTo>
                    <a:pt x="0" y="2426279"/>
                  </a:moveTo>
                  <a:lnTo>
                    <a:pt x="71622" y="2427508"/>
                  </a:lnTo>
                  <a:lnTo>
                    <a:pt x="143245" y="2428734"/>
                  </a:lnTo>
                  <a:lnTo>
                    <a:pt x="214867" y="2429959"/>
                  </a:lnTo>
                  <a:lnTo>
                    <a:pt x="286490" y="2431183"/>
                  </a:lnTo>
                  <a:lnTo>
                    <a:pt x="358112" y="2432404"/>
                  </a:lnTo>
                  <a:lnTo>
                    <a:pt x="429735" y="2433625"/>
                  </a:lnTo>
                  <a:lnTo>
                    <a:pt x="501357" y="2434843"/>
                  </a:lnTo>
                  <a:lnTo>
                    <a:pt x="572980" y="2436060"/>
                  </a:lnTo>
                  <a:lnTo>
                    <a:pt x="644602" y="2437275"/>
                  </a:lnTo>
                  <a:lnTo>
                    <a:pt x="716225" y="2438489"/>
                  </a:lnTo>
                  <a:lnTo>
                    <a:pt x="787847" y="2439701"/>
                  </a:lnTo>
                  <a:lnTo>
                    <a:pt x="859470" y="2440912"/>
                  </a:lnTo>
                  <a:lnTo>
                    <a:pt x="931092" y="2442121"/>
                  </a:lnTo>
                  <a:lnTo>
                    <a:pt x="1002715" y="2443328"/>
                  </a:lnTo>
                  <a:lnTo>
                    <a:pt x="1074337" y="2444533"/>
                  </a:lnTo>
                  <a:lnTo>
                    <a:pt x="1145960" y="2445738"/>
                  </a:lnTo>
                  <a:lnTo>
                    <a:pt x="1217582" y="2446940"/>
                  </a:lnTo>
                  <a:lnTo>
                    <a:pt x="1289205" y="2448141"/>
                  </a:lnTo>
                  <a:lnTo>
                    <a:pt x="1360827" y="2449340"/>
                  </a:lnTo>
                  <a:lnTo>
                    <a:pt x="1432450" y="2450538"/>
                  </a:lnTo>
                  <a:lnTo>
                    <a:pt x="1504073" y="2451734"/>
                  </a:lnTo>
                  <a:lnTo>
                    <a:pt x="1575695" y="2452928"/>
                  </a:lnTo>
                  <a:lnTo>
                    <a:pt x="1647318" y="2454121"/>
                  </a:lnTo>
                  <a:lnTo>
                    <a:pt x="1718940" y="2455312"/>
                  </a:lnTo>
                  <a:lnTo>
                    <a:pt x="1790563" y="2456502"/>
                  </a:lnTo>
                  <a:lnTo>
                    <a:pt x="1862185" y="2457690"/>
                  </a:lnTo>
                  <a:lnTo>
                    <a:pt x="1933808" y="2458877"/>
                  </a:lnTo>
                  <a:lnTo>
                    <a:pt x="2005430" y="2460062"/>
                  </a:lnTo>
                  <a:lnTo>
                    <a:pt x="2077053" y="2461245"/>
                  </a:lnTo>
                  <a:lnTo>
                    <a:pt x="2148675" y="2462427"/>
                  </a:lnTo>
                  <a:lnTo>
                    <a:pt x="2220298" y="2463607"/>
                  </a:lnTo>
                  <a:lnTo>
                    <a:pt x="2291920" y="2464786"/>
                  </a:lnTo>
                  <a:lnTo>
                    <a:pt x="2363543" y="2465963"/>
                  </a:lnTo>
                  <a:lnTo>
                    <a:pt x="2435165" y="2467139"/>
                  </a:lnTo>
                  <a:lnTo>
                    <a:pt x="2506788" y="2468313"/>
                  </a:lnTo>
                  <a:lnTo>
                    <a:pt x="2578410" y="2469485"/>
                  </a:lnTo>
                  <a:lnTo>
                    <a:pt x="2650033" y="2470656"/>
                  </a:lnTo>
                  <a:lnTo>
                    <a:pt x="2721655" y="2471825"/>
                  </a:lnTo>
                  <a:lnTo>
                    <a:pt x="2793278" y="2472993"/>
                  </a:lnTo>
                  <a:lnTo>
                    <a:pt x="2864901" y="2474159"/>
                  </a:lnTo>
                  <a:lnTo>
                    <a:pt x="2936523" y="2475324"/>
                  </a:lnTo>
                  <a:lnTo>
                    <a:pt x="3008146" y="2476487"/>
                  </a:lnTo>
                  <a:lnTo>
                    <a:pt x="3079768" y="2477649"/>
                  </a:lnTo>
                  <a:lnTo>
                    <a:pt x="3151391" y="2478809"/>
                  </a:lnTo>
                  <a:lnTo>
                    <a:pt x="3223013" y="2479967"/>
                  </a:lnTo>
                  <a:lnTo>
                    <a:pt x="3294636" y="2474388"/>
                  </a:lnTo>
                  <a:lnTo>
                    <a:pt x="3366258" y="2451932"/>
                  </a:lnTo>
                  <a:lnTo>
                    <a:pt x="3437881" y="2428901"/>
                  </a:lnTo>
                  <a:lnTo>
                    <a:pt x="3509503" y="2405279"/>
                  </a:lnTo>
                  <a:lnTo>
                    <a:pt x="3581126" y="2381051"/>
                  </a:lnTo>
                  <a:lnTo>
                    <a:pt x="3652748" y="2356203"/>
                  </a:lnTo>
                  <a:lnTo>
                    <a:pt x="3724371" y="2330717"/>
                  </a:lnTo>
                  <a:lnTo>
                    <a:pt x="3795993" y="2304579"/>
                  </a:lnTo>
                  <a:lnTo>
                    <a:pt x="3867616" y="2277770"/>
                  </a:lnTo>
                  <a:lnTo>
                    <a:pt x="3939238" y="2250274"/>
                  </a:lnTo>
                  <a:lnTo>
                    <a:pt x="4010861" y="2222074"/>
                  </a:lnTo>
                  <a:lnTo>
                    <a:pt x="4082483" y="2193150"/>
                  </a:lnTo>
                  <a:lnTo>
                    <a:pt x="4154106" y="2163485"/>
                  </a:lnTo>
                  <a:lnTo>
                    <a:pt x="4225729" y="2133060"/>
                  </a:lnTo>
                  <a:lnTo>
                    <a:pt x="4297351" y="2101855"/>
                  </a:lnTo>
                  <a:lnTo>
                    <a:pt x="4368974" y="2069850"/>
                  </a:lnTo>
                  <a:lnTo>
                    <a:pt x="4440596" y="2037025"/>
                  </a:lnTo>
                  <a:lnTo>
                    <a:pt x="4512219" y="2003358"/>
                  </a:lnTo>
                  <a:lnTo>
                    <a:pt x="4583841" y="1968828"/>
                  </a:lnTo>
                  <a:lnTo>
                    <a:pt x="4655464" y="1933414"/>
                  </a:lnTo>
                  <a:lnTo>
                    <a:pt x="4727086" y="1897091"/>
                  </a:lnTo>
                  <a:lnTo>
                    <a:pt x="4798709" y="1859838"/>
                  </a:lnTo>
                  <a:lnTo>
                    <a:pt x="4870331" y="1821629"/>
                  </a:lnTo>
                  <a:lnTo>
                    <a:pt x="4941954" y="1782441"/>
                  </a:lnTo>
                  <a:lnTo>
                    <a:pt x="5013576" y="1742249"/>
                  </a:lnTo>
                  <a:lnTo>
                    <a:pt x="5085199" y="1701027"/>
                  </a:lnTo>
                  <a:lnTo>
                    <a:pt x="5156821" y="1658747"/>
                  </a:lnTo>
                  <a:lnTo>
                    <a:pt x="5228444" y="1615385"/>
                  </a:lnTo>
                  <a:lnTo>
                    <a:pt x="5300066" y="1570910"/>
                  </a:lnTo>
                  <a:lnTo>
                    <a:pt x="5371689" y="1525296"/>
                  </a:lnTo>
                  <a:lnTo>
                    <a:pt x="5443311" y="1478512"/>
                  </a:lnTo>
                  <a:lnTo>
                    <a:pt x="5514934" y="1430530"/>
                  </a:lnTo>
                  <a:lnTo>
                    <a:pt x="5586557" y="1381317"/>
                  </a:lnTo>
                  <a:lnTo>
                    <a:pt x="5658179" y="1330843"/>
                  </a:lnTo>
                  <a:lnTo>
                    <a:pt x="5729802" y="1279075"/>
                  </a:lnTo>
                  <a:lnTo>
                    <a:pt x="5801424" y="1225980"/>
                  </a:lnTo>
                  <a:lnTo>
                    <a:pt x="5873047" y="1171524"/>
                  </a:lnTo>
                  <a:lnTo>
                    <a:pt x="5944669" y="1115673"/>
                  </a:lnTo>
                  <a:lnTo>
                    <a:pt x="6016292" y="1058390"/>
                  </a:lnTo>
                  <a:lnTo>
                    <a:pt x="6087914" y="999638"/>
                  </a:lnTo>
                  <a:lnTo>
                    <a:pt x="6159537" y="939381"/>
                  </a:lnTo>
                  <a:lnTo>
                    <a:pt x="6231159" y="877579"/>
                  </a:lnTo>
                  <a:lnTo>
                    <a:pt x="6302782" y="814193"/>
                  </a:lnTo>
                  <a:lnTo>
                    <a:pt x="6374404" y="749182"/>
                  </a:lnTo>
                  <a:lnTo>
                    <a:pt x="6446027" y="682505"/>
                  </a:lnTo>
                  <a:lnTo>
                    <a:pt x="6517649" y="614118"/>
                  </a:lnTo>
                  <a:lnTo>
                    <a:pt x="6589272" y="543979"/>
                  </a:lnTo>
                  <a:lnTo>
                    <a:pt x="6660894" y="472042"/>
                  </a:lnTo>
                  <a:lnTo>
                    <a:pt x="6732517" y="398261"/>
                  </a:lnTo>
                  <a:lnTo>
                    <a:pt x="6804139" y="322589"/>
                  </a:lnTo>
                  <a:lnTo>
                    <a:pt x="6875762" y="244977"/>
                  </a:lnTo>
                  <a:lnTo>
                    <a:pt x="6947385" y="165375"/>
                  </a:lnTo>
                  <a:lnTo>
                    <a:pt x="7019007" y="8373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79865"/>
              <a:ext cx="7090630" cy="595863"/>
            </a:xfrm>
            <a:custGeom>
              <a:avLst/>
              <a:pathLst>
                <a:path w="7090630" h="595863">
                  <a:moveTo>
                    <a:pt x="7090630" y="59168"/>
                  </a:moveTo>
                  <a:lnTo>
                    <a:pt x="7019007" y="58089"/>
                  </a:lnTo>
                  <a:lnTo>
                    <a:pt x="6947385" y="57010"/>
                  </a:lnTo>
                  <a:lnTo>
                    <a:pt x="6875762" y="55929"/>
                  </a:lnTo>
                  <a:lnTo>
                    <a:pt x="6804139" y="54846"/>
                  </a:lnTo>
                  <a:lnTo>
                    <a:pt x="6732517" y="53762"/>
                  </a:lnTo>
                  <a:lnTo>
                    <a:pt x="6660894" y="52677"/>
                  </a:lnTo>
                  <a:lnTo>
                    <a:pt x="6589272" y="51590"/>
                  </a:lnTo>
                  <a:lnTo>
                    <a:pt x="6517649" y="50502"/>
                  </a:lnTo>
                  <a:lnTo>
                    <a:pt x="6446027" y="49412"/>
                  </a:lnTo>
                  <a:lnTo>
                    <a:pt x="6374404" y="48321"/>
                  </a:lnTo>
                  <a:lnTo>
                    <a:pt x="6302782" y="47228"/>
                  </a:lnTo>
                  <a:lnTo>
                    <a:pt x="6231159" y="46134"/>
                  </a:lnTo>
                  <a:lnTo>
                    <a:pt x="6159537" y="45038"/>
                  </a:lnTo>
                  <a:lnTo>
                    <a:pt x="6087914" y="43941"/>
                  </a:lnTo>
                  <a:lnTo>
                    <a:pt x="6016292" y="42843"/>
                  </a:lnTo>
                  <a:lnTo>
                    <a:pt x="5944669" y="41743"/>
                  </a:lnTo>
                  <a:lnTo>
                    <a:pt x="5873047" y="40641"/>
                  </a:lnTo>
                  <a:lnTo>
                    <a:pt x="5801424" y="39539"/>
                  </a:lnTo>
                  <a:lnTo>
                    <a:pt x="5729802" y="38434"/>
                  </a:lnTo>
                  <a:lnTo>
                    <a:pt x="5658179" y="37328"/>
                  </a:lnTo>
                  <a:lnTo>
                    <a:pt x="5586557" y="36221"/>
                  </a:lnTo>
                  <a:lnTo>
                    <a:pt x="5514934" y="35112"/>
                  </a:lnTo>
                  <a:lnTo>
                    <a:pt x="5443311" y="34002"/>
                  </a:lnTo>
                  <a:lnTo>
                    <a:pt x="5371689" y="32891"/>
                  </a:lnTo>
                  <a:lnTo>
                    <a:pt x="5300066" y="31777"/>
                  </a:lnTo>
                  <a:lnTo>
                    <a:pt x="5228444" y="30663"/>
                  </a:lnTo>
                  <a:lnTo>
                    <a:pt x="5156821" y="29547"/>
                  </a:lnTo>
                  <a:lnTo>
                    <a:pt x="5085199" y="28429"/>
                  </a:lnTo>
                  <a:lnTo>
                    <a:pt x="5013576" y="27310"/>
                  </a:lnTo>
                  <a:lnTo>
                    <a:pt x="4941954" y="26189"/>
                  </a:lnTo>
                  <a:lnTo>
                    <a:pt x="4870331" y="25067"/>
                  </a:lnTo>
                  <a:lnTo>
                    <a:pt x="4798709" y="23943"/>
                  </a:lnTo>
                  <a:lnTo>
                    <a:pt x="4727086" y="22818"/>
                  </a:lnTo>
                  <a:lnTo>
                    <a:pt x="4655464" y="21692"/>
                  </a:lnTo>
                  <a:lnTo>
                    <a:pt x="4583841" y="20564"/>
                  </a:lnTo>
                  <a:lnTo>
                    <a:pt x="4512219" y="19434"/>
                  </a:lnTo>
                  <a:lnTo>
                    <a:pt x="4440596" y="18303"/>
                  </a:lnTo>
                  <a:lnTo>
                    <a:pt x="4368974" y="17170"/>
                  </a:lnTo>
                  <a:lnTo>
                    <a:pt x="4297351" y="16036"/>
                  </a:lnTo>
                  <a:lnTo>
                    <a:pt x="4225729" y="14901"/>
                  </a:lnTo>
                  <a:lnTo>
                    <a:pt x="4154106" y="13764"/>
                  </a:lnTo>
                  <a:lnTo>
                    <a:pt x="4082483" y="12625"/>
                  </a:lnTo>
                  <a:lnTo>
                    <a:pt x="4010861" y="11485"/>
                  </a:lnTo>
                  <a:lnTo>
                    <a:pt x="3939238" y="10343"/>
                  </a:lnTo>
                  <a:lnTo>
                    <a:pt x="3867616" y="9200"/>
                  </a:lnTo>
                  <a:lnTo>
                    <a:pt x="3795993" y="8055"/>
                  </a:lnTo>
                  <a:lnTo>
                    <a:pt x="3724371" y="6909"/>
                  </a:lnTo>
                  <a:lnTo>
                    <a:pt x="3652748" y="5761"/>
                  </a:lnTo>
                  <a:lnTo>
                    <a:pt x="3581126" y="4612"/>
                  </a:lnTo>
                  <a:lnTo>
                    <a:pt x="3509503" y="3461"/>
                  </a:lnTo>
                  <a:lnTo>
                    <a:pt x="3437881" y="2309"/>
                  </a:lnTo>
                  <a:lnTo>
                    <a:pt x="3366258" y="1155"/>
                  </a:lnTo>
                  <a:lnTo>
                    <a:pt x="3294636" y="0"/>
                  </a:lnTo>
                  <a:lnTo>
                    <a:pt x="3223013" y="15158"/>
                  </a:lnTo>
                  <a:lnTo>
                    <a:pt x="3151391" y="36506"/>
                  </a:lnTo>
                  <a:lnTo>
                    <a:pt x="3079768" y="57320"/>
                  </a:lnTo>
                  <a:lnTo>
                    <a:pt x="3008146" y="77614"/>
                  </a:lnTo>
                  <a:lnTo>
                    <a:pt x="2936523" y="97401"/>
                  </a:lnTo>
                  <a:lnTo>
                    <a:pt x="2864901" y="116693"/>
                  </a:lnTo>
                  <a:lnTo>
                    <a:pt x="2793278" y="135503"/>
                  </a:lnTo>
                  <a:lnTo>
                    <a:pt x="2721655" y="153843"/>
                  </a:lnTo>
                  <a:lnTo>
                    <a:pt x="2650033" y="171724"/>
                  </a:lnTo>
                  <a:lnTo>
                    <a:pt x="2578410" y="189159"/>
                  </a:lnTo>
                  <a:lnTo>
                    <a:pt x="2506788" y="206158"/>
                  </a:lnTo>
                  <a:lnTo>
                    <a:pt x="2435165" y="222732"/>
                  </a:lnTo>
                  <a:lnTo>
                    <a:pt x="2363543" y="238892"/>
                  </a:lnTo>
                  <a:lnTo>
                    <a:pt x="2291920" y="254648"/>
                  </a:lnTo>
                  <a:lnTo>
                    <a:pt x="2220298" y="270011"/>
                  </a:lnTo>
                  <a:lnTo>
                    <a:pt x="2148675" y="284989"/>
                  </a:lnTo>
                  <a:lnTo>
                    <a:pt x="2077053" y="299593"/>
                  </a:lnTo>
                  <a:lnTo>
                    <a:pt x="2005430" y="313832"/>
                  </a:lnTo>
                  <a:lnTo>
                    <a:pt x="1933808" y="327715"/>
                  </a:lnTo>
                  <a:lnTo>
                    <a:pt x="1862185" y="341252"/>
                  </a:lnTo>
                  <a:lnTo>
                    <a:pt x="1790563" y="354450"/>
                  </a:lnTo>
                  <a:lnTo>
                    <a:pt x="1718940" y="367318"/>
                  </a:lnTo>
                  <a:lnTo>
                    <a:pt x="1647318" y="379864"/>
                  </a:lnTo>
                  <a:lnTo>
                    <a:pt x="1575695" y="392097"/>
                  </a:lnTo>
                  <a:lnTo>
                    <a:pt x="1504073" y="404024"/>
                  </a:lnTo>
                  <a:lnTo>
                    <a:pt x="1432450" y="415653"/>
                  </a:lnTo>
                  <a:lnTo>
                    <a:pt x="1360827" y="426992"/>
                  </a:lnTo>
                  <a:lnTo>
                    <a:pt x="1289205" y="438047"/>
                  </a:lnTo>
                  <a:lnTo>
                    <a:pt x="1217582" y="448826"/>
                  </a:lnTo>
                  <a:lnTo>
                    <a:pt x="1145960" y="459335"/>
                  </a:lnTo>
                  <a:lnTo>
                    <a:pt x="1074337" y="469582"/>
                  </a:lnTo>
                  <a:lnTo>
                    <a:pt x="1002715" y="479573"/>
                  </a:lnTo>
                  <a:lnTo>
                    <a:pt x="931092" y="489314"/>
                  </a:lnTo>
                  <a:lnTo>
                    <a:pt x="859470" y="498811"/>
                  </a:lnTo>
                  <a:lnTo>
                    <a:pt x="787847" y="508072"/>
                  </a:lnTo>
                  <a:lnTo>
                    <a:pt x="716225" y="517100"/>
                  </a:lnTo>
                  <a:lnTo>
                    <a:pt x="644602" y="525904"/>
                  </a:lnTo>
                  <a:lnTo>
                    <a:pt x="572980" y="534487"/>
                  </a:lnTo>
                  <a:lnTo>
                    <a:pt x="501357" y="542855"/>
                  </a:lnTo>
                  <a:lnTo>
                    <a:pt x="429735" y="551015"/>
                  </a:lnTo>
                  <a:lnTo>
                    <a:pt x="358112" y="558970"/>
                  </a:lnTo>
                  <a:lnTo>
                    <a:pt x="286490" y="566727"/>
                  </a:lnTo>
                  <a:lnTo>
                    <a:pt x="214867" y="574290"/>
                  </a:lnTo>
                  <a:lnTo>
                    <a:pt x="143245" y="581664"/>
                  </a:lnTo>
                  <a:lnTo>
                    <a:pt x="71622" y="588854"/>
                  </a:lnTo>
                  <a:lnTo>
                    <a:pt x="0" y="5958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01645"/>
              <a:ext cx="7090630" cy="1144824"/>
            </a:xfrm>
            <a:custGeom>
              <a:avLst/>
              <a:pathLst>
                <a:path w="7090630" h="1144824">
                  <a:moveTo>
                    <a:pt x="0" y="1144824"/>
                  </a:moveTo>
                  <a:lnTo>
                    <a:pt x="71622" y="1138760"/>
                  </a:lnTo>
                  <a:lnTo>
                    <a:pt x="143245" y="1132623"/>
                  </a:lnTo>
                  <a:lnTo>
                    <a:pt x="214867" y="1126412"/>
                  </a:lnTo>
                  <a:lnTo>
                    <a:pt x="286490" y="1120126"/>
                  </a:lnTo>
                  <a:lnTo>
                    <a:pt x="358112" y="1113764"/>
                  </a:lnTo>
                  <a:lnTo>
                    <a:pt x="429735" y="1107325"/>
                  </a:lnTo>
                  <a:lnTo>
                    <a:pt x="501357" y="1100809"/>
                  </a:lnTo>
                  <a:lnTo>
                    <a:pt x="572980" y="1094214"/>
                  </a:lnTo>
                  <a:lnTo>
                    <a:pt x="644602" y="1087540"/>
                  </a:lnTo>
                  <a:lnTo>
                    <a:pt x="716225" y="1080785"/>
                  </a:lnTo>
                  <a:lnTo>
                    <a:pt x="787847" y="1073949"/>
                  </a:lnTo>
                  <a:lnTo>
                    <a:pt x="859470" y="1067030"/>
                  </a:lnTo>
                  <a:lnTo>
                    <a:pt x="931092" y="1060027"/>
                  </a:lnTo>
                  <a:lnTo>
                    <a:pt x="1002715" y="1052941"/>
                  </a:lnTo>
                  <a:lnTo>
                    <a:pt x="1074337" y="1045768"/>
                  </a:lnTo>
                  <a:lnTo>
                    <a:pt x="1145960" y="1038510"/>
                  </a:lnTo>
                  <a:lnTo>
                    <a:pt x="1217582" y="1031163"/>
                  </a:lnTo>
                  <a:lnTo>
                    <a:pt x="1289205" y="1023728"/>
                  </a:lnTo>
                  <a:lnTo>
                    <a:pt x="1360827" y="1016204"/>
                  </a:lnTo>
                  <a:lnTo>
                    <a:pt x="1432450" y="1008588"/>
                  </a:lnTo>
                  <a:lnTo>
                    <a:pt x="1504073" y="1000881"/>
                  </a:lnTo>
                  <a:lnTo>
                    <a:pt x="1575695" y="993081"/>
                  </a:lnTo>
                  <a:lnTo>
                    <a:pt x="1647318" y="985187"/>
                  </a:lnTo>
                  <a:lnTo>
                    <a:pt x="1718940" y="977197"/>
                  </a:lnTo>
                  <a:lnTo>
                    <a:pt x="1790563" y="969111"/>
                  </a:lnTo>
                  <a:lnTo>
                    <a:pt x="1862185" y="960928"/>
                  </a:lnTo>
                  <a:lnTo>
                    <a:pt x="1933808" y="952646"/>
                  </a:lnTo>
                  <a:lnTo>
                    <a:pt x="2005430" y="944264"/>
                  </a:lnTo>
                  <a:lnTo>
                    <a:pt x="2077053" y="935781"/>
                  </a:lnTo>
                  <a:lnTo>
                    <a:pt x="2148675" y="927195"/>
                  </a:lnTo>
                  <a:lnTo>
                    <a:pt x="2220298" y="918506"/>
                  </a:lnTo>
                  <a:lnTo>
                    <a:pt x="2291920" y="909712"/>
                  </a:lnTo>
                  <a:lnTo>
                    <a:pt x="2363543" y="900813"/>
                  </a:lnTo>
                  <a:lnTo>
                    <a:pt x="2435165" y="891805"/>
                  </a:lnTo>
                  <a:lnTo>
                    <a:pt x="2506788" y="882689"/>
                  </a:lnTo>
                  <a:lnTo>
                    <a:pt x="2578410" y="873464"/>
                  </a:lnTo>
                  <a:lnTo>
                    <a:pt x="2650033" y="864127"/>
                  </a:lnTo>
                  <a:lnTo>
                    <a:pt x="2721655" y="854677"/>
                  </a:lnTo>
                  <a:lnTo>
                    <a:pt x="2793278" y="845113"/>
                  </a:lnTo>
                  <a:lnTo>
                    <a:pt x="2864901" y="835434"/>
                  </a:lnTo>
                  <a:lnTo>
                    <a:pt x="2936523" y="825638"/>
                  </a:lnTo>
                  <a:lnTo>
                    <a:pt x="3008146" y="815724"/>
                  </a:lnTo>
                  <a:lnTo>
                    <a:pt x="3079768" y="805691"/>
                  </a:lnTo>
                  <a:lnTo>
                    <a:pt x="3151391" y="795536"/>
                  </a:lnTo>
                  <a:lnTo>
                    <a:pt x="3223013" y="785259"/>
                  </a:lnTo>
                  <a:lnTo>
                    <a:pt x="3294636" y="774858"/>
                  </a:lnTo>
                  <a:lnTo>
                    <a:pt x="3366258" y="764332"/>
                  </a:lnTo>
                  <a:lnTo>
                    <a:pt x="3437881" y="753678"/>
                  </a:lnTo>
                  <a:lnTo>
                    <a:pt x="3509503" y="742896"/>
                  </a:lnTo>
                  <a:lnTo>
                    <a:pt x="3581126" y="731984"/>
                  </a:lnTo>
                  <a:lnTo>
                    <a:pt x="3652748" y="720941"/>
                  </a:lnTo>
                  <a:lnTo>
                    <a:pt x="3724371" y="709764"/>
                  </a:lnTo>
                  <a:lnTo>
                    <a:pt x="3795993" y="698452"/>
                  </a:lnTo>
                  <a:lnTo>
                    <a:pt x="3867616" y="687004"/>
                  </a:lnTo>
                  <a:lnTo>
                    <a:pt x="3939238" y="675418"/>
                  </a:lnTo>
                  <a:lnTo>
                    <a:pt x="4010861" y="663692"/>
                  </a:lnTo>
                  <a:lnTo>
                    <a:pt x="4082483" y="651825"/>
                  </a:lnTo>
                  <a:lnTo>
                    <a:pt x="4154106" y="639814"/>
                  </a:lnTo>
                  <a:lnTo>
                    <a:pt x="4225729" y="627659"/>
                  </a:lnTo>
                  <a:lnTo>
                    <a:pt x="4297351" y="615357"/>
                  </a:lnTo>
                  <a:lnTo>
                    <a:pt x="4368974" y="602907"/>
                  </a:lnTo>
                  <a:lnTo>
                    <a:pt x="4440596" y="590306"/>
                  </a:lnTo>
                  <a:lnTo>
                    <a:pt x="4512219" y="577554"/>
                  </a:lnTo>
                  <a:lnTo>
                    <a:pt x="4583841" y="564647"/>
                  </a:lnTo>
                  <a:lnTo>
                    <a:pt x="4655464" y="551585"/>
                  </a:lnTo>
                  <a:lnTo>
                    <a:pt x="4727086" y="538366"/>
                  </a:lnTo>
                  <a:lnTo>
                    <a:pt x="4798709" y="524987"/>
                  </a:lnTo>
                  <a:lnTo>
                    <a:pt x="4870331" y="511446"/>
                  </a:lnTo>
                  <a:lnTo>
                    <a:pt x="4941954" y="497743"/>
                  </a:lnTo>
                  <a:lnTo>
                    <a:pt x="5013576" y="483874"/>
                  </a:lnTo>
                  <a:lnTo>
                    <a:pt x="5085199" y="469837"/>
                  </a:lnTo>
                  <a:lnTo>
                    <a:pt x="5156821" y="455632"/>
                  </a:lnTo>
                  <a:lnTo>
                    <a:pt x="5228444" y="441255"/>
                  </a:lnTo>
                  <a:lnTo>
                    <a:pt x="5300066" y="426704"/>
                  </a:lnTo>
                  <a:lnTo>
                    <a:pt x="5371689" y="411979"/>
                  </a:lnTo>
                  <a:lnTo>
                    <a:pt x="5443311" y="397075"/>
                  </a:lnTo>
                  <a:lnTo>
                    <a:pt x="5514934" y="381992"/>
                  </a:lnTo>
                  <a:lnTo>
                    <a:pt x="5586557" y="366727"/>
                  </a:lnTo>
                  <a:lnTo>
                    <a:pt x="5658179" y="351277"/>
                  </a:lnTo>
                  <a:lnTo>
                    <a:pt x="5729802" y="335642"/>
                  </a:lnTo>
                  <a:lnTo>
                    <a:pt x="5801424" y="319817"/>
                  </a:lnTo>
                  <a:lnTo>
                    <a:pt x="5873047" y="303802"/>
                  </a:lnTo>
                  <a:lnTo>
                    <a:pt x="5944669" y="287594"/>
                  </a:lnTo>
                  <a:lnTo>
                    <a:pt x="6016292" y="271190"/>
                  </a:lnTo>
                  <a:lnTo>
                    <a:pt x="6087914" y="254589"/>
                  </a:lnTo>
                  <a:lnTo>
                    <a:pt x="6159537" y="237787"/>
                  </a:lnTo>
                  <a:lnTo>
                    <a:pt x="6231159" y="220782"/>
                  </a:lnTo>
                  <a:lnTo>
                    <a:pt x="6302782" y="203572"/>
                  </a:lnTo>
                  <a:lnTo>
                    <a:pt x="6374404" y="186155"/>
                  </a:lnTo>
                  <a:lnTo>
                    <a:pt x="6446027" y="168528"/>
                  </a:lnTo>
                  <a:lnTo>
                    <a:pt x="6517649" y="150688"/>
                  </a:lnTo>
                  <a:lnTo>
                    <a:pt x="6589272" y="132633"/>
                  </a:lnTo>
                  <a:lnTo>
                    <a:pt x="6660894" y="114360"/>
                  </a:lnTo>
                  <a:lnTo>
                    <a:pt x="6732517" y="95866"/>
                  </a:lnTo>
                  <a:lnTo>
                    <a:pt x="6804139" y="77150"/>
                  </a:lnTo>
                  <a:lnTo>
                    <a:pt x="6875762" y="58208"/>
                  </a:lnTo>
                  <a:lnTo>
                    <a:pt x="6947385" y="39037"/>
                  </a:lnTo>
                  <a:lnTo>
                    <a:pt x="7019007" y="1963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9131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2026-06-08T10:33:16Z</dcterms:modified>
  <cp:category/>
</cp:coreProperties>
</file>