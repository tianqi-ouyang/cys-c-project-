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91546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73729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55912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38095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20278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02461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584644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666827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749010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31193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32637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14820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297003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379186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461369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543552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625735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707918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790101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g32"/>
            <p:cNvSpPr/>
            <p:nvPr/>
          </p:nvSpPr>
          <p:spPr>
            <a:xfrm>
              <a:off x="1172049" y="2073503"/>
              <a:ext cx="7090630" cy="3479262"/>
            </a:xfrm>
            <a:custGeom>
              <a:avLst/>
              <a:pathLst>
                <a:path w="7090630" h="3479262">
                  <a:moveTo>
                    <a:pt x="2254140" y="0"/>
                  </a:moveTo>
                  <a:lnTo>
                    <a:pt x="2291920" y="180445"/>
                  </a:lnTo>
                  <a:lnTo>
                    <a:pt x="2363543" y="490428"/>
                  </a:lnTo>
                  <a:lnTo>
                    <a:pt x="2435165" y="771322"/>
                  </a:lnTo>
                  <a:lnTo>
                    <a:pt x="2506788" y="1025857"/>
                  </a:lnTo>
                  <a:lnTo>
                    <a:pt x="2578410" y="1256507"/>
                  </a:lnTo>
                  <a:lnTo>
                    <a:pt x="2650033" y="1465512"/>
                  </a:lnTo>
                  <a:lnTo>
                    <a:pt x="2721655" y="1654904"/>
                  </a:lnTo>
                  <a:lnTo>
                    <a:pt x="2793278" y="1826523"/>
                  </a:lnTo>
                  <a:lnTo>
                    <a:pt x="2864901" y="1982038"/>
                  </a:lnTo>
                  <a:lnTo>
                    <a:pt x="2936523" y="2122959"/>
                  </a:lnTo>
                  <a:lnTo>
                    <a:pt x="3008146" y="2250656"/>
                  </a:lnTo>
                  <a:lnTo>
                    <a:pt x="3079768" y="2366369"/>
                  </a:lnTo>
                  <a:lnTo>
                    <a:pt x="3151391" y="2471225"/>
                  </a:lnTo>
                  <a:lnTo>
                    <a:pt x="3223013" y="2566240"/>
                  </a:lnTo>
                  <a:lnTo>
                    <a:pt x="3294636" y="2652339"/>
                  </a:lnTo>
                  <a:lnTo>
                    <a:pt x="3366258" y="2662050"/>
                  </a:lnTo>
                  <a:lnTo>
                    <a:pt x="3437881" y="2669931"/>
                  </a:lnTo>
                  <a:lnTo>
                    <a:pt x="3509503" y="2677736"/>
                  </a:lnTo>
                  <a:lnTo>
                    <a:pt x="3581126" y="2685466"/>
                  </a:lnTo>
                  <a:lnTo>
                    <a:pt x="3652748" y="2693122"/>
                  </a:lnTo>
                  <a:lnTo>
                    <a:pt x="3724371" y="2700705"/>
                  </a:lnTo>
                  <a:lnTo>
                    <a:pt x="3795993" y="2708215"/>
                  </a:lnTo>
                  <a:lnTo>
                    <a:pt x="3867616" y="2715653"/>
                  </a:lnTo>
                  <a:lnTo>
                    <a:pt x="3939238" y="2723020"/>
                  </a:lnTo>
                  <a:lnTo>
                    <a:pt x="4010861" y="2730316"/>
                  </a:lnTo>
                  <a:lnTo>
                    <a:pt x="4082483" y="2737542"/>
                  </a:lnTo>
                  <a:lnTo>
                    <a:pt x="4154106" y="2744698"/>
                  </a:lnTo>
                  <a:lnTo>
                    <a:pt x="4225729" y="2751786"/>
                  </a:lnTo>
                  <a:lnTo>
                    <a:pt x="4297351" y="2758807"/>
                  </a:lnTo>
                  <a:lnTo>
                    <a:pt x="4368974" y="2765759"/>
                  </a:lnTo>
                  <a:lnTo>
                    <a:pt x="4440596" y="2772645"/>
                  </a:lnTo>
                  <a:lnTo>
                    <a:pt x="4512219" y="2779465"/>
                  </a:lnTo>
                  <a:lnTo>
                    <a:pt x="4583841" y="2786220"/>
                  </a:lnTo>
                  <a:lnTo>
                    <a:pt x="4655464" y="2792910"/>
                  </a:lnTo>
                  <a:lnTo>
                    <a:pt x="4727086" y="2799536"/>
                  </a:lnTo>
                  <a:lnTo>
                    <a:pt x="4798709" y="2806098"/>
                  </a:lnTo>
                  <a:lnTo>
                    <a:pt x="4870331" y="2812597"/>
                  </a:lnTo>
                  <a:lnTo>
                    <a:pt x="4941954" y="2819034"/>
                  </a:lnTo>
                  <a:lnTo>
                    <a:pt x="5013576" y="2825409"/>
                  </a:lnTo>
                  <a:lnTo>
                    <a:pt x="5085199" y="2831723"/>
                  </a:lnTo>
                  <a:lnTo>
                    <a:pt x="5156821" y="2837976"/>
                  </a:lnTo>
                  <a:lnTo>
                    <a:pt x="5228444" y="2844170"/>
                  </a:lnTo>
                  <a:lnTo>
                    <a:pt x="5300066" y="2850304"/>
                  </a:lnTo>
                  <a:lnTo>
                    <a:pt x="5371689" y="2856379"/>
                  </a:lnTo>
                  <a:lnTo>
                    <a:pt x="5443311" y="2862396"/>
                  </a:lnTo>
                  <a:lnTo>
                    <a:pt x="5514934" y="2868355"/>
                  </a:lnTo>
                  <a:lnTo>
                    <a:pt x="5586557" y="2874257"/>
                  </a:lnTo>
                  <a:lnTo>
                    <a:pt x="5658179" y="2880103"/>
                  </a:lnTo>
                  <a:lnTo>
                    <a:pt x="5729802" y="2885892"/>
                  </a:lnTo>
                  <a:lnTo>
                    <a:pt x="5801424" y="2891626"/>
                  </a:lnTo>
                  <a:lnTo>
                    <a:pt x="5873047" y="2897305"/>
                  </a:lnTo>
                  <a:lnTo>
                    <a:pt x="5944669" y="2902930"/>
                  </a:lnTo>
                  <a:lnTo>
                    <a:pt x="6016292" y="2908500"/>
                  </a:lnTo>
                  <a:lnTo>
                    <a:pt x="6087914" y="2914017"/>
                  </a:lnTo>
                  <a:lnTo>
                    <a:pt x="6159537" y="2919481"/>
                  </a:lnTo>
                  <a:lnTo>
                    <a:pt x="6231159" y="2924893"/>
                  </a:lnTo>
                  <a:lnTo>
                    <a:pt x="6302782" y="2930253"/>
                  </a:lnTo>
                  <a:lnTo>
                    <a:pt x="6374404" y="2935561"/>
                  </a:lnTo>
                  <a:lnTo>
                    <a:pt x="6446027" y="2940819"/>
                  </a:lnTo>
                  <a:lnTo>
                    <a:pt x="6517649" y="2946026"/>
                  </a:lnTo>
                  <a:lnTo>
                    <a:pt x="6589272" y="2951183"/>
                  </a:lnTo>
                  <a:lnTo>
                    <a:pt x="6660894" y="2956291"/>
                  </a:lnTo>
                  <a:lnTo>
                    <a:pt x="6732517" y="2961350"/>
                  </a:lnTo>
                  <a:lnTo>
                    <a:pt x="6804139" y="2966360"/>
                  </a:lnTo>
                  <a:lnTo>
                    <a:pt x="6875762" y="2971322"/>
                  </a:lnTo>
                  <a:lnTo>
                    <a:pt x="6947385" y="2976237"/>
                  </a:lnTo>
                  <a:lnTo>
                    <a:pt x="7019007" y="2981104"/>
                  </a:lnTo>
                  <a:lnTo>
                    <a:pt x="7090630" y="2985925"/>
                  </a:lnTo>
                  <a:lnTo>
                    <a:pt x="7090630" y="3479262"/>
                  </a:lnTo>
                  <a:lnTo>
                    <a:pt x="7019007" y="3478798"/>
                  </a:lnTo>
                  <a:lnTo>
                    <a:pt x="6947385" y="3478286"/>
                  </a:lnTo>
                  <a:lnTo>
                    <a:pt x="6875762" y="3477720"/>
                  </a:lnTo>
                  <a:lnTo>
                    <a:pt x="6804139" y="3477096"/>
                  </a:lnTo>
                  <a:lnTo>
                    <a:pt x="6732517" y="3476407"/>
                  </a:lnTo>
                  <a:lnTo>
                    <a:pt x="6660894" y="3475647"/>
                  </a:lnTo>
                  <a:lnTo>
                    <a:pt x="6589272" y="3474809"/>
                  </a:lnTo>
                  <a:lnTo>
                    <a:pt x="6517649" y="3473883"/>
                  </a:lnTo>
                  <a:lnTo>
                    <a:pt x="6446027" y="3472862"/>
                  </a:lnTo>
                  <a:lnTo>
                    <a:pt x="6374404" y="3471734"/>
                  </a:lnTo>
                  <a:lnTo>
                    <a:pt x="6302782" y="3470490"/>
                  </a:lnTo>
                  <a:lnTo>
                    <a:pt x="6231159" y="3469118"/>
                  </a:lnTo>
                  <a:lnTo>
                    <a:pt x="6159537" y="3467603"/>
                  </a:lnTo>
                  <a:lnTo>
                    <a:pt x="6087914" y="3465931"/>
                  </a:lnTo>
                  <a:lnTo>
                    <a:pt x="6016292" y="3464086"/>
                  </a:lnTo>
                  <a:lnTo>
                    <a:pt x="5944669" y="3462050"/>
                  </a:lnTo>
                  <a:lnTo>
                    <a:pt x="5873047" y="3459803"/>
                  </a:lnTo>
                  <a:lnTo>
                    <a:pt x="5801424" y="3457324"/>
                  </a:lnTo>
                  <a:lnTo>
                    <a:pt x="5729802" y="3454587"/>
                  </a:lnTo>
                  <a:lnTo>
                    <a:pt x="5658179" y="3451568"/>
                  </a:lnTo>
                  <a:lnTo>
                    <a:pt x="5586557" y="3448235"/>
                  </a:lnTo>
                  <a:lnTo>
                    <a:pt x="5514934" y="3444558"/>
                  </a:lnTo>
                  <a:lnTo>
                    <a:pt x="5443311" y="3440500"/>
                  </a:lnTo>
                  <a:lnTo>
                    <a:pt x="5371689" y="3436021"/>
                  </a:lnTo>
                  <a:lnTo>
                    <a:pt x="5300066" y="3431079"/>
                  </a:lnTo>
                  <a:lnTo>
                    <a:pt x="5228444" y="3425624"/>
                  </a:lnTo>
                  <a:lnTo>
                    <a:pt x="5156821" y="3419605"/>
                  </a:lnTo>
                  <a:lnTo>
                    <a:pt x="5085199" y="3412963"/>
                  </a:lnTo>
                  <a:lnTo>
                    <a:pt x="5013576" y="3405633"/>
                  </a:lnTo>
                  <a:lnTo>
                    <a:pt x="4941954" y="3397544"/>
                  </a:lnTo>
                  <a:lnTo>
                    <a:pt x="4870331" y="3388617"/>
                  </a:lnTo>
                  <a:lnTo>
                    <a:pt x="4798709" y="3378765"/>
                  </a:lnTo>
                  <a:lnTo>
                    <a:pt x="4727086" y="3367893"/>
                  </a:lnTo>
                  <a:lnTo>
                    <a:pt x="4655464" y="3355896"/>
                  </a:lnTo>
                  <a:lnTo>
                    <a:pt x="4583841" y="3342656"/>
                  </a:lnTo>
                  <a:lnTo>
                    <a:pt x="4512219" y="3328045"/>
                  </a:lnTo>
                  <a:lnTo>
                    <a:pt x="4440596" y="3311920"/>
                  </a:lnTo>
                  <a:lnTo>
                    <a:pt x="4368974" y="3294126"/>
                  </a:lnTo>
                  <a:lnTo>
                    <a:pt x="4297351" y="3274490"/>
                  </a:lnTo>
                  <a:lnTo>
                    <a:pt x="4225729" y="3252819"/>
                  </a:lnTo>
                  <a:lnTo>
                    <a:pt x="4154106" y="3228905"/>
                  </a:lnTo>
                  <a:lnTo>
                    <a:pt x="4082483" y="3202514"/>
                  </a:lnTo>
                  <a:lnTo>
                    <a:pt x="4010861" y="3173390"/>
                  </a:lnTo>
                  <a:lnTo>
                    <a:pt x="3939238" y="3141250"/>
                  </a:lnTo>
                  <a:lnTo>
                    <a:pt x="3867616" y="3105782"/>
                  </a:lnTo>
                  <a:lnTo>
                    <a:pt x="3795993" y="3066640"/>
                  </a:lnTo>
                  <a:lnTo>
                    <a:pt x="3724371" y="3023445"/>
                  </a:lnTo>
                  <a:lnTo>
                    <a:pt x="3652748" y="2975777"/>
                  </a:lnTo>
                  <a:lnTo>
                    <a:pt x="3581126" y="2923173"/>
                  </a:lnTo>
                  <a:lnTo>
                    <a:pt x="3509503" y="2865121"/>
                  </a:lnTo>
                  <a:lnTo>
                    <a:pt x="3437881" y="2801057"/>
                  </a:lnTo>
                  <a:lnTo>
                    <a:pt x="3366258" y="2730359"/>
                  </a:lnTo>
                  <a:lnTo>
                    <a:pt x="3294636" y="2654093"/>
                  </a:lnTo>
                  <a:lnTo>
                    <a:pt x="3223013" y="2646059"/>
                  </a:lnTo>
                  <a:lnTo>
                    <a:pt x="3151391" y="2637947"/>
                  </a:lnTo>
                  <a:lnTo>
                    <a:pt x="3079768" y="2629757"/>
                  </a:lnTo>
                  <a:lnTo>
                    <a:pt x="3008146" y="2621487"/>
                  </a:lnTo>
                  <a:lnTo>
                    <a:pt x="2936523" y="2613137"/>
                  </a:lnTo>
                  <a:lnTo>
                    <a:pt x="2864901" y="2604706"/>
                  </a:lnTo>
                  <a:lnTo>
                    <a:pt x="2793278" y="2596194"/>
                  </a:lnTo>
                  <a:lnTo>
                    <a:pt x="2721655" y="2587599"/>
                  </a:lnTo>
                  <a:lnTo>
                    <a:pt x="2650033" y="2578921"/>
                  </a:lnTo>
                  <a:lnTo>
                    <a:pt x="2578410" y="2570159"/>
                  </a:lnTo>
                  <a:lnTo>
                    <a:pt x="2506788" y="2561312"/>
                  </a:lnTo>
                  <a:lnTo>
                    <a:pt x="2435165" y="2552380"/>
                  </a:lnTo>
                  <a:lnTo>
                    <a:pt x="2363543" y="2543360"/>
                  </a:lnTo>
                  <a:lnTo>
                    <a:pt x="2291920" y="2534254"/>
                  </a:lnTo>
                  <a:lnTo>
                    <a:pt x="2220298" y="2525059"/>
                  </a:lnTo>
                  <a:lnTo>
                    <a:pt x="2148675" y="2515776"/>
                  </a:lnTo>
                  <a:lnTo>
                    <a:pt x="2077053" y="2506402"/>
                  </a:lnTo>
                  <a:lnTo>
                    <a:pt x="2005430" y="2496938"/>
                  </a:lnTo>
                  <a:lnTo>
                    <a:pt x="1933808" y="2487382"/>
                  </a:lnTo>
                  <a:lnTo>
                    <a:pt x="1862185" y="2477734"/>
                  </a:lnTo>
                  <a:lnTo>
                    <a:pt x="1790563" y="2467992"/>
                  </a:lnTo>
                  <a:lnTo>
                    <a:pt x="1718940" y="2458155"/>
                  </a:lnTo>
                  <a:lnTo>
                    <a:pt x="1647318" y="2448224"/>
                  </a:lnTo>
                  <a:lnTo>
                    <a:pt x="1575695" y="2438196"/>
                  </a:lnTo>
                  <a:lnTo>
                    <a:pt x="1504073" y="2428072"/>
                  </a:lnTo>
                  <a:lnTo>
                    <a:pt x="1432450" y="2417849"/>
                  </a:lnTo>
                  <a:lnTo>
                    <a:pt x="1360827" y="2407527"/>
                  </a:lnTo>
                  <a:lnTo>
                    <a:pt x="1289205" y="2397105"/>
                  </a:lnTo>
                  <a:lnTo>
                    <a:pt x="1217582" y="2386582"/>
                  </a:lnTo>
                  <a:lnTo>
                    <a:pt x="1145960" y="2375958"/>
                  </a:lnTo>
                  <a:lnTo>
                    <a:pt x="1074337" y="2365230"/>
                  </a:lnTo>
                  <a:lnTo>
                    <a:pt x="1002715" y="2354399"/>
                  </a:lnTo>
                  <a:lnTo>
                    <a:pt x="931092" y="2343463"/>
                  </a:lnTo>
                  <a:lnTo>
                    <a:pt x="859470" y="2332421"/>
                  </a:lnTo>
                  <a:lnTo>
                    <a:pt x="787847" y="2321272"/>
                  </a:lnTo>
                  <a:lnTo>
                    <a:pt x="716225" y="2310014"/>
                  </a:lnTo>
                  <a:lnTo>
                    <a:pt x="644602" y="2298648"/>
                  </a:lnTo>
                  <a:lnTo>
                    <a:pt x="572980" y="2287172"/>
                  </a:lnTo>
                  <a:lnTo>
                    <a:pt x="501357" y="2275585"/>
                  </a:lnTo>
                  <a:lnTo>
                    <a:pt x="429735" y="2263886"/>
                  </a:lnTo>
                  <a:lnTo>
                    <a:pt x="358112" y="2252073"/>
                  </a:lnTo>
                  <a:lnTo>
                    <a:pt x="286490" y="2240146"/>
                  </a:lnTo>
                  <a:lnTo>
                    <a:pt x="214867" y="2228103"/>
                  </a:lnTo>
                  <a:lnTo>
                    <a:pt x="143245" y="2215944"/>
                  </a:lnTo>
                  <a:lnTo>
                    <a:pt x="71622" y="2203667"/>
                  </a:lnTo>
                  <a:lnTo>
                    <a:pt x="0" y="219127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3426190" y="2073503"/>
              <a:ext cx="4836489" cy="2985925"/>
            </a:xfrm>
            <a:custGeom>
              <a:avLst/>
              <a:pathLst>
                <a:path w="4836489" h="2985925">
                  <a:moveTo>
                    <a:pt x="0" y="0"/>
                  </a:moveTo>
                  <a:lnTo>
                    <a:pt x="37779" y="180445"/>
                  </a:lnTo>
                  <a:lnTo>
                    <a:pt x="109402" y="490428"/>
                  </a:lnTo>
                  <a:lnTo>
                    <a:pt x="181024" y="771322"/>
                  </a:lnTo>
                  <a:lnTo>
                    <a:pt x="252647" y="1025857"/>
                  </a:lnTo>
                  <a:lnTo>
                    <a:pt x="324270" y="1256507"/>
                  </a:lnTo>
                  <a:lnTo>
                    <a:pt x="395892" y="1465512"/>
                  </a:lnTo>
                  <a:lnTo>
                    <a:pt x="467515" y="1654904"/>
                  </a:lnTo>
                  <a:lnTo>
                    <a:pt x="539137" y="1826523"/>
                  </a:lnTo>
                  <a:lnTo>
                    <a:pt x="610760" y="1982038"/>
                  </a:lnTo>
                  <a:lnTo>
                    <a:pt x="682382" y="2122959"/>
                  </a:lnTo>
                  <a:lnTo>
                    <a:pt x="754005" y="2250656"/>
                  </a:lnTo>
                  <a:lnTo>
                    <a:pt x="825627" y="2366369"/>
                  </a:lnTo>
                  <a:lnTo>
                    <a:pt x="897250" y="2471225"/>
                  </a:lnTo>
                  <a:lnTo>
                    <a:pt x="968872" y="2566240"/>
                  </a:lnTo>
                  <a:lnTo>
                    <a:pt x="1040495" y="2652339"/>
                  </a:lnTo>
                  <a:lnTo>
                    <a:pt x="1112117" y="2662050"/>
                  </a:lnTo>
                  <a:lnTo>
                    <a:pt x="1183740" y="2669931"/>
                  </a:lnTo>
                  <a:lnTo>
                    <a:pt x="1255362" y="2677736"/>
                  </a:lnTo>
                  <a:lnTo>
                    <a:pt x="1326985" y="2685466"/>
                  </a:lnTo>
                  <a:lnTo>
                    <a:pt x="1398607" y="2693122"/>
                  </a:lnTo>
                  <a:lnTo>
                    <a:pt x="1470230" y="2700705"/>
                  </a:lnTo>
                  <a:lnTo>
                    <a:pt x="1541852" y="2708215"/>
                  </a:lnTo>
                  <a:lnTo>
                    <a:pt x="1613475" y="2715653"/>
                  </a:lnTo>
                  <a:lnTo>
                    <a:pt x="1685098" y="2723020"/>
                  </a:lnTo>
                  <a:lnTo>
                    <a:pt x="1756720" y="2730316"/>
                  </a:lnTo>
                  <a:lnTo>
                    <a:pt x="1828343" y="2737542"/>
                  </a:lnTo>
                  <a:lnTo>
                    <a:pt x="1899965" y="2744698"/>
                  </a:lnTo>
                  <a:lnTo>
                    <a:pt x="1971588" y="2751786"/>
                  </a:lnTo>
                  <a:lnTo>
                    <a:pt x="2043210" y="2758807"/>
                  </a:lnTo>
                  <a:lnTo>
                    <a:pt x="2114833" y="2765759"/>
                  </a:lnTo>
                  <a:lnTo>
                    <a:pt x="2186455" y="2772645"/>
                  </a:lnTo>
                  <a:lnTo>
                    <a:pt x="2258078" y="2779465"/>
                  </a:lnTo>
                  <a:lnTo>
                    <a:pt x="2329700" y="2786220"/>
                  </a:lnTo>
                  <a:lnTo>
                    <a:pt x="2401323" y="2792910"/>
                  </a:lnTo>
                  <a:lnTo>
                    <a:pt x="2472945" y="2799536"/>
                  </a:lnTo>
                  <a:lnTo>
                    <a:pt x="2544568" y="2806098"/>
                  </a:lnTo>
                  <a:lnTo>
                    <a:pt x="2616190" y="2812597"/>
                  </a:lnTo>
                  <a:lnTo>
                    <a:pt x="2687813" y="2819034"/>
                  </a:lnTo>
                  <a:lnTo>
                    <a:pt x="2759435" y="2825409"/>
                  </a:lnTo>
                  <a:lnTo>
                    <a:pt x="2831058" y="2831723"/>
                  </a:lnTo>
                  <a:lnTo>
                    <a:pt x="2902680" y="2837976"/>
                  </a:lnTo>
                  <a:lnTo>
                    <a:pt x="2974303" y="2844170"/>
                  </a:lnTo>
                  <a:lnTo>
                    <a:pt x="3045926" y="2850304"/>
                  </a:lnTo>
                  <a:lnTo>
                    <a:pt x="3117548" y="2856379"/>
                  </a:lnTo>
                  <a:lnTo>
                    <a:pt x="3189171" y="2862396"/>
                  </a:lnTo>
                  <a:lnTo>
                    <a:pt x="3260793" y="2868355"/>
                  </a:lnTo>
                  <a:lnTo>
                    <a:pt x="3332416" y="2874257"/>
                  </a:lnTo>
                  <a:lnTo>
                    <a:pt x="3404038" y="2880103"/>
                  </a:lnTo>
                  <a:lnTo>
                    <a:pt x="3475661" y="2885892"/>
                  </a:lnTo>
                  <a:lnTo>
                    <a:pt x="3547283" y="2891626"/>
                  </a:lnTo>
                  <a:lnTo>
                    <a:pt x="3618906" y="2897305"/>
                  </a:lnTo>
                  <a:lnTo>
                    <a:pt x="3690528" y="2902930"/>
                  </a:lnTo>
                  <a:lnTo>
                    <a:pt x="3762151" y="2908500"/>
                  </a:lnTo>
                  <a:lnTo>
                    <a:pt x="3833773" y="2914017"/>
                  </a:lnTo>
                  <a:lnTo>
                    <a:pt x="3905396" y="2919481"/>
                  </a:lnTo>
                  <a:lnTo>
                    <a:pt x="3977018" y="2924893"/>
                  </a:lnTo>
                  <a:lnTo>
                    <a:pt x="4048641" y="2930253"/>
                  </a:lnTo>
                  <a:lnTo>
                    <a:pt x="4120263" y="2935561"/>
                  </a:lnTo>
                  <a:lnTo>
                    <a:pt x="4191886" y="2940819"/>
                  </a:lnTo>
                  <a:lnTo>
                    <a:pt x="4263508" y="2946026"/>
                  </a:lnTo>
                  <a:lnTo>
                    <a:pt x="4335131" y="2951183"/>
                  </a:lnTo>
                  <a:lnTo>
                    <a:pt x="4406754" y="2956291"/>
                  </a:lnTo>
                  <a:lnTo>
                    <a:pt x="4478376" y="2961350"/>
                  </a:lnTo>
                  <a:lnTo>
                    <a:pt x="4549999" y="2966360"/>
                  </a:lnTo>
                  <a:lnTo>
                    <a:pt x="4621621" y="2971322"/>
                  </a:lnTo>
                  <a:lnTo>
                    <a:pt x="4693244" y="2976237"/>
                  </a:lnTo>
                  <a:lnTo>
                    <a:pt x="4764866" y="2981104"/>
                  </a:lnTo>
                  <a:lnTo>
                    <a:pt x="4836489" y="2985925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1172049" y="4264774"/>
              <a:ext cx="7090630" cy="1287991"/>
            </a:xfrm>
            <a:custGeom>
              <a:avLst/>
              <a:pathLst>
                <a:path w="7090630" h="1287991">
                  <a:moveTo>
                    <a:pt x="7090630" y="1287991"/>
                  </a:moveTo>
                  <a:lnTo>
                    <a:pt x="7019007" y="1287527"/>
                  </a:lnTo>
                  <a:lnTo>
                    <a:pt x="6947385" y="1287014"/>
                  </a:lnTo>
                  <a:lnTo>
                    <a:pt x="6875762" y="1286449"/>
                  </a:lnTo>
                  <a:lnTo>
                    <a:pt x="6804139" y="1285825"/>
                  </a:lnTo>
                  <a:lnTo>
                    <a:pt x="6732517" y="1285136"/>
                  </a:lnTo>
                  <a:lnTo>
                    <a:pt x="6660894" y="1284376"/>
                  </a:lnTo>
                  <a:lnTo>
                    <a:pt x="6589272" y="1283537"/>
                  </a:lnTo>
                  <a:lnTo>
                    <a:pt x="6517649" y="1282612"/>
                  </a:lnTo>
                  <a:lnTo>
                    <a:pt x="6446027" y="1281590"/>
                  </a:lnTo>
                  <a:lnTo>
                    <a:pt x="6374404" y="1280463"/>
                  </a:lnTo>
                  <a:lnTo>
                    <a:pt x="6302782" y="1279219"/>
                  </a:lnTo>
                  <a:lnTo>
                    <a:pt x="6231159" y="1277846"/>
                  </a:lnTo>
                  <a:lnTo>
                    <a:pt x="6159537" y="1276331"/>
                  </a:lnTo>
                  <a:lnTo>
                    <a:pt x="6087914" y="1274660"/>
                  </a:lnTo>
                  <a:lnTo>
                    <a:pt x="6016292" y="1272815"/>
                  </a:lnTo>
                  <a:lnTo>
                    <a:pt x="5944669" y="1270779"/>
                  </a:lnTo>
                  <a:lnTo>
                    <a:pt x="5873047" y="1268532"/>
                  </a:lnTo>
                  <a:lnTo>
                    <a:pt x="5801424" y="1266052"/>
                  </a:lnTo>
                  <a:lnTo>
                    <a:pt x="5729802" y="1263316"/>
                  </a:lnTo>
                  <a:lnTo>
                    <a:pt x="5658179" y="1260296"/>
                  </a:lnTo>
                  <a:lnTo>
                    <a:pt x="5586557" y="1256964"/>
                  </a:lnTo>
                  <a:lnTo>
                    <a:pt x="5514934" y="1253286"/>
                  </a:lnTo>
                  <a:lnTo>
                    <a:pt x="5443311" y="1249228"/>
                  </a:lnTo>
                  <a:lnTo>
                    <a:pt x="5371689" y="1244750"/>
                  </a:lnTo>
                  <a:lnTo>
                    <a:pt x="5300066" y="1239807"/>
                  </a:lnTo>
                  <a:lnTo>
                    <a:pt x="5228444" y="1234353"/>
                  </a:lnTo>
                  <a:lnTo>
                    <a:pt x="5156821" y="1228334"/>
                  </a:lnTo>
                  <a:lnTo>
                    <a:pt x="5085199" y="1221692"/>
                  </a:lnTo>
                  <a:lnTo>
                    <a:pt x="5013576" y="1214361"/>
                  </a:lnTo>
                  <a:lnTo>
                    <a:pt x="4941954" y="1206272"/>
                  </a:lnTo>
                  <a:lnTo>
                    <a:pt x="4870331" y="1197345"/>
                  </a:lnTo>
                  <a:lnTo>
                    <a:pt x="4798709" y="1187494"/>
                  </a:lnTo>
                  <a:lnTo>
                    <a:pt x="4727086" y="1176622"/>
                  </a:lnTo>
                  <a:lnTo>
                    <a:pt x="4655464" y="1164624"/>
                  </a:lnTo>
                  <a:lnTo>
                    <a:pt x="4583841" y="1151384"/>
                  </a:lnTo>
                  <a:lnTo>
                    <a:pt x="4512219" y="1136773"/>
                  </a:lnTo>
                  <a:lnTo>
                    <a:pt x="4440596" y="1120649"/>
                  </a:lnTo>
                  <a:lnTo>
                    <a:pt x="4368974" y="1102855"/>
                  </a:lnTo>
                  <a:lnTo>
                    <a:pt x="4297351" y="1083218"/>
                  </a:lnTo>
                  <a:lnTo>
                    <a:pt x="4225729" y="1061548"/>
                  </a:lnTo>
                  <a:lnTo>
                    <a:pt x="4154106" y="1037634"/>
                  </a:lnTo>
                  <a:lnTo>
                    <a:pt x="4082483" y="1011243"/>
                  </a:lnTo>
                  <a:lnTo>
                    <a:pt x="4010861" y="982119"/>
                  </a:lnTo>
                  <a:lnTo>
                    <a:pt x="3939238" y="949979"/>
                  </a:lnTo>
                  <a:lnTo>
                    <a:pt x="3867616" y="914510"/>
                  </a:lnTo>
                  <a:lnTo>
                    <a:pt x="3795993" y="875369"/>
                  </a:lnTo>
                  <a:lnTo>
                    <a:pt x="3724371" y="832174"/>
                  </a:lnTo>
                  <a:lnTo>
                    <a:pt x="3652748" y="784506"/>
                  </a:lnTo>
                  <a:lnTo>
                    <a:pt x="3581126" y="731902"/>
                  </a:lnTo>
                  <a:lnTo>
                    <a:pt x="3509503" y="673849"/>
                  </a:lnTo>
                  <a:lnTo>
                    <a:pt x="3437881" y="609786"/>
                  </a:lnTo>
                  <a:lnTo>
                    <a:pt x="3366258" y="539087"/>
                  </a:lnTo>
                  <a:lnTo>
                    <a:pt x="3294636" y="462822"/>
                  </a:lnTo>
                  <a:lnTo>
                    <a:pt x="3223013" y="454787"/>
                  </a:lnTo>
                  <a:lnTo>
                    <a:pt x="3151391" y="446676"/>
                  </a:lnTo>
                  <a:lnTo>
                    <a:pt x="3079768" y="438485"/>
                  </a:lnTo>
                  <a:lnTo>
                    <a:pt x="3008146" y="430215"/>
                  </a:lnTo>
                  <a:lnTo>
                    <a:pt x="2936523" y="421865"/>
                  </a:lnTo>
                  <a:lnTo>
                    <a:pt x="2864901" y="413435"/>
                  </a:lnTo>
                  <a:lnTo>
                    <a:pt x="2793278" y="404922"/>
                  </a:lnTo>
                  <a:lnTo>
                    <a:pt x="2721655" y="396328"/>
                  </a:lnTo>
                  <a:lnTo>
                    <a:pt x="2650033" y="387650"/>
                  </a:lnTo>
                  <a:lnTo>
                    <a:pt x="2578410" y="378888"/>
                  </a:lnTo>
                  <a:lnTo>
                    <a:pt x="2506788" y="370041"/>
                  </a:lnTo>
                  <a:lnTo>
                    <a:pt x="2435165" y="361108"/>
                  </a:lnTo>
                  <a:lnTo>
                    <a:pt x="2363543" y="352089"/>
                  </a:lnTo>
                  <a:lnTo>
                    <a:pt x="2291920" y="342983"/>
                  </a:lnTo>
                  <a:lnTo>
                    <a:pt x="2220298" y="333788"/>
                  </a:lnTo>
                  <a:lnTo>
                    <a:pt x="2148675" y="324504"/>
                  </a:lnTo>
                  <a:lnTo>
                    <a:pt x="2077053" y="315131"/>
                  </a:lnTo>
                  <a:lnTo>
                    <a:pt x="2005430" y="305667"/>
                  </a:lnTo>
                  <a:lnTo>
                    <a:pt x="1933808" y="296111"/>
                  </a:lnTo>
                  <a:lnTo>
                    <a:pt x="1862185" y="286462"/>
                  </a:lnTo>
                  <a:lnTo>
                    <a:pt x="1790563" y="276720"/>
                  </a:lnTo>
                  <a:lnTo>
                    <a:pt x="1718940" y="266884"/>
                  </a:lnTo>
                  <a:lnTo>
                    <a:pt x="1647318" y="256953"/>
                  </a:lnTo>
                  <a:lnTo>
                    <a:pt x="1575695" y="246925"/>
                  </a:lnTo>
                  <a:lnTo>
                    <a:pt x="1504073" y="236800"/>
                  </a:lnTo>
                  <a:lnTo>
                    <a:pt x="1432450" y="226577"/>
                  </a:lnTo>
                  <a:lnTo>
                    <a:pt x="1360827" y="216255"/>
                  </a:lnTo>
                  <a:lnTo>
                    <a:pt x="1289205" y="205834"/>
                  </a:lnTo>
                  <a:lnTo>
                    <a:pt x="1217582" y="195311"/>
                  </a:lnTo>
                  <a:lnTo>
                    <a:pt x="1145960" y="184686"/>
                  </a:lnTo>
                  <a:lnTo>
                    <a:pt x="1074337" y="173959"/>
                  </a:lnTo>
                  <a:lnTo>
                    <a:pt x="1002715" y="163128"/>
                  </a:lnTo>
                  <a:lnTo>
                    <a:pt x="931092" y="152191"/>
                  </a:lnTo>
                  <a:lnTo>
                    <a:pt x="859470" y="141149"/>
                  </a:lnTo>
                  <a:lnTo>
                    <a:pt x="787847" y="130000"/>
                  </a:lnTo>
                  <a:lnTo>
                    <a:pt x="716225" y="118743"/>
                  </a:lnTo>
                  <a:lnTo>
                    <a:pt x="644602" y="107377"/>
                  </a:lnTo>
                  <a:lnTo>
                    <a:pt x="572980" y="95901"/>
                  </a:lnTo>
                  <a:lnTo>
                    <a:pt x="501357" y="84314"/>
                  </a:lnTo>
                  <a:lnTo>
                    <a:pt x="429735" y="72614"/>
                  </a:lnTo>
                  <a:lnTo>
                    <a:pt x="358112" y="60801"/>
                  </a:lnTo>
                  <a:lnTo>
                    <a:pt x="286490" y="48874"/>
                  </a:lnTo>
                  <a:lnTo>
                    <a:pt x="214867" y="36832"/>
                  </a:lnTo>
                  <a:lnTo>
                    <a:pt x="143245" y="24672"/>
                  </a:lnTo>
                  <a:lnTo>
                    <a:pt x="71622" y="12395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2568570" y="2073503"/>
              <a:ext cx="5694109" cy="3436500"/>
            </a:xfrm>
            <a:custGeom>
              <a:avLst/>
              <a:pathLst>
                <a:path w="5694109" h="3436500">
                  <a:moveTo>
                    <a:pt x="0" y="0"/>
                  </a:moveTo>
                  <a:lnTo>
                    <a:pt x="35929" y="94495"/>
                  </a:lnTo>
                  <a:lnTo>
                    <a:pt x="107552" y="272945"/>
                  </a:lnTo>
                  <a:lnTo>
                    <a:pt x="179174" y="441999"/>
                  </a:lnTo>
                  <a:lnTo>
                    <a:pt x="250797" y="602152"/>
                  </a:lnTo>
                  <a:lnTo>
                    <a:pt x="322419" y="753873"/>
                  </a:lnTo>
                  <a:lnTo>
                    <a:pt x="394042" y="897606"/>
                  </a:lnTo>
                  <a:lnTo>
                    <a:pt x="465664" y="1033770"/>
                  </a:lnTo>
                  <a:lnTo>
                    <a:pt x="537287" y="1162766"/>
                  </a:lnTo>
                  <a:lnTo>
                    <a:pt x="608909" y="1284969"/>
                  </a:lnTo>
                  <a:lnTo>
                    <a:pt x="680532" y="1400739"/>
                  </a:lnTo>
                  <a:lnTo>
                    <a:pt x="752154" y="1510413"/>
                  </a:lnTo>
                  <a:lnTo>
                    <a:pt x="823777" y="1614312"/>
                  </a:lnTo>
                  <a:lnTo>
                    <a:pt x="895400" y="1712741"/>
                  </a:lnTo>
                  <a:lnTo>
                    <a:pt x="967022" y="1805988"/>
                  </a:lnTo>
                  <a:lnTo>
                    <a:pt x="1038645" y="1894324"/>
                  </a:lnTo>
                  <a:lnTo>
                    <a:pt x="1110267" y="1978010"/>
                  </a:lnTo>
                  <a:lnTo>
                    <a:pt x="1181890" y="2057290"/>
                  </a:lnTo>
                  <a:lnTo>
                    <a:pt x="1253512" y="2132395"/>
                  </a:lnTo>
                  <a:lnTo>
                    <a:pt x="1325135" y="2203546"/>
                  </a:lnTo>
                  <a:lnTo>
                    <a:pt x="1396757" y="2270951"/>
                  </a:lnTo>
                  <a:lnTo>
                    <a:pt x="1468380" y="2334807"/>
                  </a:lnTo>
                  <a:lnTo>
                    <a:pt x="1540002" y="2395300"/>
                  </a:lnTo>
                  <a:lnTo>
                    <a:pt x="1611625" y="2452609"/>
                  </a:lnTo>
                  <a:lnTo>
                    <a:pt x="1683247" y="2506900"/>
                  </a:lnTo>
                  <a:lnTo>
                    <a:pt x="1754870" y="2558333"/>
                  </a:lnTo>
                  <a:lnTo>
                    <a:pt x="1826492" y="2607057"/>
                  </a:lnTo>
                  <a:lnTo>
                    <a:pt x="1898115" y="2653217"/>
                  </a:lnTo>
                  <a:lnTo>
                    <a:pt x="1969737" y="2696945"/>
                  </a:lnTo>
                  <a:lnTo>
                    <a:pt x="2041360" y="2738372"/>
                  </a:lnTo>
                  <a:lnTo>
                    <a:pt x="2112982" y="2777617"/>
                  </a:lnTo>
                  <a:lnTo>
                    <a:pt x="2184605" y="2814796"/>
                  </a:lnTo>
                  <a:lnTo>
                    <a:pt x="2256228" y="2850017"/>
                  </a:lnTo>
                  <a:lnTo>
                    <a:pt x="2327850" y="2883384"/>
                  </a:lnTo>
                  <a:lnTo>
                    <a:pt x="2399473" y="2914994"/>
                  </a:lnTo>
                  <a:lnTo>
                    <a:pt x="2471095" y="2944940"/>
                  </a:lnTo>
                  <a:lnTo>
                    <a:pt x="2542718" y="2973309"/>
                  </a:lnTo>
                  <a:lnTo>
                    <a:pt x="2614340" y="3000185"/>
                  </a:lnTo>
                  <a:lnTo>
                    <a:pt x="2685963" y="3025645"/>
                  </a:lnTo>
                  <a:lnTo>
                    <a:pt x="2757585" y="3049765"/>
                  </a:lnTo>
                  <a:lnTo>
                    <a:pt x="2829208" y="3072615"/>
                  </a:lnTo>
                  <a:lnTo>
                    <a:pt x="2900830" y="3094261"/>
                  </a:lnTo>
                  <a:lnTo>
                    <a:pt x="2972453" y="3114769"/>
                  </a:lnTo>
                  <a:lnTo>
                    <a:pt x="3044075" y="3134196"/>
                  </a:lnTo>
                  <a:lnTo>
                    <a:pt x="3115698" y="3152600"/>
                  </a:lnTo>
                  <a:lnTo>
                    <a:pt x="3187320" y="3170036"/>
                  </a:lnTo>
                  <a:lnTo>
                    <a:pt x="3258943" y="3186553"/>
                  </a:lnTo>
                  <a:lnTo>
                    <a:pt x="3330565" y="3202201"/>
                  </a:lnTo>
                  <a:lnTo>
                    <a:pt x="3402188" y="3217025"/>
                  </a:lnTo>
                  <a:lnTo>
                    <a:pt x="3473810" y="3231068"/>
                  </a:lnTo>
                  <a:lnTo>
                    <a:pt x="3545433" y="3244372"/>
                  </a:lnTo>
                  <a:lnTo>
                    <a:pt x="3617056" y="3256975"/>
                  </a:lnTo>
                  <a:lnTo>
                    <a:pt x="3688678" y="3268915"/>
                  </a:lnTo>
                  <a:lnTo>
                    <a:pt x="3760301" y="3280227"/>
                  </a:lnTo>
                  <a:lnTo>
                    <a:pt x="3831923" y="3290942"/>
                  </a:lnTo>
                  <a:lnTo>
                    <a:pt x="3903546" y="3301094"/>
                  </a:lnTo>
                  <a:lnTo>
                    <a:pt x="3975168" y="3310711"/>
                  </a:lnTo>
                  <a:lnTo>
                    <a:pt x="4046791" y="3319821"/>
                  </a:lnTo>
                  <a:lnTo>
                    <a:pt x="4118413" y="3328452"/>
                  </a:lnTo>
                  <a:lnTo>
                    <a:pt x="4190036" y="3336629"/>
                  </a:lnTo>
                  <a:lnTo>
                    <a:pt x="4261658" y="3344375"/>
                  </a:lnTo>
                  <a:lnTo>
                    <a:pt x="4333281" y="3351713"/>
                  </a:lnTo>
                  <a:lnTo>
                    <a:pt x="4404903" y="3358665"/>
                  </a:lnTo>
                  <a:lnTo>
                    <a:pt x="4476526" y="3365250"/>
                  </a:lnTo>
                  <a:lnTo>
                    <a:pt x="4548148" y="3371489"/>
                  </a:lnTo>
                  <a:lnTo>
                    <a:pt x="4619771" y="3377400"/>
                  </a:lnTo>
                  <a:lnTo>
                    <a:pt x="4691393" y="3382999"/>
                  </a:lnTo>
                  <a:lnTo>
                    <a:pt x="4763016" y="3388304"/>
                  </a:lnTo>
                  <a:lnTo>
                    <a:pt x="4834638" y="3393329"/>
                  </a:lnTo>
                  <a:lnTo>
                    <a:pt x="4906261" y="3398090"/>
                  </a:lnTo>
                  <a:lnTo>
                    <a:pt x="4977884" y="3402600"/>
                  </a:lnTo>
                  <a:lnTo>
                    <a:pt x="5049506" y="3406872"/>
                  </a:lnTo>
                  <a:lnTo>
                    <a:pt x="5121129" y="3410920"/>
                  </a:lnTo>
                  <a:lnTo>
                    <a:pt x="5192751" y="3414754"/>
                  </a:lnTo>
                  <a:lnTo>
                    <a:pt x="5264374" y="3418387"/>
                  </a:lnTo>
                  <a:lnTo>
                    <a:pt x="5335996" y="3421828"/>
                  </a:lnTo>
                  <a:lnTo>
                    <a:pt x="5407619" y="3425088"/>
                  </a:lnTo>
                  <a:lnTo>
                    <a:pt x="5479241" y="3428177"/>
                  </a:lnTo>
                  <a:lnTo>
                    <a:pt x="5550864" y="3431102"/>
                  </a:lnTo>
                  <a:lnTo>
                    <a:pt x="5622486" y="3433874"/>
                  </a:lnTo>
                  <a:lnTo>
                    <a:pt x="5694109" y="3436500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446838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8" name="tx38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1245589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2067419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2889250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3711080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4582608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5373349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6195179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7017009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7838839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53" name="tx53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817517" y="1896563"/>
              <a:ext cx="6385163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1.86 (1.12-3.10), p = 0.017  |  per IQR decline (Δ = 29.5 %): 6.25 (1.39-28.21)  |  IQR: [-15.6, 13.9] %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817517" y="1669789"/>
              <a:ext cx="2447665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Cytopenia (Carboplatin AUC ≥ 3)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2026-07-22T14:13:31Z</dcterms:modified>
  <cp:category/>
</cp:coreProperties>
</file>