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1192159" y="4812007"/>
              <a:ext cx="4952101" cy="0"/>
            </a:xfrm>
            <a:custGeom>
              <a:avLst/>
              <a:pathLst>
                <a:path w="4952101" h="0">
                  <a:moveTo>
                    <a:pt x="0" y="0"/>
                  </a:moveTo>
                  <a:lnTo>
                    <a:pt x="4952101" y="0"/>
                  </a:lnTo>
                  <a:lnTo>
                    <a:pt x="495210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1192159" y="3539920"/>
              <a:ext cx="4952101" cy="0"/>
            </a:xfrm>
            <a:custGeom>
              <a:avLst/>
              <a:pathLst>
                <a:path w="4952101" h="0">
                  <a:moveTo>
                    <a:pt x="0" y="0"/>
                  </a:moveTo>
                  <a:lnTo>
                    <a:pt x="4952101" y="0"/>
                  </a:lnTo>
                  <a:lnTo>
                    <a:pt x="495210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1192159" y="2267833"/>
              <a:ext cx="4952101" cy="0"/>
            </a:xfrm>
            <a:custGeom>
              <a:avLst/>
              <a:pathLst>
                <a:path w="4952101" h="0">
                  <a:moveTo>
                    <a:pt x="0" y="0"/>
                  </a:moveTo>
                  <a:lnTo>
                    <a:pt x="4952101" y="0"/>
                  </a:lnTo>
                  <a:lnTo>
                    <a:pt x="4952101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210183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37427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646720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919165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192159" y="5448051"/>
              <a:ext cx="4952101" cy="0"/>
            </a:xfrm>
            <a:custGeom>
              <a:avLst/>
              <a:pathLst>
                <a:path w="4952101" h="0">
                  <a:moveTo>
                    <a:pt x="0" y="0"/>
                  </a:moveTo>
                  <a:lnTo>
                    <a:pt x="4952101" y="0"/>
                  </a:lnTo>
                  <a:lnTo>
                    <a:pt x="495210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1192159" y="4175963"/>
              <a:ext cx="4952101" cy="0"/>
            </a:xfrm>
            <a:custGeom>
              <a:avLst/>
              <a:pathLst>
                <a:path w="4952101" h="0">
                  <a:moveTo>
                    <a:pt x="0" y="0"/>
                  </a:moveTo>
                  <a:lnTo>
                    <a:pt x="4952101" y="0"/>
                  </a:lnTo>
                  <a:lnTo>
                    <a:pt x="495210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1192159" y="2903876"/>
              <a:ext cx="4952101" cy="0"/>
            </a:xfrm>
            <a:custGeom>
              <a:avLst/>
              <a:pathLst>
                <a:path w="4952101" h="0">
                  <a:moveTo>
                    <a:pt x="0" y="0"/>
                  </a:moveTo>
                  <a:lnTo>
                    <a:pt x="4952101" y="0"/>
                  </a:lnTo>
                  <a:lnTo>
                    <a:pt x="4952101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146560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73805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10498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282943" y="1977589"/>
              <a:ext cx="0" cy="3635721"/>
            </a:xfrm>
            <a:custGeom>
              <a:avLst/>
              <a:pathLst>
                <a:path w="0" h="3635721">
                  <a:moveTo>
                    <a:pt x="0" y="3635721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g18"/>
            <p:cNvSpPr/>
            <p:nvPr/>
          </p:nvSpPr>
          <p:spPr>
            <a:xfrm>
              <a:off x="1417255" y="2501446"/>
              <a:ext cx="4501910" cy="2946604"/>
            </a:xfrm>
            <a:custGeom>
              <a:avLst/>
              <a:pathLst>
                <a:path w="4501910" h="2946604">
                  <a:moveTo>
                    <a:pt x="0" y="2729695"/>
                  </a:moveTo>
                  <a:lnTo>
                    <a:pt x="8810" y="2724430"/>
                  </a:lnTo>
                  <a:lnTo>
                    <a:pt x="17620" y="2719120"/>
                  </a:lnTo>
                  <a:lnTo>
                    <a:pt x="26430" y="2713734"/>
                  </a:lnTo>
                  <a:lnTo>
                    <a:pt x="35240" y="2708303"/>
                  </a:lnTo>
                  <a:lnTo>
                    <a:pt x="44050" y="2702821"/>
                  </a:lnTo>
                  <a:lnTo>
                    <a:pt x="52860" y="2697248"/>
                  </a:lnTo>
                  <a:lnTo>
                    <a:pt x="61670" y="2691623"/>
                  </a:lnTo>
                  <a:lnTo>
                    <a:pt x="70480" y="2685938"/>
                  </a:lnTo>
                  <a:lnTo>
                    <a:pt x="79290" y="2680144"/>
                  </a:lnTo>
                  <a:lnTo>
                    <a:pt x="88100" y="2674287"/>
                  </a:lnTo>
                  <a:lnTo>
                    <a:pt x="96910" y="2668359"/>
                  </a:lnTo>
                  <a:lnTo>
                    <a:pt x="105720" y="2662300"/>
                  </a:lnTo>
                  <a:lnTo>
                    <a:pt x="114530" y="2656165"/>
                  </a:lnTo>
                  <a:lnTo>
                    <a:pt x="123340" y="2649947"/>
                  </a:lnTo>
                  <a:lnTo>
                    <a:pt x="132150" y="2643570"/>
                  </a:lnTo>
                  <a:lnTo>
                    <a:pt x="140960" y="2637103"/>
                  </a:lnTo>
                  <a:lnTo>
                    <a:pt x="149770" y="2630540"/>
                  </a:lnTo>
                  <a:lnTo>
                    <a:pt x="158580" y="2623788"/>
                  </a:lnTo>
                  <a:lnTo>
                    <a:pt x="167390" y="2616930"/>
                  </a:lnTo>
                  <a:lnTo>
                    <a:pt x="176200" y="2609961"/>
                  </a:lnTo>
                  <a:lnTo>
                    <a:pt x="185010" y="2602771"/>
                  </a:lnTo>
                  <a:lnTo>
                    <a:pt x="193820" y="2595460"/>
                  </a:lnTo>
                  <a:lnTo>
                    <a:pt x="202630" y="2588023"/>
                  </a:lnTo>
                  <a:lnTo>
                    <a:pt x="211440" y="2580331"/>
                  </a:lnTo>
                  <a:lnTo>
                    <a:pt x="220250" y="2572502"/>
                  </a:lnTo>
                  <a:lnTo>
                    <a:pt x="229060" y="2564535"/>
                  </a:lnTo>
                  <a:lnTo>
                    <a:pt x="237870" y="2556279"/>
                  </a:lnTo>
                  <a:lnTo>
                    <a:pt x="246680" y="2547872"/>
                  </a:lnTo>
                  <a:lnTo>
                    <a:pt x="255490" y="2539311"/>
                  </a:lnTo>
                  <a:lnTo>
                    <a:pt x="264300" y="2530436"/>
                  </a:lnTo>
                  <a:lnTo>
                    <a:pt x="273110" y="2521392"/>
                  </a:lnTo>
                  <a:lnTo>
                    <a:pt x="281920" y="2512182"/>
                  </a:lnTo>
                  <a:lnTo>
                    <a:pt x="290730" y="2502637"/>
                  </a:lnTo>
                  <a:lnTo>
                    <a:pt x="299540" y="2492910"/>
                  </a:lnTo>
                  <a:lnTo>
                    <a:pt x="308350" y="2483004"/>
                  </a:lnTo>
                  <a:lnTo>
                    <a:pt x="317160" y="2472748"/>
                  </a:lnTo>
                  <a:lnTo>
                    <a:pt x="325970" y="2462297"/>
                  </a:lnTo>
                  <a:lnTo>
                    <a:pt x="334780" y="2451660"/>
                  </a:lnTo>
                  <a:lnTo>
                    <a:pt x="343590" y="2440663"/>
                  </a:lnTo>
                  <a:lnTo>
                    <a:pt x="352400" y="2429462"/>
                  </a:lnTo>
                  <a:lnTo>
                    <a:pt x="361210" y="2418070"/>
                  </a:lnTo>
                  <a:lnTo>
                    <a:pt x="370020" y="2406316"/>
                  </a:lnTo>
                  <a:lnTo>
                    <a:pt x="378830" y="2394352"/>
                  </a:lnTo>
                  <a:lnTo>
                    <a:pt x="387640" y="2382196"/>
                  </a:lnTo>
                  <a:lnTo>
                    <a:pt x="396450" y="2369682"/>
                  </a:lnTo>
                  <a:lnTo>
                    <a:pt x="405260" y="2356956"/>
                  </a:lnTo>
                  <a:lnTo>
                    <a:pt x="414070" y="2344041"/>
                  </a:lnTo>
                  <a:lnTo>
                    <a:pt x="422880" y="2330778"/>
                  </a:lnTo>
                  <a:lnTo>
                    <a:pt x="431690" y="2317307"/>
                  </a:lnTo>
                  <a:lnTo>
                    <a:pt x="440500" y="2303651"/>
                  </a:lnTo>
                  <a:lnTo>
                    <a:pt x="449310" y="2289666"/>
                  </a:lnTo>
                  <a:lnTo>
                    <a:pt x="458120" y="2275478"/>
                  </a:lnTo>
                  <a:lnTo>
                    <a:pt x="466930" y="2261116"/>
                  </a:lnTo>
                  <a:lnTo>
                    <a:pt x="475740" y="2246446"/>
                  </a:lnTo>
                  <a:lnTo>
                    <a:pt x="484550" y="2231585"/>
                  </a:lnTo>
                  <a:lnTo>
                    <a:pt x="493360" y="2216561"/>
                  </a:lnTo>
                  <a:lnTo>
                    <a:pt x="502170" y="2201256"/>
                  </a:lnTo>
                  <a:lnTo>
                    <a:pt x="510980" y="2185773"/>
                  </a:lnTo>
                  <a:lnTo>
                    <a:pt x="519790" y="2170142"/>
                  </a:lnTo>
                  <a:lnTo>
                    <a:pt x="528600" y="2154261"/>
                  </a:lnTo>
                  <a:lnTo>
                    <a:pt x="537410" y="2138218"/>
                  </a:lnTo>
                  <a:lnTo>
                    <a:pt x="546220" y="2122044"/>
                  </a:lnTo>
                  <a:lnTo>
                    <a:pt x="555030" y="2105650"/>
                  </a:lnTo>
                  <a:lnTo>
                    <a:pt x="563840" y="2089114"/>
                  </a:lnTo>
                  <a:lnTo>
                    <a:pt x="572650" y="2072464"/>
                  </a:lnTo>
                  <a:lnTo>
                    <a:pt x="581460" y="2055628"/>
                  </a:lnTo>
                  <a:lnTo>
                    <a:pt x="590270" y="2038668"/>
                  </a:lnTo>
                  <a:lnTo>
                    <a:pt x="599080" y="2021612"/>
                  </a:lnTo>
                  <a:lnTo>
                    <a:pt x="607890" y="2004402"/>
                  </a:lnTo>
                  <a:lnTo>
                    <a:pt x="616700" y="1987090"/>
                  </a:lnTo>
                  <a:lnTo>
                    <a:pt x="625510" y="1969698"/>
                  </a:lnTo>
                  <a:lnTo>
                    <a:pt x="634320" y="1952183"/>
                  </a:lnTo>
                  <a:lnTo>
                    <a:pt x="643130" y="1934585"/>
                  </a:lnTo>
                  <a:lnTo>
                    <a:pt x="651940" y="1916925"/>
                  </a:lnTo>
                  <a:lnTo>
                    <a:pt x="660750" y="1899169"/>
                  </a:lnTo>
                  <a:lnTo>
                    <a:pt x="669560" y="1881349"/>
                  </a:lnTo>
                  <a:lnTo>
                    <a:pt x="678370" y="1863482"/>
                  </a:lnTo>
                  <a:lnTo>
                    <a:pt x="687180" y="1845545"/>
                  </a:lnTo>
                  <a:lnTo>
                    <a:pt x="695990" y="1827561"/>
                  </a:lnTo>
                  <a:lnTo>
                    <a:pt x="704800" y="1809543"/>
                  </a:lnTo>
                  <a:lnTo>
                    <a:pt x="713610" y="1791477"/>
                  </a:lnTo>
                  <a:lnTo>
                    <a:pt x="722420" y="1773378"/>
                  </a:lnTo>
                  <a:lnTo>
                    <a:pt x="731230" y="1755257"/>
                  </a:lnTo>
                  <a:lnTo>
                    <a:pt x="740040" y="1737105"/>
                  </a:lnTo>
                  <a:lnTo>
                    <a:pt x="748850" y="1718933"/>
                  </a:lnTo>
                  <a:lnTo>
                    <a:pt x="757660" y="1700747"/>
                  </a:lnTo>
                  <a:lnTo>
                    <a:pt x="766470" y="1682545"/>
                  </a:lnTo>
                  <a:lnTo>
                    <a:pt x="775280" y="1664332"/>
                  </a:lnTo>
                  <a:lnTo>
                    <a:pt x="784090" y="1646113"/>
                  </a:lnTo>
                  <a:lnTo>
                    <a:pt x="792900" y="1627887"/>
                  </a:lnTo>
                  <a:lnTo>
                    <a:pt x="801710" y="1609658"/>
                  </a:lnTo>
                  <a:lnTo>
                    <a:pt x="810520" y="1591427"/>
                  </a:lnTo>
                  <a:lnTo>
                    <a:pt x="819330" y="1573196"/>
                  </a:lnTo>
                  <a:lnTo>
                    <a:pt x="828140" y="1554966"/>
                  </a:lnTo>
                  <a:lnTo>
                    <a:pt x="836950" y="1536737"/>
                  </a:lnTo>
                  <a:lnTo>
                    <a:pt x="845760" y="1518511"/>
                  </a:lnTo>
                  <a:lnTo>
                    <a:pt x="854570" y="1500288"/>
                  </a:lnTo>
                  <a:lnTo>
                    <a:pt x="863380" y="1482068"/>
                  </a:lnTo>
                  <a:lnTo>
                    <a:pt x="872190" y="1463851"/>
                  </a:lnTo>
                  <a:lnTo>
                    <a:pt x="881000" y="1445638"/>
                  </a:lnTo>
                  <a:lnTo>
                    <a:pt x="889810" y="1427428"/>
                  </a:lnTo>
                  <a:lnTo>
                    <a:pt x="898620" y="1409219"/>
                  </a:lnTo>
                  <a:lnTo>
                    <a:pt x="907430" y="1391013"/>
                  </a:lnTo>
                  <a:lnTo>
                    <a:pt x="916240" y="1372808"/>
                  </a:lnTo>
                  <a:lnTo>
                    <a:pt x="925050" y="1354603"/>
                  </a:lnTo>
                  <a:lnTo>
                    <a:pt x="933860" y="1336397"/>
                  </a:lnTo>
                  <a:lnTo>
                    <a:pt x="942670" y="1318190"/>
                  </a:lnTo>
                  <a:lnTo>
                    <a:pt x="951480" y="1299980"/>
                  </a:lnTo>
                  <a:lnTo>
                    <a:pt x="960290" y="1281766"/>
                  </a:lnTo>
                  <a:lnTo>
                    <a:pt x="969100" y="1263549"/>
                  </a:lnTo>
                  <a:lnTo>
                    <a:pt x="977910" y="1245327"/>
                  </a:lnTo>
                  <a:lnTo>
                    <a:pt x="986720" y="1227096"/>
                  </a:lnTo>
                  <a:lnTo>
                    <a:pt x="995530" y="1208861"/>
                  </a:lnTo>
                  <a:lnTo>
                    <a:pt x="1004340" y="1190617"/>
                  </a:lnTo>
                  <a:lnTo>
                    <a:pt x="1013150" y="1172364"/>
                  </a:lnTo>
                  <a:lnTo>
                    <a:pt x="1021960" y="1154104"/>
                  </a:lnTo>
                  <a:lnTo>
                    <a:pt x="1030770" y="1135834"/>
                  </a:lnTo>
                  <a:lnTo>
                    <a:pt x="1039580" y="1117553"/>
                  </a:lnTo>
                  <a:lnTo>
                    <a:pt x="1048390" y="1099265"/>
                  </a:lnTo>
                  <a:lnTo>
                    <a:pt x="1057200" y="1080968"/>
                  </a:lnTo>
                  <a:lnTo>
                    <a:pt x="1066010" y="1062662"/>
                  </a:lnTo>
                  <a:lnTo>
                    <a:pt x="1074820" y="1044349"/>
                  </a:lnTo>
                  <a:lnTo>
                    <a:pt x="1083630" y="1026029"/>
                  </a:lnTo>
                  <a:lnTo>
                    <a:pt x="1092440" y="1007704"/>
                  </a:lnTo>
                  <a:lnTo>
                    <a:pt x="1101250" y="989376"/>
                  </a:lnTo>
                  <a:lnTo>
                    <a:pt x="1110060" y="971046"/>
                  </a:lnTo>
                  <a:lnTo>
                    <a:pt x="1118870" y="952718"/>
                  </a:lnTo>
                  <a:lnTo>
                    <a:pt x="1127680" y="934393"/>
                  </a:lnTo>
                  <a:lnTo>
                    <a:pt x="1136490" y="916073"/>
                  </a:lnTo>
                  <a:lnTo>
                    <a:pt x="1145300" y="897767"/>
                  </a:lnTo>
                  <a:lnTo>
                    <a:pt x="1154110" y="879471"/>
                  </a:lnTo>
                  <a:lnTo>
                    <a:pt x="1162920" y="861192"/>
                  </a:lnTo>
                  <a:lnTo>
                    <a:pt x="1171730" y="842943"/>
                  </a:lnTo>
                  <a:lnTo>
                    <a:pt x="1180540" y="824716"/>
                  </a:lnTo>
                  <a:lnTo>
                    <a:pt x="1189350" y="806519"/>
                  </a:lnTo>
                  <a:lnTo>
                    <a:pt x="1198160" y="788373"/>
                  </a:lnTo>
                  <a:lnTo>
                    <a:pt x="1206970" y="770262"/>
                  </a:lnTo>
                  <a:lnTo>
                    <a:pt x="1215780" y="752199"/>
                  </a:lnTo>
                  <a:lnTo>
                    <a:pt x="1224590" y="734213"/>
                  </a:lnTo>
                  <a:lnTo>
                    <a:pt x="1233400" y="716279"/>
                  </a:lnTo>
                  <a:lnTo>
                    <a:pt x="1242210" y="698412"/>
                  </a:lnTo>
                  <a:lnTo>
                    <a:pt x="1251020" y="680654"/>
                  </a:lnTo>
                  <a:lnTo>
                    <a:pt x="1259830" y="662966"/>
                  </a:lnTo>
                  <a:lnTo>
                    <a:pt x="1268640" y="645368"/>
                  </a:lnTo>
                  <a:lnTo>
                    <a:pt x="1277450" y="627914"/>
                  </a:lnTo>
                  <a:lnTo>
                    <a:pt x="1286260" y="610552"/>
                  </a:lnTo>
                  <a:lnTo>
                    <a:pt x="1295070" y="593303"/>
                  </a:lnTo>
                  <a:lnTo>
                    <a:pt x="1303880" y="576239"/>
                  </a:lnTo>
                  <a:lnTo>
                    <a:pt x="1312690" y="559289"/>
                  </a:lnTo>
                  <a:lnTo>
                    <a:pt x="1321500" y="542477"/>
                  </a:lnTo>
                  <a:lnTo>
                    <a:pt x="1330310" y="525893"/>
                  </a:lnTo>
                  <a:lnTo>
                    <a:pt x="1339120" y="509446"/>
                  </a:lnTo>
                  <a:lnTo>
                    <a:pt x="1347930" y="493162"/>
                  </a:lnTo>
                  <a:lnTo>
                    <a:pt x="1356740" y="477151"/>
                  </a:lnTo>
                  <a:lnTo>
                    <a:pt x="1365550" y="461301"/>
                  </a:lnTo>
                  <a:lnTo>
                    <a:pt x="1374360" y="445638"/>
                  </a:lnTo>
                  <a:lnTo>
                    <a:pt x="1383170" y="430292"/>
                  </a:lnTo>
                  <a:lnTo>
                    <a:pt x="1391980" y="415130"/>
                  </a:lnTo>
                  <a:lnTo>
                    <a:pt x="1400790" y="400177"/>
                  </a:lnTo>
                  <a:lnTo>
                    <a:pt x="1409600" y="385586"/>
                  </a:lnTo>
                  <a:lnTo>
                    <a:pt x="1418410" y="371199"/>
                  </a:lnTo>
                  <a:lnTo>
                    <a:pt x="1427220" y="357041"/>
                  </a:lnTo>
                  <a:lnTo>
                    <a:pt x="1436030" y="343285"/>
                  </a:lnTo>
                  <a:lnTo>
                    <a:pt x="1444840" y="329752"/>
                  </a:lnTo>
                  <a:lnTo>
                    <a:pt x="1453650" y="316464"/>
                  </a:lnTo>
                  <a:lnTo>
                    <a:pt x="1462460" y="303613"/>
                  </a:lnTo>
                  <a:lnTo>
                    <a:pt x="1471270" y="291000"/>
                  </a:lnTo>
                  <a:lnTo>
                    <a:pt x="1480080" y="278643"/>
                  </a:lnTo>
                  <a:lnTo>
                    <a:pt x="1488890" y="266752"/>
                  </a:lnTo>
                  <a:lnTo>
                    <a:pt x="1497700" y="255111"/>
                  </a:lnTo>
                  <a:lnTo>
                    <a:pt x="1506510" y="243732"/>
                  </a:lnTo>
                  <a:lnTo>
                    <a:pt x="1515320" y="232841"/>
                  </a:lnTo>
                  <a:lnTo>
                    <a:pt x="1524130" y="222206"/>
                  </a:lnTo>
                  <a:lnTo>
                    <a:pt x="1532940" y="211834"/>
                  </a:lnTo>
                  <a:lnTo>
                    <a:pt x="1541750" y="201962"/>
                  </a:lnTo>
                  <a:lnTo>
                    <a:pt x="1550560" y="192347"/>
                  </a:lnTo>
                  <a:lnTo>
                    <a:pt x="1559370" y="182992"/>
                  </a:lnTo>
                  <a:lnTo>
                    <a:pt x="1568180" y="174139"/>
                  </a:lnTo>
                  <a:lnTo>
                    <a:pt x="1576990" y="165539"/>
                  </a:lnTo>
                  <a:lnTo>
                    <a:pt x="1585800" y="157192"/>
                  </a:lnTo>
                  <a:lnTo>
                    <a:pt x="1594610" y="149337"/>
                  </a:lnTo>
                  <a:lnTo>
                    <a:pt x="1603420" y="141727"/>
                  </a:lnTo>
                  <a:lnTo>
                    <a:pt x="1612230" y="134361"/>
                  </a:lnTo>
                  <a:lnTo>
                    <a:pt x="1621040" y="127461"/>
                  </a:lnTo>
                  <a:lnTo>
                    <a:pt x="1629850" y="120798"/>
                  </a:lnTo>
                  <a:lnTo>
                    <a:pt x="1638660" y="114365"/>
                  </a:lnTo>
                  <a:lnTo>
                    <a:pt x="1647470" y="108364"/>
                  </a:lnTo>
                  <a:lnTo>
                    <a:pt x="1656280" y="102587"/>
                  </a:lnTo>
                  <a:lnTo>
                    <a:pt x="1665090" y="97022"/>
                  </a:lnTo>
                  <a:lnTo>
                    <a:pt x="1673900" y="91849"/>
                  </a:lnTo>
                  <a:lnTo>
                    <a:pt x="1682710" y="86883"/>
                  </a:lnTo>
                  <a:lnTo>
                    <a:pt x="1691520" y="82109"/>
                  </a:lnTo>
                  <a:lnTo>
                    <a:pt x="1700330" y="77682"/>
                  </a:lnTo>
                  <a:lnTo>
                    <a:pt x="1709140" y="73441"/>
                  </a:lnTo>
                  <a:lnTo>
                    <a:pt x="1717950" y="69371"/>
                  </a:lnTo>
                  <a:lnTo>
                    <a:pt x="1726760" y="65601"/>
                  </a:lnTo>
                  <a:lnTo>
                    <a:pt x="1735570" y="61995"/>
                  </a:lnTo>
                  <a:lnTo>
                    <a:pt x="1744380" y="58535"/>
                  </a:lnTo>
                  <a:lnTo>
                    <a:pt x="1753190" y="55329"/>
                  </a:lnTo>
                  <a:lnTo>
                    <a:pt x="1762000" y="52263"/>
                  </a:lnTo>
                  <a:lnTo>
                    <a:pt x="1770810" y="49320"/>
                  </a:lnTo>
                  <a:lnTo>
                    <a:pt x="1779620" y="46586"/>
                  </a:lnTo>
                  <a:lnTo>
                    <a:pt x="1788430" y="43968"/>
                  </a:lnTo>
                  <a:lnTo>
                    <a:pt x="1797240" y="41451"/>
                  </a:lnTo>
                  <a:lnTo>
                    <a:pt x="1806050" y="39102"/>
                  </a:lnTo>
                  <a:lnTo>
                    <a:pt x="1814860" y="36848"/>
                  </a:lnTo>
                  <a:lnTo>
                    <a:pt x="1823670" y="34674"/>
                  </a:lnTo>
                  <a:lnTo>
                    <a:pt x="1832480" y="32631"/>
                  </a:lnTo>
                  <a:lnTo>
                    <a:pt x="1841290" y="30664"/>
                  </a:lnTo>
                  <a:lnTo>
                    <a:pt x="1850100" y="28761"/>
                  </a:lnTo>
                  <a:lnTo>
                    <a:pt x="1858910" y="26958"/>
                  </a:lnTo>
                  <a:lnTo>
                    <a:pt x="1867720" y="25216"/>
                  </a:lnTo>
                  <a:lnTo>
                    <a:pt x="1876530" y="23524"/>
                  </a:lnTo>
                  <a:lnTo>
                    <a:pt x="1885340" y="21910"/>
                  </a:lnTo>
                  <a:lnTo>
                    <a:pt x="1894150" y="20347"/>
                  </a:lnTo>
                  <a:lnTo>
                    <a:pt x="1902960" y="18822"/>
                  </a:lnTo>
                  <a:lnTo>
                    <a:pt x="1911770" y="17363"/>
                  </a:lnTo>
                  <a:lnTo>
                    <a:pt x="1920580" y="15948"/>
                  </a:lnTo>
                  <a:lnTo>
                    <a:pt x="1929390" y="14567"/>
                  </a:lnTo>
                  <a:lnTo>
                    <a:pt x="1938200" y="13244"/>
                  </a:lnTo>
                  <a:lnTo>
                    <a:pt x="1947010" y="11965"/>
                  </a:lnTo>
                  <a:lnTo>
                    <a:pt x="1955820" y="10721"/>
                  </a:lnTo>
                  <a:lnTo>
                    <a:pt x="1964630" y="9536"/>
                  </a:lnTo>
                  <a:lnTo>
                    <a:pt x="1973440" y="8400"/>
                  </a:lnTo>
                  <a:lnTo>
                    <a:pt x="1982250" y="7303"/>
                  </a:lnTo>
                  <a:lnTo>
                    <a:pt x="1991060" y="6275"/>
                  </a:lnTo>
                  <a:lnTo>
                    <a:pt x="1999870" y="5305"/>
                  </a:lnTo>
                  <a:lnTo>
                    <a:pt x="2008680" y="4383"/>
                  </a:lnTo>
                  <a:lnTo>
                    <a:pt x="2017490" y="3546"/>
                  </a:lnTo>
                  <a:lnTo>
                    <a:pt x="2026300" y="2784"/>
                  </a:lnTo>
                  <a:lnTo>
                    <a:pt x="2035110" y="2081"/>
                  </a:lnTo>
                  <a:lnTo>
                    <a:pt x="2043920" y="1483"/>
                  </a:lnTo>
                  <a:lnTo>
                    <a:pt x="2052730" y="981"/>
                  </a:lnTo>
                  <a:lnTo>
                    <a:pt x="2061540" y="554"/>
                  </a:lnTo>
                  <a:lnTo>
                    <a:pt x="2070350" y="258"/>
                  </a:lnTo>
                  <a:lnTo>
                    <a:pt x="2079160" y="82"/>
                  </a:lnTo>
                  <a:lnTo>
                    <a:pt x="2087970" y="0"/>
                  </a:lnTo>
                  <a:lnTo>
                    <a:pt x="2096780" y="75"/>
                  </a:lnTo>
                  <a:lnTo>
                    <a:pt x="2105590" y="300"/>
                  </a:lnTo>
                  <a:lnTo>
                    <a:pt x="2114400" y="637"/>
                  </a:lnTo>
                  <a:lnTo>
                    <a:pt x="2123210" y="1163"/>
                  </a:lnTo>
                  <a:lnTo>
                    <a:pt x="2132020" y="1868"/>
                  </a:lnTo>
                  <a:lnTo>
                    <a:pt x="2140830" y="2707"/>
                  </a:lnTo>
                  <a:lnTo>
                    <a:pt x="2149640" y="3764"/>
                  </a:lnTo>
                  <a:lnTo>
                    <a:pt x="2158450" y="5033"/>
                  </a:lnTo>
                  <a:lnTo>
                    <a:pt x="2167260" y="6457"/>
                  </a:lnTo>
                  <a:lnTo>
                    <a:pt x="2176070" y="8129"/>
                  </a:lnTo>
                  <a:lnTo>
                    <a:pt x="2184880" y="10046"/>
                  </a:lnTo>
                  <a:lnTo>
                    <a:pt x="2193690" y="12138"/>
                  </a:lnTo>
                  <a:lnTo>
                    <a:pt x="2202500" y="14506"/>
                  </a:lnTo>
                  <a:lnTo>
                    <a:pt x="2211310" y="17152"/>
                  </a:lnTo>
                  <a:lnTo>
                    <a:pt x="2220120" y="19993"/>
                  </a:lnTo>
                  <a:lnTo>
                    <a:pt x="2228930" y="23137"/>
                  </a:lnTo>
                  <a:lnTo>
                    <a:pt x="2237740" y="26589"/>
                  </a:lnTo>
                  <a:lnTo>
                    <a:pt x="2246550" y="30255"/>
                  </a:lnTo>
                  <a:lnTo>
                    <a:pt x="2255360" y="34246"/>
                  </a:lnTo>
                  <a:lnTo>
                    <a:pt x="2264170" y="38576"/>
                  </a:lnTo>
                  <a:lnTo>
                    <a:pt x="2272980" y="43136"/>
                  </a:lnTo>
                  <a:lnTo>
                    <a:pt x="2281790" y="48040"/>
                  </a:lnTo>
                  <a:lnTo>
                    <a:pt x="2290600" y="53310"/>
                  </a:lnTo>
                  <a:lnTo>
                    <a:pt x="2299410" y="58825"/>
                  </a:lnTo>
                  <a:lnTo>
                    <a:pt x="2308220" y="64701"/>
                  </a:lnTo>
                  <a:lnTo>
                    <a:pt x="2317030" y="70965"/>
                  </a:lnTo>
                  <a:lnTo>
                    <a:pt x="2325840" y="77487"/>
                  </a:lnTo>
                  <a:lnTo>
                    <a:pt x="2334650" y="84381"/>
                  </a:lnTo>
                  <a:lnTo>
                    <a:pt x="2343460" y="91685"/>
                  </a:lnTo>
                  <a:lnTo>
                    <a:pt x="2352270" y="99255"/>
                  </a:lnTo>
                  <a:lnTo>
                    <a:pt x="2361080" y="107205"/>
                  </a:lnTo>
                  <a:lnTo>
                    <a:pt x="2369890" y="115581"/>
                  </a:lnTo>
                  <a:lnTo>
                    <a:pt x="2378700" y="124232"/>
                  </a:lnTo>
                  <a:lnTo>
                    <a:pt x="2387510" y="133264"/>
                  </a:lnTo>
                  <a:lnTo>
                    <a:pt x="2396320" y="142736"/>
                  </a:lnTo>
                  <a:lnTo>
                    <a:pt x="2405130" y="152486"/>
                  </a:lnTo>
                  <a:lnTo>
                    <a:pt x="2413940" y="162617"/>
                  </a:lnTo>
                  <a:lnTo>
                    <a:pt x="2422750" y="173195"/>
                  </a:lnTo>
                  <a:lnTo>
                    <a:pt x="2431560" y="184051"/>
                  </a:lnTo>
                  <a:lnTo>
                    <a:pt x="2440370" y="195284"/>
                  </a:lnTo>
                  <a:lnTo>
                    <a:pt x="2449180" y="206967"/>
                  </a:lnTo>
                  <a:lnTo>
                    <a:pt x="2457990" y="218926"/>
                  </a:lnTo>
                  <a:lnTo>
                    <a:pt x="2466800" y="231252"/>
                  </a:lnTo>
                  <a:lnTo>
                    <a:pt x="2475610" y="244026"/>
                  </a:lnTo>
                  <a:lnTo>
                    <a:pt x="2484420" y="257069"/>
                  </a:lnTo>
                  <a:lnTo>
                    <a:pt x="2493230" y="270467"/>
                  </a:lnTo>
                  <a:lnTo>
                    <a:pt x="2502040" y="284304"/>
                  </a:lnTo>
                  <a:lnTo>
                    <a:pt x="2510850" y="298401"/>
                  </a:lnTo>
                  <a:lnTo>
                    <a:pt x="2519660" y="312834"/>
                  </a:lnTo>
                  <a:lnTo>
                    <a:pt x="2528470" y="327693"/>
                  </a:lnTo>
                  <a:lnTo>
                    <a:pt x="2537280" y="342799"/>
                  </a:lnTo>
                  <a:lnTo>
                    <a:pt x="2546090" y="358219"/>
                  </a:lnTo>
                  <a:lnTo>
                    <a:pt x="2554900" y="374042"/>
                  </a:lnTo>
                  <a:lnTo>
                    <a:pt x="2563710" y="390096"/>
                  </a:lnTo>
                  <a:lnTo>
                    <a:pt x="2572520" y="406437"/>
                  </a:lnTo>
                  <a:lnTo>
                    <a:pt x="2581330" y="423153"/>
                  </a:lnTo>
                  <a:lnTo>
                    <a:pt x="2590140" y="440079"/>
                  </a:lnTo>
                  <a:lnTo>
                    <a:pt x="2598950" y="457261"/>
                  </a:lnTo>
                  <a:lnTo>
                    <a:pt x="2607760" y="474781"/>
                  </a:lnTo>
                  <a:lnTo>
                    <a:pt x="2616570" y="492486"/>
                  </a:lnTo>
                  <a:lnTo>
                    <a:pt x="2625380" y="510411"/>
                  </a:lnTo>
                  <a:lnTo>
                    <a:pt x="2634190" y="528630"/>
                  </a:lnTo>
                  <a:lnTo>
                    <a:pt x="2643000" y="547003"/>
                  </a:lnTo>
                  <a:lnTo>
                    <a:pt x="2651810" y="565558"/>
                  </a:lnTo>
                  <a:lnTo>
                    <a:pt x="2660620" y="584353"/>
                  </a:lnTo>
                  <a:lnTo>
                    <a:pt x="2669430" y="603268"/>
                  </a:lnTo>
                  <a:lnTo>
                    <a:pt x="2678240" y="622322"/>
                  </a:lnTo>
                  <a:lnTo>
                    <a:pt x="2687050" y="641552"/>
                  </a:lnTo>
                  <a:lnTo>
                    <a:pt x="2695860" y="660866"/>
                  </a:lnTo>
                  <a:lnTo>
                    <a:pt x="2704670" y="680271"/>
                  </a:lnTo>
                  <a:lnTo>
                    <a:pt x="2713480" y="699782"/>
                  </a:lnTo>
                  <a:lnTo>
                    <a:pt x="2722290" y="719333"/>
                  </a:lnTo>
                  <a:lnTo>
                    <a:pt x="2731100" y="738926"/>
                  </a:lnTo>
                  <a:lnTo>
                    <a:pt x="2739910" y="758545"/>
                  </a:lnTo>
                  <a:lnTo>
                    <a:pt x="2748720" y="778158"/>
                  </a:lnTo>
                  <a:lnTo>
                    <a:pt x="2757530" y="797762"/>
                  </a:lnTo>
                  <a:lnTo>
                    <a:pt x="2766340" y="817304"/>
                  </a:lnTo>
                  <a:lnTo>
                    <a:pt x="2775150" y="836792"/>
                  </a:lnTo>
                  <a:lnTo>
                    <a:pt x="2783960" y="856216"/>
                  </a:lnTo>
                  <a:lnTo>
                    <a:pt x="2792770" y="875484"/>
                  </a:lnTo>
                  <a:lnTo>
                    <a:pt x="2801580" y="894647"/>
                  </a:lnTo>
                  <a:lnTo>
                    <a:pt x="2810390" y="913693"/>
                  </a:lnTo>
                  <a:lnTo>
                    <a:pt x="2819200" y="932483"/>
                  </a:lnTo>
                  <a:lnTo>
                    <a:pt x="2828010" y="951115"/>
                  </a:lnTo>
                  <a:lnTo>
                    <a:pt x="2836820" y="969576"/>
                  </a:lnTo>
                  <a:lnTo>
                    <a:pt x="2845630" y="987680"/>
                  </a:lnTo>
                  <a:lnTo>
                    <a:pt x="2854440" y="1005571"/>
                  </a:lnTo>
                  <a:lnTo>
                    <a:pt x="2863250" y="1023241"/>
                  </a:lnTo>
                  <a:lnTo>
                    <a:pt x="2872060" y="1040448"/>
                  </a:lnTo>
                  <a:lnTo>
                    <a:pt x="2880870" y="1057392"/>
                  </a:lnTo>
                  <a:lnTo>
                    <a:pt x="2889680" y="1074066"/>
                  </a:lnTo>
                  <a:lnTo>
                    <a:pt x="2898490" y="1090174"/>
                  </a:lnTo>
                  <a:lnTo>
                    <a:pt x="2907300" y="1105969"/>
                  </a:lnTo>
                  <a:lnTo>
                    <a:pt x="2916110" y="1121450"/>
                  </a:lnTo>
                  <a:lnTo>
                    <a:pt x="2924920" y="1136266"/>
                  </a:lnTo>
                  <a:lnTo>
                    <a:pt x="2933730" y="1150724"/>
                  </a:lnTo>
                  <a:lnTo>
                    <a:pt x="2942540" y="1164824"/>
                  </a:lnTo>
                  <a:lnTo>
                    <a:pt x="2951350" y="1178179"/>
                  </a:lnTo>
                  <a:lnTo>
                    <a:pt x="2960160" y="1191130"/>
                  </a:lnTo>
                  <a:lnTo>
                    <a:pt x="2968970" y="1203682"/>
                  </a:lnTo>
                  <a:lnTo>
                    <a:pt x="2977780" y="1215427"/>
                  </a:lnTo>
                  <a:lnTo>
                    <a:pt x="2986590" y="1226726"/>
                  </a:lnTo>
                  <a:lnTo>
                    <a:pt x="2995400" y="1237595"/>
                  </a:lnTo>
                  <a:lnTo>
                    <a:pt x="3004210" y="1247608"/>
                  </a:lnTo>
                  <a:lnTo>
                    <a:pt x="3013020" y="1257142"/>
                  </a:lnTo>
                  <a:lnTo>
                    <a:pt x="3021830" y="1266221"/>
                  </a:lnTo>
                  <a:lnTo>
                    <a:pt x="3030640" y="1274417"/>
                  </a:lnTo>
                  <a:lnTo>
                    <a:pt x="3039450" y="1282110"/>
                  </a:lnTo>
                  <a:lnTo>
                    <a:pt x="3048260" y="1289334"/>
                  </a:lnTo>
                  <a:lnTo>
                    <a:pt x="3057070" y="1295668"/>
                  </a:lnTo>
                  <a:lnTo>
                    <a:pt x="3065880" y="1301486"/>
                  </a:lnTo>
                  <a:lnTo>
                    <a:pt x="3074690" y="1306832"/>
                  </a:lnTo>
                  <a:lnTo>
                    <a:pt x="3083500" y="1311303"/>
                  </a:lnTo>
                  <a:lnTo>
                    <a:pt x="3092310" y="1315259"/>
                  </a:lnTo>
                  <a:lnTo>
                    <a:pt x="3101120" y="1318754"/>
                  </a:lnTo>
                  <a:lnTo>
                    <a:pt x="3109930" y="1321411"/>
                  </a:lnTo>
                  <a:lnTo>
                    <a:pt x="3118740" y="1323570"/>
                  </a:lnTo>
                  <a:lnTo>
                    <a:pt x="3127550" y="1325290"/>
                  </a:lnTo>
                  <a:lnTo>
                    <a:pt x="3136360" y="1326234"/>
                  </a:lnTo>
                  <a:lnTo>
                    <a:pt x="3145170" y="1326711"/>
                  </a:lnTo>
                  <a:lnTo>
                    <a:pt x="3153980" y="1326786"/>
                  </a:lnTo>
                  <a:lnTo>
                    <a:pt x="3162790" y="1326168"/>
                  </a:lnTo>
                  <a:lnTo>
                    <a:pt x="3171600" y="1325131"/>
                  </a:lnTo>
                  <a:lnTo>
                    <a:pt x="3180410" y="1323742"/>
                  </a:lnTo>
                  <a:lnTo>
                    <a:pt x="3189220" y="1321764"/>
                  </a:lnTo>
                  <a:lnTo>
                    <a:pt x="3198030" y="1319432"/>
                  </a:lnTo>
                  <a:lnTo>
                    <a:pt x="3206840" y="1316810"/>
                  </a:lnTo>
                  <a:lnTo>
                    <a:pt x="3215650" y="1313722"/>
                  </a:lnTo>
                  <a:lnTo>
                    <a:pt x="3224460" y="1310359"/>
                  </a:lnTo>
                  <a:lnTo>
                    <a:pt x="3233270" y="1306779"/>
                  </a:lnTo>
                  <a:lnTo>
                    <a:pt x="3242080" y="1302870"/>
                  </a:lnTo>
                  <a:lnTo>
                    <a:pt x="3250890" y="1298781"/>
                  </a:lnTo>
                  <a:lnTo>
                    <a:pt x="3259700" y="1294557"/>
                  </a:lnTo>
                  <a:lnTo>
                    <a:pt x="3268510" y="1290152"/>
                  </a:lnTo>
                  <a:lnTo>
                    <a:pt x="3277320" y="1285674"/>
                  </a:lnTo>
                  <a:lnTo>
                    <a:pt x="3286130" y="1281147"/>
                  </a:lnTo>
                  <a:lnTo>
                    <a:pt x="3294940" y="1276596"/>
                  </a:lnTo>
                  <a:lnTo>
                    <a:pt x="3303750" y="1272085"/>
                  </a:lnTo>
                  <a:lnTo>
                    <a:pt x="3312560" y="1267618"/>
                  </a:lnTo>
                  <a:lnTo>
                    <a:pt x="3321370" y="1263283"/>
                  </a:lnTo>
                  <a:lnTo>
                    <a:pt x="3330180" y="1259107"/>
                  </a:lnTo>
                  <a:lnTo>
                    <a:pt x="3338990" y="1255068"/>
                  </a:lnTo>
                  <a:lnTo>
                    <a:pt x="3347800" y="1251313"/>
                  </a:lnTo>
                  <a:lnTo>
                    <a:pt x="3356610" y="1247836"/>
                  </a:lnTo>
                  <a:lnTo>
                    <a:pt x="3365420" y="1244587"/>
                  </a:lnTo>
                  <a:lnTo>
                    <a:pt x="3374230" y="1241763"/>
                  </a:lnTo>
                  <a:lnTo>
                    <a:pt x="3383040" y="1239335"/>
                  </a:lnTo>
                  <a:lnTo>
                    <a:pt x="3391850" y="1237219"/>
                  </a:lnTo>
                  <a:lnTo>
                    <a:pt x="3400660" y="1235654"/>
                  </a:lnTo>
                  <a:lnTo>
                    <a:pt x="3409470" y="1234594"/>
                  </a:lnTo>
                  <a:lnTo>
                    <a:pt x="3418280" y="1233920"/>
                  </a:lnTo>
                  <a:lnTo>
                    <a:pt x="3427090" y="1233906"/>
                  </a:lnTo>
                  <a:lnTo>
                    <a:pt x="3435900" y="1234491"/>
                  </a:lnTo>
                  <a:lnTo>
                    <a:pt x="3444710" y="1235526"/>
                  </a:lnTo>
                  <a:lnTo>
                    <a:pt x="3453520" y="1237304"/>
                  </a:lnTo>
                  <a:lnTo>
                    <a:pt x="3462330" y="1239761"/>
                  </a:lnTo>
                  <a:lnTo>
                    <a:pt x="3471140" y="1242715"/>
                  </a:lnTo>
                  <a:lnTo>
                    <a:pt x="3479950" y="1246472"/>
                  </a:lnTo>
                  <a:lnTo>
                    <a:pt x="3488760" y="1250964"/>
                  </a:lnTo>
                  <a:lnTo>
                    <a:pt x="3497570" y="1255985"/>
                  </a:lnTo>
                  <a:lnTo>
                    <a:pt x="3506380" y="1261840"/>
                  </a:lnTo>
                  <a:lnTo>
                    <a:pt x="3515190" y="1268465"/>
                  </a:lnTo>
                  <a:lnTo>
                    <a:pt x="3524000" y="1275632"/>
                  </a:lnTo>
                  <a:lnTo>
                    <a:pt x="3532810" y="1283635"/>
                  </a:lnTo>
                  <a:lnTo>
                    <a:pt x="3541620" y="1292418"/>
                  </a:lnTo>
                  <a:lnTo>
                    <a:pt x="3550430" y="1301739"/>
                  </a:lnTo>
                  <a:lnTo>
                    <a:pt x="3559240" y="1311871"/>
                  </a:lnTo>
                  <a:lnTo>
                    <a:pt x="3568050" y="1322766"/>
                  </a:lnTo>
                  <a:lnTo>
                    <a:pt x="3576860" y="1334176"/>
                  </a:lnTo>
                  <a:lnTo>
                    <a:pt x="3585670" y="1346345"/>
                  </a:lnTo>
                  <a:lnTo>
                    <a:pt x="3594480" y="1359237"/>
                  </a:lnTo>
                  <a:lnTo>
                    <a:pt x="3603290" y="1372603"/>
                  </a:lnTo>
                  <a:lnTo>
                    <a:pt x="3612100" y="1386656"/>
                  </a:lnTo>
                  <a:lnTo>
                    <a:pt x="3620910" y="1401363"/>
                  </a:lnTo>
                  <a:lnTo>
                    <a:pt x="3629720" y="1416491"/>
                  </a:lnTo>
                  <a:lnTo>
                    <a:pt x="3638530" y="1432212"/>
                  </a:lnTo>
                  <a:lnTo>
                    <a:pt x="3647340" y="1448499"/>
                  </a:lnTo>
                  <a:lnTo>
                    <a:pt x="3656150" y="1465139"/>
                  </a:lnTo>
                  <a:lnTo>
                    <a:pt x="3664960" y="1482264"/>
                  </a:lnTo>
                  <a:lnTo>
                    <a:pt x="3673770" y="1499848"/>
                  </a:lnTo>
                  <a:lnTo>
                    <a:pt x="3682580" y="1517707"/>
                  </a:lnTo>
                  <a:lnTo>
                    <a:pt x="3691390" y="1535932"/>
                  </a:lnTo>
                  <a:lnTo>
                    <a:pt x="3700200" y="1554494"/>
                  </a:lnTo>
                  <a:lnTo>
                    <a:pt x="3709010" y="1573246"/>
                  </a:lnTo>
                  <a:lnTo>
                    <a:pt x="3717820" y="1592241"/>
                  </a:lnTo>
                  <a:lnTo>
                    <a:pt x="3726630" y="1611439"/>
                  </a:lnTo>
                  <a:lnTo>
                    <a:pt x="3735440" y="1630739"/>
                  </a:lnTo>
                  <a:lnTo>
                    <a:pt x="3744250" y="1650156"/>
                  </a:lnTo>
                  <a:lnTo>
                    <a:pt x="3753060" y="1669638"/>
                  </a:lnTo>
                  <a:lnTo>
                    <a:pt x="3761870" y="1689132"/>
                  </a:lnTo>
                  <a:lnTo>
                    <a:pt x="3770680" y="1708621"/>
                  </a:lnTo>
                  <a:lnTo>
                    <a:pt x="3779490" y="1728033"/>
                  </a:lnTo>
                  <a:lnTo>
                    <a:pt x="3788300" y="1747372"/>
                  </a:lnTo>
                  <a:lnTo>
                    <a:pt x="3797110" y="1766590"/>
                  </a:lnTo>
                  <a:lnTo>
                    <a:pt x="3805920" y="1785594"/>
                  </a:lnTo>
                  <a:lnTo>
                    <a:pt x="3814730" y="1804441"/>
                  </a:lnTo>
                  <a:lnTo>
                    <a:pt x="3823540" y="1823064"/>
                  </a:lnTo>
                  <a:lnTo>
                    <a:pt x="3832350" y="1841342"/>
                  </a:lnTo>
                  <a:lnTo>
                    <a:pt x="3841160" y="1859387"/>
                  </a:lnTo>
                  <a:lnTo>
                    <a:pt x="3849970" y="1877116"/>
                  </a:lnTo>
                  <a:lnTo>
                    <a:pt x="3858780" y="1894380"/>
                  </a:lnTo>
                  <a:lnTo>
                    <a:pt x="3867590" y="1911346"/>
                  </a:lnTo>
                  <a:lnTo>
                    <a:pt x="3876400" y="1927916"/>
                  </a:lnTo>
                  <a:lnTo>
                    <a:pt x="3885210" y="1943917"/>
                  </a:lnTo>
                  <a:lnTo>
                    <a:pt x="3894020" y="1959563"/>
                  </a:lnTo>
                  <a:lnTo>
                    <a:pt x="3902830" y="1974751"/>
                  </a:lnTo>
                  <a:lnTo>
                    <a:pt x="3911640" y="1989280"/>
                  </a:lnTo>
                  <a:lnTo>
                    <a:pt x="3920450" y="2003409"/>
                  </a:lnTo>
                  <a:lnTo>
                    <a:pt x="3929260" y="2017034"/>
                  </a:lnTo>
                  <a:lnTo>
                    <a:pt x="3938070" y="2029929"/>
                  </a:lnTo>
                  <a:lnTo>
                    <a:pt x="3946880" y="2042392"/>
                  </a:lnTo>
                  <a:lnTo>
                    <a:pt x="3955690" y="2054320"/>
                  </a:lnTo>
                  <a:lnTo>
                    <a:pt x="3964500" y="2065466"/>
                  </a:lnTo>
                  <a:lnTo>
                    <a:pt x="3973310" y="2076160"/>
                  </a:lnTo>
                  <a:lnTo>
                    <a:pt x="3982120" y="2086305"/>
                  </a:lnTo>
                  <a:lnTo>
                    <a:pt x="3990930" y="2095636"/>
                  </a:lnTo>
                  <a:lnTo>
                    <a:pt x="3999740" y="2104506"/>
                  </a:lnTo>
                  <a:lnTo>
                    <a:pt x="4008550" y="2112829"/>
                  </a:lnTo>
                  <a:lnTo>
                    <a:pt x="4017360" y="2120327"/>
                  </a:lnTo>
                  <a:lnTo>
                    <a:pt x="4026170" y="2127368"/>
                  </a:lnTo>
                  <a:lnTo>
                    <a:pt x="4034980" y="2133877"/>
                  </a:lnTo>
                  <a:lnTo>
                    <a:pt x="4043790" y="2139571"/>
                  </a:lnTo>
                  <a:lnTo>
                    <a:pt x="4052600" y="2144824"/>
                  </a:lnTo>
                  <a:lnTo>
                    <a:pt x="4061410" y="2149571"/>
                  </a:lnTo>
                  <a:lnTo>
                    <a:pt x="4070220" y="2153535"/>
                  </a:lnTo>
                  <a:lnTo>
                    <a:pt x="4079030" y="2157084"/>
                  </a:lnTo>
                  <a:lnTo>
                    <a:pt x="4087840" y="2160166"/>
                  </a:lnTo>
                  <a:lnTo>
                    <a:pt x="4096650" y="2162516"/>
                  </a:lnTo>
                  <a:lnTo>
                    <a:pt x="4105460" y="2164488"/>
                  </a:lnTo>
                  <a:lnTo>
                    <a:pt x="4114270" y="2166041"/>
                  </a:lnTo>
                  <a:lnTo>
                    <a:pt x="4123080" y="2166933"/>
                  </a:lnTo>
                  <a:lnTo>
                    <a:pt x="4131890" y="2167491"/>
                  </a:lnTo>
                  <a:lnTo>
                    <a:pt x="4140700" y="2167689"/>
                  </a:lnTo>
                  <a:lnTo>
                    <a:pt x="4149510" y="2167312"/>
                  </a:lnTo>
                  <a:lnTo>
                    <a:pt x="4158320" y="2166656"/>
                  </a:lnTo>
                  <a:lnTo>
                    <a:pt x="4167130" y="2165703"/>
                  </a:lnTo>
                  <a:lnTo>
                    <a:pt x="4175940" y="2164279"/>
                  </a:lnTo>
                  <a:lnTo>
                    <a:pt x="4184750" y="2162637"/>
                  </a:lnTo>
                  <a:lnTo>
                    <a:pt x="4193560" y="2160767"/>
                  </a:lnTo>
                  <a:lnTo>
                    <a:pt x="4202370" y="2158542"/>
                  </a:lnTo>
                  <a:lnTo>
                    <a:pt x="4211180" y="2156166"/>
                  </a:lnTo>
                  <a:lnTo>
                    <a:pt x="4219990" y="2153633"/>
                  </a:lnTo>
                  <a:lnTo>
                    <a:pt x="4228800" y="2150875"/>
                  </a:lnTo>
                  <a:lnTo>
                    <a:pt x="4237610" y="2148034"/>
                  </a:lnTo>
                  <a:lnTo>
                    <a:pt x="4246420" y="2145111"/>
                  </a:lnTo>
                  <a:lnTo>
                    <a:pt x="4255230" y="2142097"/>
                  </a:lnTo>
                  <a:lnTo>
                    <a:pt x="4264040" y="2139073"/>
                  </a:lnTo>
                  <a:lnTo>
                    <a:pt x="4272850" y="2136039"/>
                  </a:lnTo>
                  <a:lnTo>
                    <a:pt x="4281660" y="2133055"/>
                  </a:lnTo>
                  <a:lnTo>
                    <a:pt x="4290470" y="2130132"/>
                  </a:lnTo>
                  <a:lnTo>
                    <a:pt x="4299280" y="2127270"/>
                  </a:lnTo>
                  <a:lnTo>
                    <a:pt x="4308090" y="2124595"/>
                  </a:lnTo>
                  <a:lnTo>
                    <a:pt x="4316900" y="2122053"/>
                  </a:lnTo>
                  <a:lnTo>
                    <a:pt x="4325710" y="2119641"/>
                  </a:lnTo>
                  <a:lnTo>
                    <a:pt x="4334520" y="2117544"/>
                  </a:lnTo>
                  <a:lnTo>
                    <a:pt x="4343330" y="2115649"/>
                  </a:lnTo>
                  <a:lnTo>
                    <a:pt x="4352140" y="2113950"/>
                  </a:lnTo>
                  <a:lnTo>
                    <a:pt x="4360950" y="2112679"/>
                  </a:lnTo>
                  <a:lnTo>
                    <a:pt x="4369760" y="2111677"/>
                  </a:lnTo>
                  <a:lnTo>
                    <a:pt x="4378570" y="2110929"/>
                  </a:lnTo>
                  <a:lnTo>
                    <a:pt x="4387380" y="2110708"/>
                  </a:lnTo>
                  <a:lnTo>
                    <a:pt x="4396190" y="2110815"/>
                  </a:lnTo>
                  <a:lnTo>
                    <a:pt x="4405000" y="2111226"/>
                  </a:lnTo>
                  <a:lnTo>
                    <a:pt x="4413810" y="2112243"/>
                  </a:lnTo>
                  <a:lnTo>
                    <a:pt x="4422620" y="2113638"/>
                  </a:lnTo>
                  <a:lnTo>
                    <a:pt x="4431430" y="2115377"/>
                  </a:lnTo>
                  <a:lnTo>
                    <a:pt x="4440240" y="2117781"/>
                  </a:lnTo>
                  <a:lnTo>
                    <a:pt x="4449050" y="2120602"/>
                  </a:lnTo>
                  <a:lnTo>
                    <a:pt x="4457860" y="2123794"/>
                  </a:lnTo>
                  <a:lnTo>
                    <a:pt x="4466670" y="2127687"/>
                  </a:lnTo>
                  <a:lnTo>
                    <a:pt x="4475480" y="2132023"/>
                  </a:lnTo>
                  <a:lnTo>
                    <a:pt x="4484290" y="2136747"/>
                  </a:lnTo>
                  <a:lnTo>
                    <a:pt x="4493100" y="2142183"/>
                  </a:lnTo>
                  <a:lnTo>
                    <a:pt x="4501910" y="2148075"/>
                  </a:lnTo>
                  <a:lnTo>
                    <a:pt x="4501910" y="2946604"/>
                  </a:lnTo>
                  <a:lnTo>
                    <a:pt x="4493100" y="2946604"/>
                  </a:lnTo>
                  <a:lnTo>
                    <a:pt x="4484290" y="2946604"/>
                  </a:lnTo>
                  <a:lnTo>
                    <a:pt x="4475480" y="2946604"/>
                  </a:lnTo>
                  <a:lnTo>
                    <a:pt x="4466670" y="2946604"/>
                  </a:lnTo>
                  <a:lnTo>
                    <a:pt x="4457860" y="2946604"/>
                  </a:lnTo>
                  <a:lnTo>
                    <a:pt x="4449050" y="2946604"/>
                  </a:lnTo>
                  <a:lnTo>
                    <a:pt x="4440240" y="2946604"/>
                  </a:lnTo>
                  <a:lnTo>
                    <a:pt x="4431430" y="2946604"/>
                  </a:lnTo>
                  <a:lnTo>
                    <a:pt x="4422620" y="2946604"/>
                  </a:lnTo>
                  <a:lnTo>
                    <a:pt x="4413810" y="2946604"/>
                  </a:lnTo>
                  <a:lnTo>
                    <a:pt x="4405000" y="2946604"/>
                  </a:lnTo>
                  <a:lnTo>
                    <a:pt x="4396190" y="2946604"/>
                  </a:lnTo>
                  <a:lnTo>
                    <a:pt x="4387380" y="2946604"/>
                  </a:lnTo>
                  <a:lnTo>
                    <a:pt x="4378570" y="2946604"/>
                  </a:lnTo>
                  <a:lnTo>
                    <a:pt x="4369760" y="2946604"/>
                  </a:lnTo>
                  <a:lnTo>
                    <a:pt x="4360950" y="2946604"/>
                  </a:lnTo>
                  <a:lnTo>
                    <a:pt x="4352140" y="2946604"/>
                  </a:lnTo>
                  <a:lnTo>
                    <a:pt x="4343330" y="2946604"/>
                  </a:lnTo>
                  <a:lnTo>
                    <a:pt x="4334520" y="2946604"/>
                  </a:lnTo>
                  <a:lnTo>
                    <a:pt x="4325710" y="2946604"/>
                  </a:lnTo>
                  <a:lnTo>
                    <a:pt x="4316900" y="2946604"/>
                  </a:lnTo>
                  <a:lnTo>
                    <a:pt x="4308090" y="2946604"/>
                  </a:lnTo>
                  <a:lnTo>
                    <a:pt x="4299280" y="2946604"/>
                  </a:lnTo>
                  <a:lnTo>
                    <a:pt x="4290470" y="2946604"/>
                  </a:lnTo>
                  <a:lnTo>
                    <a:pt x="4281660" y="2946604"/>
                  </a:lnTo>
                  <a:lnTo>
                    <a:pt x="4272850" y="2946604"/>
                  </a:lnTo>
                  <a:lnTo>
                    <a:pt x="4264040" y="2946604"/>
                  </a:lnTo>
                  <a:lnTo>
                    <a:pt x="4255230" y="2946604"/>
                  </a:lnTo>
                  <a:lnTo>
                    <a:pt x="4246420" y="2946604"/>
                  </a:lnTo>
                  <a:lnTo>
                    <a:pt x="4237610" y="2946604"/>
                  </a:lnTo>
                  <a:lnTo>
                    <a:pt x="4228800" y="2946604"/>
                  </a:lnTo>
                  <a:lnTo>
                    <a:pt x="4219990" y="2946604"/>
                  </a:lnTo>
                  <a:lnTo>
                    <a:pt x="4211180" y="2946604"/>
                  </a:lnTo>
                  <a:lnTo>
                    <a:pt x="4202370" y="2946604"/>
                  </a:lnTo>
                  <a:lnTo>
                    <a:pt x="4193560" y="2946604"/>
                  </a:lnTo>
                  <a:lnTo>
                    <a:pt x="4184750" y="2946604"/>
                  </a:lnTo>
                  <a:lnTo>
                    <a:pt x="4175940" y="2946604"/>
                  </a:lnTo>
                  <a:lnTo>
                    <a:pt x="4167130" y="2946604"/>
                  </a:lnTo>
                  <a:lnTo>
                    <a:pt x="4158320" y="2946604"/>
                  </a:lnTo>
                  <a:lnTo>
                    <a:pt x="4149510" y="2946604"/>
                  </a:lnTo>
                  <a:lnTo>
                    <a:pt x="4140700" y="2946604"/>
                  </a:lnTo>
                  <a:lnTo>
                    <a:pt x="4131890" y="2946604"/>
                  </a:lnTo>
                  <a:lnTo>
                    <a:pt x="4123080" y="2946604"/>
                  </a:lnTo>
                  <a:lnTo>
                    <a:pt x="4114270" y="2946604"/>
                  </a:lnTo>
                  <a:lnTo>
                    <a:pt x="4105460" y="2946604"/>
                  </a:lnTo>
                  <a:lnTo>
                    <a:pt x="4096650" y="2946604"/>
                  </a:lnTo>
                  <a:lnTo>
                    <a:pt x="4087840" y="2946604"/>
                  </a:lnTo>
                  <a:lnTo>
                    <a:pt x="4079030" y="2946604"/>
                  </a:lnTo>
                  <a:lnTo>
                    <a:pt x="4070220" y="2946604"/>
                  </a:lnTo>
                  <a:lnTo>
                    <a:pt x="4061410" y="2946604"/>
                  </a:lnTo>
                  <a:lnTo>
                    <a:pt x="4052600" y="2946604"/>
                  </a:lnTo>
                  <a:lnTo>
                    <a:pt x="4043790" y="2946604"/>
                  </a:lnTo>
                  <a:lnTo>
                    <a:pt x="4034980" y="2946604"/>
                  </a:lnTo>
                  <a:lnTo>
                    <a:pt x="4026170" y="2946604"/>
                  </a:lnTo>
                  <a:lnTo>
                    <a:pt x="4017360" y="2946604"/>
                  </a:lnTo>
                  <a:lnTo>
                    <a:pt x="4008550" y="2946604"/>
                  </a:lnTo>
                  <a:lnTo>
                    <a:pt x="3999740" y="2946604"/>
                  </a:lnTo>
                  <a:lnTo>
                    <a:pt x="3990930" y="2946604"/>
                  </a:lnTo>
                  <a:lnTo>
                    <a:pt x="3982120" y="2946604"/>
                  </a:lnTo>
                  <a:lnTo>
                    <a:pt x="3973310" y="2946604"/>
                  </a:lnTo>
                  <a:lnTo>
                    <a:pt x="3964500" y="2946604"/>
                  </a:lnTo>
                  <a:lnTo>
                    <a:pt x="3955690" y="2946604"/>
                  </a:lnTo>
                  <a:lnTo>
                    <a:pt x="3946880" y="2946604"/>
                  </a:lnTo>
                  <a:lnTo>
                    <a:pt x="3938070" y="2946604"/>
                  </a:lnTo>
                  <a:lnTo>
                    <a:pt x="3929260" y="2946604"/>
                  </a:lnTo>
                  <a:lnTo>
                    <a:pt x="3920450" y="2946604"/>
                  </a:lnTo>
                  <a:lnTo>
                    <a:pt x="3911640" y="2946604"/>
                  </a:lnTo>
                  <a:lnTo>
                    <a:pt x="3902830" y="2946604"/>
                  </a:lnTo>
                  <a:lnTo>
                    <a:pt x="3894020" y="2946604"/>
                  </a:lnTo>
                  <a:lnTo>
                    <a:pt x="3885210" y="2946604"/>
                  </a:lnTo>
                  <a:lnTo>
                    <a:pt x="3876400" y="2946604"/>
                  </a:lnTo>
                  <a:lnTo>
                    <a:pt x="3867590" y="2946604"/>
                  </a:lnTo>
                  <a:lnTo>
                    <a:pt x="3858780" y="2946604"/>
                  </a:lnTo>
                  <a:lnTo>
                    <a:pt x="3849970" y="2946604"/>
                  </a:lnTo>
                  <a:lnTo>
                    <a:pt x="3841160" y="2946604"/>
                  </a:lnTo>
                  <a:lnTo>
                    <a:pt x="3832350" y="2946604"/>
                  </a:lnTo>
                  <a:lnTo>
                    <a:pt x="3823540" y="2946604"/>
                  </a:lnTo>
                  <a:lnTo>
                    <a:pt x="3814730" y="2946604"/>
                  </a:lnTo>
                  <a:lnTo>
                    <a:pt x="3805920" y="2946604"/>
                  </a:lnTo>
                  <a:lnTo>
                    <a:pt x="3797110" y="2946604"/>
                  </a:lnTo>
                  <a:lnTo>
                    <a:pt x="3788300" y="2946604"/>
                  </a:lnTo>
                  <a:lnTo>
                    <a:pt x="3779490" y="2946604"/>
                  </a:lnTo>
                  <a:lnTo>
                    <a:pt x="3770680" y="2946604"/>
                  </a:lnTo>
                  <a:lnTo>
                    <a:pt x="3761870" y="2946604"/>
                  </a:lnTo>
                  <a:lnTo>
                    <a:pt x="3753060" y="2946604"/>
                  </a:lnTo>
                  <a:lnTo>
                    <a:pt x="3744250" y="2946604"/>
                  </a:lnTo>
                  <a:lnTo>
                    <a:pt x="3735440" y="2946604"/>
                  </a:lnTo>
                  <a:lnTo>
                    <a:pt x="3726630" y="2946604"/>
                  </a:lnTo>
                  <a:lnTo>
                    <a:pt x="3717820" y="2946604"/>
                  </a:lnTo>
                  <a:lnTo>
                    <a:pt x="3709010" y="2946604"/>
                  </a:lnTo>
                  <a:lnTo>
                    <a:pt x="3700200" y="2946604"/>
                  </a:lnTo>
                  <a:lnTo>
                    <a:pt x="3691390" y="2946604"/>
                  </a:lnTo>
                  <a:lnTo>
                    <a:pt x="3682580" y="2946604"/>
                  </a:lnTo>
                  <a:lnTo>
                    <a:pt x="3673770" y="2946604"/>
                  </a:lnTo>
                  <a:lnTo>
                    <a:pt x="3664960" y="2946604"/>
                  </a:lnTo>
                  <a:lnTo>
                    <a:pt x="3656150" y="2946604"/>
                  </a:lnTo>
                  <a:lnTo>
                    <a:pt x="3647340" y="2946604"/>
                  </a:lnTo>
                  <a:lnTo>
                    <a:pt x="3638530" y="2946604"/>
                  </a:lnTo>
                  <a:lnTo>
                    <a:pt x="3629720" y="2946604"/>
                  </a:lnTo>
                  <a:lnTo>
                    <a:pt x="3620910" y="2946604"/>
                  </a:lnTo>
                  <a:lnTo>
                    <a:pt x="3612100" y="2946604"/>
                  </a:lnTo>
                  <a:lnTo>
                    <a:pt x="3603290" y="2946604"/>
                  </a:lnTo>
                  <a:lnTo>
                    <a:pt x="3594480" y="2946604"/>
                  </a:lnTo>
                  <a:lnTo>
                    <a:pt x="3585670" y="2946604"/>
                  </a:lnTo>
                  <a:lnTo>
                    <a:pt x="3576860" y="2946604"/>
                  </a:lnTo>
                  <a:lnTo>
                    <a:pt x="3568050" y="2946604"/>
                  </a:lnTo>
                  <a:lnTo>
                    <a:pt x="3559240" y="2946604"/>
                  </a:lnTo>
                  <a:lnTo>
                    <a:pt x="3550430" y="2946604"/>
                  </a:lnTo>
                  <a:lnTo>
                    <a:pt x="3541620" y="2946604"/>
                  </a:lnTo>
                  <a:lnTo>
                    <a:pt x="3532810" y="2946604"/>
                  </a:lnTo>
                  <a:lnTo>
                    <a:pt x="3524000" y="2946604"/>
                  </a:lnTo>
                  <a:lnTo>
                    <a:pt x="3515190" y="2946604"/>
                  </a:lnTo>
                  <a:lnTo>
                    <a:pt x="3506380" y="2946604"/>
                  </a:lnTo>
                  <a:lnTo>
                    <a:pt x="3497570" y="2946604"/>
                  </a:lnTo>
                  <a:lnTo>
                    <a:pt x="3488760" y="2946604"/>
                  </a:lnTo>
                  <a:lnTo>
                    <a:pt x="3479950" y="2946604"/>
                  </a:lnTo>
                  <a:lnTo>
                    <a:pt x="3471140" y="2946604"/>
                  </a:lnTo>
                  <a:lnTo>
                    <a:pt x="3462330" y="2946604"/>
                  </a:lnTo>
                  <a:lnTo>
                    <a:pt x="3453520" y="2946604"/>
                  </a:lnTo>
                  <a:lnTo>
                    <a:pt x="3444710" y="2946604"/>
                  </a:lnTo>
                  <a:lnTo>
                    <a:pt x="3435900" y="2946604"/>
                  </a:lnTo>
                  <a:lnTo>
                    <a:pt x="3427090" y="2946604"/>
                  </a:lnTo>
                  <a:lnTo>
                    <a:pt x="3418280" y="2946604"/>
                  </a:lnTo>
                  <a:lnTo>
                    <a:pt x="3409470" y="2946604"/>
                  </a:lnTo>
                  <a:lnTo>
                    <a:pt x="3400660" y="2946604"/>
                  </a:lnTo>
                  <a:lnTo>
                    <a:pt x="3391850" y="2946604"/>
                  </a:lnTo>
                  <a:lnTo>
                    <a:pt x="3383040" y="2946604"/>
                  </a:lnTo>
                  <a:lnTo>
                    <a:pt x="3374230" y="2946604"/>
                  </a:lnTo>
                  <a:lnTo>
                    <a:pt x="3365420" y="2946604"/>
                  </a:lnTo>
                  <a:lnTo>
                    <a:pt x="3356610" y="2946604"/>
                  </a:lnTo>
                  <a:lnTo>
                    <a:pt x="3347800" y="2946604"/>
                  </a:lnTo>
                  <a:lnTo>
                    <a:pt x="3338990" y="2946604"/>
                  </a:lnTo>
                  <a:lnTo>
                    <a:pt x="3330180" y="2946604"/>
                  </a:lnTo>
                  <a:lnTo>
                    <a:pt x="3321370" y="2946604"/>
                  </a:lnTo>
                  <a:lnTo>
                    <a:pt x="3312560" y="2946604"/>
                  </a:lnTo>
                  <a:lnTo>
                    <a:pt x="3303750" y="2946604"/>
                  </a:lnTo>
                  <a:lnTo>
                    <a:pt x="3294940" y="2946604"/>
                  </a:lnTo>
                  <a:lnTo>
                    <a:pt x="3286130" y="2946604"/>
                  </a:lnTo>
                  <a:lnTo>
                    <a:pt x="3277320" y="2946604"/>
                  </a:lnTo>
                  <a:lnTo>
                    <a:pt x="3268510" y="2946604"/>
                  </a:lnTo>
                  <a:lnTo>
                    <a:pt x="3259700" y="2946604"/>
                  </a:lnTo>
                  <a:lnTo>
                    <a:pt x="3250890" y="2946604"/>
                  </a:lnTo>
                  <a:lnTo>
                    <a:pt x="3242080" y="2946604"/>
                  </a:lnTo>
                  <a:lnTo>
                    <a:pt x="3233270" y="2946604"/>
                  </a:lnTo>
                  <a:lnTo>
                    <a:pt x="3224460" y="2946604"/>
                  </a:lnTo>
                  <a:lnTo>
                    <a:pt x="3215650" y="2946604"/>
                  </a:lnTo>
                  <a:lnTo>
                    <a:pt x="3206840" y="2946604"/>
                  </a:lnTo>
                  <a:lnTo>
                    <a:pt x="3198030" y="2946604"/>
                  </a:lnTo>
                  <a:lnTo>
                    <a:pt x="3189220" y="2946604"/>
                  </a:lnTo>
                  <a:lnTo>
                    <a:pt x="3180410" y="2946604"/>
                  </a:lnTo>
                  <a:lnTo>
                    <a:pt x="3171600" y="2946604"/>
                  </a:lnTo>
                  <a:lnTo>
                    <a:pt x="3162790" y="2946604"/>
                  </a:lnTo>
                  <a:lnTo>
                    <a:pt x="3153980" y="2946604"/>
                  </a:lnTo>
                  <a:lnTo>
                    <a:pt x="3145170" y="2946604"/>
                  </a:lnTo>
                  <a:lnTo>
                    <a:pt x="3136360" y="2946604"/>
                  </a:lnTo>
                  <a:lnTo>
                    <a:pt x="3127550" y="2946604"/>
                  </a:lnTo>
                  <a:lnTo>
                    <a:pt x="3118740" y="2946604"/>
                  </a:lnTo>
                  <a:lnTo>
                    <a:pt x="3109930" y="2946604"/>
                  </a:lnTo>
                  <a:lnTo>
                    <a:pt x="3101120" y="2946604"/>
                  </a:lnTo>
                  <a:lnTo>
                    <a:pt x="3092310" y="2946604"/>
                  </a:lnTo>
                  <a:lnTo>
                    <a:pt x="3083500" y="2946604"/>
                  </a:lnTo>
                  <a:lnTo>
                    <a:pt x="3074690" y="2946604"/>
                  </a:lnTo>
                  <a:lnTo>
                    <a:pt x="3065880" y="2946604"/>
                  </a:lnTo>
                  <a:lnTo>
                    <a:pt x="3057070" y="2946604"/>
                  </a:lnTo>
                  <a:lnTo>
                    <a:pt x="3048260" y="2946604"/>
                  </a:lnTo>
                  <a:lnTo>
                    <a:pt x="3039450" y="2946604"/>
                  </a:lnTo>
                  <a:lnTo>
                    <a:pt x="3030640" y="2946604"/>
                  </a:lnTo>
                  <a:lnTo>
                    <a:pt x="3021830" y="2946604"/>
                  </a:lnTo>
                  <a:lnTo>
                    <a:pt x="3013020" y="2946604"/>
                  </a:lnTo>
                  <a:lnTo>
                    <a:pt x="3004210" y="2946604"/>
                  </a:lnTo>
                  <a:lnTo>
                    <a:pt x="2995400" y="2946604"/>
                  </a:lnTo>
                  <a:lnTo>
                    <a:pt x="2986590" y="2946604"/>
                  </a:lnTo>
                  <a:lnTo>
                    <a:pt x="2977780" y="2946604"/>
                  </a:lnTo>
                  <a:lnTo>
                    <a:pt x="2968970" y="2946604"/>
                  </a:lnTo>
                  <a:lnTo>
                    <a:pt x="2960160" y="2946604"/>
                  </a:lnTo>
                  <a:lnTo>
                    <a:pt x="2951350" y="2946604"/>
                  </a:lnTo>
                  <a:lnTo>
                    <a:pt x="2942540" y="2946604"/>
                  </a:lnTo>
                  <a:lnTo>
                    <a:pt x="2933730" y="2946604"/>
                  </a:lnTo>
                  <a:lnTo>
                    <a:pt x="2924920" y="2946604"/>
                  </a:lnTo>
                  <a:lnTo>
                    <a:pt x="2916110" y="2946604"/>
                  </a:lnTo>
                  <a:lnTo>
                    <a:pt x="2907300" y="2946604"/>
                  </a:lnTo>
                  <a:lnTo>
                    <a:pt x="2898490" y="2946604"/>
                  </a:lnTo>
                  <a:lnTo>
                    <a:pt x="2889680" y="2946604"/>
                  </a:lnTo>
                  <a:lnTo>
                    <a:pt x="2880870" y="2946604"/>
                  </a:lnTo>
                  <a:lnTo>
                    <a:pt x="2872060" y="2946604"/>
                  </a:lnTo>
                  <a:lnTo>
                    <a:pt x="2863250" y="2946604"/>
                  </a:lnTo>
                  <a:lnTo>
                    <a:pt x="2854440" y="2946604"/>
                  </a:lnTo>
                  <a:lnTo>
                    <a:pt x="2845630" y="2946604"/>
                  </a:lnTo>
                  <a:lnTo>
                    <a:pt x="2836820" y="2946604"/>
                  </a:lnTo>
                  <a:lnTo>
                    <a:pt x="2828010" y="2946604"/>
                  </a:lnTo>
                  <a:lnTo>
                    <a:pt x="2819200" y="2946604"/>
                  </a:lnTo>
                  <a:lnTo>
                    <a:pt x="2810390" y="2946604"/>
                  </a:lnTo>
                  <a:lnTo>
                    <a:pt x="2801580" y="2946604"/>
                  </a:lnTo>
                  <a:lnTo>
                    <a:pt x="2792770" y="2946604"/>
                  </a:lnTo>
                  <a:lnTo>
                    <a:pt x="2783960" y="2946604"/>
                  </a:lnTo>
                  <a:lnTo>
                    <a:pt x="2775150" y="2946604"/>
                  </a:lnTo>
                  <a:lnTo>
                    <a:pt x="2766340" y="2946604"/>
                  </a:lnTo>
                  <a:lnTo>
                    <a:pt x="2757530" y="2946604"/>
                  </a:lnTo>
                  <a:lnTo>
                    <a:pt x="2748720" y="2946604"/>
                  </a:lnTo>
                  <a:lnTo>
                    <a:pt x="2739910" y="2946604"/>
                  </a:lnTo>
                  <a:lnTo>
                    <a:pt x="2731100" y="2946604"/>
                  </a:lnTo>
                  <a:lnTo>
                    <a:pt x="2722290" y="2946604"/>
                  </a:lnTo>
                  <a:lnTo>
                    <a:pt x="2713480" y="2946604"/>
                  </a:lnTo>
                  <a:lnTo>
                    <a:pt x="2704670" y="2946604"/>
                  </a:lnTo>
                  <a:lnTo>
                    <a:pt x="2695860" y="2946604"/>
                  </a:lnTo>
                  <a:lnTo>
                    <a:pt x="2687050" y="2946604"/>
                  </a:lnTo>
                  <a:lnTo>
                    <a:pt x="2678240" y="2946604"/>
                  </a:lnTo>
                  <a:lnTo>
                    <a:pt x="2669430" y="2946604"/>
                  </a:lnTo>
                  <a:lnTo>
                    <a:pt x="2660620" y="2946604"/>
                  </a:lnTo>
                  <a:lnTo>
                    <a:pt x="2651810" y="2946604"/>
                  </a:lnTo>
                  <a:lnTo>
                    <a:pt x="2643000" y="2946604"/>
                  </a:lnTo>
                  <a:lnTo>
                    <a:pt x="2634190" y="2946604"/>
                  </a:lnTo>
                  <a:lnTo>
                    <a:pt x="2625380" y="2946604"/>
                  </a:lnTo>
                  <a:lnTo>
                    <a:pt x="2616570" y="2946604"/>
                  </a:lnTo>
                  <a:lnTo>
                    <a:pt x="2607760" y="2946604"/>
                  </a:lnTo>
                  <a:lnTo>
                    <a:pt x="2598950" y="2946604"/>
                  </a:lnTo>
                  <a:lnTo>
                    <a:pt x="2590140" y="2946604"/>
                  </a:lnTo>
                  <a:lnTo>
                    <a:pt x="2581330" y="2946604"/>
                  </a:lnTo>
                  <a:lnTo>
                    <a:pt x="2572520" y="2946604"/>
                  </a:lnTo>
                  <a:lnTo>
                    <a:pt x="2563710" y="2946604"/>
                  </a:lnTo>
                  <a:lnTo>
                    <a:pt x="2554900" y="2946604"/>
                  </a:lnTo>
                  <a:lnTo>
                    <a:pt x="2546090" y="2946604"/>
                  </a:lnTo>
                  <a:lnTo>
                    <a:pt x="2537280" y="2946604"/>
                  </a:lnTo>
                  <a:lnTo>
                    <a:pt x="2528470" y="2946604"/>
                  </a:lnTo>
                  <a:lnTo>
                    <a:pt x="2519660" y="2946604"/>
                  </a:lnTo>
                  <a:lnTo>
                    <a:pt x="2510850" y="2946604"/>
                  </a:lnTo>
                  <a:lnTo>
                    <a:pt x="2502040" y="2946604"/>
                  </a:lnTo>
                  <a:lnTo>
                    <a:pt x="2493230" y="2946604"/>
                  </a:lnTo>
                  <a:lnTo>
                    <a:pt x="2484420" y="2946604"/>
                  </a:lnTo>
                  <a:lnTo>
                    <a:pt x="2475610" y="2946604"/>
                  </a:lnTo>
                  <a:lnTo>
                    <a:pt x="2466800" y="2946604"/>
                  </a:lnTo>
                  <a:lnTo>
                    <a:pt x="2457990" y="2946604"/>
                  </a:lnTo>
                  <a:lnTo>
                    <a:pt x="2449180" y="2946604"/>
                  </a:lnTo>
                  <a:lnTo>
                    <a:pt x="2440370" y="2946604"/>
                  </a:lnTo>
                  <a:lnTo>
                    <a:pt x="2431560" y="2946604"/>
                  </a:lnTo>
                  <a:lnTo>
                    <a:pt x="2422750" y="2946604"/>
                  </a:lnTo>
                  <a:lnTo>
                    <a:pt x="2413940" y="2946604"/>
                  </a:lnTo>
                  <a:lnTo>
                    <a:pt x="2405130" y="2946604"/>
                  </a:lnTo>
                  <a:lnTo>
                    <a:pt x="2396320" y="2946604"/>
                  </a:lnTo>
                  <a:lnTo>
                    <a:pt x="2387510" y="2946604"/>
                  </a:lnTo>
                  <a:lnTo>
                    <a:pt x="2378700" y="2946604"/>
                  </a:lnTo>
                  <a:lnTo>
                    <a:pt x="2369890" y="2946604"/>
                  </a:lnTo>
                  <a:lnTo>
                    <a:pt x="2361080" y="2946604"/>
                  </a:lnTo>
                  <a:lnTo>
                    <a:pt x="2352270" y="2946604"/>
                  </a:lnTo>
                  <a:lnTo>
                    <a:pt x="2343460" y="2946604"/>
                  </a:lnTo>
                  <a:lnTo>
                    <a:pt x="2334650" y="2946604"/>
                  </a:lnTo>
                  <a:lnTo>
                    <a:pt x="2325840" y="2946604"/>
                  </a:lnTo>
                  <a:lnTo>
                    <a:pt x="2317030" y="2946604"/>
                  </a:lnTo>
                  <a:lnTo>
                    <a:pt x="2308220" y="2946604"/>
                  </a:lnTo>
                  <a:lnTo>
                    <a:pt x="2299410" y="2946604"/>
                  </a:lnTo>
                  <a:lnTo>
                    <a:pt x="2290600" y="2946604"/>
                  </a:lnTo>
                  <a:lnTo>
                    <a:pt x="2281790" y="2946604"/>
                  </a:lnTo>
                  <a:lnTo>
                    <a:pt x="2272980" y="2946604"/>
                  </a:lnTo>
                  <a:lnTo>
                    <a:pt x="2264170" y="2946604"/>
                  </a:lnTo>
                  <a:lnTo>
                    <a:pt x="2255360" y="2946604"/>
                  </a:lnTo>
                  <a:lnTo>
                    <a:pt x="2246550" y="2946604"/>
                  </a:lnTo>
                  <a:lnTo>
                    <a:pt x="2237740" y="2946604"/>
                  </a:lnTo>
                  <a:lnTo>
                    <a:pt x="2228930" y="2946604"/>
                  </a:lnTo>
                  <a:lnTo>
                    <a:pt x="2220120" y="2946604"/>
                  </a:lnTo>
                  <a:lnTo>
                    <a:pt x="2211310" y="2946604"/>
                  </a:lnTo>
                  <a:lnTo>
                    <a:pt x="2202500" y="2946604"/>
                  </a:lnTo>
                  <a:lnTo>
                    <a:pt x="2193690" y="2946604"/>
                  </a:lnTo>
                  <a:lnTo>
                    <a:pt x="2184880" y="2946604"/>
                  </a:lnTo>
                  <a:lnTo>
                    <a:pt x="2176070" y="2946604"/>
                  </a:lnTo>
                  <a:lnTo>
                    <a:pt x="2167260" y="2946604"/>
                  </a:lnTo>
                  <a:lnTo>
                    <a:pt x="2158450" y="2946604"/>
                  </a:lnTo>
                  <a:lnTo>
                    <a:pt x="2149640" y="2946604"/>
                  </a:lnTo>
                  <a:lnTo>
                    <a:pt x="2140830" y="2946604"/>
                  </a:lnTo>
                  <a:lnTo>
                    <a:pt x="2132020" y="2946604"/>
                  </a:lnTo>
                  <a:lnTo>
                    <a:pt x="2123210" y="2946604"/>
                  </a:lnTo>
                  <a:lnTo>
                    <a:pt x="2114400" y="2946604"/>
                  </a:lnTo>
                  <a:lnTo>
                    <a:pt x="2105590" y="2946604"/>
                  </a:lnTo>
                  <a:lnTo>
                    <a:pt x="2096780" y="2946604"/>
                  </a:lnTo>
                  <a:lnTo>
                    <a:pt x="2087970" y="2946604"/>
                  </a:lnTo>
                  <a:lnTo>
                    <a:pt x="2079160" y="2946604"/>
                  </a:lnTo>
                  <a:lnTo>
                    <a:pt x="2070350" y="2946604"/>
                  </a:lnTo>
                  <a:lnTo>
                    <a:pt x="2061540" y="2946604"/>
                  </a:lnTo>
                  <a:lnTo>
                    <a:pt x="2052730" y="2946604"/>
                  </a:lnTo>
                  <a:lnTo>
                    <a:pt x="2043920" y="2946604"/>
                  </a:lnTo>
                  <a:lnTo>
                    <a:pt x="2035110" y="2946604"/>
                  </a:lnTo>
                  <a:lnTo>
                    <a:pt x="2026300" y="2946604"/>
                  </a:lnTo>
                  <a:lnTo>
                    <a:pt x="2017490" y="2946604"/>
                  </a:lnTo>
                  <a:lnTo>
                    <a:pt x="2008680" y="2946604"/>
                  </a:lnTo>
                  <a:lnTo>
                    <a:pt x="1999870" y="2946604"/>
                  </a:lnTo>
                  <a:lnTo>
                    <a:pt x="1991060" y="2946604"/>
                  </a:lnTo>
                  <a:lnTo>
                    <a:pt x="1982250" y="2946604"/>
                  </a:lnTo>
                  <a:lnTo>
                    <a:pt x="1973440" y="2946604"/>
                  </a:lnTo>
                  <a:lnTo>
                    <a:pt x="1964630" y="2946604"/>
                  </a:lnTo>
                  <a:lnTo>
                    <a:pt x="1955820" y="2946604"/>
                  </a:lnTo>
                  <a:lnTo>
                    <a:pt x="1947010" y="2946604"/>
                  </a:lnTo>
                  <a:lnTo>
                    <a:pt x="1938200" y="2946604"/>
                  </a:lnTo>
                  <a:lnTo>
                    <a:pt x="1929390" y="2946604"/>
                  </a:lnTo>
                  <a:lnTo>
                    <a:pt x="1920580" y="2946604"/>
                  </a:lnTo>
                  <a:lnTo>
                    <a:pt x="1911770" y="2946604"/>
                  </a:lnTo>
                  <a:lnTo>
                    <a:pt x="1902960" y="2946604"/>
                  </a:lnTo>
                  <a:lnTo>
                    <a:pt x="1894150" y="2946604"/>
                  </a:lnTo>
                  <a:lnTo>
                    <a:pt x="1885340" y="2946604"/>
                  </a:lnTo>
                  <a:lnTo>
                    <a:pt x="1876530" y="2946604"/>
                  </a:lnTo>
                  <a:lnTo>
                    <a:pt x="1867720" y="2946604"/>
                  </a:lnTo>
                  <a:lnTo>
                    <a:pt x="1858910" y="2946604"/>
                  </a:lnTo>
                  <a:lnTo>
                    <a:pt x="1850100" y="2946604"/>
                  </a:lnTo>
                  <a:lnTo>
                    <a:pt x="1841290" y="2946604"/>
                  </a:lnTo>
                  <a:lnTo>
                    <a:pt x="1832480" y="2946604"/>
                  </a:lnTo>
                  <a:lnTo>
                    <a:pt x="1823670" y="2946604"/>
                  </a:lnTo>
                  <a:lnTo>
                    <a:pt x="1814860" y="2946604"/>
                  </a:lnTo>
                  <a:lnTo>
                    <a:pt x="1806050" y="2946604"/>
                  </a:lnTo>
                  <a:lnTo>
                    <a:pt x="1797240" y="2946604"/>
                  </a:lnTo>
                  <a:lnTo>
                    <a:pt x="1788430" y="2946604"/>
                  </a:lnTo>
                  <a:lnTo>
                    <a:pt x="1779620" y="2946604"/>
                  </a:lnTo>
                  <a:lnTo>
                    <a:pt x="1770810" y="2946604"/>
                  </a:lnTo>
                  <a:lnTo>
                    <a:pt x="1762000" y="2946604"/>
                  </a:lnTo>
                  <a:lnTo>
                    <a:pt x="1753190" y="2946604"/>
                  </a:lnTo>
                  <a:lnTo>
                    <a:pt x="1744380" y="2946604"/>
                  </a:lnTo>
                  <a:lnTo>
                    <a:pt x="1735570" y="2946604"/>
                  </a:lnTo>
                  <a:lnTo>
                    <a:pt x="1726760" y="2946604"/>
                  </a:lnTo>
                  <a:lnTo>
                    <a:pt x="1717950" y="2946604"/>
                  </a:lnTo>
                  <a:lnTo>
                    <a:pt x="1709140" y="2946604"/>
                  </a:lnTo>
                  <a:lnTo>
                    <a:pt x="1700330" y="2946604"/>
                  </a:lnTo>
                  <a:lnTo>
                    <a:pt x="1691520" y="2946604"/>
                  </a:lnTo>
                  <a:lnTo>
                    <a:pt x="1682710" y="2946604"/>
                  </a:lnTo>
                  <a:lnTo>
                    <a:pt x="1673900" y="2946604"/>
                  </a:lnTo>
                  <a:lnTo>
                    <a:pt x="1665090" y="2946604"/>
                  </a:lnTo>
                  <a:lnTo>
                    <a:pt x="1656280" y="2946604"/>
                  </a:lnTo>
                  <a:lnTo>
                    <a:pt x="1647470" y="2946604"/>
                  </a:lnTo>
                  <a:lnTo>
                    <a:pt x="1638660" y="2946604"/>
                  </a:lnTo>
                  <a:lnTo>
                    <a:pt x="1629850" y="2946604"/>
                  </a:lnTo>
                  <a:lnTo>
                    <a:pt x="1621040" y="2946604"/>
                  </a:lnTo>
                  <a:lnTo>
                    <a:pt x="1612230" y="2946604"/>
                  </a:lnTo>
                  <a:lnTo>
                    <a:pt x="1603420" y="2946604"/>
                  </a:lnTo>
                  <a:lnTo>
                    <a:pt x="1594610" y="2946604"/>
                  </a:lnTo>
                  <a:lnTo>
                    <a:pt x="1585800" y="2946604"/>
                  </a:lnTo>
                  <a:lnTo>
                    <a:pt x="1576990" y="2946604"/>
                  </a:lnTo>
                  <a:lnTo>
                    <a:pt x="1568180" y="2946604"/>
                  </a:lnTo>
                  <a:lnTo>
                    <a:pt x="1559370" y="2946604"/>
                  </a:lnTo>
                  <a:lnTo>
                    <a:pt x="1550560" y="2946604"/>
                  </a:lnTo>
                  <a:lnTo>
                    <a:pt x="1541750" y="2946604"/>
                  </a:lnTo>
                  <a:lnTo>
                    <a:pt x="1532940" y="2946604"/>
                  </a:lnTo>
                  <a:lnTo>
                    <a:pt x="1524130" y="2946604"/>
                  </a:lnTo>
                  <a:lnTo>
                    <a:pt x="1515320" y="2946604"/>
                  </a:lnTo>
                  <a:lnTo>
                    <a:pt x="1506510" y="2946604"/>
                  </a:lnTo>
                  <a:lnTo>
                    <a:pt x="1497700" y="2946604"/>
                  </a:lnTo>
                  <a:lnTo>
                    <a:pt x="1488890" y="2946604"/>
                  </a:lnTo>
                  <a:lnTo>
                    <a:pt x="1480080" y="2946604"/>
                  </a:lnTo>
                  <a:lnTo>
                    <a:pt x="1471270" y="2946604"/>
                  </a:lnTo>
                  <a:lnTo>
                    <a:pt x="1462460" y="2946604"/>
                  </a:lnTo>
                  <a:lnTo>
                    <a:pt x="1453650" y="2946604"/>
                  </a:lnTo>
                  <a:lnTo>
                    <a:pt x="1444840" y="2946604"/>
                  </a:lnTo>
                  <a:lnTo>
                    <a:pt x="1436030" y="2946604"/>
                  </a:lnTo>
                  <a:lnTo>
                    <a:pt x="1427220" y="2946604"/>
                  </a:lnTo>
                  <a:lnTo>
                    <a:pt x="1418410" y="2946604"/>
                  </a:lnTo>
                  <a:lnTo>
                    <a:pt x="1409600" y="2946604"/>
                  </a:lnTo>
                  <a:lnTo>
                    <a:pt x="1400790" y="2946604"/>
                  </a:lnTo>
                  <a:lnTo>
                    <a:pt x="1391980" y="2946604"/>
                  </a:lnTo>
                  <a:lnTo>
                    <a:pt x="1383170" y="2946604"/>
                  </a:lnTo>
                  <a:lnTo>
                    <a:pt x="1374360" y="2946604"/>
                  </a:lnTo>
                  <a:lnTo>
                    <a:pt x="1365550" y="2946604"/>
                  </a:lnTo>
                  <a:lnTo>
                    <a:pt x="1356740" y="2946604"/>
                  </a:lnTo>
                  <a:lnTo>
                    <a:pt x="1347930" y="2946604"/>
                  </a:lnTo>
                  <a:lnTo>
                    <a:pt x="1339120" y="2946604"/>
                  </a:lnTo>
                  <a:lnTo>
                    <a:pt x="1330310" y="2946604"/>
                  </a:lnTo>
                  <a:lnTo>
                    <a:pt x="1321500" y="2946604"/>
                  </a:lnTo>
                  <a:lnTo>
                    <a:pt x="1312690" y="2946604"/>
                  </a:lnTo>
                  <a:lnTo>
                    <a:pt x="1303880" y="2946604"/>
                  </a:lnTo>
                  <a:lnTo>
                    <a:pt x="1295070" y="2946604"/>
                  </a:lnTo>
                  <a:lnTo>
                    <a:pt x="1286260" y="2946604"/>
                  </a:lnTo>
                  <a:lnTo>
                    <a:pt x="1277450" y="2946604"/>
                  </a:lnTo>
                  <a:lnTo>
                    <a:pt x="1268640" y="2946604"/>
                  </a:lnTo>
                  <a:lnTo>
                    <a:pt x="1259830" y="2946604"/>
                  </a:lnTo>
                  <a:lnTo>
                    <a:pt x="1251020" y="2946604"/>
                  </a:lnTo>
                  <a:lnTo>
                    <a:pt x="1242210" y="2946604"/>
                  </a:lnTo>
                  <a:lnTo>
                    <a:pt x="1233400" y="2946604"/>
                  </a:lnTo>
                  <a:lnTo>
                    <a:pt x="1224590" y="2946604"/>
                  </a:lnTo>
                  <a:lnTo>
                    <a:pt x="1215780" y="2946604"/>
                  </a:lnTo>
                  <a:lnTo>
                    <a:pt x="1206970" y="2946604"/>
                  </a:lnTo>
                  <a:lnTo>
                    <a:pt x="1198160" y="2946604"/>
                  </a:lnTo>
                  <a:lnTo>
                    <a:pt x="1189350" y="2946604"/>
                  </a:lnTo>
                  <a:lnTo>
                    <a:pt x="1180540" y="2946604"/>
                  </a:lnTo>
                  <a:lnTo>
                    <a:pt x="1171730" y="2946604"/>
                  </a:lnTo>
                  <a:lnTo>
                    <a:pt x="1162920" y="2946604"/>
                  </a:lnTo>
                  <a:lnTo>
                    <a:pt x="1154110" y="2946604"/>
                  </a:lnTo>
                  <a:lnTo>
                    <a:pt x="1145300" y="2946604"/>
                  </a:lnTo>
                  <a:lnTo>
                    <a:pt x="1136490" y="2946604"/>
                  </a:lnTo>
                  <a:lnTo>
                    <a:pt x="1127680" y="2946604"/>
                  </a:lnTo>
                  <a:lnTo>
                    <a:pt x="1118870" y="2946604"/>
                  </a:lnTo>
                  <a:lnTo>
                    <a:pt x="1110060" y="2946604"/>
                  </a:lnTo>
                  <a:lnTo>
                    <a:pt x="1101250" y="2946604"/>
                  </a:lnTo>
                  <a:lnTo>
                    <a:pt x="1092440" y="2946604"/>
                  </a:lnTo>
                  <a:lnTo>
                    <a:pt x="1083630" y="2946604"/>
                  </a:lnTo>
                  <a:lnTo>
                    <a:pt x="1074820" y="2946604"/>
                  </a:lnTo>
                  <a:lnTo>
                    <a:pt x="1066010" y="2946604"/>
                  </a:lnTo>
                  <a:lnTo>
                    <a:pt x="1057200" y="2946604"/>
                  </a:lnTo>
                  <a:lnTo>
                    <a:pt x="1048390" y="2946604"/>
                  </a:lnTo>
                  <a:lnTo>
                    <a:pt x="1039580" y="2946604"/>
                  </a:lnTo>
                  <a:lnTo>
                    <a:pt x="1030770" y="2946604"/>
                  </a:lnTo>
                  <a:lnTo>
                    <a:pt x="1021960" y="2946604"/>
                  </a:lnTo>
                  <a:lnTo>
                    <a:pt x="1013150" y="2946604"/>
                  </a:lnTo>
                  <a:lnTo>
                    <a:pt x="1004340" y="2946604"/>
                  </a:lnTo>
                  <a:lnTo>
                    <a:pt x="995530" y="2946604"/>
                  </a:lnTo>
                  <a:lnTo>
                    <a:pt x="986720" y="2946604"/>
                  </a:lnTo>
                  <a:lnTo>
                    <a:pt x="977910" y="2946604"/>
                  </a:lnTo>
                  <a:lnTo>
                    <a:pt x="969100" y="2946604"/>
                  </a:lnTo>
                  <a:lnTo>
                    <a:pt x="960290" y="2946604"/>
                  </a:lnTo>
                  <a:lnTo>
                    <a:pt x="951480" y="2946604"/>
                  </a:lnTo>
                  <a:lnTo>
                    <a:pt x="942670" y="2946604"/>
                  </a:lnTo>
                  <a:lnTo>
                    <a:pt x="933860" y="2946604"/>
                  </a:lnTo>
                  <a:lnTo>
                    <a:pt x="925050" y="2946604"/>
                  </a:lnTo>
                  <a:lnTo>
                    <a:pt x="916240" y="2946604"/>
                  </a:lnTo>
                  <a:lnTo>
                    <a:pt x="907430" y="2946604"/>
                  </a:lnTo>
                  <a:lnTo>
                    <a:pt x="898620" y="2946604"/>
                  </a:lnTo>
                  <a:lnTo>
                    <a:pt x="889810" y="2946604"/>
                  </a:lnTo>
                  <a:lnTo>
                    <a:pt x="881000" y="2946604"/>
                  </a:lnTo>
                  <a:lnTo>
                    <a:pt x="872190" y="2946604"/>
                  </a:lnTo>
                  <a:lnTo>
                    <a:pt x="863380" y="2946604"/>
                  </a:lnTo>
                  <a:lnTo>
                    <a:pt x="854570" y="2946604"/>
                  </a:lnTo>
                  <a:lnTo>
                    <a:pt x="845760" y="2946604"/>
                  </a:lnTo>
                  <a:lnTo>
                    <a:pt x="836950" y="2946604"/>
                  </a:lnTo>
                  <a:lnTo>
                    <a:pt x="828140" y="2946604"/>
                  </a:lnTo>
                  <a:lnTo>
                    <a:pt x="819330" y="2946604"/>
                  </a:lnTo>
                  <a:lnTo>
                    <a:pt x="810520" y="2946604"/>
                  </a:lnTo>
                  <a:lnTo>
                    <a:pt x="801710" y="2946604"/>
                  </a:lnTo>
                  <a:lnTo>
                    <a:pt x="792900" y="2946604"/>
                  </a:lnTo>
                  <a:lnTo>
                    <a:pt x="784090" y="2946604"/>
                  </a:lnTo>
                  <a:lnTo>
                    <a:pt x="775280" y="2946604"/>
                  </a:lnTo>
                  <a:lnTo>
                    <a:pt x="766470" y="2946604"/>
                  </a:lnTo>
                  <a:lnTo>
                    <a:pt x="757660" y="2946604"/>
                  </a:lnTo>
                  <a:lnTo>
                    <a:pt x="748850" y="2946604"/>
                  </a:lnTo>
                  <a:lnTo>
                    <a:pt x="740040" y="2946604"/>
                  </a:lnTo>
                  <a:lnTo>
                    <a:pt x="731230" y="2946604"/>
                  </a:lnTo>
                  <a:lnTo>
                    <a:pt x="722420" y="2946604"/>
                  </a:lnTo>
                  <a:lnTo>
                    <a:pt x="713610" y="2946604"/>
                  </a:lnTo>
                  <a:lnTo>
                    <a:pt x="704800" y="2946604"/>
                  </a:lnTo>
                  <a:lnTo>
                    <a:pt x="695990" y="2946604"/>
                  </a:lnTo>
                  <a:lnTo>
                    <a:pt x="687180" y="2946604"/>
                  </a:lnTo>
                  <a:lnTo>
                    <a:pt x="678370" y="2946604"/>
                  </a:lnTo>
                  <a:lnTo>
                    <a:pt x="669560" y="2946604"/>
                  </a:lnTo>
                  <a:lnTo>
                    <a:pt x="660750" y="2946604"/>
                  </a:lnTo>
                  <a:lnTo>
                    <a:pt x="651940" y="2946604"/>
                  </a:lnTo>
                  <a:lnTo>
                    <a:pt x="643130" y="2946604"/>
                  </a:lnTo>
                  <a:lnTo>
                    <a:pt x="634320" y="2946604"/>
                  </a:lnTo>
                  <a:lnTo>
                    <a:pt x="625510" y="2946604"/>
                  </a:lnTo>
                  <a:lnTo>
                    <a:pt x="616700" y="2946604"/>
                  </a:lnTo>
                  <a:lnTo>
                    <a:pt x="607890" y="2946604"/>
                  </a:lnTo>
                  <a:lnTo>
                    <a:pt x="599080" y="2946604"/>
                  </a:lnTo>
                  <a:lnTo>
                    <a:pt x="590270" y="2946604"/>
                  </a:lnTo>
                  <a:lnTo>
                    <a:pt x="581460" y="2946604"/>
                  </a:lnTo>
                  <a:lnTo>
                    <a:pt x="572650" y="2946604"/>
                  </a:lnTo>
                  <a:lnTo>
                    <a:pt x="563840" y="2946604"/>
                  </a:lnTo>
                  <a:lnTo>
                    <a:pt x="555030" y="2946604"/>
                  </a:lnTo>
                  <a:lnTo>
                    <a:pt x="546220" y="2946604"/>
                  </a:lnTo>
                  <a:lnTo>
                    <a:pt x="537410" y="2946604"/>
                  </a:lnTo>
                  <a:lnTo>
                    <a:pt x="528600" y="2946604"/>
                  </a:lnTo>
                  <a:lnTo>
                    <a:pt x="519790" y="2946604"/>
                  </a:lnTo>
                  <a:lnTo>
                    <a:pt x="510980" y="2946604"/>
                  </a:lnTo>
                  <a:lnTo>
                    <a:pt x="502170" y="2946604"/>
                  </a:lnTo>
                  <a:lnTo>
                    <a:pt x="493360" y="2946604"/>
                  </a:lnTo>
                  <a:lnTo>
                    <a:pt x="484550" y="2946604"/>
                  </a:lnTo>
                  <a:lnTo>
                    <a:pt x="475740" y="2946604"/>
                  </a:lnTo>
                  <a:lnTo>
                    <a:pt x="466930" y="2946604"/>
                  </a:lnTo>
                  <a:lnTo>
                    <a:pt x="458120" y="2946604"/>
                  </a:lnTo>
                  <a:lnTo>
                    <a:pt x="449310" y="2946604"/>
                  </a:lnTo>
                  <a:lnTo>
                    <a:pt x="440500" y="2946604"/>
                  </a:lnTo>
                  <a:lnTo>
                    <a:pt x="431690" y="2946604"/>
                  </a:lnTo>
                  <a:lnTo>
                    <a:pt x="422880" y="2946604"/>
                  </a:lnTo>
                  <a:lnTo>
                    <a:pt x="414070" y="2946604"/>
                  </a:lnTo>
                  <a:lnTo>
                    <a:pt x="405260" y="2946604"/>
                  </a:lnTo>
                  <a:lnTo>
                    <a:pt x="396450" y="2946604"/>
                  </a:lnTo>
                  <a:lnTo>
                    <a:pt x="387640" y="2946604"/>
                  </a:lnTo>
                  <a:lnTo>
                    <a:pt x="378830" y="2946604"/>
                  </a:lnTo>
                  <a:lnTo>
                    <a:pt x="370020" y="2946604"/>
                  </a:lnTo>
                  <a:lnTo>
                    <a:pt x="361210" y="2946604"/>
                  </a:lnTo>
                  <a:lnTo>
                    <a:pt x="352400" y="2946604"/>
                  </a:lnTo>
                  <a:lnTo>
                    <a:pt x="343590" y="2946604"/>
                  </a:lnTo>
                  <a:lnTo>
                    <a:pt x="334780" y="2946604"/>
                  </a:lnTo>
                  <a:lnTo>
                    <a:pt x="325970" y="2946604"/>
                  </a:lnTo>
                  <a:lnTo>
                    <a:pt x="317160" y="2946604"/>
                  </a:lnTo>
                  <a:lnTo>
                    <a:pt x="308350" y="2946604"/>
                  </a:lnTo>
                  <a:lnTo>
                    <a:pt x="299540" y="2946604"/>
                  </a:lnTo>
                  <a:lnTo>
                    <a:pt x="290730" y="2946604"/>
                  </a:lnTo>
                  <a:lnTo>
                    <a:pt x="281920" y="2946604"/>
                  </a:lnTo>
                  <a:lnTo>
                    <a:pt x="273110" y="2946604"/>
                  </a:lnTo>
                  <a:lnTo>
                    <a:pt x="264300" y="2946604"/>
                  </a:lnTo>
                  <a:lnTo>
                    <a:pt x="255490" y="2946604"/>
                  </a:lnTo>
                  <a:lnTo>
                    <a:pt x="246680" y="2946604"/>
                  </a:lnTo>
                  <a:lnTo>
                    <a:pt x="237870" y="2946604"/>
                  </a:lnTo>
                  <a:lnTo>
                    <a:pt x="229060" y="2946604"/>
                  </a:lnTo>
                  <a:lnTo>
                    <a:pt x="220250" y="2946604"/>
                  </a:lnTo>
                  <a:lnTo>
                    <a:pt x="211440" y="2946604"/>
                  </a:lnTo>
                  <a:lnTo>
                    <a:pt x="202630" y="2946604"/>
                  </a:lnTo>
                  <a:lnTo>
                    <a:pt x="193820" y="2946604"/>
                  </a:lnTo>
                  <a:lnTo>
                    <a:pt x="185010" y="2946604"/>
                  </a:lnTo>
                  <a:lnTo>
                    <a:pt x="176200" y="2946604"/>
                  </a:lnTo>
                  <a:lnTo>
                    <a:pt x="167390" y="2946604"/>
                  </a:lnTo>
                  <a:lnTo>
                    <a:pt x="158580" y="2946604"/>
                  </a:lnTo>
                  <a:lnTo>
                    <a:pt x="149770" y="2946604"/>
                  </a:lnTo>
                  <a:lnTo>
                    <a:pt x="140960" y="2946604"/>
                  </a:lnTo>
                  <a:lnTo>
                    <a:pt x="132150" y="2946604"/>
                  </a:lnTo>
                  <a:lnTo>
                    <a:pt x="123340" y="2946604"/>
                  </a:lnTo>
                  <a:lnTo>
                    <a:pt x="114530" y="2946604"/>
                  </a:lnTo>
                  <a:lnTo>
                    <a:pt x="105720" y="2946604"/>
                  </a:lnTo>
                  <a:lnTo>
                    <a:pt x="96910" y="2946604"/>
                  </a:lnTo>
                  <a:lnTo>
                    <a:pt x="88100" y="2946604"/>
                  </a:lnTo>
                  <a:lnTo>
                    <a:pt x="79290" y="2946604"/>
                  </a:lnTo>
                  <a:lnTo>
                    <a:pt x="70480" y="2946604"/>
                  </a:lnTo>
                  <a:lnTo>
                    <a:pt x="61670" y="2946604"/>
                  </a:lnTo>
                  <a:lnTo>
                    <a:pt x="52860" y="2946604"/>
                  </a:lnTo>
                  <a:lnTo>
                    <a:pt x="44050" y="2946604"/>
                  </a:lnTo>
                  <a:lnTo>
                    <a:pt x="35240" y="2946604"/>
                  </a:lnTo>
                  <a:lnTo>
                    <a:pt x="26430" y="2946604"/>
                  </a:lnTo>
                  <a:lnTo>
                    <a:pt x="17620" y="2946604"/>
                  </a:lnTo>
                  <a:lnTo>
                    <a:pt x="8810" y="2946604"/>
                  </a:lnTo>
                  <a:lnTo>
                    <a:pt x="0" y="2946604"/>
                  </a:lnTo>
                  <a:close/>
                </a:path>
              </a:pathLst>
            </a:custGeom>
            <a:solidFill>
              <a:srgbClr val="E31A1C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417255" y="2501446"/>
              <a:ext cx="4501910" cy="2729695"/>
            </a:xfrm>
            <a:custGeom>
              <a:avLst/>
              <a:pathLst>
                <a:path w="4501910" h="2729695">
                  <a:moveTo>
                    <a:pt x="0" y="2729695"/>
                  </a:moveTo>
                  <a:lnTo>
                    <a:pt x="8810" y="2724430"/>
                  </a:lnTo>
                  <a:lnTo>
                    <a:pt x="17620" y="2719120"/>
                  </a:lnTo>
                  <a:lnTo>
                    <a:pt x="26430" y="2713734"/>
                  </a:lnTo>
                  <a:lnTo>
                    <a:pt x="35240" y="2708303"/>
                  </a:lnTo>
                  <a:lnTo>
                    <a:pt x="44050" y="2702821"/>
                  </a:lnTo>
                  <a:lnTo>
                    <a:pt x="52860" y="2697248"/>
                  </a:lnTo>
                  <a:lnTo>
                    <a:pt x="61670" y="2691623"/>
                  </a:lnTo>
                  <a:lnTo>
                    <a:pt x="70480" y="2685938"/>
                  </a:lnTo>
                  <a:lnTo>
                    <a:pt x="79290" y="2680144"/>
                  </a:lnTo>
                  <a:lnTo>
                    <a:pt x="88100" y="2674287"/>
                  </a:lnTo>
                  <a:lnTo>
                    <a:pt x="96910" y="2668359"/>
                  </a:lnTo>
                  <a:lnTo>
                    <a:pt x="105720" y="2662300"/>
                  </a:lnTo>
                  <a:lnTo>
                    <a:pt x="114530" y="2656165"/>
                  </a:lnTo>
                  <a:lnTo>
                    <a:pt x="123340" y="2649947"/>
                  </a:lnTo>
                  <a:lnTo>
                    <a:pt x="132150" y="2643570"/>
                  </a:lnTo>
                  <a:lnTo>
                    <a:pt x="140960" y="2637103"/>
                  </a:lnTo>
                  <a:lnTo>
                    <a:pt x="149770" y="2630540"/>
                  </a:lnTo>
                  <a:lnTo>
                    <a:pt x="158580" y="2623788"/>
                  </a:lnTo>
                  <a:lnTo>
                    <a:pt x="167390" y="2616930"/>
                  </a:lnTo>
                  <a:lnTo>
                    <a:pt x="176200" y="2609961"/>
                  </a:lnTo>
                  <a:lnTo>
                    <a:pt x="185010" y="2602771"/>
                  </a:lnTo>
                  <a:lnTo>
                    <a:pt x="193820" y="2595460"/>
                  </a:lnTo>
                  <a:lnTo>
                    <a:pt x="202630" y="2588023"/>
                  </a:lnTo>
                  <a:lnTo>
                    <a:pt x="211440" y="2580331"/>
                  </a:lnTo>
                  <a:lnTo>
                    <a:pt x="220250" y="2572502"/>
                  </a:lnTo>
                  <a:lnTo>
                    <a:pt x="229060" y="2564535"/>
                  </a:lnTo>
                  <a:lnTo>
                    <a:pt x="237870" y="2556279"/>
                  </a:lnTo>
                  <a:lnTo>
                    <a:pt x="246680" y="2547872"/>
                  </a:lnTo>
                  <a:lnTo>
                    <a:pt x="255490" y="2539311"/>
                  </a:lnTo>
                  <a:lnTo>
                    <a:pt x="264300" y="2530436"/>
                  </a:lnTo>
                  <a:lnTo>
                    <a:pt x="273110" y="2521392"/>
                  </a:lnTo>
                  <a:lnTo>
                    <a:pt x="281920" y="2512182"/>
                  </a:lnTo>
                  <a:lnTo>
                    <a:pt x="290730" y="2502637"/>
                  </a:lnTo>
                  <a:lnTo>
                    <a:pt x="299540" y="2492910"/>
                  </a:lnTo>
                  <a:lnTo>
                    <a:pt x="308350" y="2483004"/>
                  </a:lnTo>
                  <a:lnTo>
                    <a:pt x="317160" y="2472748"/>
                  </a:lnTo>
                  <a:lnTo>
                    <a:pt x="325970" y="2462297"/>
                  </a:lnTo>
                  <a:lnTo>
                    <a:pt x="334780" y="2451660"/>
                  </a:lnTo>
                  <a:lnTo>
                    <a:pt x="343590" y="2440663"/>
                  </a:lnTo>
                  <a:lnTo>
                    <a:pt x="352400" y="2429462"/>
                  </a:lnTo>
                  <a:lnTo>
                    <a:pt x="361210" y="2418070"/>
                  </a:lnTo>
                  <a:lnTo>
                    <a:pt x="370020" y="2406316"/>
                  </a:lnTo>
                  <a:lnTo>
                    <a:pt x="378830" y="2394352"/>
                  </a:lnTo>
                  <a:lnTo>
                    <a:pt x="387640" y="2382196"/>
                  </a:lnTo>
                  <a:lnTo>
                    <a:pt x="396450" y="2369682"/>
                  </a:lnTo>
                  <a:lnTo>
                    <a:pt x="405260" y="2356956"/>
                  </a:lnTo>
                  <a:lnTo>
                    <a:pt x="414070" y="2344041"/>
                  </a:lnTo>
                  <a:lnTo>
                    <a:pt x="422880" y="2330778"/>
                  </a:lnTo>
                  <a:lnTo>
                    <a:pt x="431690" y="2317307"/>
                  </a:lnTo>
                  <a:lnTo>
                    <a:pt x="440500" y="2303651"/>
                  </a:lnTo>
                  <a:lnTo>
                    <a:pt x="449310" y="2289666"/>
                  </a:lnTo>
                  <a:lnTo>
                    <a:pt x="458120" y="2275478"/>
                  </a:lnTo>
                  <a:lnTo>
                    <a:pt x="466930" y="2261116"/>
                  </a:lnTo>
                  <a:lnTo>
                    <a:pt x="475740" y="2246446"/>
                  </a:lnTo>
                  <a:lnTo>
                    <a:pt x="484550" y="2231585"/>
                  </a:lnTo>
                  <a:lnTo>
                    <a:pt x="493360" y="2216561"/>
                  </a:lnTo>
                  <a:lnTo>
                    <a:pt x="502170" y="2201256"/>
                  </a:lnTo>
                  <a:lnTo>
                    <a:pt x="510980" y="2185773"/>
                  </a:lnTo>
                  <a:lnTo>
                    <a:pt x="519790" y="2170142"/>
                  </a:lnTo>
                  <a:lnTo>
                    <a:pt x="528600" y="2154261"/>
                  </a:lnTo>
                  <a:lnTo>
                    <a:pt x="537410" y="2138218"/>
                  </a:lnTo>
                  <a:lnTo>
                    <a:pt x="546220" y="2122044"/>
                  </a:lnTo>
                  <a:lnTo>
                    <a:pt x="555030" y="2105650"/>
                  </a:lnTo>
                  <a:lnTo>
                    <a:pt x="563840" y="2089114"/>
                  </a:lnTo>
                  <a:lnTo>
                    <a:pt x="572650" y="2072464"/>
                  </a:lnTo>
                  <a:lnTo>
                    <a:pt x="581460" y="2055628"/>
                  </a:lnTo>
                  <a:lnTo>
                    <a:pt x="590270" y="2038668"/>
                  </a:lnTo>
                  <a:lnTo>
                    <a:pt x="599080" y="2021612"/>
                  </a:lnTo>
                  <a:lnTo>
                    <a:pt x="607890" y="2004402"/>
                  </a:lnTo>
                  <a:lnTo>
                    <a:pt x="616700" y="1987090"/>
                  </a:lnTo>
                  <a:lnTo>
                    <a:pt x="625510" y="1969698"/>
                  </a:lnTo>
                  <a:lnTo>
                    <a:pt x="634320" y="1952183"/>
                  </a:lnTo>
                  <a:lnTo>
                    <a:pt x="643130" y="1934585"/>
                  </a:lnTo>
                  <a:lnTo>
                    <a:pt x="651940" y="1916925"/>
                  </a:lnTo>
                  <a:lnTo>
                    <a:pt x="660750" y="1899169"/>
                  </a:lnTo>
                  <a:lnTo>
                    <a:pt x="669560" y="1881349"/>
                  </a:lnTo>
                  <a:lnTo>
                    <a:pt x="678370" y="1863482"/>
                  </a:lnTo>
                  <a:lnTo>
                    <a:pt x="687180" y="1845545"/>
                  </a:lnTo>
                  <a:lnTo>
                    <a:pt x="695990" y="1827561"/>
                  </a:lnTo>
                  <a:lnTo>
                    <a:pt x="704800" y="1809543"/>
                  </a:lnTo>
                  <a:lnTo>
                    <a:pt x="713610" y="1791477"/>
                  </a:lnTo>
                  <a:lnTo>
                    <a:pt x="722420" y="1773378"/>
                  </a:lnTo>
                  <a:lnTo>
                    <a:pt x="731230" y="1755257"/>
                  </a:lnTo>
                  <a:lnTo>
                    <a:pt x="740040" y="1737105"/>
                  </a:lnTo>
                  <a:lnTo>
                    <a:pt x="748850" y="1718933"/>
                  </a:lnTo>
                  <a:lnTo>
                    <a:pt x="757660" y="1700747"/>
                  </a:lnTo>
                  <a:lnTo>
                    <a:pt x="766470" y="1682545"/>
                  </a:lnTo>
                  <a:lnTo>
                    <a:pt x="775280" y="1664332"/>
                  </a:lnTo>
                  <a:lnTo>
                    <a:pt x="784090" y="1646113"/>
                  </a:lnTo>
                  <a:lnTo>
                    <a:pt x="792900" y="1627887"/>
                  </a:lnTo>
                  <a:lnTo>
                    <a:pt x="801710" y="1609658"/>
                  </a:lnTo>
                  <a:lnTo>
                    <a:pt x="810520" y="1591427"/>
                  </a:lnTo>
                  <a:lnTo>
                    <a:pt x="819330" y="1573196"/>
                  </a:lnTo>
                  <a:lnTo>
                    <a:pt x="828140" y="1554966"/>
                  </a:lnTo>
                  <a:lnTo>
                    <a:pt x="836950" y="1536737"/>
                  </a:lnTo>
                  <a:lnTo>
                    <a:pt x="845760" y="1518511"/>
                  </a:lnTo>
                  <a:lnTo>
                    <a:pt x="854570" y="1500288"/>
                  </a:lnTo>
                  <a:lnTo>
                    <a:pt x="863380" y="1482068"/>
                  </a:lnTo>
                  <a:lnTo>
                    <a:pt x="872190" y="1463851"/>
                  </a:lnTo>
                  <a:lnTo>
                    <a:pt x="881000" y="1445638"/>
                  </a:lnTo>
                  <a:lnTo>
                    <a:pt x="889810" y="1427428"/>
                  </a:lnTo>
                  <a:lnTo>
                    <a:pt x="898620" y="1409219"/>
                  </a:lnTo>
                  <a:lnTo>
                    <a:pt x="907430" y="1391013"/>
                  </a:lnTo>
                  <a:lnTo>
                    <a:pt x="916240" y="1372808"/>
                  </a:lnTo>
                  <a:lnTo>
                    <a:pt x="925050" y="1354603"/>
                  </a:lnTo>
                  <a:lnTo>
                    <a:pt x="933860" y="1336397"/>
                  </a:lnTo>
                  <a:lnTo>
                    <a:pt x="942670" y="1318190"/>
                  </a:lnTo>
                  <a:lnTo>
                    <a:pt x="951480" y="1299980"/>
                  </a:lnTo>
                  <a:lnTo>
                    <a:pt x="960290" y="1281766"/>
                  </a:lnTo>
                  <a:lnTo>
                    <a:pt x="969100" y="1263549"/>
                  </a:lnTo>
                  <a:lnTo>
                    <a:pt x="977910" y="1245327"/>
                  </a:lnTo>
                  <a:lnTo>
                    <a:pt x="986720" y="1227096"/>
                  </a:lnTo>
                  <a:lnTo>
                    <a:pt x="995530" y="1208861"/>
                  </a:lnTo>
                  <a:lnTo>
                    <a:pt x="1004340" y="1190617"/>
                  </a:lnTo>
                  <a:lnTo>
                    <a:pt x="1013150" y="1172364"/>
                  </a:lnTo>
                  <a:lnTo>
                    <a:pt x="1021960" y="1154104"/>
                  </a:lnTo>
                  <a:lnTo>
                    <a:pt x="1030770" y="1135834"/>
                  </a:lnTo>
                  <a:lnTo>
                    <a:pt x="1039580" y="1117553"/>
                  </a:lnTo>
                  <a:lnTo>
                    <a:pt x="1048390" y="1099265"/>
                  </a:lnTo>
                  <a:lnTo>
                    <a:pt x="1057200" y="1080968"/>
                  </a:lnTo>
                  <a:lnTo>
                    <a:pt x="1066010" y="1062662"/>
                  </a:lnTo>
                  <a:lnTo>
                    <a:pt x="1074820" y="1044349"/>
                  </a:lnTo>
                  <a:lnTo>
                    <a:pt x="1083630" y="1026029"/>
                  </a:lnTo>
                  <a:lnTo>
                    <a:pt x="1092440" y="1007704"/>
                  </a:lnTo>
                  <a:lnTo>
                    <a:pt x="1101250" y="989376"/>
                  </a:lnTo>
                  <a:lnTo>
                    <a:pt x="1110060" y="971046"/>
                  </a:lnTo>
                  <a:lnTo>
                    <a:pt x="1118870" y="952718"/>
                  </a:lnTo>
                  <a:lnTo>
                    <a:pt x="1127680" y="934393"/>
                  </a:lnTo>
                  <a:lnTo>
                    <a:pt x="1136490" y="916073"/>
                  </a:lnTo>
                  <a:lnTo>
                    <a:pt x="1145300" y="897767"/>
                  </a:lnTo>
                  <a:lnTo>
                    <a:pt x="1154110" y="879471"/>
                  </a:lnTo>
                  <a:lnTo>
                    <a:pt x="1162920" y="861192"/>
                  </a:lnTo>
                  <a:lnTo>
                    <a:pt x="1171730" y="842943"/>
                  </a:lnTo>
                  <a:lnTo>
                    <a:pt x="1180540" y="824716"/>
                  </a:lnTo>
                  <a:lnTo>
                    <a:pt x="1189350" y="806519"/>
                  </a:lnTo>
                  <a:lnTo>
                    <a:pt x="1198160" y="788373"/>
                  </a:lnTo>
                  <a:lnTo>
                    <a:pt x="1206970" y="770262"/>
                  </a:lnTo>
                  <a:lnTo>
                    <a:pt x="1215780" y="752199"/>
                  </a:lnTo>
                  <a:lnTo>
                    <a:pt x="1224590" y="734213"/>
                  </a:lnTo>
                  <a:lnTo>
                    <a:pt x="1233400" y="716279"/>
                  </a:lnTo>
                  <a:lnTo>
                    <a:pt x="1242210" y="698412"/>
                  </a:lnTo>
                  <a:lnTo>
                    <a:pt x="1251020" y="680654"/>
                  </a:lnTo>
                  <a:lnTo>
                    <a:pt x="1259830" y="662966"/>
                  </a:lnTo>
                  <a:lnTo>
                    <a:pt x="1268640" y="645368"/>
                  </a:lnTo>
                  <a:lnTo>
                    <a:pt x="1277450" y="627914"/>
                  </a:lnTo>
                  <a:lnTo>
                    <a:pt x="1286260" y="610552"/>
                  </a:lnTo>
                  <a:lnTo>
                    <a:pt x="1295070" y="593303"/>
                  </a:lnTo>
                  <a:lnTo>
                    <a:pt x="1303880" y="576239"/>
                  </a:lnTo>
                  <a:lnTo>
                    <a:pt x="1312690" y="559289"/>
                  </a:lnTo>
                  <a:lnTo>
                    <a:pt x="1321500" y="542477"/>
                  </a:lnTo>
                  <a:lnTo>
                    <a:pt x="1330310" y="525893"/>
                  </a:lnTo>
                  <a:lnTo>
                    <a:pt x="1339120" y="509446"/>
                  </a:lnTo>
                  <a:lnTo>
                    <a:pt x="1347930" y="493162"/>
                  </a:lnTo>
                  <a:lnTo>
                    <a:pt x="1356740" y="477151"/>
                  </a:lnTo>
                  <a:lnTo>
                    <a:pt x="1365550" y="461301"/>
                  </a:lnTo>
                  <a:lnTo>
                    <a:pt x="1374360" y="445638"/>
                  </a:lnTo>
                  <a:lnTo>
                    <a:pt x="1383170" y="430292"/>
                  </a:lnTo>
                  <a:lnTo>
                    <a:pt x="1391980" y="415130"/>
                  </a:lnTo>
                  <a:lnTo>
                    <a:pt x="1400790" y="400177"/>
                  </a:lnTo>
                  <a:lnTo>
                    <a:pt x="1409600" y="385586"/>
                  </a:lnTo>
                  <a:lnTo>
                    <a:pt x="1418410" y="371199"/>
                  </a:lnTo>
                  <a:lnTo>
                    <a:pt x="1427220" y="357041"/>
                  </a:lnTo>
                  <a:lnTo>
                    <a:pt x="1436030" y="343285"/>
                  </a:lnTo>
                  <a:lnTo>
                    <a:pt x="1444840" y="329752"/>
                  </a:lnTo>
                  <a:lnTo>
                    <a:pt x="1453650" y="316464"/>
                  </a:lnTo>
                  <a:lnTo>
                    <a:pt x="1462460" y="303613"/>
                  </a:lnTo>
                  <a:lnTo>
                    <a:pt x="1471270" y="291000"/>
                  </a:lnTo>
                  <a:lnTo>
                    <a:pt x="1480080" y="278643"/>
                  </a:lnTo>
                  <a:lnTo>
                    <a:pt x="1488890" y="266752"/>
                  </a:lnTo>
                  <a:lnTo>
                    <a:pt x="1497700" y="255111"/>
                  </a:lnTo>
                  <a:lnTo>
                    <a:pt x="1506510" y="243732"/>
                  </a:lnTo>
                  <a:lnTo>
                    <a:pt x="1515320" y="232841"/>
                  </a:lnTo>
                  <a:lnTo>
                    <a:pt x="1524130" y="222206"/>
                  </a:lnTo>
                  <a:lnTo>
                    <a:pt x="1532940" y="211834"/>
                  </a:lnTo>
                  <a:lnTo>
                    <a:pt x="1541750" y="201962"/>
                  </a:lnTo>
                  <a:lnTo>
                    <a:pt x="1550560" y="192347"/>
                  </a:lnTo>
                  <a:lnTo>
                    <a:pt x="1559370" y="182992"/>
                  </a:lnTo>
                  <a:lnTo>
                    <a:pt x="1568180" y="174139"/>
                  </a:lnTo>
                  <a:lnTo>
                    <a:pt x="1576990" y="165539"/>
                  </a:lnTo>
                  <a:lnTo>
                    <a:pt x="1585800" y="157192"/>
                  </a:lnTo>
                  <a:lnTo>
                    <a:pt x="1594610" y="149337"/>
                  </a:lnTo>
                  <a:lnTo>
                    <a:pt x="1603420" y="141727"/>
                  </a:lnTo>
                  <a:lnTo>
                    <a:pt x="1612230" y="134361"/>
                  </a:lnTo>
                  <a:lnTo>
                    <a:pt x="1621040" y="127461"/>
                  </a:lnTo>
                  <a:lnTo>
                    <a:pt x="1629850" y="120798"/>
                  </a:lnTo>
                  <a:lnTo>
                    <a:pt x="1638660" y="114365"/>
                  </a:lnTo>
                  <a:lnTo>
                    <a:pt x="1647470" y="108364"/>
                  </a:lnTo>
                  <a:lnTo>
                    <a:pt x="1656280" y="102587"/>
                  </a:lnTo>
                  <a:lnTo>
                    <a:pt x="1665090" y="97022"/>
                  </a:lnTo>
                  <a:lnTo>
                    <a:pt x="1673900" y="91849"/>
                  </a:lnTo>
                  <a:lnTo>
                    <a:pt x="1682710" y="86883"/>
                  </a:lnTo>
                  <a:lnTo>
                    <a:pt x="1691520" y="82109"/>
                  </a:lnTo>
                  <a:lnTo>
                    <a:pt x="1700330" y="77682"/>
                  </a:lnTo>
                  <a:lnTo>
                    <a:pt x="1709140" y="73441"/>
                  </a:lnTo>
                  <a:lnTo>
                    <a:pt x="1717950" y="69371"/>
                  </a:lnTo>
                  <a:lnTo>
                    <a:pt x="1726760" y="65601"/>
                  </a:lnTo>
                  <a:lnTo>
                    <a:pt x="1735570" y="61995"/>
                  </a:lnTo>
                  <a:lnTo>
                    <a:pt x="1744380" y="58535"/>
                  </a:lnTo>
                  <a:lnTo>
                    <a:pt x="1753190" y="55329"/>
                  </a:lnTo>
                  <a:lnTo>
                    <a:pt x="1762000" y="52263"/>
                  </a:lnTo>
                  <a:lnTo>
                    <a:pt x="1770810" y="49320"/>
                  </a:lnTo>
                  <a:lnTo>
                    <a:pt x="1779620" y="46586"/>
                  </a:lnTo>
                  <a:lnTo>
                    <a:pt x="1788430" y="43968"/>
                  </a:lnTo>
                  <a:lnTo>
                    <a:pt x="1797240" y="41451"/>
                  </a:lnTo>
                  <a:lnTo>
                    <a:pt x="1806050" y="39102"/>
                  </a:lnTo>
                  <a:lnTo>
                    <a:pt x="1814860" y="36848"/>
                  </a:lnTo>
                  <a:lnTo>
                    <a:pt x="1823670" y="34674"/>
                  </a:lnTo>
                  <a:lnTo>
                    <a:pt x="1832480" y="32631"/>
                  </a:lnTo>
                  <a:lnTo>
                    <a:pt x="1841290" y="30664"/>
                  </a:lnTo>
                  <a:lnTo>
                    <a:pt x="1850100" y="28761"/>
                  </a:lnTo>
                  <a:lnTo>
                    <a:pt x="1858910" y="26958"/>
                  </a:lnTo>
                  <a:lnTo>
                    <a:pt x="1867720" y="25216"/>
                  </a:lnTo>
                  <a:lnTo>
                    <a:pt x="1876530" y="23524"/>
                  </a:lnTo>
                  <a:lnTo>
                    <a:pt x="1885340" y="21910"/>
                  </a:lnTo>
                  <a:lnTo>
                    <a:pt x="1894150" y="20347"/>
                  </a:lnTo>
                  <a:lnTo>
                    <a:pt x="1902960" y="18822"/>
                  </a:lnTo>
                  <a:lnTo>
                    <a:pt x="1911770" y="17363"/>
                  </a:lnTo>
                  <a:lnTo>
                    <a:pt x="1920580" y="15948"/>
                  </a:lnTo>
                  <a:lnTo>
                    <a:pt x="1929390" y="14567"/>
                  </a:lnTo>
                  <a:lnTo>
                    <a:pt x="1938200" y="13244"/>
                  </a:lnTo>
                  <a:lnTo>
                    <a:pt x="1947010" y="11965"/>
                  </a:lnTo>
                  <a:lnTo>
                    <a:pt x="1955820" y="10721"/>
                  </a:lnTo>
                  <a:lnTo>
                    <a:pt x="1964630" y="9536"/>
                  </a:lnTo>
                  <a:lnTo>
                    <a:pt x="1973440" y="8400"/>
                  </a:lnTo>
                  <a:lnTo>
                    <a:pt x="1982250" y="7303"/>
                  </a:lnTo>
                  <a:lnTo>
                    <a:pt x="1991060" y="6275"/>
                  </a:lnTo>
                  <a:lnTo>
                    <a:pt x="1999870" y="5305"/>
                  </a:lnTo>
                  <a:lnTo>
                    <a:pt x="2008680" y="4383"/>
                  </a:lnTo>
                  <a:lnTo>
                    <a:pt x="2017490" y="3546"/>
                  </a:lnTo>
                  <a:lnTo>
                    <a:pt x="2026300" y="2784"/>
                  </a:lnTo>
                  <a:lnTo>
                    <a:pt x="2035110" y="2081"/>
                  </a:lnTo>
                  <a:lnTo>
                    <a:pt x="2043920" y="1483"/>
                  </a:lnTo>
                  <a:lnTo>
                    <a:pt x="2052730" y="981"/>
                  </a:lnTo>
                  <a:lnTo>
                    <a:pt x="2061540" y="554"/>
                  </a:lnTo>
                  <a:lnTo>
                    <a:pt x="2070350" y="258"/>
                  </a:lnTo>
                  <a:lnTo>
                    <a:pt x="2079160" y="82"/>
                  </a:lnTo>
                  <a:lnTo>
                    <a:pt x="2087970" y="0"/>
                  </a:lnTo>
                  <a:lnTo>
                    <a:pt x="2096780" y="75"/>
                  </a:lnTo>
                  <a:lnTo>
                    <a:pt x="2105590" y="300"/>
                  </a:lnTo>
                  <a:lnTo>
                    <a:pt x="2114400" y="637"/>
                  </a:lnTo>
                  <a:lnTo>
                    <a:pt x="2123210" y="1163"/>
                  </a:lnTo>
                  <a:lnTo>
                    <a:pt x="2132020" y="1868"/>
                  </a:lnTo>
                  <a:lnTo>
                    <a:pt x="2140830" y="2707"/>
                  </a:lnTo>
                  <a:lnTo>
                    <a:pt x="2149640" y="3764"/>
                  </a:lnTo>
                  <a:lnTo>
                    <a:pt x="2158450" y="5033"/>
                  </a:lnTo>
                  <a:lnTo>
                    <a:pt x="2167260" y="6457"/>
                  </a:lnTo>
                  <a:lnTo>
                    <a:pt x="2176070" y="8129"/>
                  </a:lnTo>
                  <a:lnTo>
                    <a:pt x="2184880" y="10046"/>
                  </a:lnTo>
                  <a:lnTo>
                    <a:pt x="2193690" y="12138"/>
                  </a:lnTo>
                  <a:lnTo>
                    <a:pt x="2202500" y="14506"/>
                  </a:lnTo>
                  <a:lnTo>
                    <a:pt x="2211310" y="17152"/>
                  </a:lnTo>
                  <a:lnTo>
                    <a:pt x="2220120" y="19993"/>
                  </a:lnTo>
                  <a:lnTo>
                    <a:pt x="2228930" y="23137"/>
                  </a:lnTo>
                  <a:lnTo>
                    <a:pt x="2237740" y="26589"/>
                  </a:lnTo>
                  <a:lnTo>
                    <a:pt x="2246550" y="30255"/>
                  </a:lnTo>
                  <a:lnTo>
                    <a:pt x="2255360" y="34246"/>
                  </a:lnTo>
                  <a:lnTo>
                    <a:pt x="2264170" y="38576"/>
                  </a:lnTo>
                  <a:lnTo>
                    <a:pt x="2272980" y="43136"/>
                  </a:lnTo>
                  <a:lnTo>
                    <a:pt x="2281790" y="48040"/>
                  </a:lnTo>
                  <a:lnTo>
                    <a:pt x="2290600" y="53310"/>
                  </a:lnTo>
                  <a:lnTo>
                    <a:pt x="2299410" y="58825"/>
                  </a:lnTo>
                  <a:lnTo>
                    <a:pt x="2308220" y="64701"/>
                  </a:lnTo>
                  <a:lnTo>
                    <a:pt x="2317030" y="70965"/>
                  </a:lnTo>
                  <a:lnTo>
                    <a:pt x="2325840" y="77487"/>
                  </a:lnTo>
                  <a:lnTo>
                    <a:pt x="2334650" y="84381"/>
                  </a:lnTo>
                  <a:lnTo>
                    <a:pt x="2343460" y="91685"/>
                  </a:lnTo>
                  <a:lnTo>
                    <a:pt x="2352270" y="99255"/>
                  </a:lnTo>
                  <a:lnTo>
                    <a:pt x="2361080" y="107205"/>
                  </a:lnTo>
                  <a:lnTo>
                    <a:pt x="2369890" y="115581"/>
                  </a:lnTo>
                  <a:lnTo>
                    <a:pt x="2378700" y="124232"/>
                  </a:lnTo>
                  <a:lnTo>
                    <a:pt x="2387510" y="133264"/>
                  </a:lnTo>
                  <a:lnTo>
                    <a:pt x="2396320" y="142736"/>
                  </a:lnTo>
                  <a:lnTo>
                    <a:pt x="2405130" y="152486"/>
                  </a:lnTo>
                  <a:lnTo>
                    <a:pt x="2413940" y="162617"/>
                  </a:lnTo>
                  <a:lnTo>
                    <a:pt x="2422750" y="173195"/>
                  </a:lnTo>
                  <a:lnTo>
                    <a:pt x="2431560" y="184051"/>
                  </a:lnTo>
                  <a:lnTo>
                    <a:pt x="2440370" y="195284"/>
                  </a:lnTo>
                  <a:lnTo>
                    <a:pt x="2449180" y="206967"/>
                  </a:lnTo>
                  <a:lnTo>
                    <a:pt x="2457990" y="218926"/>
                  </a:lnTo>
                  <a:lnTo>
                    <a:pt x="2466800" y="231252"/>
                  </a:lnTo>
                  <a:lnTo>
                    <a:pt x="2475610" y="244026"/>
                  </a:lnTo>
                  <a:lnTo>
                    <a:pt x="2484420" y="257069"/>
                  </a:lnTo>
                  <a:lnTo>
                    <a:pt x="2493230" y="270467"/>
                  </a:lnTo>
                  <a:lnTo>
                    <a:pt x="2502040" y="284304"/>
                  </a:lnTo>
                  <a:lnTo>
                    <a:pt x="2510850" y="298401"/>
                  </a:lnTo>
                  <a:lnTo>
                    <a:pt x="2519660" y="312834"/>
                  </a:lnTo>
                  <a:lnTo>
                    <a:pt x="2528470" y="327693"/>
                  </a:lnTo>
                  <a:lnTo>
                    <a:pt x="2537280" y="342799"/>
                  </a:lnTo>
                  <a:lnTo>
                    <a:pt x="2546090" y="358219"/>
                  </a:lnTo>
                  <a:lnTo>
                    <a:pt x="2554900" y="374042"/>
                  </a:lnTo>
                  <a:lnTo>
                    <a:pt x="2563710" y="390096"/>
                  </a:lnTo>
                  <a:lnTo>
                    <a:pt x="2572520" y="406437"/>
                  </a:lnTo>
                  <a:lnTo>
                    <a:pt x="2581330" y="423153"/>
                  </a:lnTo>
                  <a:lnTo>
                    <a:pt x="2590140" y="440079"/>
                  </a:lnTo>
                  <a:lnTo>
                    <a:pt x="2598950" y="457261"/>
                  </a:lnTo>
                  <a:lnTo>
                    <a:pt x="2607760" y="474781"/>
                  </a:lnTo>
                  <a:lnTo>
                    <a:pt x="2616570" y="492486"/>
                  </a:lnTo>
                  <a:lnTo>
                    <a:pt x="2625380" y="510411"/>
                  </a:lnTo>
                  <a:lnTo>
                    <a:pt x="2634190" y="528630"/>
                  </a:lnTo>
                  <a:lnTo>
                    <a:pt x="2643000" y="547003"/>
                  </a:lnTo>
                  <a:lnTo>
                    <a:pt x="2651810" y="565558"/>
                  </a:lnTo>
                  <a:lnTo>
                    <a:pt x="2660620" y="584353"/>
                  </a:lnTo>
                  <a:lnTo>
                    <a:pt x="2669430" y="603268"/>
                  </a:lnTo>
                  <a:lnTo>
                    <a:pt x="2678240" y="622322"/>
                  </a:lnTo>
                  <a:lnTo>
                    <a:pt x="2687050" y="641552"/>
                  </a:lnTo>
                  <a:lnTo>
                    <a:pt x="2695860" y="660866"/>
                  </a:lnTo>
                  <a:lnTo>
                    <a:pt x="2704670" y="680271"/>
                  </a:lnTo>
                  <a:lnTo>
                    <a:pt x="2713480" y="699782"/>
                  </a:lnTo>
                  <a:lnTo>
                    <a:pt x="2722290" y="719333"/>
                  </a:lnTo>
                  <a:lnTo>
                    <a:pt x="2731100" y="738926"/>
                  </a:lnTo>
                  <a:lnTo>
                    <a:pt x="2739910" y="758545"/>
                  </a:lnTo>
                  <a:lnTo>
                    <a:pt x="2748720" y="778158"/>
                  </a:lnTo>
                  <a:lnTo>
                    <a:pt x="2757530" y="797762"/>
                  </a:lnTo>
                  <a:lnTo>
                    <a:pt x="2766340" y="817304"/>
                  </a:lnTo>
                  <a:lnTo>
                    <a:pt x="2775150" y="836792"/>
                  </a:lnTo>
                  <a:lnTo>
                    <a:pt x="2783960" y="856216"/>
                  </a:lnTo>
                  <a:lnTo>
                    <a:pt x="2792770" y="875484"/>
                  </a:lnTo>
                  <a:lnTo>
                    <a:pt x="2801580" y="894647"/>
                  </a:lnTo>
                  <a:lnTo>
                    <a:pt x="2810390" y="913693"/>
                  </a:lnTo>
                  <a:lnTo>
                    <a:pt x="2819200" y="932483"/>
                  </a:lnTo>
                  <a:lnTo>
                    <a:pt x="2828010" y="951115"/>
                  </a:lnTo>
                  <a:lnTo>
                    <a:pt x="2836820" y="969576"/>
                  </a:lnTo>
                  <a:lnTo>
                    <a:pt x="2845630" y="987680"/>
                  </a:lnTo>
                  <a:lnTo>
                    <a:pt x="2854440" y="1005571"/>
                  </a:lnTo>
                  <a:lnTo>
                    <a:pt x="2863250" y="1023241"/>
                  </a:lnTo>
                  <a:lnTo>
                    <a:pt x="2872060" y="1040448"/>
                  </a:lnTo>
                  <a:lnTo>
                    <a:pt x="2880870" y="1057392"/>
                  </a:lnTo>
                  <a:lnTo>
                    <a:pt x="2889680" y="1074066"/>
                  </a:lnTo>
                  <a:lnTo>
                    <a:pt x="2898490" y="1090174"/>
                  </a:lnTo>
                  <a:lnTo>
                    <a:pt x="2907300" y="1105969"/>
                  </a:lnTo>
                  <a:lnTo>
                    <a:pt x="2916110" y="1121450"/>
                  </a:lnTo>
                  <a:lnTo>
                    <a:pt x="2924920" y="1136266"/>
                  </a:lnTo>
                  <a:lnTo>
                    <a:pt x="2933730" y="1150724"/>
                  </a:lnTo>
                  <a:lnTo>
                    <a:pt x="2942540" y="1164824"/>
                  </a:lnTo>
                  <a:lnTo>
                    <a:pt x="2951350" y="1178179"/>
                  </a:lnTo>
                  <a:lnTo>
                    <a:pt x="2960160" y="1191130"/>
                  </a:lnTo>
                  <a:lnTo>
                    <a:pt x="2968970" y="1203682"/>
                  </a:lnTo>
                  <a:lnTo>
                    <a:pt x="2977780" y="1215427"/>
                  </a:lnTo>
                  <a:lnTo>
                    <a:pt x="2986590" y="1226726"/>
                  </a:lnTo>
                  <a:lnTo>
                    <a:pt x="2995400" y="1237595"/>
                  </a:lnTo>
                  <a:lnTo>
                    <a:pt x="3004210" y="1247608"/>
                  </a:lnTo>
                  <a:lnTo>
                    <a:pt x="3013020" y="1257142"/>
                  </a:lnTo>
                  <a:lnTo>
                    <a:pt x="3021830" y="1266221"/>
                  </a:lnTo>
                  <a:lnTo>
                    <a:pt x="3030640" y="1274417"/>
                  </a:lnTo>
                  <a:lnTo>
                    <a:pt x="3039450" y="1282110"/>
                  </a:lnTo>
                  <a:lnTo>
                    <a:pt x="3048260" y="1289334"/>
                  </a:lnTo>
                  <a:lnTo>
                    <a:pt x="3057070" y="1295668"/>
                  </a:lnTo>
                  <a:lnTo>
                    <a:pt x="3065880" y="1301486"/>
                  </a:lnTo>
                  <a:lnTo>
                    <a:pt x="3074690" y="1306832"/>
                  </a:lnTo>
                  <a:lnTo>
                    <a:pt x="3083500" y="1311303"/>
                  </a:lnTo>
                  <a:lnTo>
                    <a:pt x="3092310" y="1315259"/>
                  </a:lnTo>
                  <a:lnTo>
                    <a:pt x="3101120" y="1318754"/>
                  </a:lnTo>
                  <a:lnTo>
                    <a:pt x="3109930" y="1321411"/>
                  </a:lnTo>
                  <a:lnTo>
                    <a:pt x="3118740" y="1323570"/>
                  </a:lnTo>
                  <a:lnTo>
                    <a:pt x="3127550" y="1325290"/>
                  </a:lnTo>
                  <a:lnTo>
                    <a:pt x="3136360" y="1326234"/>
                  </a:lnTo>
                  <a:lnTo>
                    <a:pt x="3145170" y="1326711"/>
                  </a:lnTo>
                  <a:lnTo>
                    <a:pt x="3153980" y="1326786"/>
                  </a:lnTo>
                  <a:lnTo>
                    <a:pt x="3162790" y="1326168"/>
                  </a:lnTo>
                  <a:lnTo>
                    <a:pt x="3171600" y="1325131"/>
                  </a:lnTo>
                  <a:lnTo>
                    <a:pt x="3180410" y="1323742"/>
                  </a:lnTo>
                  <a:lnTo>
                    <a:pt x="3189220" y="1321764"/>
                  </a:lnTo>
                  <a:lnTo>
                    <a:pt x="3198030" y="1319432"/>
                  </a:lnTo>
                  <a:lnTo>
                    <a:pt x="3206840" y="1316810"/>
                  </a:lnTo>
                  <a:lnTo>
                    <a:pt x="3215650" y="1313722"/>
                  </a:lnTo>
                  <a:lnTo>
                    <a:pt x="3224460" y="1310359"/>
                  </a:lnTo>
                  <a:lnTo>
                    <a:pt x="3233270" y="1306779"/>
                  </a:lnTo>
                  <a:lnTo>
                    <a:pt x="3242080" y="1302870"/>
                  </a:lnTo>
                  <a:lnTo>
                    <a:pt x="3250890" y="1298781"/>
                  </a:lnTo>
                  <a:lnTo>
                    <a:pt x="3259700" y="1294557"/>
                  </a:lnTo>
                  <a:lnTo>
                    <a:pt x="3268510" y="1290152"/>
                  </a:lnTo>
                  <a:lnTo>
                    <a:pt x="3277320" y="1285674"/>
                  </a:lnTo>
                  <a:lnTo>
                    <a:pt x="3286130" y="1281147"/>
                  </a:lnTo>
                  <a:lnTo>
                    <a:pt x="3294940" y="1276596"/>
                  </a:lnTo>
                  <a:lnTo>
                    <a:pt x="3303750" y="1272085"/>
                  </a:lnTo>
                  <a:lnTo>
                    <a:pt x="3312560" y="1267618"/>
                  </a:lnTo>
                  <a:lnTo>
                    <a:pt x="3321370" y="1263283"/>
                  </a:lnTo>
                  <a:lnTo>
                    <a:pt x="3330180" y="1259107"/>
                  </a:lnTo>
                  <a:lnTo>
                    <a:pt x="3338990" y="1255068"/>
                  </a:lnTo>
                  <a:lnTo>
                    <a:pt x="3347800" y="1251313"/>
                  </a:lnTo>
                  <a:lnTo>
                    <a:pt x="3356610" y="1247836"/>
                  </a:lnTo>
                  <a:lnTo>
                    <a:pt x="3365420" y="1244587"/>
                  </a:lnTo>
                  <a:lnTo>
                    <a:pt x="3374230" y="1241763"/>
                  </a:lnTo>
                  <a:lnTo>
                    <a:pt x="3383040" y="1239335"/>
                  </a:lnTo>
                  <a:lnTo>
                    <a:pt x="3391850" y="1237219"/>
                  </a:lnTo>
                  <a:lnTo>
                    <a:pt x="3400660" y="1235654"/>
                  </a:lnTo>
                  <a:lnTo>
                    <a:pt x="3409470" y="1234594"/>
                  </a:lnTo>
                  <a:lnTo>
                    <a:pt x="3418280" y="1233920"/>
                  </a:lnTo>
                  <a:lnTo>
                    <a:pt x="3427090" y="1233906"/>
                  </a:lnTo>
                  <a:lnTo>
                    <a:pt x="3435900" y="1234491"/>
                  </a:lnTo>
                  <a:lnTo>
                    <a:pt x="3444710" y="1235526"/>
                  </a:lnTo>
                  <a:lnTo>
                    <a:pt x="3453520" y="1237304"/>
                  </a:lnTo>
                  <a:lnTo>
                    <a:pt x="3462330" y="1239761"/>
                  </a:lnTo>
                  <a:lnTo>
                    <a:pt x="3471140" y="1242715"/>
                  </a:lnTo>
                  <a:lnTo>
                    <a:pt x="3479950" y="1246472"/>
                  </a:lnTo>
                  <a:lnTo>
                    <a:pt x="3488760" y="1250964"/>
                  </a:lnTo>
                  <a:lnTo>
                    <a:pt x="3497570" y="1255985"/>
                  </a:lnTo>
                  <a:lnTo>
                    <a:pt x="3506380" y="1261840"/>
                  </a:lnTo>
                  <a:lnTo>
                    <a:pt x="3515190" y="1268465"/>
                  </a:lnTo>
                  <a:lnTo>
                    <a:pt x="3524000" y="1275632"/>
                  </a:lnTo>
                  <a:lnTo>
                    <a:pt x="3532810" y="1283635"/>
                  </a:lnTo>
                  <a:lnTo>
                    <a:pt x="3541620" y="1292418"/>
                  </a:lnTo>
                  <a:lnTo>
                    <a:pt x="3550430" y="1301739"/>
                  </a:lnTo>
                  <a:lnTo>
                    <a:pt x="3559240" y="1311871"/>
                  </a:lnTo>
                  <a:lnTo>
                    <a:pt x="3568050" y="1322766"/>
                  </a:lnTo>
                  <a:lnTo>
                    <a:pt x="3576860" y="1334176"/>
                  </a:lnTo>
                  <a:lnTo>
                    <a:pt x="3585670" y="1346345"/>
                  </a:lnTo>
                  <a:lnTo>
                    <a:pt x="3594480" y="1359237"/>
                  </a:lnTo>
                  <a:lnTo>
                    <a:pt x="3603290" y="1372603"/>
                  </a:lnTo>
                  <a:lnTo>
                    <a:pt x="3612100" y="1386656"/>
                  </a:lnTo>
                  <a:lnTo>
                    <a:pt x="3620910" y="1401363"/>
                  </a:lnTo>
                  <a:lnTo>
                    <a:pt x="3629720" y="1416491"/>
                  </a:lnTo>
                  <a:lnTo>
                    <a:pt x="3638530" y="1432212"/>
                  </a:lnTo>
                  <a:lnTo>
                    <a:pt x="3647340" y="1448499"/>
                  </a:lnTo>
                  <a:lnTo>
                    <a:pt x="3656150" y="1465139"/>
                  </a:lnTo>
                  <a:lnTo>
                    <a:pt x="3664960" y="1482264"/>
                  </a:lnTo>
                  <a:lnTo>
                    <a:pt x="3673770" y="1499848"/>
                  </a:lnTo>
                  <a:lnTo>
                    <a:pt x="3682580" y="1517707"/>
                  </a:lnTo>
                  <a:lnTo>
                    <a:pt x="3691390" y="1535932"/>
                  </a:lnTo>
                  <a:lnTo>
                    <a:pt x="3700200" y="1554494"/>
                  </a:lnTo>
                  <a:lnTo>
                    <a:pt x="3709010" y="1573246"/>
                  </a:lnTo>
                  <a:lnTo>
                    <a:pt x="3717820" y="1592241"/>
                  </a:lnTo>
                  <a:lnTo>
                    <a:pt x="3726630" y="1611439"/>
                  </a:lnTo>
                  <a:lnTo>
                    <a:pt x="3735440" y="1630739"/>
                  </a:lnTo>
                  <a:lnTo>
                    <a:pt x="3744250" y="1650156"/>
                  </a:lnTo>
                  <a:lnTo>
                    <a:pt x="3753060" y="1669638"/>
                  </a:lnTo>
                  <a:lnTo>
                    <a:pt x="3761870" y="1689132"/>
                  </a:lnTo>
                  <a:lnTo>
                    <a:pt x="3770680" y="1708621"/>
                  </a:lnTo>
                  <a:lnTo>
                    <a:pt x="3779490" y="1728033"/>
                  </a:lnTo>
                  <a:lnTo>
                    <a:pt x="3788300" y="1747372"/>
                  </a:lnTo>
                  <a:lnTo>
                    <a:pt x="3797110" y="1766590"/>
                  </a:lnTo>
                  <a:lnTo>
                    <a:pt x="3805920" y="1785594"/>
                  </a:lnTo>
                  <a:lnTo>
                    <a:pt x="3814730" y="1804441"/>
                  </a:lnTo>
                  <a:lnTo>
                    <a:pt x="3823540" y="1823064"/>
                  </a:lnTo>
                  <a:lnTo>
                    <a:pt x="3832350" y="1841342"/>
                  </a:lnTo>
                  <a:lnTo>
                    <a:pt x="3841160" y="1859387"/>
                  </a:lnTo>
                  <a:lnTo>
                    <a:pt x="3849970" y="1877116"/>
                  </a:lnTo>
                  <a:lnTo>
                    <a:pt x="3858780" y="1894380"/>
                  </a:lnTo>
                  <a:lnTo>
                    <a:pt x="3867590" y="1911346"/>
                  </a:lnTo>
                  <a:lnTo>
                    <a:pt x="3876400" y="1927916"/>
                  </a:lnTo>
                  <a:lnTo>
                    <a:pt x="3885210" y="1943917"/>
                  </a:lnTo>
                  <a:lnTo>
                    <a:pt x="3894020" y="1959563"/>
                  </a:lnTo>
                  <a:lnTo>
                    <a:pt x="3902830" y="1974751"/>
                  </a:lnTo>
                  <a:lnTo>
                    <a:pt x="3911640" y="1989280"/>
                  </a:lnTo>
                  <a:lnTo>
                    <a:pt x="3920450" y="2003409"/>
                  </a:lnTo>
                  <a:lnTo>
                    <a:pt x="3929260" y="2017034"/>
                  </a:lnTo>
                  <a:lnTo>
                    <a:pt x="3938070" y="2029929"/>
                  </a:lnTo>
                  <a:lnTo>
                    <a:pt x="3946880" y="2042392"/>
                  </a:lnTo>
                  <a:lnTo>
                    <a:pt x="3955690" y="2054320"/>
                  </a:lnTo>
                  <a:lnTo>
                    <a:pt x="3964500" y="2065466"/>
                  </a:lnTo>
                  <a:lnTo>
                    <a:pt x="3973310" y="2076160"/>
                  </a:lnTo>
                  <a:lnTo>
                    <a:pt x="3982120" y="2086305"/>
                  </a:lnTo>
                  <a:lnTo>
                    <a:pt x="3990930" y="2095636"/>
                  </a:lnTo>
                  <a:lnTo>
                    <a:pt x="3999740" y="2104506"/>
                  </a:lnTo>
                  <a:lnTo>
                    <a:pt x="4008550" y="2112829"/>
                  </a:lnTo>
                  <a:lnTo>
                    <a:pt x="4017360" y="2120327"/>
                  </a:lnTo>
                  <a:lnTo>
                    <a:pt x="4026170" y="2127368"/>
                  </a:lnTo>
                  <a:lnTo>
                    <a:pt x="4034980" y="2133877"/>
                  </a:lnTo>
                  <a:lnTo>
                    <a:pt x="4043790" y="2139571"/>
                  </a:lnTo>
                  <a:lnTo>
                    <a:pt x="4052600" y="2144824"/>
                  </a:lnTo>
                  <a:lnTo>
                    <a:pt x="4061410" y="2149571"/>
                  </a:lnTo>
                  <a:lnTo>
                    <a:pt x="4070220" y="2153535"/>
                  </a:lnTo>
                  <a:lnTo>
                    <a:pt x="4079030" y="2157084"/>
                  </a:lnTo>
                  <a:lnTo>
                    <a:pt x="4087840" y="2160166"/>
                  </a:lnTo>
                  <a:lnTo>
                    <a:pt x="4096650" y="2162516"/>
                  </a:lnTo>
                  <a:lnTo>
                    <a:pt x="4105460" y="2164488"/>
                  </a:lnTo>
                  <a:lnTo>
                    <a:pt x="4114270" y="2166041"/>
                  </a:lnTo>
                  <a:lnTo>
                    <a:pt x="4123080" y="2166933"/>
                  </a:lnTo>
                  <a:lnTo>
                    <a:pt x="4131890" y="2167491"/>
                  </a:lnTo>
                  <a:lnTo>
                    <a:pt x="4140700" y="2167689"/>
                  </a:lnTo>
                  <a:lnTo>
                    <a:pt x="4149510" y="2167312"/>
                  </a:lnTo>
                  <a:lnTo>
                    <a:pt x="4158320" y="2166656"/>
                  </a:lnTo>
                  <a:lnTo>
                    <a:pt x="4167130" y="2165703"/>
                  </a:lnTo>
                  <a:lnTo>
                    <a:pt x="4175940" y="2164279"/>
                  </a:lnTo>
                  <a:lnTo>
                    <a:pt x="4184750" y="2162637"/>
                  </a:lnTo>
                  <a:lnTo>
                    <a:pt x="4193560" y="2160767"/>
                  </a:lnTo>
                  <a:lnTo>
                    <a:pt x="4202370" y="2158542"/>
                  </a:lnTo>
                  <a:lnTo>
                    <a:pt x="4211180" y="2156166"/>
                  </a:lnTo>
                  <a:lnTo>
                    <a:pt x="4219990" y="2153633"/>
                  </a:lnTo>
                  <a:lnTo>
                    <a:pt x="4228800" y="2150875"/>
                  </a:lnTo>
                  <a:lnTo>
                    <a:pt x="4237610" y="2148034"/>
                  </a:lnTo>
                  <a:lnTo>
                    <a:pt x="4246420" y="2145111"/>
                  </a:lnTo>
                  <a:lnTo>
                    <a:pt x="4255230" y="2142097"/>
                  </a:lnTo>
                  <a:lnTo>
                    <a:pt x="4264040" y="2139073"/>
                  </a:lnTo>
                  <a:lnTo>
                    <a:pt x="4272850" y="2136039"/>
                  </a:lnTo>
                  <a:lnTo>
                    <a:pt x="4281660" y="2133055"/>
                  </a:lnTo>
                  <a:lnTo>
                    <a:pt x="4290470" y="2130132"/>
                  </a:lnTo>
                  <a:lnTo>
                    <a:pt x="4299280" y="2127270"/>
                  </a:lnTo>
                  <a:lnTo>
                    <a:pt x="4308090" y="2124595"/>
                  </a:lnTo>
                  <a:lnTo>
                    <a:pt x="4316900" y="2122053"/>
                  </a:lnTo>
                  <a:lnTo>
                    <a:pt x="4325710" y="2119641"/>
                  </a:lnTo>
                  <a:lnTo>
                    <a:pt x="4334520" y="2117544"/>
                  </a:lnTo>
                  <a:lnTo>
                    <a:pt x="4343330" y="2115649"/>
                  </a:lnTo>
                  <a:lnTo>
                    <a:pt x="4352140" y="2113950"/>
                  </a:lnTo>
                  <a:lnTo>
                    <a:pt x="4360950" y="2112679"/>
                  </a:lnTo>
                  <a:lnTo>
                    <a:pt x="4369760" y="2111677"/>
                  </a:lnTo>
                  <a:lnTo>
                    <a:pt x="4378570" y="2110929"/>
                  </a:lnTo>
                  <a:lnTo>
                    <a:pt x="4387380" y="2110708"/>
                  </a:lnTo>
                  <a:lnTo>
                    <a:pt x="4396190" y="2110815"/>
                  </a:lnTo>
                  <a:lnTo>
                    <a:pt x="4405000" y="2111226"/>
                  </a:lnTo>
                  <a:lnTo>
                    <a:pt x="4413810" y="2112243"/>
                  </a:lnTo>
                  <a:lnTo>
                    <a:pt x="4422620" y="2113638"/>
                  </a:lnTo>
                  <a:lnTo>
                    <a:pt x="4431430" y="2115377"/>
                  </a:lnTo>
                  <a:lnTo>
                    <a:pt x="4440240" y="2117781"/>
                  </a:lnTo>
                  <a:lnTo>
                    <a:pt x="4449050" y="2120602"/>
                  </a:lnTo>
                  <a:lnTo>
                    <a:pt x="4457860" y="2123794"/>
                  </a:lnTo>
                  <a:lnTo>
                    <a:pt x="4466670" y="2127687"/>
                  </a:lnTo>
                  <a:lnTo>
                    <a:pt x="4475480" y="2132023"/>
                  </a:lnTo>
                  <a:lnTo>
                    <a:pt x="4484290" y="2136747"/>
                  </a:lnTo>
                  <a:lnTo>
                    <a:pt x="4493100" y="2142183"/>
                  </a:lnTo>
                  <a:lnTo>
                    <a:pt x="4501910" y="2148075"/>
                  </a:lnTo>
                </a:path>
              </a:pathLst>
            </a:custGeom>
            <a:ln w="2439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417255" y="2142849"/>
              <a:ext cx="4501910" cy="3305201"/>
            </a:xfrm>
            <a:custGeom>
              <a:avLst/>
              <a:pathLst>
                <a:path w="4501910" h="3305201">
                  <a:moveTo>
                    <a:pt x="0" y="3113396"/>
                  </a:moveTo>
                  <a:lnTo>
                    <a:pt x="8810" y="3107821"/>
                  </a:lnTo>
                  <a:lnTo>
                    <a:pt x="17620" y="3102196"/>
                  </a:lnTo>
                  <a:lnTo>
                    <a:pt x="26430" y="3096528"/>
                  </a:lnTo>
                  <a:lnTo>
                    <a:pt x="35240" y="3090795"/>
                  </a:lnTo>
                  <a:lnTo>
                    <a:pt x="44050" y="3085006"/>
                  </a:lnTo>
                  <a:lnTo>
                    <a:pt x="52860" y="3079173"/>
                  </a:lnTo>
                  <a:lnTo>
                    <a:pt x="61670" y="3073280"/>
                  </a:lnTo>
                  <a:lnTo>
                    <a:pt x="70480" y="3067319"/>
                  </a:lnTo>
                  <a:lnTo>
                    <a:pt x="79290" y="3061312"/>
                  </a:lnTo>
                  <a:lnTo>
                    <a:pt x="88100" y="3055248"/>
                  </a:lnTo>
                  <a:lnTo>
                    <a:pt x="96910" y="3049101"/>
                  </a:lnTo>
                  <a:lnTo>
                    <a:pt x="105720" y="3042900"/>
                  </a:lnTo>
                  <a:lnTo>
                    <a:pt x="114530" y="3036644"/>
                  </a:lnTo>
                  <a:lnTo>
                    <a:pt x="123340" y="3030283"/>
                  </a:lnTo>
                  <a:lnTo>
                    <a:pt x="132150" y="3023860"/>
                  </a:lnTo>
                  <a:lnTo>
                    <a:pt x="140960" y="3017373"/>
                  </a:lnTo>
                  <a:lnTo>
                    <a:pt x="149770" y="3010769"/>
                  </a:lnTo>
                  <a:lnTo>
                    <a:pt x="158580" y="3004082"/>
                  </a:lnTo>
                  <a:lnTo>
                    <a:pt x="167390" y="2997320"/>
                  </a:lnTo>
                  <a:lnTo>
                    <a:pt x="176200" y="2990433"/>
                  </a:lnTo>
                  <a:lnTo>
                    <a:pt x="185010" y="2983434"/>
                  </a:lnTo>
                  <a:lnTo>
                    <a:pt x="193820" y="2976345"/>
                  </a:lnTo>
                  <a:lnTo>
                    <a:pt x="202630" y="2969124"/>
                  </a:lnTo>
                  <a:lnTo>
                    <a:pt x="211440" y="2961757"/>
                  </a:lnTo>
                  <a:lnTo>
                    <a:pt x="220250" y="2954283"/>
                  </a:lnTo>
                  <a:lnTo>
                    <a:pt x="229060" y="2946672"/>
                  </a:lnTo>
                  <a:lnTo>
                    <a:pt x="237870" y="2938874"/>
                  </a:lnTo>
                  <a:lnTo>
                    <a:pt x="246680" y="2930951"/>
                  </a:lnTo>
                  <a:lnTo>
                    <a:pt x="255490" y="2922893"/>
                  </a:lnTo>
                  <a:lnTo>
                    <a:pt x="264300" y="2914599"/>
                  </a:lnTo>
                  <a:lnTo>
                    <a:pt x="273110" y="2906164"/>
                  </a:lnTo>
                  <a:lnTo>
                    <a:pt x="281920" y="2897586"/>
                  </a:lnTo>
                  <a:lnTo>
                    <a:pt x="290730" y="2888745"/>
                  </a:lnTo>
                  <a:lnTo>
                    <a:pt x="299540" y="2879733"/>
                  </a:lnTo>
                  <a:lnTo>
                    <a:pt x="308350" y="2870562"/>
                  </a:lnTo>
                  <a:lnTo>
                    <a:pt x="317160" y="2861128"/>
                  </a:lnTo>
                  <a:lnTo>
                    <a:pt x="325970" y="2851481"/>
                  </a:lnTo>
                  <a:lnTo>
                    <a:pt x="334780" y="2841659"/>
                  </a:lnTo>
                  <a:lnTo>
                    <a:pt x="343590" y="2831583"/>
                  </a:lnTo>
                  <a:lnTo>
                    <a:pt x="352400" y="2821248"/>
                  </a:lnTo>
                  <a:lnTo>
                    <a:pt x="361210" y="2810727"/>
                  </a:lnTo>
                  <a:lnTo>
                    <a:pt x="370020" y="2799966"/>
                  </a:lnTo>
                  <a:lnTo>
                    <a:pt x="378830" y="2788903"/>
                  </a:lnTo>
                  <a:lnTo>
                    <a:pt x="387640" y="2777645"/>
                  </a:lnTo>
                  <a:lnTo>
                    <a:pt x="396450" y="2766168"/>
                  </a:lnTo>
                  <a:lnTo>
                    <a:pt x="405260" y="2754347"/>
                  </a:lnTo>
                  <a:lnTo>
                    <a:pt x="414070" y="2742327"/>
                  </a:lnTo>
                  <a:lnTo>
                    <a:pt x="422880" y="2730105"/>
                  </a:lnTo>
                  <a:lnTo>
                    <a:pt x="431690" y="2717522"/>
                  </a:lnTo>
                  <a:lnTo>
                    <a:pt x="440500" y="2704729"/>
                  </a:lnTo>
                  <a:lnTo>
                    <a:pt x="449310" y="2691735"/>
                  </a:lnTo>
                  <a:lnTo>
                    <a:pt x="458120" y="2678415"/>
                  </a:lnTo>
                  <a:lnTo>
                    <a:pt x="466930" y="2664855"/>
                  </a:lnTo>
                  <a:lnTo>
                    <a:pt x="475740" y="2651100"/>
                  </a:lnTo>
                  <a:lnTo>
                    <a:pt x="484550" y="2637057"/>
                  </a:lnTo>
                  <a:lnTo>
                    <a:pt x="493360" y="2622755"/>
                  </a:lnTo>
                  <a:lnTo>
                    <a:pt x="502170" y="2608265"/>
                  </a:lnTo>
                  <a:lnTo>
                    <a:pt x="510980" y="2593532"/>
                  </a:lnTo>
                  <a:lnTo>
                    <a:pt x="519790" y="2578525"/>
                  </a:lnTo>
                  <a:lnTo>
                    <a:pt x="528600" y="2563345"/>
                  </a:lnTo>
                  <a:lnTo>
                    <a:pt x="537410" y="2547966"/>
                  </a:lnTo>
                  <a:lnTo>
                    <a:pt x="546220" y="2532311"/>
                  </a:lnTo>
                  <a:lnTo>
                    <a:pt x="555030" y="2516499"/>
                  </a:lnTo>
                  <a:lnTo>
                    <a:pt x="563840" y="2500532"/>
                  </a:lnTo>
                  <a:lnTo>
                    <a:pt x="572650" y="2484299"/>
                  </a:lnTo>
                  <a:lnTo>
                    <a:pt x="581460" y="2467929"/>
                  </a:lnTo>
                  <a:lnTo>
                    <a:pt x="590270" y="2451425"/>
                  </a:lnTo>
                  <a:lnTo>
                    <a:pt x="599080" y="2434715"/>
                  </a:lnTo>
                  <a:lnTo>
                    <a:pt x="607890" y="2417872"/>
                  </a:lnTo>
                  <a:lnTo>
                    <a:pt x="616700" y="2400922"/>
                  </a:lnTo>
                  <a:lnTo>
                    <a:pt x="625510" y="2383819"/>
                  </a:lnTo>
                  <a:lnTo>
                    <a:pt x="634320" y="2366600"/>
                  </a:lnTo>
                  <a:lnTo>
                    <a:pt x="643130" y="2349300"/>
                  </a:lnTo>
                  <a:lnTo>
                    <a:pt x="651940" y="2331900"/>
                  </a:lnTo>
                  <a:lnTo>
                    <a:pt x="660750" y="2314409"/>
                  </a:lnTo>
                  <a:lnTo>
                    <a:pt x="669560" y="2296865"/>
                  </a:lnTo>
                  <a:lnTo>
                    <a:pt x="678370" y="2279266"/>
                  </a:lnTo>
                  <a:lnTo>
                    <a:pt x="687180" y="2261612"/>
                  </a:lnTo>
                  <a:lnTo>
                    <a:pt x="695990" y="2243936"/>
                  </a:lnTo>
                  <a:lnTo>
                    <a:pt x="704800" y="2226240"/>
                  </a:lnTo>
                  <a:lnTo>
                    <a:pt x="713610" y="2208537"/>
                  </a:lnTo>
                  <a:lnTo>
                    <a:pt x="722420" y="2190842"/>
                  </a:lnTo>
                  <a:lnTo>
                    <a:pt x="731230" y="2173159"/>
                  </a:lnTo>
                  <a:lnTo>
                    <a:pt x="740040" y="2155517"/>
                  </a:lnTo>
                  <a:lnTo>
                    <a:pt x="748850" y="2137918"/>
                  </a:lnTo>
                  <a:lnTo>
                    <a:pt x="757660" y="2120361"/>
                  </a:lnTo>
                  <a:lnTo>
                    <a:pt x="766470" y="2102885"/>
                  </a:lnTo>
                  <a:lnTo>
                    <a:pt x="775280" y="2085494"/>
                  </a:lnTo>
                  <a:lnTo>
                    <a:pt x="784090" y="2068176"/>
                  </a:lnTo>
                  <a:lnTo>
                    <a:pt x="792900" y="2050967"/>
                  </a:lnTo>
                  <a:lnTo>
                    <a:pt x="801710" y="2033893"/>
                  </a:lnTo>
                  <a:lnTo>
                    <a:pt x="810520" y="2016920"/>
                  </a:lnTo>
                  <a:lnTo>
                    <a:pt x="819330" y="2000076"/>
                  </a:lnTo>
                  <a:lnTo>
                    <a:pt x="828140" y="1983423"/>
                  </a:lnTo>
                  <a:lnTo>
                    <a:pt x="836950" y="1966897"/>
                  </a:lnTo>
                  <a:lnTo>
                    <a:pt x="845760" y="1950508"/>
                  </a:lnTo>
                  <a:lnTo>
                    <a:pt x="854570" y="1934370"/>
                  </a:lnTo>
                  <a:lnTo>
                    <a:pt x="863380" y="1918382"/>
                  </a:lnTo>
                  <a:lnTo>
                    <a:pt x="872190" y="1902547"/>
                  </a:lnTo>
                  <a:lnTo>
                    <a:pt x="881000" y="1886993"/>
                  </a:lnTo>
                  <a:lnTo>
                    <a:pt x="889810" y="1871626"/>
                  </a:lnTo>
                  <a:lnTo>
                    <a:pt x="898620" y="1856431"/>
                  </a:lnTo>
                  <a:lnTo>
                    <a:pt x="907430" y="1841519"/>
                  </a:lnTo>
                  <a:lnTo>
                    <a:pt x="916240" y="1826840"/>
                  </a:lnTo>
                  <a:lnTo>
                    <a:pt x="925050" y="1812351"/>
                  </a:lnTo>
                  <a:lnTo>
                    <a:pt x="933860" y="1798134"/>
                  </a:lnTo>
                  <a:lnTo>
                    <a:pt x="942670" y="1784197"/>
                  </a:lnTo>
                  <a:lnTo>
                    <a:pt x="951480" y="1770461"/>
                  </a:lnTo>
                  <a:lnTo>
                    <a:pt x="960290" y="1756978"/>
                  </a:lnTo>
                  <a:lnTo>
                    <a:pt x="969100" y="1743819"/>
                  </a:lnTo>
                  <a:lnTo>
                    <a:pt x="977910" y="1730867"/>
                  </a:lnTo>
                  <a:lnTo>
                    <a:pt x="986720" y="1718140"/>
                  </a:lnTo>
                  <a:lnTo>
                    <a:pt x="995530" y="1705775"/>
                  </a:lnTo>
                  <a:lnTo>
                    <a:pt x="1004340" y="1693615"/>
                  </a:lnTo>
                  <a:lnTo>
                    <a:pt x="1013150" y="1681661"/>
                  </a:lnTo>
                  <a:lnTo>
                    <a:pt x="1021960" y="1670070"/>
                  </a:lnTo>
                  <a:lnTo>
                    <a:pt x="1030770" y="1658691"/>
                  </a:lnTo>
                  <a:lnTo>
                    <a:pt x="1039580" y="1647511"/>
                  </a:lnTo>
                  <a:lnTo>
                    <a:pt x="1048390" y="1636647"/>
                  </a:lnTo>
                  <a:lnTo>
                    <a:pt x="1057200" y="1626012"/>
                  </a:lnTo>
                  <a:lnTo>
                    <a:pt x="1066010" y="1615563"/>
                  </a:lnTo>
                  <a:lnTo>
                    <a:pt x="1074820" y="1605376"/>
                  </a:lnTo>
                  <a:lnTo>
                    <a:pt x="1083630" y="1595425"/>
                  </a:lnTo>
                  <a:lnTo>
                    <a:pt x="1092440" y="1585639"/>
                  </a:lnTo>
                  <a:lnTo>
                    <a:pt x="1101250" y="1576059"/>
                  </a:lnTo>
                  <a:lnTo>
                    <a:pt x="1110060" y="1566705"/>
                  </a:lnTo>
                  <a:lnTo>
                    <a:pt x="1118870" y="1557488"/>
                  </a:lnTo>
                  <a:lnTo>
                    <a:pt x="1127680" y="1548421"/>
                  </a:lnTo>
                  <a:lnTo>
                    <a:pt x="1136490" y="1539554"/>
                  </a:lnTo>
                  <a:lnTo>
                    <a:pt x="1145300" y="1530789"/>
                  </a:lnTo>
                  <a:lnTo>
                    <a:pt x="1154110" y="1522123"/>
                  </a:lnTo>
                  <a:lnTo>
                    <a:pt x="1162920" y="1513606"/>
                  </a:lnTo>
                  <a:lnTo>
                    <a:pt x="1171730" y="1505154"/>
                  </a:lnTo>
                  <a:lnTo>
                    <a:pt x="1180540" y="1496760"/>
                  </a:lnTo>
                  <a:lnTo>
                    <a:pt x="1189350" y="1488435"/>
                  </a:lnTo>
                  <a:lnTo>
                    <a:pt x="1198160" y="1480136"/>
                  </a:lnTo>
                  <a:lnTo>
                    <a:pt x="1206970" y="1471849"/>
                  </a:lnTo>
                  <a:lnTo>
                    <a:pt x="1215780" y="1463561"/>
                  </a:lnTo>
                  <a:lnTo>
                    <a:pt x="1224590" y="1455239"/>
                  </a:lnTo>
                  <a:lnTo>
                    <a:pt x="1233400" y="1446882"/>
                  </a:lnTo>
                  <a:lnTo>
                    <a:pt x="1242210" y="1438461"/>
                  </a:lnTo>
                  <a:lnTo>
                    <a:pt x="1251020" y="1429933"/>
                  </a:lnTo>
                  <a:lnTo>
                    <a:pt x="1259830" y="1421318"/>
                  </a:lnTo>
                  <a:lnTo>
                    <a:pt x="1268640" y="1412591"/>
                  </a:lnTo>
                  <a:lnTo>
                    <a:pt x="1277450" y="1403666"/>
                  </a:lnTo>
                  <a:lnTo>
                    <a:pt x="1286260" y="1394602"/>
                  </a:lnTo>
                  <a:lnTo>
                    <a:pt x="1295070" y="1385395"/>
                  </a:lnTo>
                  <a:lnTo>
                    <a:pt x="1303880" y="1375884"/>
                  </a:lnTo>
                  <a:lnTo>
                    <a:pt x="1312690" y="1366186"/>
                  </a:lnTo>
                  <a:lnTo>
                    <a:pt x="1321500" y="1356297"/>
                  </a:lnTo>
                  <a:lnTo>
                    <a:pt x="1330310" y="1346054"/>
                  </a:lnTo>
                  <a:lnTo>
                    <a:pt x="1339120" y="1335546"/>
                  </a:lnTo>
                  <a:lnTo>
                    <a:pt x="1347930" y="1324801"/>
                  </a:lnTo>
                  <a:lnTo>
                    <a:pt x="1356740" y="1313677"/>
                  </a:lnTo>
                  <a:lnTo>
                    <a:pt x="1365550" y="1302201"/>
                  </a:lnTo>
                  <a:lnTo>
                    <a:pt x="1374360" y="1290451"/>
                  </a:lnTo>
                  <a:lnTo>
                    <a:pt x="1383170" y="1278314"/>
                  </a:lnTo>
                  <a:lnTo>
                    <a:pt x="1391980" y="1265739"/>
                  </a:lnTo>
                  <a:lnTo>
                    <a:pt x="1400790" y="1252858"/>
                  </a:lnTo>
                  <a:lnTo>
                    <a:pt x="1409600" y="1239604"/>
                  </a:lnTo>
                  <a:lnTo>
                    <a:pt x="1418410" y="1225827"/>
                  </a:lnTo>
                  <a:lnTo>
                    <a:pt x="1427220" y="1211724"/>
                  </a:lnTo>
                  <a:lnTo>
                    <a:pt x="1436030" y="1197279"/>
                  </a:lnTo>
                  <a:lnTo>
                    <a:pt x="1444840" y="1182235"/>
                  </a:lnTo>
                  <a:lnTo>
                    <a:pt x="1453650" y="1166856"/>
                  </a:lnTo>
                  <a:lnTo>
                    <a:pt x="1462460" y="1151140"/>
                  </a:lnTo>
                  <a:lnTo>
                    <a:pt x="1471270" y="1134844"/>
                  </a:lnTo>
                  <a:lnTo>
                    <a:pt x="1480080" y="1118176"/>
                  </a:lnTo>
                  <a:lnTo>
                    <a:pt x="1488890" y="1101174"/>
                  </a:lnTo>
                  <a:lnTo>
                    <a:pt x="1497700" y="1083658"/>
                  </a:lnTo>
                  <a:lnTo>
                    <a:pt x="1506510" y="1065732"/>
                  </a:lnTo>
                  <a:lnTo>
                    <a:pt x="1515320" y="1047488"/>
                  </a:lnTo>
                  <a:lnTo>
                    <a:pt x="1524130" y="1028807"/>
                  </a:lnTo>
                  <a:lnTo>
                    <a:pt x="1532940" y="1009698"/>
                  </a:lnTo>
                  <a:lnTo>
                    <a:pt x="1541750" y="990299"/>
                  </a:lnTo>
                  <a:lnTo>
                    <a:pt x="1550560" y="970550"/>
                  </a:lnTo>
                  <a:lnTo>
                    <a:pt x="1559370" y="950376"/>
                  </a:lnTo>
                  <a:lnTo>
                    <a:pt x="1568180" y="929953"/>
                  </a:lnTo>
                  <a:lnTo>
                    <a:pt x="1576990" y="909265"/>
                  </a:lnTo>
                  <a:lnTo>
                    <a:pt x="1585800" y="888186"/>
                  </a:lnTo>
                  <a:lnTo>
                    <a:pt x="1594610" y="866908"/>
                  </a:lnTo>
                  <a:lnTo>
                    <a:pt x="1603420" y="845434"/>
                  </a:lnTo>
                  <a:lnTo>
                    <a:pt x="1612230" y="823659"/>
                  </a:lnTo>
                  <a:lnTo>
                    <a:pt x="1621040" y="801730"/>
                  </a:lnTo>
                  <a:lnTo>
                    <a:pt x="1629850" y="779665"/>
                  </a:lnTo>
                  <a:lnTo>
                    <a:pt x="1638660" y="757419"/>
                  </a:lnTo>
                  <a:lnTo>
                    <a:pt x="1647470" y="735070"/>
                  </a:lnTo>
                  <a:lnTo>
                    <a:pt x="1656280" y="712653"/>
                  </a:lnTo>
                  <a:lnTo>
                    <a:pt x="1665090" y="690163"/>
                  </a:lnTo>
                  <a:lnTo>
                    <a:pt x="1673900" y="667650"/>
                  </a:lnTo>
                  <a:lnTo>
                    <a:pt x="1682710" y="645138"/>
                  </a:lnTo>
                  <a:lnTo>
                    <a:pt x="1691520" y="622646"/>
                  </a:lnTo>
                  <a:lnTo>
                    <a:pt x="1700330" y="600234"/>
                  </a:lnTo>
                  <a:lnTo>
                    <a:pt x="1709140" y="577895"/>
                  </a:lnTo>
                  <a:lnTo>
                    <a:pt x="1717950" y="555651"/>
                  </a:lnTo>
                  <a:lnTo>
                    <a:pt x="1726760" y="533609"/>
                  </a:lnTo>
                  <a:lnTo>
                    <a:pt x="1735570" y="511715"/>
                  </a:lnTo>
                  <a:lnTo>
                    <a:pt x="1744380" y="489973"/>
                  </a:lnTo>
                  <a:lnTo>
                    <a:pt x="1753190" y="468560"/>
                  </a:lnTo>
                  <a:lnTo>
                    <a:pt x="1762000" y="447373"/>
                  </a:lnTo>
                  <a:lnTo>
                    <a:pt x="1770810" y="426407"/>
                  </a:lnTo>
                  <a:lnTo>
                    <a:pt x="1779620" y="405843"/>
                  </a:lnTo>
                  <a:lnTo>
                    <a:pt x="1788430" y="385611"/>
                  </a:lnTo>
                  <a:lnTo>
                    <a:pt x="1797240" y="365664"/>
                  </a:lnTo>
                  <a:lnTo>
                    <a:pt x="1806050" y="346163"/>
                  </a:lnTo>
                  <a:lnTo>
                    <a:pt x="1814860" y="327112"/>
                  </a:lnTo>
                  <a:lnTo>
                    <a:pt x="1823670" y="308403"/>
                  </a:lnTo>
                  <a:lnTo>
                    <a:pt x="1832480" y="290157"/>
                  </a:lnTo>
                  <a:lnTo>
                    <a:pt x="1841290" y="272485"/>
                  </a:lnTo>
                  <a:lnTo>
                    <a:pt x="1850100" y="255201"/>
                  </a:lnTo>
                  <a:lnTo>
                    <a:pt x="1858910" y="238372"/>
                  </a:lnTo>
                  <a:lnTo>
                    <a:pt x="1867720" y="222241"/>
                  </a:lnTo>
                  <a:lnTo>
                    <a:pt x="1876530" y="206536"/>
                  </a:lnTo>
                  <a:lnTo>
                    <a:pt x="1885340" y="191260"/>
                  </a:lnTo>
                  <a:lnTo>
                    <a:pt x="1894150" y="176792"/>
                  </a:lnTo>
                  <a:lnTo>
                    <a:pt x="1902960" y="162781"/>
                  </a:lnTo>
                  <a:lnTo>
                    <a:pt x="1911770" y="149225"/>
                  </a:lnTo>
                  <a:lnTo>
                    <a:pt x="1920580" y="136438"/>
                  </a:lnTo>
                  <a:lnTo>
                    <a:pt x="1929390" y="124198"/>
                  </a:lnTo>
                  <a:lnTo>
                    <a:pt x="1938200" y="112427"/>
                  </a:lnTo>
                  <a:lnTo>
                    <a:pt x="1947010" y="101367"/>
                  </a:lnTo>
                  <a:lnTo>
                    <a:pt x="1955820" y="90937"/>
                  </a:lnTo>
                  <a:lnTo>
                    <a:pt x="1964630" y="80980"/>
                  </a:lnTo>
                  <a:lnTo>
                    <a:pt x="1973440" y="71661"/>
                  </a:lnTo>
                  <a:lnTo>
                    <a:pt x="1982250" y="63044"/>
                  </a:lnTo>
                  <a:lnTo>
                    <a:pt x="1991060" y="54896"/>
                  </a:lnTo>
                  <a:lnTo>
                    <a:pt x="1999870" y="47302"/>
                  </a:lnTo>
                  <a:lnTo>
                    <a:pt x="2008680" y="40471"/>
                  </a:lnTo>
                  <a:lnTo>
                    <a:pt x="2017490" y="34096"/>
                  </a:lnTo>
                  <a:lnTo>
                    <a:pt x="2026300" y="28188"/>
                  </a:lnTo>
                  <a:lnTo>
                    <a:pt x="2035110" y="23089"/>
                  </a:lnTo>
                  <a:lnTo>
                    <a:pt x="2043920" y="18429"/>
                  </a:lnTo>
                  <a:lnTo>
                    <a:pt x="2052730" y="14204"/>
                  </a:lnTo>
                  <a:lnTo>
                    <a:pt x="2061540" y="10709"/>
                  </a:lnTo>
                  <a:lnTo>
                    <a:pt x="2070350" y="7687"/>
                  </a:lnTo>
                  <a:lnTo>
                    <a:pt x="2079160" y="5079"/>
                  </a:lnTo>
                  <a:lnTo>
                    <a:pt x="2087970" y="3098"/>
                  </a:lnTo>
                  <a:lnTo>
                    <a:pt x="2096780" y="1629"/>
                  </a:lnTo>
                  <a:lnTo>
                    <a:pt x="2105590" y="550"/>
                  </a:lnTo>
                  <a:lnTo>
                    <a:pt x="2114400" y="3"/>
                  </a:lnTo>
                  <a:lnTo>
                    <a:pt x="2123210" y="0"/>
                  </a:lnTo>
                  <a:lnTo>
                    <a:pt x="2132020" y="363"/>
                  </a:lnTo>
                  <a:lnTo>
                    <a:pt x="2140830" y="1171"/>
                  </a:lnTo>
                  <a:lnTo>
                    <a:pt x="2149640" y="2550"/>
                  </a:lnTo>
                  <a:lnTo>
                    <a:pt x="2158450" y="4275"/>
                  </a:lnTo>
                  <a:lnTo>
                    <a:pt x="2167260" y="6366"/>
                  </a:lnTo>
                  <a:lnTo>
                    <a:pt x="2176070" y="9054"/>
                  </a:lnTo>
                  <a:lnTo>
                    <a:pt x="2184880" y="12072"/>
                  </a:lnTo>
                  <a:lnTo>
                    <a:pt x="2193690" y="15418"/>
                  </a:lnTo>
                  <a:lnTo>
                    <a:pt x="2202500" y="19325"/>
                  </a:lnTo>
                  <a:lnTo>
                    <a:pt x="2211310" y="23581"/>
                  </a:lnTo>
                  <a:lnTo>
                    <a:pt x="2220120" y="28153"/>
                  </a:lnTo>
                  <a:lnTo>
                    <a:pt x="2228930" y="33220"/>
                  </a:lnTo>
                  <a:lnTo>
                    <a:pt x="2237740" y="38678"/>
                  </a:lnTo>
                  <a:lnTo>
                    <a:pt x="2246550" y="44444"/>
                  </a:lnTo>
                  <a:lnTo>
                    <a:pt x="2255360" y="50648"/>
                  </a:lnTo>
                  <a:lnTo>
                    <a:pt x="2264170" y="57287"/>
                  </a:lnTo>
                  <a:lnTo>
                    <a:pt x="2272980" y="64232"/>
                  </a:lnTo>
                  <a:lnTo>
                    <a:pt x="2281790" y="71563"/>
                  </a:lnTo>
                  <a:lnTo>
                    <a:pt x="2290600" y="79379"/>
                  </a:lnTo>
                  <a:lnTo>
                    <a:pt x="2299410" y="87501"/>
                  </a:lnTo>
                  <a:lnTo>
                    <a:pt x="2308220" y="95961"/>
                  </a:lnTo>
                  <a:lnTo>
                    <a:pt x="2317030" y="104958"/>
                  </a:lnTo>
                  <a:lnTo>
                    <a:pt x="2325840" y="114265"/>
                  </a:lnTo>
                  <a:lnTo>
                    <a:pt x="2334650" y="123881"/>
                  </a:lnTo>
                  <a:lnTo>
                    <a:pt x="2343460" y="134049"/>
                  </a:lnTo>
                  <a:lnTo>
                    <a:pt x="2352270" y="144549"/>
                  </a:lnTo>
                  <a:lnTo>
                    <a:pt x="2361080" y="155361"/>
                  </a:lnTo>
                  <a:lnTo>
                    <a:pt x="2369890" y="166677"/>
                  </a:lnTo>
                  <a:lnTo>
                    <a:pt x="2378700" y="178374"/>
                  </a:lnTo>
                  <a:lnTo>
                    <a:pt x="2387510" y="190383"/>
                  </a:lnTo>
                  <a:lnTo>
                    <a:pt x="2396320" y="202843"/>
                  </a:lnTo>
                  <a:lnTo>
                    <a:pt x="2405130" y="215729"/>
                  </a:lnTo>
                  <a:lnTo>
                    <a:pt x="2413940" y="228922"/>
                  </a:lnTo>
                  <a:lnTo>
                    <a:pt x="2422750" y="242507"/>
                  </a:lnTo>
                  <a:lnTo>
                    <a:pt x="2431560" y="256554"/>
                  </a:lnTo>
                  <a:lnTo>
                    <a:pt x="2440370" y="270894"/>
                  </a:lnTo>
                  <a:lnTo>
                    <a:pt x="2449180" y="285564"/>
                  </a:lnTo>
                  <a:lnTo>
                    <a:pt x="2457990" y="300715"/>
                  </a:lnTo>
                  <a:lnTo>
                    <a:pt x="2466800" y="316139"/>
                  </a:lnTo>
                  <a:lnTo>
                    <a:pt x="2475610" y="331832"/>
                  </a:lnTo>
                  <a:lnTo>
                    <a:pt x="2484420" y="347993"/>
                  </a:lnTo>
                  <a:lnTo>
                    <a:pt x="2493230" y="364402"/>
                  </a:lnTo>
                  <a:lnTo>
                    <a:pt x="2502040" y="381049"/>
                  </a:lnTo>
                  <a:lnTo>
                    <a:pt x="2510850" y="398067"/>
                  </a:lnTo>
                  <a:lnTo>
                    <a:pt x="2519660" y="415328"/>
                  </a:lnTo>
                  <a:lnTo>
                    <a:pt x="2528470" y="432786"/>
                  </a:lnTo>
                  <a:lnTo>
                    <a:pt x="2537280" y="450516"/>
                  </a:lnTo>
                  <a:lnTo>
                    <a:pt x="2546090" y="468461"/>
                  </a:lnTo>
                  <a:lnTo>
                    <a:pt x="2554900" y="486551"/>
                  </a:lnTo>
                  <a:lnTo>
                    <a:pt x="2563710" y="504819"/>
                  </a:lnTo>
                  <a:lnTo>
                    <a:pt x="2572520" y="523246"/>
                  </a:lnTo>
                  <a:lnTo>
                    <a:pt x="2581330" y="541759"/>
                  </a:lnTo>
                  <a:lnTo>
                    <a:pt x="2590140" y="560363"/>
                  </a:lnTo>
                  <a:lnTo>
                    <a:pt x="2598950" y="579044"/>
                  </a:lnTo>
                  <a:lnTo>
                    <a:pt x="2607760" y="597747"/>
                  </a:lnTo>
                  <a:lnTo>
                    <a:pt x="2616570" y="616466"/>
                  </a:lnTo>
                  <a:lnTo>
                    <a:pt x="2625380" y="635156"/>
                  </a:lnTo>
                  <a:lnTo>
                    <a:pt x="2634190" y="653798"/>
                  </a:lnTo>
                  <a:lnTo>
                    <a:pt x="2643000" y="672387"/>
                  </a:lnTo>
                  <a:lnTo>
                    <a:pt x="2651810" y="690841"/>
                  </a:lnTo>
                  <a:lnTo>
                    <a:pt x="2660620" y="709166"/>
                  </a:lnTo>
                  <a:lnTo>
                    <a:pt x="2669430" y="727369"/>
                  </a:lnTo>
                  <a:lnTo>
                    <a:pt x="2678240" y="745353"/>
                  </a:lnTo>
                  <a:lnTo>
                    <a:pt x="2687050" y="763110"/>
                  </a:lnTo>
                  <a:lnTo>
                    <a:pt x="2695860" y="780678"/>
                  </a:lnTo>
                  <a:lnTo>
                    <a:pt x="2704670" y="797970"/>
                  </a:lnTo>
                  <a:lnTo>
                    <a:pt x="2713480" y="814921"/>
                  </a:lnTo>
                  <a:lnTo>
                    <a:pt x="2722290" y="831626"/>
                  </a:lnTo>
                  <a:lnTo>
                    <a:pt x="2731100" y="848021"/>
                  </a:lnTo>
                  <a:lnTo>
                    <a:pt x="2739910" y="863958"/>
                  </a:lnTo>
                  <a:lnTo>
                    <a:pt x="2748720" y="879598"/>
                  </a:lnTo>
                  <a:lnTo>
                    <a:pt x="2757530" y="894922"/>
                  </a:lnTo>
                  <a:lnTo>
                    <a:pt x="2766340" y="909671"/>
                  </a:lnTo>
                  <a:lnTo>
                    <a:pt x="2775150" y="924082"/>
                  </a:lnTo>
                  <a:lnTo>
                    <a:pt x="2783960" y="938155"/>
                  </a:lnTo>
                  <a:lnTo>
                    <a:pt x="2792770" y="951623"/>
                  </a:lnTo>
                  <a:lnTo>
                    <a:pt x="2801580" y="964687"/>
                  </a:lnTo>
                  <a:lnTo>
                    <a:pt x="2810390" y="977387"/>
                  </a:lnTo>
                  <a:lnTo>
                    <a:pt x="2819200" y="989509"/>
                  </a:lnTo>
                  <a:lnTo>
                    <a:pt x="2828010" y="1001152"/>
                  </a:lnTo>
                  <a:lnTo>
                    <a:pt x="2836820" y="1012420"/>
                  </a:lnTo>
                  <a:lnTo>
                    <a:pt x="2845630" y="1023160"/>
                  </a:lnTo>
                  <a:lnTo>
                    <a:pt x="2854440" y="1033359"/>
                  </a:lnTo>
                  <a:lnTo>
                    <a:pt x="2863250" y="1043185"/>
                  </a:lnTo>
                  <a:lnTo>
                    <a:pt x="2872060" y="1052548"/>
                  </a:lnTo>
                  <a:lnTo>
                    <a:pt x="2880870" y="1061325"/>
                  </a:lnTo>
                  <a:lnTo>
                    <a:pt x="2889680" y="1069743"/>
                  </a:lnTo>
                  <a:lnTo>
                    <a:pt x="2898490" y="1077774"/>
                  </a:lnTo>
                  <a:lnTo>
                    <a:pt x="2907300" y="1085195"/>
                  </a:lnTo>
                  <a:lnTo>
                    <a:pt x="2916110" y="1092280"/>
                  </a:lnTo>
                  <a:lnTo>
                    <a:pt x="2924920" y="1099033"/>
                  </a:lnTo>
                  <a:lnTo>
                    <a:pt x="2933730" y="1105225"/>
                  </a:lnTo>
                  <a:lnTo>
                    <a:pt x="2942540" y="1111089"/>
                  </a:lnTo>
                  <a:lnTo>
                    <a:pt x="2951350" y="1116655"/>
                  </a:lnTo>
                  <a:lnTo>
                    <a:pt x="2960160" y="1121766"/>
                  </a:lnTo>
                  <a:lnTo>
                    <a:pt x="2968970" y="1126547"/>
                  </a:lnTo>
                  <a:lnTo>
                    <a:pt x="2977780" y="1131071"/>
                  </a:lnTo>
                  <a:lnTo>
                    <a:pt x="2986590" y="1135241"/>
                  </a:lnTo>
                  <a:lnTo>
                    <a:pt x="2995400" y="1139097"/>
                  </a:lnTo>
                  <a:lnTo>
                    <a:pt x="3004210" y="1142740"/>
                  </a:lnTo>
                  <a:lnTo>
                    <a:pt x="3013020" y="1146123"/>
                  </a:lnTo>
                  <a:lnTo>
                    <a:pt x="3021830" y="1149223"/>
                  </a:lnTo>
                  <a:lnTo>
                    <a:pt x="3030640" y="1152158"/>
                  </a:lnTo>
                  <a:lnTo>
                    <a:pt x="3039450" y="1154914"/>
                  </a:lnTo>
                  <a:lnTo>
                    <a:pt x="3048260" y="1157434"/>
                  </a:lnTo>
                  <a:lnTo>
                    <a:pt x="3057070" y="1159835"/>
                  </a:lnTo>
                  <a:lnTo>
                    <a:pt x="3065880" y="1162123"/>
                  </a:lnTo>
                  <a:lnTo>
                    <a:pt x="3074690" y="1164242"/>
                  </a:lnTo>
                  <a:lnTo>
                    <a:pt x="3083500" y="1166287"/>
                  </a:lnTo>
                  <a:lnTo>
                    <a:pt x="3092310" y="1168264"/>
                  </a:lnTo>
                  <a:lnTo>
                    <a:pt x="3101120" y="1170158"/>
                  </a:lnTo>
                  <a:lnTo>
                    <a:pt x="3109930" y="1172016"/>
                  </a:lnTo>
                  <a:lnTo>
                    <a:pt x="3118740" y="1173851"/>
                  </a:lnTo>
                  <a:lnTo>
                    <a:pt x="3127550" y="1175673"/>
                  </a:lnTo>
                  <a:lnTo>
                    <a:pt x="3136360" y="1177510"/>
                  </a:lnTo>
                  <a:lnTo>
                    <a:pt x="3145170" y="1179369"/>
                  </a:lnTo>
                  <a:lnTo>
                    <a:pt x="3153980" y="1181267"/>
                  </a:lnTo>
                  <a:lnTo>
                    <a:pt x="3162790" y="1183242"/>
                  </a:lnTo>
                  <a:lnTo>
                    <a:pt x="3171600" y="1185280"/>
                  </a:lnTo>
                  <a:lnTo>
                    <a:pt x="3180410" y="1187398"/>
                  </a:lnTo>
                  <a:lnTo>
                    <a:pt x="3189220" y="1189665"/>
                  </a:lnTo>
                  <a:lnTo>
                    <a:pt x="3198030" y="1192035"/>
                  </a:lnTo>
                  <a:lnTo>
                    <a:pt x="3206840" y="1194513"/>
                  </a:lnTo>
                  <a:lnTo>
                    <a:pt x="3215650" y="1197219"/>
                  </a:lnTo>
                  <a:lnTo>
                    <a:pt x="3224460" y="1200071"/>
                  </a:lnTo>
                  <a:lnTo>
                    <a:pt x="3233270" y="1203068"/>
                  </a:lnTo>
                  <a:lnTo>
                    <a:pt x="3242080" y="1206336"/>
                  </a:lnTo>
                  <a:lnTo>
                    <a:pt x="3250890" y="1209814"/>
                  </a:lnTo>
                  <a:lnTo>
                    <a:pt x="3259700" y="1213477"/>
                  </a:lnTo>
                  <a:lnTo>
                    <a:pt x="3268510" y="1217438"/>
                  </a:lnTo>
                  <a:lnTo>
                    <a:pt x="3277320" y="1221686"/>
                  </a:lnTo>
                  <a:lnTo>
                    <a:pt x="3286130" y="1226157"/>
                  </a:lnTo>
                  <a:lnTo>
                    <a:pt x="3294940" y="1230941"/>
                  </a:lnTo>
                  <a:lnTo>
                    <a:pt x="3303750" y="1236098"/>
                  </a:lnTo>
                  <a:lnTo>
                    <a:pt x="3312560" y="1241516"/>
                  </a:lnTo>
                  <a:lnTo>
                    <a:pt x="3321370" y="1247251"/>
                  </a:lnTo>
                  <a:lnTo>
                    <a:pt x="3330180" y="1253452"/>
                  </a:lnTo>
                  <a:lnTo>
                    <a:pt x="3338990" y="1259950"/>
                  </a:lnTo>
                  <a:lnTo>
                    <a:pt x="3347800" y="1266755"/>
                  </a:lnTo>
                  <a:lnTo>
                    <a:pt x="3356610" y="1274129"/>
                  </a:lnTo>
                  <a:lnTo>
                    <a:pt x="3365420" y="1281831"/>
                  </a:lnTo>
                  <a:lnTo>
                    <a:pt x="3374230" y="1289863"/>
                  </a:lnTo>
                  <a:lnTo>
                    <a:pt x="3383040" y="1298478"/>
                  </a:lnTo>
                  <a:lnTo>
                    <a:pt x="3391850" y="1307494"/>
                  </a:lnTo>
                  <a:lnTo>
                    <a:pt x="3400660" y="1316867"/>
                  </a:lnTo>
                  <a:lnTo>
                    <a:pt x="3409470" y="1326804"/>
                  </a:lnTo>
                  <a:lnTo>
                    <a:pt x="3418280" y="1337225"/>
                  </a:lnTo>
                  <a:lnTo>
                    <a:pt x="3427090" y="1348023"/>
                  </a:lnTo>
                  <a:lnTo>
                    <a:pt x="3435900" y="1359350"/>
                  </a:lnTo>
                  <a:lnTo>
                    <a:pt x="3444710" y="1371241"/>
                  </a:lnTo>
                  <a:lnTo>
                    <a:pt x="3453520" y="1383522"/>
                  </a:lnTo>
                  <a:lnTo>
                    <a:pt x="3462330" y="1396283"/>
                  </a:lnTo>
                  <a:lnTo>
                    <a:pt x="3471140" y="1409679"/>
                  </a:lnTo>
                  <a:lnTo>
                    <a:pt x="3479950" y="1423468"/>
                  </a:lnTo>
                  <a:lnTo>
                    <a:pt x="3488760" y="1437675"/>
                  </a:lnTo>
                  <a:lnTo>
                    <a:pt x="3497570" y="1452575"/>
                  </a:lnTo>
                  <a:lnTo>
                    <a:pt x="3506380" y="1467861"/>
                  </a:lnTo>
                  <a:lnTo>
                    <a:pt x="3515190" y="1483532"/>
                  </a:lnTo>
                  <a:lnTo>
                    <a:pt x="3524000" y="1499861"/>
                  </a:lnTo>
                  <a:lnTo>
                    <a:pt x="3532810" y="1516594"/>
                  </a:lnTo>
                  <a:lnTo>
                    <a:pt x="3541620" y="1533691"/>
                  </a:lnTo>
                  <a:lnTo>
                    <a:pt x="3550430" y="1551350"/>
                  </a:lnTo>
                  <a:lnTo>
                    <a:pt x="3559240" y="1569438"/>
                  </a:lnTo>
                  <a:lnTo>
                    <a:pt x="3568050" y="1587859"/>
                  </a:lnTo>
                  <a:lnTo>
                    <a:pt x="3576860" y="1606740"/>
                  </a:lnTo>
                  <a:lnTo>
                    <a:pt x="3585670" y="1626053"/>
                  </a:lnTo>
                  <a:lnTo>
                    <a:pt x="3594480" y="1645657"/>
                  </a:lnTo>
                  <a:lnTo>
                    <a:pt x="3603290" y="1665618"/>
                  </a:lnTo>
                  <a:lnTo>
                    <a:pt x="3612100" y="1685987"/>
                  </a:lnTo>
                  <a:lnTo>
                    <a:pt x="3620910" y="1706598"/>
                  </a:lnTo>
                  <a:lnTo>
                    <a:pt x="3629720" y="1727466"/>
                  </a:lnTo>
                  <a:lnTo>
                    <a:pt x="3638530" y="1748693"/>
                  </a:lnTo>
                  <a:lnTo>
                    <a:pt x="3647340" y="1770103"/>
                  </a:lnTo>
                  <a:lnTo>
                    <a:pt x="3656150" y="1791690"/>
                  </a:lnTo>
                  <a:lnTo>
                    <a:pt x="3664960" y="1813542"/>
                  </a:lnTo>
                  <a:lnTo>
                    <a:pt x="3673770" y="1835520"/>
                  </a:lnTo>
                  <a:lnTo>
                    <a:pt x="3682580" y="1857610"/>
                  </a:lnTo>
                  <a:lnTo>
                    <a:pt x="3691390" y="1879842"/>
                  </a:lnTo>
                  <a:lnTo>
                    <a:pt x="3700200" y="1902143"/>
                  </a:lnTo>
                  <a:lnTo>
                    <a:pt x="3709010" y="1924488"/>
                  </a:lnTo>
                  <a:lnTo>
                    <a:pt x="3717820" y="1946868"/>
                  </a:lnTo>
                  <a:lnTo>
                    <a:pt x="3726630" y="1969238"/>
                  </a:lnTo>
                  <a:lnTo>
                    <a:pt x="3735440" y="1991583"/>
                  </a:lnTo>
                  <a:lnTo>
                    <a:pt x="3744250" y="2013877"/>
                  </a:lnTo>
                  <a:lnTo>
                    <a:pt x="3753060" y="2036063"/>
                  </a:lnTo>
                  <a:lnTo>
                    <a:pt x="3761870" y="2058157"/>
                  </a:lnTo>
                  <a:lnTo>
                    <a:pt x="3770680" y="2080138"/>
                  </a:lnTo>
                  <a:lnTo>
                    <a:pt x="3779490" y="2101896"/>
                  </a:lnTo>
                  <a:lnTo>
                    <a:pt x="3788300" y="2123500"/>
                  </a:lnTo>
                  <a:lnTo>
                    <a:pt x="3797110" y="2144944"/>
                  </a:lnTo>
                  <a:lnTo>
                    <a:pt x="3805920" y="2166052"/>
                  </a:lnTo>
                  <a:lnTo>
                    <a:pt x="3814730" y="2186943"/>
                  </a:lnTo>
                  <a:lnTo>
                    <a:pt x="3823540" y="2207618"/>
                  </a:lnTo>
                  <a:lnTo>
                    <a:pt x="3832350" y="2227903"/>
                  </a:lnTo>
                  <a:lnTo>
                    <a:pt x="3841160" y="2247883"/>
                  </a:lnTo>
                  <a:lnTo>
                    <a:pt x="3849970" y="2267596"/>
                  </a:lnTo>
                  <a:lnTo>
                    <a:pt x="3858780" y="2286894"/>
                  </a:lnTo>
                  <a:lnTo>
                    <a:pt x="3867590" y="2305791"/>
                  </a:lnTo>
                  <a:lnTo>
                    <a:pt x="3876400" y="2324381"/>
                  </a:lnTo>
                  <a:lnTo>
                    <a:pt x="3885210" y="2342551"/>
                  </a:lnTo>
                  <a:lnTo>
                    <a:pt x="3894020" y="2360225"/>
                  </a:lnTo>
                  <a:lnTo>
                    <a:pt x="3902830" y="2377561"/>
                  </a:lnTo>
                  <a:lnTo>
                    <a:pt x="3911640" y="2394494"/>
                  </a:lnTo>
                  <a:lnTo>
                    <a:pt x="3920450" y="2410838"/>
                  </a:lnTo>
                  <a:lnTo>
                    <a:pt x="3929260" y="2426821"/>
                  </a:lnTo>
                  <a:lnTo>
                    <a:pt x="3938070" y="2442437"/>
                  </a:lnTo>
                  <a:lnTo>
                    <a:pt x="3946880" y="2457378"/>
                  </a:lnTo>
                  <a:lnTo>
                    <a:pt x="3955690" y="2471944"/>
                  </a:lnTo>
                  <a:lnTo>
                    <a:pt x="3964500" y="2486136"/>
                  </a:lnTo>
                  <a:lnTo>
                    <a:pt x="3973310" y="2499690"/>
                  </a:lnTo>
                  <a:lnTo>
                    <a:pt x="3982120" y="2512809"/>
                  </a:lnTo>
                  <a:lnTo>
                    <a:pt x="3990930" y="2525551"/>
                  </a:lnTo>
                  <a:lnTo>
                    <a:pt x="3999740" y="2537716"/>
                  </a:lnTo>
                  <a:lnTo>
                    <a:pt x="4008550" y="2549391"/>
                  </a:lnTo>
                  <a:lnTo>
                    <a:pt x="4017360" y="2560694"/>
                  </a:lnTo>
                  <a:lnTo>
                    <a:pt x="4026170" y="2571492"/>
                  </a:lnTo>
                  <a:lnTo>
                    <a:pt x="4034980" y="2581756"/>
                  </a:lnTo>
                  <a:lnTo>
                    <a:pt x="4043790" y="2591662"/>
                  </a:lnTo>
                  <a:lnTo>
                    <a:pt x="4052600" y="2601141"/>
                  </a:lnTo>
                  <a:lnTo>
                    <a:pt x="4061410" y="2610056"/>
                  </a:lnTo>
                  <a:lnTo>
                    <a:pt x="4070220" y="2618636"/>
                  </a:lnTo>
                  <a:lnTo>
                    <a:pt x="4079030" y="2626867"/>
                  </a:lnTo>
                  <a:lnTo>
                    <a:pt x="4087840" y="2634524"/>
                  </a:lnTo>
                  <a:lnTo>
                    <a:pt x="4096650" y="2641875"/>
                  </a:lnTo>
                  <a:lnTo>
                    <a:pt x="4105460" y="2648921"/>
                  </a:lnTo>
                  <a:lnTo>
                    <a:pt x="4114270" y="2655466"/>
                  </a:lnTo>
                  <a:lnTo>
                    <a:pt x="4123080" y="2661707"/>
                  </a:lnTo>
                  <a:lnTo>
                    <a:pt x="4131890" y="2667679"/>
                  </a:lnTo>
                  <a:lnTo>
                    <a:pt x="4140700" y="2673252"/>
                  </a:lnTo>
                  <a:lnTo>
                    <a:pt x="4149510" y="2678524"/>
                  </a:lnTo>
                  <a:lnTo>
                    <a:pt x="4158320" y="2683568"/>
                  </a:lnTo>
                  <a:lnTo>
                    <a:pt x="4167130" y="2688308"/>
                  </a:lnTo>
                  <a:lnTo>
                    <a:pt x="4175940" y="2692768"/>
                  </a:lnTo>
                  <a:lnTo>
                    <a:pt x="4184750" y="2697045"/>
                  </a:lnTo>
                  <a:lnTo>
                    <a:pt x="4193560" y="2701105"/>
                  </a:lnTo>
                  <a:lnTo>
                    <a:pt x="4202370" y="2704922"/>
                  </a:lnTo>
                  <a:lnTo>
                    <a:pt x="4211180" y="2708605"/>
                  </a:lnTo>
                  <a:lnTo>
                    <a:pt x="4219990" y="2712146"/>
                  </a:lnTo>
                  <a:lnTo>
                    <a:pt x="4228800" y="2715499"/>
                  </a:lnTo>
                  <a:lnTo>
                    <a:pt x="4237610" y="2718766"/>
                  </a:lnTo>
                  <a:lnTo>
                    <a:pt x="4246420" y="2721950"/>
                  </a:lnTo>
                  <a:lnTo>
                    <a:pt x="4255230" y="2725025"/>
                  </a:lnTo>
                  <a:lnTo>
                    <a:pt x="4264040" y="2728058"/>
                  </a:lnTo>
                  <a:lnTo>
                    <a:pt x="4272850" y="2731056"/>
                  </a:lnTo>
                  <a:lnTo>
                    <a:pt x="4281660" y="2734027"/>
                  </a:lnTo>
                  <a:lnTo>
                    <a:pt x="4290470" y="2737003"/>
                  </a:lnTo>
                  <a:lnTo>
                    <a:pt x="4299280" y="2739993"/>
                  </a:lnTo>
                  <a:lnTo>
                    <a:pt x="4308090" y="2743018"/>
                  </a:lnTo>
                  <a:lnTo>
                    <a:pt x="4316900" y="2746107"/>
                  </a:lnTo>
                  <a:lnTo>
                    <a:pt x="4325710" y="2749252"/>
                  </a:lnTo>
                  <a:lnTo>
                    <a:pt x="4334520" y="2752480"/>
                  </a:lnTo>
                  <a:lnTo>
                    <a:pt x="4343330" y="2755837"/>
                  </a:lnTo>
                  <a:lnTo>
                    <a:pt x="4352140" y="2759288"/>
                  </a:lnTo>
                  <a:lnTo>
                    <a:pt x="4360950" y="2762851"/>
                  </a:lnTo>
                  <a:lnTo>
                    <a:pt x="4369760" y="2766611"/>
                  </a:lnTo>
                  <a:lnTo>
                    <a:pt x="4378570" y="2770498"/>
                  </a:lnTo>
                  <a:lnTo>
                    <a:pt x="4387380" y="2774514"/>
                  </a:lnTo>
                  <a:lnTo>
                    <a:pt x="4396190" y="2778784"/>
                  </a:lnTo>
                  <a:lnTo>
                    <a:pt x="4405000" y="2783211"/>
                  </a:lnTo>
                  <a:lnTo>
                    <a:pt x="4413810" y="2787791"/>
                  </a:lnTo>
                  <a:lnTo>
                    <a:pt x="4422620" y="2792634"/>
                  </a:lnTo>
                  <a:lnTo>
                    <a:pt x="4431430" y="2797677"/>
                  </a:lnTo>
                  <a:lnTo>
                    <a:pt x="4440240" y="2802889"/>
                  </a:lnTo>
                  <a:lnTo>
                    <a:pt x="4449050" y="2808356"/>
                  </a:lnTo>
                  <a:lnTo>
                    <a:pt x="4457860" y="2814061"/>
                  </a:lnTo>
                  <a:lnTo>
                    <a:pt x="4466670" y="2819942"/>
                  </a:lnTo>
                  <a:lnTo>
                    <a:pt x="4475480" y="2826055"/>
                  </a:lnTo>
                  <a:lnTo>
                    <a:pt x="4484290" y="2832436"/>
                  </a:lnTo>
                  <a:lnTo>
                    <a:pt x="4493100" y="2838991"/>
                  </a:lnTo>
                  <a:lnTo>
                    <a:pt x="4501910" y="2845746"/>
                  </a:lnTo>
                  <a:lnTo>
                    <a:pt x="4501910" y="3305201"/>
                  </a:lnTo>
                  <a:lnTo>
                    <a:pt x="4493100" y="3305201"/>
                  </a:lnTo>
                  <a:lnTo>
                    <a:pt x="4484290" y="3305201"/>
                  </a:lnTo>
                  <a:lnTo>
                    <a:pt x="4475480" y="3305201"/>
                  </a:lnTo>
                  <a:lnTo>
                    <a:pt x="4466670" y="3305201"/>
                  </a:lnTo>
                  <a:lnTo>
                    <a:pt x="4457860" y="3305201"/>
                  </a:lnTo>
                  <a:lnTo>
                    <a:pt x="4449050" y="3305201"/>
                  </a:lnTo>
                  <a:lnTo>
                    <a:pt x="4440240" y="3305201"/>
                  </a:lnTo>
                  <a:lnTo>
                    <a:pt x="4431430" y="3305201"/>
                  </a:lnTo>
                  <a:lnTo>
                    <a:pt x="4422620" y="3305201"/>
                  </a:lnTo>
                  <a:lnTo>
                    <a:pt x="4413810" y="3305201"/>
                  </a:lnTo>
                  <a:lnTo>
                    <a:pt x="4405000" y="3305201"/>
                  </a:lnTo>
                  <a:lnTo>
                    <a:pt x="4396190" y="3305201"/>
                  </a:lnTo>
                  <a:lnTo>
                    <a:pt x="4387380" y="3305201"/>
                  </a:lnTo>
                  <a:lnTo>
                    <a:pt x="4378570" y="3305201"/>
                  </a:lnTo>
                  <a:lnTo>
                    <a:pt x="4369760" y="3305201"/>
                  </a:lnTo>
                  <a:lnTo>
                    <a:pt x="4360950" y="3305201"/>
                  </a:lnTo>
                  <a:lnTo>
                    <a:pt x="4352140" y="3305201"/>
                  </a:lnTo>
                  <a:lnTo>
                    <a:pt x="4343330" y="3305201"/>
                  </a:lnTo>
                  <a:lnTo>
                    <a:pt x="4334520" y="3305201"/>
                  </a:lnTo>
                  <a:lnTo>
                    <a:pt x="4325710" y="3305201"/>
                  </a:lnTo>
                  <a:lnTo>
                    <a:pt x="4316900" y="3305201"/>
                  </a:lnTo>
                  <a:lnTo>
                    <a:pt x="4308090" y="3305201"/>
                  </a:lnTo>
                  <a:lnTo>
                    <a:pt x="4299280" y="3305201"/>
                  </a:lnTo>
                  <a:lnTo>
                    <a:pt x="4290470" y="3305201"/>
                  </a:lnTo>
                  <a:lnTo>
                    <a:pt x="4281660" y="3305201"/>
                  </a:lnTo>
                  <a:lnTo>
                    <a:pt x="4272850" y="3305201"/>
                  </a:lnTo>
                  <a:lnTo>
                    <a:pt x="4264040" y="3305201"/>
                  </a:lnTo>
                  <a:lnTo>
                    <a:pt x="4255230" y="3305201"/>
                  </a:lnTo>
                  <a:lnTo>
                    <a:pt x="4246420" y="3305201"/>
                  </a:lnTo>
                  <a:lnTo>
                    <a:pt x="4237610" y="3305201"/>
                  </a:lnTo>
                  <a:lnTo>
                    <a:pt x="4228800" y="3305201"/>
                  </a:lnTo>
                  <a:lnTo>
                    <a:pt x="4219990" y="3305201"/>
                  </a:lnTo>
                  <a:lnTo>
                    <a:pt x="4211180" y="3305201"/>
                  </a:lnTo>
                  <a:lnTo>
                    <a:pt x="4202370" y="3305201"/>
                  </a:lnTo>
                  <a:lnTo>
                    <a:pt x="4193560" y="3305201"/>
                  </a:lnTo>
                  <a:lnTo>
                    <a:pt x="4184750" y="3305201"/>
                  </a:lnTo>
                  <a:lnTo>
                    <a:pt x="4175940" y="3305201"/>
                  </a:lnTo>
                  <a:lnTo>
                    <a:pt x="4167130" y="3305201"/>
                  </a:lnTo>
                  <a:lnTo>
                    <a:pt x="4158320" y="3305201"/>
                  </a:lnTo>
                  <a:lnTo>
                    <a:pt x="4149510" y="3305201"/>
                  </a:lnTo>
                  <a:lnTo>
                    <a:pt x="4140700" y="3305201"/>
                  </a:lnTo>
                  <a:lnTo>
                    <a:pt x="4131890" y="3305201"/>
                  </a:lnTo>
                  <a:lnTo>
                    <a:pt x="4123080" y="3305201"/>
                  </a:lnTo>
                  <a:lnTo>
                    <a:pt x="4114270" y="3305201"/>
                  </a:lnTo>
                  <a:lnTo>
                    <a:pt x="4105460" y="3305201"/>
                  </a:lnTo>
                  <a:lnTo>
                    <a:pt x="4096650" y="3305201"/>
                  </a:lnTo>
                  <a:lnTo>
                    <a:pt x="4087840" y="3305201"/>
                  </a:lnTo>
                  <a:lnTo>
                    <a:pt x="4079030" y="3305201"/>
                  </a:lnTo>
                  <a:lnTo>
                    <a:pt x="4070220" y="3305201"/>
                  </a:lnTo>
                  <a:lnTo>
                    <a:pt x="4061410" y="3305201"/>
                  </a:lnTo>
                  <a:lnTo>
                    <a:pt x="4052600" y="3305201"/>
                  </a:lnTo>
                  <a:lnTo>
                    <a:pt x="4043790" y="3305201"/>
                  </a:lnTo>
                  <a:lnTo>
                    <a:pt x="4034980" y="3305201"/>
                  </a:lnTo>
                  <a:lnTo>
                    <a:pt x="4026170" y="3305201"/>
                  </a:lnTo>
                  <a:lnTo>
                    <a:pt x="4017360" y="3305201"/>
                  </a:lnTo>
                  <a:lnTo>
                    <a:pt x="4008550" y="3305201"/>
                  </a:lnTo>
                  <a:lnTo>
                    <a:pt x="3999740" y="3305201"/>
                  </a:lnTo>
                  <a:lnTo>
                    <a:pt x="3990930" y="3305201"/>
                  </a:lnTo>
                  <a:lnTo>
                    <a:pt x="3982120" y="3305201"/>
                  </a:lnTo>
                  <a:lnTo>
                    <a:pt x="3973310" y="3305201"/>
                  </a:lnTo>
                  <a:lnTo>
                    <a:pt x="3964500" y="3305201"/>
                  </a:lnTo>
                  <a:lnTo>
                    <a:pt x="3955690" y="3305201"/>
                  </a:lnTo>
                  <a:lnTo>
                    <a:pt x="3946880" y="3305201"/>
                  </a:lnTo>
                  <a:lnTo>
                    <a:pt x="3938070" y="3305201"/>
                  </a:lnTo>
                  <a:lnTo>
                    <a:pt x="3929260" y="3305201"/>
                  </a:lnTo>
                  <a:lnTo>
                    <a:pt x="3920450" y="3305201"/>
                  </a:lnTo>
                  <a:lnTo>
                    <a:pt x="3911640" y="3305201"/>
                  </a:lnTo>
                  <a:lnTo>
                    <a:pt x="3902830" y="3305201"/>
                  </a:lnTo>
                  <a:lnTo>
                    <a:pt x="3894020" y="3305201"/>
                  </a:lnTo>
                  <a:lnTo>
                    <a:pt x="3885210" y="3305201"/>
                  </a:lnTo>
                  <a:lnTo>
                    <a:pt x="3876400" y="3305201"/>
                  </a:lnTo>
                  <a:lnTo>
                    <a:pt x="3867590" y="3305201"/>
                  </a:lnTo>
                  <a:lnTo>
                    <a:pt x="3858780" y="3305201"/>
                  </a:lnTo>
                  <a:lnTo>
                    <a:pt x="3849970" y="3305201"/>
                  </a:lnTo>
                  <a:lnTo>
                    <a:pt x="3841160" y="3305201"/>
                  </a:lnTo>
                  <a:lnTo>
                    <a:pt x="3832350" y="3305201"/>
                  </a:lnTo>
                  <a:lnTo>
                    <a:pt x="3823540" y="3305201"/>
                  </a:lnTo>
                  <a:lnTo>
                    <a:pt x="3814730" y="3305201"/>
                  </a:lnTo>
                  <a:lnTo>
                    <a:pt x="3805920" y="3305201"/>
                  </a:lnTo>
                  <a:lnTo>
                    <a:pt x="3797110" y="3305201"/>
                  </a:lnTo>
                  <a:lnTo>
                    <a:pt x="3788300" y="3305201"/>
                  </a:lnTo>
                  <a:lnTo>
                    <a:pt x="3779490" y="3305201"/>
                  </a:lnTo>
                  <a:lnTo>
                    <a:pt x="3770680" y="3305201"/>
                  </a:lnTo>
                  <a:lnTo>
                    <a:pt x="3761870" y="3305201"/>
                  </a:lnTo>
                  <a:lnTo>
                    <a:pt x="3753060" y="3305201"/>
                  </a:lnTo>
                  <a:lnTo>
                    <a:pt x="3744250" y="3305201"/>
                  </a:lnTo>
                  <a:lnTo>
                    <a:pt x="3735440" y="3305201"/>
                  </a:lnTo>
                  <a:lnTo>
                    <a:pt x="3726630" y="3305201"/>
                  </a:lnTo>
                  <a:lnTo>
                    <a:pt x="3717820" y="3305201"/>
                  </a:lnTo>
                  <a:lnTo>
                    <a:pt x="3709010" y="3305201"/>
                  </a:lnTo>
                  <a:lnTo>
                    <a:pt x="3700200" y="3305201"/>
                  </a:lnTo>
                  <a:lnTo>
                    <a:pt x="3691390" y="3305201"/>
                  </a:lnTo>
                  <a:lnTo>
                    <a:pt x="3682580" y="3305201"/>
                  </a:lnTo>
                  <a:lnTo>
                    <a:pt x="3673770" y="3305201"/>
                  </a:lnTo>
                  <a:lnTo>
                    <a:pt x="3664960" y="3305201"/>
                  </a:lnTo>
                  <a:lnTo>
                    <a:pt x="3656150" y="3305201"/>
                  </a:lnTo>
                  <a:lnTo>
                    <a:pt x="3647340" y="3305201"/>
                  </a:lnTo>
                  <a:lnTo>
                    <a:pt x="3638530" y="3305201"/>
                  </a:lnTo>
                  <a:lnTo>
                    <a:pt x="3629720" y="3305201"/>
                  </a:lnTo>
                  <a:lnTo>
                    <a:pt x="3620910" y="3305201"/>
                  </a:lnTo>
                  <a:lnTo>
                    <a:pt x="3612100" y="3305201"/>
                  </a:lnTo>
                  <a:lnTo>
                    <a:pt x="3603290" y="3305201"/>
                  </a:lnTo>
                  <a:lnTo>
                    <a:pt x="3594480" y="3305201"/>
                  </a:lnTo>
                  <a:lnTo>
                    <a:pt x="3585670" y="3305201"/>
                  </a:lnTo>
                  <a:lnTo>
                    <a:pt x="3576860" y="3305201"/>
                  </a:lnTo>
                  <a:lnTo>
                    <a:pt x="3568050" y="3305201"/>
                  </a:lnTo>
                  <a:lnTo>
                    <a:pt x="3559240" y="3305201"/>
                  </a:lnTo>
                  <a:lnTo>
                    <a:pt x="3550430" y="3305201"/>
                  </a:lnTo>
                  <a:lnTo>
                    <a:pt x="3541620" y="3305201"/>
                  </a:lnTo>
                  <a:lnTo>
                    <a:pt x="3532810" y="3305201"/>
                  </a:lnTo>
                  <a:lnTo>
                    <a:pt x="3524000" y="3305201"/>
                  </a:lnTo>
                  <a:lnTo>
                    <a:pt x="3515190" y="3305201"/>
                  </a:lnTo>
                  <a:lnTo>
                    <a:pt x="3506380" y="3305201"/>
                  </a:lnTo>
                  <a:lnTo>
                    <a:pt x="3497570" y="3305201"/>
                  </a:lnTo>
                  <a:lnTo>
                    <a:pt x="3488760" y="3305201"/>
                  </a:lnTo>
                  <a:lnTo>
                    <a:pt x="3479950" y="3305201"/>
                  </a:lnTo>
                  <a:lnTo>
                    <a:pt x="3471140" y="3305201"/>
                  </a:lnTo>
                  <a:lnTo>
                    <a:pt x="3462330" y="3305201"/>
                  </a:lnTo>
                  <a:lnTo>
                    <a:pt x="3453520" y="3305201"/>
                  </a:lnTo>
                  <a:lnTo>
                    <a:pt x="3444710" y="3305201"/>
                  </a:lnTo>
                  <a:lnTo>
                    <a:pt x="3435900" y="3305201"/>
                  </a:lnTo>
                  <a:lnTo>
                    <a:pt x="3427090" y="3305201"/>
                  </a:lnTo>
                  <a:lnTo>
                    <a:pt x="3418280" y="3305201"/>
                  </a:lnTo>
                  <a:lnTo>
                    <a:pt x="3409470" y="3305201"/>
                  </a:lnTo>
                  <a:lnTo>
                    <a:pt x="3400660" y="3305201"/>
                  </a:lnTo>
                  <a:lnTo>
                    <a:pt x="3391850" y="3305201"/>
                  </a:lnTo>
                  <a:lnTo>
                    <a:pt x="3383040" y="3305201"/>
                  </a:lnTo>
                  <a:lnTo>
                    <a:pt x="3374230" y="3305201"/>
                  </a:lnTo>
                  <a:lnTo>
                    <a:pt x="3365420" y="3305201"/>
                  </a:lnTo>
                  <a:lnTo>
                    <a:pt x="3356610" y="3305201"/>
                  </a:lnTo>
                  <a:lnTo>
                    <a:pt x="3347800" y="3305201"/>
                  </a:lnTo>
                  <a:lnTo>
                    <a:pt x="3338990" y="3305201"/>
                  </a:lnTo>
                  <a:lnTo>
                    <a:pt x="3330180" y="3305201"/>
                  </a:lnTo>
                  <a:lnTo>
                    <a:pt x="3321370" y="3305201"/>
                  </a:lnTo>
                  <a:lnTo>
                    <a:pt x="3312560" y="3305201"/>
                  </a:lnTo>
                  <a:lnTo>
                    <a:pt x="3303750" y="3305201"/>
                  </a:lnTo>
                  <a:lnTo>
                    <a:pt x="3294940" y="3305201"/>
                  </a:lnTo>
                  <a:lnTo>
                    <a:pt x="3286130" y="3305201"/>
                  </a:lnTo>
                  <a:lnTo>
                    <a:pt x="3277320" y="3305201"/>
                  </a:lnTo>
                  <a:lnTo>
                    <a:pt x="3268510" y="3305201"/>
                  </a:lnTo>
                  <a:lnTo>
                    <a:pt x="3259700" y="3305201"/>
                  </a:lnTo>
                  <a:lnTo>
                    <a:pt x="3250890" y="3305201"/>
                  </a:lnTo>
                  <a:lnTo>
                    <a:pt x="3242080" y="3305201"/>
                  </a:lnTo>
                  <a:lnTo>
                    <a:pt x="3233270" y="3305201"/>
                  </a:lnTo>
                  <a:lnTo>
                    <a:pt x="3224460" y="3305201"/>
                  </a:lnTo>
                  <a:lnTo>
                    <a:pt x="3215650" y="3305201"/>
                  </a:lnTo>
                  <a:lnTo>
                    <a:pt x="3206840" y="3305201"/>
                  </a:lnTo>
                  <a:lnTo>
                    <a:pt x="3198030" y="3305201"/>
                  </a:lnTo>
                  <a:lnTo>
                    <a:pt x="3189220" y="3305201"/>
                  </a:lnTo>
                  <a:lnTo>
                    <a:pt x="3180410" y="3305201"/>
                  </a:lnTo>
                  <a:lnTo>
                    <a:pt x="3171600" y="3305201"/>
                  </a:lnTo>
                  <a:lnTo>
                    <a:pt x="3162790" y="3305201"/>
                  </a:lnTo>
                  <a:lnTo>
                    <a:pt x="3153980" y="3305201"/>
                  </a:lnTo>
                  <a:lnTo>
                    <a:pt x="3145170" y="3305201"/>
                  </a:lnTo>
                  <a:lnTo>
                    <a:pt x="3136360" y="3305201"/>
                  </a:lnTo>
                  <a:lnTo>
                    <a:pt x="3127550" y="3305201"/>
                  </a:lnTo>
                  <a:lnTo>
                    <a:pt x="3118740" y="3305201"/>
                  </a:lnTo>
                  <a:lnTo>
                    <a:pt x="3109930" y="3305201"/>
                  </a:lnTo>
                  <a:lnTo>
                    <a:pt x="3101120" y="3305201"/>
                  </a:lnTo>
                  <a:lnTo>
                    <a:pt x="3092310" y="3305201"/>
                  </a:lnTo>
                  <a:lnTo>
                    <a:pt x="3083500" y="3305201"/>
                  </a:lnTo>
                  <a:lnTo>
                    <a:pt x="3074690" y="3305201"/>
                  </a:lnTo>
                  <a:lnTo>
                    <a:pt x="3065880" y="3305201"/>
                  </a:lnTo>
                  <a:lnTo>
                    <a:pt x="3057070" y="3305201"/>
                  </a:lnTo>
                  <a:lnTo>
                    <a:pt x="3048260" y="3305201"/>
                  </a:lnTo>
                  <a:lnTo>
                    <a:pt x="3039450" y="3305201"/>
                  </a:lnTo>
                  <a:lnTo>
                    <a:pt x="3030640" y="3305201"/>
                  </a:lnTo>
                  <a:lnTo>
                    <a:pt x="3021830" y="3305201"/>
                  </a:lnTo>
                  <a:lnTo>
                    <a:pt x="3013020" y="3305201"/>
                  </a:lnTo>
                  <a:lnTo>
                    <a:pt x="3004210" y="3305201"/>
                  </a:lnTo>
                  <a:lnTo>
                    <a:pt x="2995400" y="3305201"/>
                  </a:lnTo>
                  <a:lnTo>
                    <a:pt x="2986590" y="3305201"/>
                  </a:lnTo>
                  <a:lnTo>
                    <a:pt x="2977780" y="3305201"/>
                  </a:lnTo>
                  <a:lnTo>
                    <a:pt x="2968970" y="3305201"/>
                  </a:lnTo>
                  <a:lnTo>
                    <a:pt x="2960160" y="3305201"/>
                  </a:lnTo>
                  <a:lnTo>
                    <a:pt x="2951350" y="3305201"/>
                  </a:lnTo>
                  <a:lnTo>
                    <a:pt x="2942540" y="3305201"/>
                  </a:lnTo>
                  <a:lnTo>
                    <a:pt x="2933730" y="3305201"/>
                  </a:lnTo>
                  <a:lnTo>
                    <a:pt x="2924920" y="3305201"/>
                  </a:lnTo>
                  <a:lnTo>
                    <a:pt x="2916110" y="3305201"/>
                  </a:lnTo>
                  <a:lnTo>
                    <a:pt x="2907300" y="3305201"/>
                  </a:lnTo>
                  <a:lnTo>
                    <a:pt x="2898490" y="3305201"/>
                  </a:lnTo>
                  <a:lnTo>
                    <a:pt x="2889680" y="3305201"/>
                  </a:lnTo>
                  <a:lnTo>
                    <a:pt x="2880870" y="3305201"/>
                  </a:lnTo>
                  <a:lnTo>
                    <a:pt x="2872060" y="3305201"/>
                  </a:lnTo>
                  <a:lnTo>
                    <a:pt x="2863250" y="3305201"/>
                  </a:lnTo>
                  <a:lnTo>
                    <a:pt x="2854440" y="3305201"/>
                  </a:lnTo>
                  <a:lnTo>
                    <a:pt x="2845630" y="3305201"/>
                  </a:lnTo>
                  <a:lnTo>
                    <a:pt x="2836820" y="3305201"/>
                  </a:lnTo>
                  <a:lnTo>
                    <a:pt x="2828010" y="3305201"/>
                  </a:lnTo>
                  <a:lnTo>
                    <a:pt x="2819200" y="3305201"/>
                  </a:lnTo>
                  <a:lnTo>
                    <a:pt x="2810390" y="3305201"/>
                  </a:lnTo>
                  <a:lnTo>
                    <a:pt x="2801580" y="3305201"/>
                  </a:lnTo>
                  <a:lnTo>
                    <a:pt x="2792770" y="3305201"/>
                  </a:lnTo>
                  <a:lnTo>
                    <a:pt x="2783960" y="3305201"/>
                  </a:lnTo>
                  <a:lnTo>
                    <a:pt x="2775150" y="3305201"/>
                  </a:lnTo>
                  <a:lnTo>
                    <a:pt x="2766340" y="3305201"/>
                  </a:lnTo>
                  <a:lnTo>
                    <a:pt x="2757530" y="3305201"/>
                  </a:lnTo>
                  <a:lnTo>
                    <a:pt x="2748720" y="3305201"/>
                  </a:lnTo>
                  <a:lnTo>
                    <a:pt x="2739910" y="3305201"/>
                  </a:lnTo>
                  <a:lnTo>
                    <a:pt x="2731100" y="3305201"/>
                  </a:lnTo>
                  <a:lnTo>
                    <a:pt x="2722290" y="3305201"/>
                  </a:lnTo>
                  <a:lnTo>
                    <a:pt x="2713480" y="3305201"/>
                  </a:lnTo>
                  <a:lnTo>
                    <a:pt x="2704670" y="3305201"/>
                  </a:lnTo>
                  <a:lnTo>
                    <a:pt x="2695860" y="3305201"/>
                  </a:lnTo>
                  <a:lnTo>
                    <a:pt x="2687050" y="3305201"/>
                  </a:lnTo>
                  <a:lnTo>
                    <a:pt x="2678240" y="3305201"/>
                  </a:lnTo>
                  <a:lnTo>
                    <a:pt x="2669430" y="3305201"/>
                  </a:lnTo>
                  <a:lnTo>
                    <a:pt x="2660620" y="3305201"/>
                  </a:lnTo>
                  <a:lnTo>
                    <a:pt x="2651810" y="3305201"/>
                  </a:lnTo>
                  <a:lnTo>
                    <a:pt x="2643000" y="3305201"/>
                  </a:lnTo>
                  <a:lnTo>
                    <a:pt x="2634190" y="3305201"/>
                  </a:lnTo>
                  <a:lnTo>
                    <a:pt x="2625380" y="3305201"/>
                  </a:lnTo>
                  <a:lnTo>
                    <a:pt x="2616570" y="3305201"/>
                  </a:lnTo>
                  <a:lnTo>
                    <a:pt x="2607760" y="3305201"/>
                  </a:lnTo>
                  <a:lnTo>
                    <a:pt x="2598950" y="3305201"/>
                  </a:lnTo>
                  <a:lnTo>
                    <a:pt x="2590140" y="3305201"/>
                  </a:lnTo>
                  <a:lnTo>
                    <a:pt x="2581330" y="3305201"/>
                  </a:lnTo>
                  <a:lnTo>
                    <a:pt x="2572520" y="3305201"/>
                  </a:lnTo>
                  <a:lnTo>
                    <a:pt x="2563710" y="3305201"/>
                  </a:lnTo>
                  <a:lnTo>
                    <a:pt x="2554900" y="3305201"/>
                  </a:lnTo>
                  <a:lnTo>
                    <a:pt x="2546090" y="3305201"/>
                  </a:lnTo>
                  <a:lnTo>
                    <a:pt x="2537280" y="3305201"/>
                  </a:lnTo>
                  <a:lnTo>
                    <a:pt x="2528470" y="3305201"/>
                  </a:lnTo>
                  <a:lnTo>
                    <a:pt x="2519660" y="3305201"/>
                  </a:lnTo>
                  <a:lnTo>
                    <a:pt x="2510850" y="3305201"/>
                  </a:lnTo>
                  <a:lnTo>
                    <a:pt x="2502040" y="3305201"/>
                  </a:lnTo>
                  <a:lnTo>
                    <a:pt x="2493230" y="3305201"/>
                  </a:lnTo>
                  <a:lnTo>
                    <a:pt x="2484420" y="3305201"/>
                  </a:lnTo>
                  <a:lnTo>
                    <a:pt x="2475610" y="3305201"/>
                  </a:lnTo>
                  <a:lnTo>
                    <a:pt x="2466800" y="3305201"/>
                  </a:lnTo>
                  <a:lnTo>
                    <a:pt x="2457990" y="3305201"/>
                  </a:lnTo>
                  <a:lnTo>
                    <a:pt x="2449180" y="3305201"/>
                  </a:lnTo>
                  <a:lnTo>
                    <a:pt x="2440370" y="3305201"/>
                  </a:lnTo>
                  <a:lnTo>
                    <a:pt x="2431560" y="3305201"/>
                  </a:lnTo>
                  <a:lnTo>
                    <a:pt x="2422750" y="3305201"/>
                  </a:lnTo>
                  <a:lnTo>
                    <a:pt x="2413940" y="3305201"/>
                  </a:lnTo>
                  <a:lnTo>
                    <a:pt x="2405130" y="3305201"/>
                  </a:lnTo>
                  <a:lnTo>
                    <a:pt x="2396320" y="3305201"/>
                  </a:lnTo>
                  <a:lnTo>
                    <a:pt x="2387510" y="3305201"/>
                  </a:lnTo>
                  <a:lnTo>
                    <a:pt x="2378700" y="3305201"/>
                  </a:lnTo>
                  <a:lnTo>
                    <a:pt x="2369890" y="3305201"/>
                  </a:lnTo>
                  <a:lnTo>
                    <a:pt x="2361080" y="3305201"/>
                  </a:lnTo>
                  <a:lnTo>
                    <a:pt x="2352270" y="3305201"/>
                  </a:lnTo>
                  <a:lnTo>
                    <a:pt x="2343460" y="3305201"/>
                  </a:lnTo>
                  <a:lnTo>
                    <a:pt x="2334650" y="3305201"/>
                  </a:lnTo>
                  <a:lnTo>
                    <a:pt x="2325840" y="3305201"/>
                  </a:lnTo>
                  <a:lnTo>
                    <a:pt x="2317030" y="3305201"/>
                  </a:lnTo>
                  <a:lnTo>
                    <a:pt x="2308220" y="3305201"/>
                  </a:lnTo>
                  <a:lnTo>
                    <a:pt x="2299410" y="3305201"/>
                  </a:lnTo>
                  <a:lnTo>
                    <a:pt x="2290600" y="3305201"/>
                  </a:lnTo>
                  <a:lnTo>
                    <a:pt x="2281790" y="3305201"/>
                  </a:lnTo>
                  <a:lnTo>
                    <a:pt x="2272980" y="3305201"/>
                  </a:lnTo>
                  <a:lnTo>
                    <a:pt x="2264170" y="3305201"/>
                  </a:lnTo>
                  <a:lnTo>
                    <a:pt x="2255360" y="3305201"/>
                  </a:lnTo>
                  <a:lnTo>
                    <a:pt x="2246550" y="3305201"/>
                  </a:lnTo>
                  <a:lnTo>
                    <a:pt x="2237740" y="3305201"/>
                  </a:lnTo>
                  <a:lnTo>
                    <a:pt x="2228930" y="3305201"/>
                  </a:lnTo>
                  <a:lnTo>
                    <a:pt x="2220120" y="3305201"/>
                  </a:lnTo>
                  <a:lnTo>
                    <a:pt x="2211310" y="3305201"/>
                  </a:lnTo>
                  <a:lnTo>
                    <a:pt x="2202500" y="3305201"/>
                  </a:lnTo>
                  <a:lnTo>
                    <a:pt x="2193690" y="3305201"/>
                  </a:lnTo>
                  <a:lnTo>
                    <a:pt x="2184880" y="3305201"/>
                  </a:lnTo>
                  <a:lnTo>
                    <a:pt x="2176070" y="3305201"/>
                  </a:lnTo>
                  <a:lnTo>
                    <a:pt x="2167260" y="3305201"/>
                  </a:lnTo>
                  <a:lnTo>
                    <a:pt x="2158450" y="3305201"/>
                  </a:lnTo>
                  <a:lnTo>
                    <a:pt x="2149640" y="3305201"/>
                  </a:lnTo>
                  <a:lnTo>
                    <a:pt x="2140830" y="3305201"/>
                  </a:lnTo>
                  <a:lnTo>
                    <a:pt x="2132020" y="3305201"/>
                  </a:lnTo>
                  <a:lnTo>
                    <a:pt x="2123210" y="3305201"/>
                  </a:lnTo>
                  <a:lnTo>
                    <a:pt x="2114400" y="3305201"/>
                  </a:lnTo>
                  <a:lnTo>
                    <a:pt x="2105590" y="3305201"/>
                  </a:lnTo>
                  <a:lnTo>
                    <a:pt x="2096780" y="3305201"/>
                  </a:lnTo>
                  <a:lnTo>
                    <a:pt x="2087970" y="3305201"/>
                  </a:lnTo>
                  <a:lnTo>
                    <a:pt x="2079160" y="3305201"/>
                  </a:lnTo>
                  <a:lnTo>
                    <a:pt x="2070350" y="3305201"/>
                  </a:lnTo>
                  <a:lnTo>
                    <a:pt x="2061540" y="3305201"/>
                  </a:lnTo>
                  <a:lnTo>
                    <a:pt x="2052730" y="3305201"/>
                  </a:lnTo>
                  <a:lnTo>
                    <a:pt x="2043920" y="3305201"/>
                  </a:lnTo>
                  <a:lnTo>
                    <a:pt x="2035110" y="3305201"/>
                  </a:lnTo>
                  <a:lnTo>
                    <a:pt x="2026300" y="3305201"/>
                  </a:lnTo>
                  <a:lnTo>
                    <a:pt x="2017490" y="3305201"/>
                  </a:lnTo>
                  <a:lnTo>
                    <a:pt x="2008680" y="3305201"/>
                  </a:lnTo>
                  <a:lnTo>
                    <a:pt x="1999870" y="3305201"/>
                  </a:lnTo>
                  <a:lnTo>
                    <a:pt x="1991060" y="3305201"/>
                  </a:lnTo>
                  <a:lnTo>
                    <a:pt x="1982250" y="3305201"/>
                  </a:lnTo>
                  <a:lnTo>
                    <a:pt x="1973440" y="3305201"/>
                  </a:lnTo>
                  <a:lnTo>
                    <a:pt x="1964630" y="3305201"/>
                  </a:lnTo>
                  <a:lnTo>
                    <a:pt x="1955820" y="3305201"/>
                  </a:lnTo>
                  <a:lnTo>
                    <a:pt x="1947010" y="3305201"/>
                  </a:lnTo>
                  <a:lnTo>
                    <a:pt x="1938200" y="3305201"/>
                  </a:lnTo>
                  <a:lnTo>
                    <a:pt x="1929390" y="3305201"/>
                  </a:lnTo>
                  <a:lnTo>
                    <a:pt x="1920580" y="3305201"/>
                  </a:lnTo>
                  <a:lnTo>
                    <a:pt x="1911770" y="3305201"/>
                  </a:lnTo>
                  <a:lnTo>
                    <a:pt x="1902960" y="3305201"/>
                  </a:lnTo>
                  <a:lnTo>
                    <a:pt x="1894150" y="3305201"/>
                  </a:lnTo>
                  <a:lnTo>
                    <a:pt x="1885340" y="3305201"/>
                  </a:lnTo>
                  <a:lnTo>
                    <a:pt x="1876530" y="3305201"/>
                  </a:lnTo>
                  <a:lnTo>
                    <a:pt x="1867720" y="3305201"/>
                  </a:lnTo>
                  <a:lnTo>
                    <a:pt x="1858910" y="3305201"/>
                  </a:lnTo>
                  <a:lnTo>
                    <a:pt x="1850100" y="3305201"/>
                  </a:lnTo>
                  <a:lnTo>
                    <a:pt x="1841290" y="3305201"/>
                  </a:lnTo>
                  <a:lnTo>
                    <a:pt x="1832480" y="3305201"/>
                  </a:lnTo>
                  <a:lnTo>
                    <a:pt x="1823670" y="3305201"/>
                  </a:lnTo>
                  <a:lnTo>
                    <a:pt x="1814860" y="3305201"/>
                  </a:lnTo>
                  <a:lnTo>
                    <a:pt x="1806050" y="3305201"/>
                  </a:lnTo>
                  <a:lnTo>
                    <a:pt x="1797240" y="3305201"/>
                  </a:lnTo>
                  <a:lnTo>
                    <a:pt x="1788430" y="3305201"/>
                  </a:lnTo>
                  <a:lnTo>
                    <a:pt x="1779620" y="3305201"/>
                  </a:lnTo>
                  <a:lnTo>
                    <a:pt x="1770810" y="3305201"/>
                  </a:lnTo>
                  <a:lnTo>
                    <a:pt x="1762000" y="3305201"/>
                  </a:lnTo>
                  <a:lnTo>
                    <a:pt x="1753190" y="3305201"/>
                  </a:lnTo>
                  <a:lnTo>
                    <a:pt x="1744380" y="3305201"/>
                  </a:lnTo>
                  <a:lnTo>
                    <a:pt x="1735570" y="3305201"/>
                  </a:lnTo>
                  <a:lnTo>
                    <a:pt x="1726760" y="3305201"/>
                  </a:lnTo>
                  <a:lnTo>
                    <a:pt x="1717950" y="3305201"/>
                  </a:lnTo>
                  <a:lnTo>
                    <a:pt x="1709140" y="3305201"/>
                  </a:lnTo>
                  <a:lnTo>
                    <a:pt x="1700330" y="3305201"/>
                  </a:lnTo>
                  <a:lnTo>
                    <a:pt x="1691520" y="3305201"/>
                  </a:lnTo>
                  <a:lnTo>
                    <a:pt x="1682710" y="3305201"/>
                  </a:lnTo>
                  <a:lnTo>
                    <a:pt x="1673900" y="3305201"/>
                  </a:lnTo>
                  <a:lnTo>
                    <a:pt x="1665090" y="3305201"/>
                  </a:lnTo>
                  <a:lnTo>
                    <a:pt x="1656280" y="3305201"/>
                  </a:lnTo>
                  <a:lnTo>
                    <a:pt x="1647470" y="3305201"/>
                  </a:lnTo>
                  <a:lnTo>
                    <a:pt x="1638660" y="3305201"/>
                  </a:lnTo>
                  <a:lnTo>
                    <a:pt x="1629850" y="3305201"/>
                  </a:lnTo>
                  <a:lnTo>
                    <a:pt x="1621040" y="3305201"/>
                  </a:lnTo>
                  <a:lnTo>
                    <a:pt x="1612230" y="3305201"/>
                  </a:lnTo>
                  <a:lnTo>
                    <a:pt x="1603420" y="3305201"/>
                  </a:lnTo>
                  <a:lnTo>
                    <a:pt x="1594610" y="3305201"/>
                  </a:lnTo>
                  <a:lnTo>
                    <a:pt x="1585800" y="3305201"/>
                  </a:lnTo>
                  <a:lnTo>
                    <a:pt x="1576990" y="3305201"/>
                  </a:lnTo>
                  <a:lnTo>
                    <a:pt x="1568180" y="3305201"/>
                  </a:lnTo>
                  <a:lnTo>
                    <a:pt x="1559370" y="3305201"/>
                  </a:lnTo>
                  <a:lnTo>
                    <a:pt x="1550560" y="3305201"/>
                  </a:lnTo>
                  <a:lnTo>
                    <a:pt x="1541750" y="3305201"/>
                  </a:lnTo>
                  <a:lnTo>
                    <a:pt x="1532940" y="3305201"/>
                  </a:lnTo>
                  <a:lnTo>
                    <a:pt x="1524130" y="3305201"/>
                  </a:lnTo>
                  <a:lnTo>
                    <a:pt x="1515320" y="3305201"/>
                  </a:lnTo>
                  <a:lnTo>
                    <a:pt x="1506510" y="3305201"/>
                  </a:lnTo>
                  <a:lnTo>
                    <a:pt x="1497700" y="3305201"/>
                  </a:lnTo>
                  <a:lnTo>
                    <a:pt x="1488890" y="3305201"/>
                  </a:lnTo>
                  <a:lnTo>
                    <a:pt x="1480080" y="3305201"/>
                  </a:lnTo>
                  <a:lnTo>
                    <a:pt x="1471270" y="3305201"/>
                  </a:lnTo>
                  <a:lnTo>
                    <a:pt x="1462460" y="3305201"/>
                  </a:lnTo>
                  <a:lnTo>
                    <a:pt x="1453650" y="3305201"/>
                  </a:lnTo>
                  <a:lnTo>
                    <a:pt x="1444840" y="3305201"/>
                  </a:lnTo>
                  <a:lnTo>
                    <a:pt x="1436030" y="3305201"/>
                  </a:lnTo>
                  <a:lnTo>
                    <a:pt x="1427220" y="3305201"/>
                  </a:lnTo>
                  <a:lnTo>
                    <a:pt x="1418410" y="3305201"/>
                  </a:lnTo>
                  <a:lnTo>
                    <a:pt x="1409600" y="3305201"/>
                  </a:lnTo>
                  <a:lnTo>
                    <a:pt x="1400790" y="3305201"/>
                  </a:lnTo>
                  <a:lnTo>
                    <a:pt x="1391980" y="3305201"/>
                  </a:lnTo>
                  <a:lnTo>
                    <a:pt x="1383170" y="3305201"/>
                  </a:lnTo>
                  <a:lnTo>
                    <a:pt x="1374360" y="3305201"/>
                  </a:lnTo>
                  <a:lnTo>
                    <a:pt x="1365550" y="3305201"/>
                  </a:lnTo>
                  <a:lnTo>
                    <a:pt x="1356740" y="3305201"/>
                  </a:lnTo>
                  <a:lnTo>
                    <a:pt x="1347930" y="3305201"/>
                  </a:lnTo>
                  <a:lnTo>
                    <a:pt x="1339120" y="3305201"/>
                  </a:lnTo>
                  <a:lnTo>
                    <a:pt x="1330310" y="3305201"/>
                  </a:lnTo>
                  <a:lnTo>
                    <a:pt x="1321500" y="3305201"/>
                  </a:lnTo>
                  <a:lnTo>
                    <a:pt x="1312690" y="3305201"/>
                  </a:lnTo>
                  <a:lnTo>
                    <a:pt x="1303880" y="3305201"/>
                  </a:lnTo>
                  <a:lnTo>
                    <a:pt x="1295070" y="3305201"/>
                  </a:lnTo>
                  <a:lnTo>
                    <a:pt x="1286260" y="3305201"/>
                  </a:lnTo>
                  <a:lnTo>
                    <a:pt x="1277450" y="3305201"/>
                  </a:lnTo>
                  <a:lnTo>
                    <a:pt x="1268640" y="3305201"/>
                  </a:lnTo>
                  <a:lnTo>
                    <a:pt x="1259830" y="3305201"/>
                  </a:lnTo>
                  <a:lnTo>
                    <a:pt x="1251020" y="3305201"/>
                  </a:lnTo>
                  <a:lnTo>
                    <a:pt x="1242210" y="3305201"/>
                  </a:lnTo>
                  <a:lnTo>
                    <a:pt x="1233400" y="3305201"/>
                  </a:lnTo>
                  <a:lnTo>
                    <a:pt x="1224590" y="3305201"/>
                  </a:lnTo>
                  <a:lnTo>
                    <a:pt x="1215780" y="3305201"/>
                  </a:lnTo>
                  <a:lnTo>
                    <a:pt x="1206970" y="3305201"/>
                  </a:lnTo>
                  <a:lnTo>
                    <a:pt x="1198160" y="3305201"/>
                  </a:lnTo>
                  <a:lnTo>
                    <a:pt x="1189350" y="3305201"/>
                  </a:lnTo>
                  <a:lnTo>
                    <a:pt x="1180540" y="3305201"/>
                  </a:lnTo>
                  <a:lnTo>
                    <a:pt x="1171730" y="3305201"/>
                  </a:lnTo>
                  <a:lnTo>
                    <a:pt x="1162920" y="3305201"/>
                  </a:lnTo>
                  <a:lnTo>
                    <a:pt x="1154110" y="3305201"/>
                  </a:lnTo>
                  <a:lnTo>
                    <a:pt x="1145300" y="3305201"/>
                  </a:lnTo>
                  <a:lnTo>
                    <a:pt x="1136490" y="3305201"/>
                  </a:lnTo>
                  <a:lnTo>
                    <a:pt x="1127680" y="3305201"/>
                  </a:lnTo>
                  <a:lnTo>
                    <a:pt x="1118870" y="3305201"/>
                  </a:lnTo>
                  <a:lnTo>
                    <a:pt x="1110060" y="3305201"/>
                  </a:lnTo>
                  <a:lnTo>
                    <a:pt x="1101250" y="3305201"/>
                  </a:lnTo>
                  <a:lnTo>
                    <a:pt x="1092440" y="3305201"/>
                  </a:lnTo>
                  <a:lnTo>
                    <a:pt x="1083630" y="3305201"/>
                  </a:lnTo>
                  <a:lnTo>
                    <a:pt x="1074820" y="3305201"/>
                  </a:lnTo>
                  <a:lnTo>
                    <a:pt x="1066010" y="3305201"/>
                  </a:lnTo>
                  <a:lnTo>
                    <a:pt x="1057200" y="3305201"/>
                  </a:lnTo>
                  <a:lnTo>
                    <a:pt x="1048390" y="3305201"/>
                  </a:lnTo>
                  <a:lnTo>
                    <a:pt x="1039580" y="3305201"/>
                  </a:lnTo>
                  <a:lnTo>
                    <a:pt x="1030770" y="3305201"/>
                  </a:lnTo>
                  <a:lnTo>
                    <a:pt x="1021960" y="3305201"/>
                  </a:lnTo>
                  <a:lnTo>
                    <a:pt x="1013150" y="3305201"/>
                  </a:lnTo>
                  <a:lnTo>
                    <a:pt x="1004340" y="3305201"/>
                  </a:lnTo>
                  <a:lnTo>
                    <a:pt x="995530" y="3305201"/>
                  </a:lnTo>
                  <a:lnTo>
                    <a:pt x="986720" y="3305201"/>
                  </a:lnTo>
                  <a:lnTo>
                    <a:pt x="977910" y="3305201"/>
                  </a:lnTo>
                  <a:lnTo>
                    <a:pt x="969100" y="3305201"/>
                  </a:lnTo>
                  <a:lnTo>
                    <a:pt x="960290" y="3305201"/>
                  </a:lnTo>
                  <a:lnTo>
                    <a:pt x="951480" y="3305201"/>
                  </a:lnTo>
                  <a:lnTo>
                    <a:pt x="942670" y="3305201"/>
                  </a:lnTo>
                  <a:lnTo>
                    <a:pt x="933860" y="3305201"/>
                  </a:lnTo>
                  <a:lnTo>
                    <a:pt x="925050" y="3305201"/>
                  </a:lnTo>
                  <a:lnTo>
                    <a:pt x="916240" y="3305201"/>
                  </a:lnTo>
                  <a:lnTo>
                    <a:pt x="907430" y="3305201"/>
                  </a:lnTo>
                  <a:lnTo>
                    <a:pt x="898620" y="3305201"/>
                  </a:lnTo>
                  <a:lnTo>
                    <a:pt x="889810" y="3305201"/>
                  </a:lnTo>
                  <a:lnTo>
                    <a:pt x="881000" y="3305201"/>
                  </a:lnTo>
                  <a:lnTo>
                    <a:pt x="872190" y="3305201"/>
                  </a:lnTo>
                  <a:lnTo>
                    <a:pt x="863380" y="3305201"/>
                  </a:lnTo>
                  <a:lnTo>
                    <a:pt x="854570" y="3305201"/>
                  </a:lnTo>
                  <a:lnTo>
                    <a:pt x="845760" y="3305201"/>
                  </a:lnTo>
                  <a:lnTo>
                    <a:pt x="836950" y="3305201"/>
                  </a:lnTo>
                  <a:lnTo>
                    <a:pt x="828140" y="3305201"/>
                  </a:lnTo>
                  <a:lnTo>
                    <a:pt x="819330" y="3305201"/>
                  </a:lnTo>
                  <a:lnTo>
                    <a:pt x="810520" y="3305201"/>
                  </a:lnTo>
                  <a:lnTo>
                    <a:pt x="801710" y="3305201"/>
                  </a:lnTo>
                  <a:lnTo>
                    <a:pt x="792900" y="3305201"/>
                  </a:lnTo>
                  <a:lnTo>
                    <a:pt x="784090" y="3305201"/>
                  </a:lnTo>
                  <a:lnTo>
                    <a:pt x="775280" y="3305201"/>
                  </a:lnTo>
                  <a:lnTo>
                    <a:pt x="766470" y="3305201"/>
                  </a:lnTo>
                  <a:lnTo>
                    <a:pt x="757660" y="3305201"/>
                  </a:lnTo>
                  <a:lnTo>
                    <a:pt x="748850" y="3305201"/>
                  </a:lnTo>
                  <a:lnTo>
                    <a:pt x="740040" y="3305201"/>
                  </a:lnTo>
                  <a:lnTo>
                    <a:pt x="731230" y="3305201"/>
                  </a:lnTo>
                  <a:lnTo>
                    <a:pt x="722420" y="3305201"/>
                  </a:lnTo>
                  <a:lnTo>
                    <a:pt x="713610" y="3305201"/>
                  </a:lnTo>
                  <a:lnTo>
                    <a:pt x="704800" y="3305201"/>
                  </a:lnTo>
                  <a:lnTo>
                    <a:pt x="695990" y="3305201"/>
                  </a:lnTo>
                  <a:lnTo>
                    <a:pt x="687180" y="3305201"/>
                  </a:lnTo>
                  <a:lnTo>
                    <a:pt x="678370" y="3305201"/>
                  </a:lnTo>
                  <a:lnTo>
                    <a:pt x="669560" y="3305201"/>
                  </a:lnTo>
                  <a:lnTo>
                    <a:pt x="660750" y="3305201"/>
                  </a:lnTo>
                  <a:lnTo>
                    <a:pt x="651940" y="3305201"/>
                  </a:lnTo>
                  <a:lnTo>
                    <a:pt x="643130" y="3305201"/>
                  </a:lnTo>
                  <a:lnTo>
                    <a:pt x="634320" y="3305201"/>
                  </a:lnTo>
                  <a:lnTo>
                    <a:pt x="625510" y="3305201"/>
                  </a:lnTo>
                  <a:lnTo>
                    <a:pt x="616700" y="3305201"/>
                  </a:lnTo>
                  <a:lnTo>
                    <a:pt x="607890" y="3305201"/>
                  </a:lnTo>
                  <a:lnTo>
                    <a:pt x="599080" y="3305201"/>
                  </a:lnTo>
                  <a:lnTo>
                    <a:pt x="590270" y="3305201"/>
                  </a:lnTo>
                  <a:lnTo>
                    <a:pt x="581460" y="3305201"/>
                  </a:lnTo>
                  <a:lnTo>
                    <a:pt x="572650" y="3305201"/>
                  </a:lnTo>
                  <a:lnTo>
                    <a:pt x="563840" y="3305201"/>
                  </a:lnTo>
                  <a:lnTo>
                    <a:pt x="555030" y="3305201"/>
                  </a:lnTo>
                  <a:lnTo>
                    <a:pt x="546220" y="3305201"/>
                  </a:lnTo>
                  <a:lnTo>
                    <a:pt x="537410" y="3305201"/>
                  </a:lnTo>
                  <a:lnTo>
                    <a:pt x="528600" y="3305201"/>
                  </a:lnTo>
                  <a:lnTo>
                    <a:pt x="519790" y="3305201"/>
                  </a:lnTo>
                  <a:lnTo>
                    <a:pt x="510980" y="3305201"/>
                  </a:lnTo>
                  <a:lnTo>
                    <a:pt x="502170" y="3305201"/>
                  </a:lnTo>
                  <a:lnTo>
                    <a:pt x="493360" y="3305201"/>
                  </a:lnTo>
                  <a:lnTo>
                    <a:pt x="484550" y="3305201"/>
                  </a:lnTo>
                  <a:lnTo>
                    <a:pt x="475740" y="3305201"/>
                  </a:lnTo>
                  <a:lnTo>
                    <a:pt x="466930" y="3305201"/>
                  </a:lnTo>
                  <a:lnTo>
                    <a:pt x="458120" y="3305201"/>
                  </a:lnTo>
                  <a:lnTo>
                    <a:pt x="449310" y="3305201"/>
                  </a:lnTo>
                  <a:lnTo>
                    <a:pt x="440500" y="3305201"/>
                  </a:lnTo>
                  <a:lnTo>
                    <a:pt x="431690" y="3305201"/>
                  </a:lnTo>
                  <a:lnTo>
                    <a:pt x="422880" y="3305201"/>
                  </a:lnTo>
                  <a:lnTo>
                    <a:pt x="414070" y="3305201"/>
                  </a:lnTo>
                  <a:lnTo>
                    <a:pt x="405260" y="3305201"/>
                  </a:lnTo>
                  <a:lnTo>
                    <a:pt x="396450" y="3305201"/>
                  </a:lnTo>
                  <a:lnTo>
                    <a:pt x="387640" y="3305201"/>
                  </a:lnTo>
                  <a:lnTo>
                    <a:pt x="378830" y="3305201"/>
                  </a:lnTo>
                  <a:lnTo>
                    <a:pt x="370020" y="3305201"/>
                  </a:lnTo>
                  <a:lnTo>
                    <a:pt x="361210" y="3305201"/>
                  </a:lnTo>
                  <a:lnTo>
                    <a:pt x="352400" y="3305201"/>
                  </a:lnTo>
                  <a:lnTo>
                    <a:pt x="343590" y="3305201"/>
                  </a:lnTo>
                  <a:lnTo>
                    <a:pt x="334780" y="3305201"/>
                  </a:lnTo>
                  <a:lnTo>
                    <a:pt x="325970" y="3305201"/>
                  </a:lnTo>
                  <a:lnTo>
                    <a:pt x="317160" y="3305201"/>
                  </a:lnTo>
                  <a:lnTo>
                    <a:pt x="308350" y="3305201"/>
                  </a:lnTo>
                  <a:lnTo>
                    <a:pt x="299540" y="3305201"/>
                  </a:lnTo>
                  <a:lnTo>
                    <a:pt x="290730" y="3305201"/>
                  </a:lnTo>
                  <a:lnTo>
                    <a:pt x="281920" y="3305201"/>
                  </a:lnTo>
                  <a:lnTo>
                    <a:pt x="273110" y="3305201"/>
                  </a:lnTo>
                  <a:lnTo>
                    <a:pt x="264300" y="3305201"/>
                  </a:lnTo>
                  <a:lnTo>
                    <a:pt x="255490" y="3305201"/>
                  </a:lnTo>
                  <a:lnTo>
                    <a:pt x="246680" y="3305201"/>
                  </a:lnTo>
                  <a:lnTo>
                    <a:pt x="237870" y="3305201"/>
                  </a:lnTo>
                  <a:lnTo>
                    <a:pt x="229060" y="3305201"/>
                  </a:lnTo>
                  <a:lnTo>
                    <a:pt x="220250" y="3305201"/>
                  </a:lnTo>
                  <a:lnTo>
                    <a:pt x="211440" y="3305201"/>
                  </a:lnTo>
                  <a:lnTo>
                    <a:pt x="202630" y="3305201"/>
                  </a:lnTo>
                  <a:lnTo>
                    <a:pt x="193820" y="3305201"/>
                  </a:lnTo>
                  <a:lnTo>
                    <a:pt x="185010" y="3305201"/>
                  </a:lnTo>
                  <a:lnTo>
                    <a:pt x="176200" y="3305201"/>
                  </a:lnTo>
                  <a:lnTo>
                    <a:pt x="167390" y="3305201"/>
                  </a:lnTo>
                  <a:lnTo>
                    <a:pt x="158580" y="3305201"/>
                  </a:lnTo>
                  <a:lnTo>
                    <a:pt x="149770" y="3305201"/>
                  </a:lnTo>
                  <a:lnTo>
                    <a:pt x="140960" y="3305201"/>
                  </a:lnTo>
                  <a:lnTo>
                    <a:pt x="132150" y="3305201"/>
                  </a:lnTo>
                  <a:lnTo>
                    <a:pt x="123340" y="3305201"/>
                  </a:lnTo>
                  <a:lnTo>
                    <a:pt x="114530" y="3305201"/>
                  </a:lnTo>
                  <a:lnTo>
                    <a:pt x="105720" y="3305201"/>
                  </a:lnTo>
                  <a:lnTo>
                    <a:pt x="96910" y="3305201"/>
                  </a:lnTo>
                  <a:lnTo>
                    <a:pt x="88100" y="3305201"/>
                  </a:lnTo>
                  <a:lnTo>
                    <a:pt x="79290" y="3305201"/>
                  </a:lnTo>
                  <a:lnTo>
                    <a:pt x="70480" y="3305201"/>
                  </a:lnTo>
                  <a:lnTo>
                    <a:pt x="61670" y="3305201"/>
                  </a:lnTo>
                  <a:lnTo>
                    <a:pt x="52860" y="3305201"/>
                  </a:lnTo>
                  <a:lnTo>
                    <a:pt x="44050" y="3305201"/>
                  </a:lnTo>
                  <a:lnTo>
                    <a:pt x="35240" y="3305201"/>
                  </a:lnTo>
                  <a:lnTo>
                    <a:pt x="26430" y="3305201"/>
                  </a:lnTo>
                  <a:lnTo>
                    <a:pt x="17620" y="3305201"/>
                  </a:lnTo>
                  <a:lnTo>
                    <a:pt x="8810" y="3305201"/>
                  </a:lnTo>
                  <a:lnTo>
                    <a:pt x="0" y="3305201"/>
                  </a:lnTo>
                  <a:close/>
                </a:path>
              </a:pathLst>
            </a:custGeom>
            <a:solidFill>
              <a:srgbClr val="1F78B4">
                <a:alpha val="34901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417255" y="2142849"/>
              <a:ext cx="4501910" cy="3113396"/>
            </a:xfrm>
            <a:custGeom>
              <a:avLst/>
              <a:pathLst>
                <a:path w="4501910" h="3113396">
                  <a:moveTo>
                    <a:pt x="0" y="3113396"/>
                  </a:moveTo>
                  <a:lnTo>
                    <a:pt x="8810" y="3107821"/>
                  </a:lnTo>
                  <a:lnTo>
                    <a:pt x="17620" y="3102196"/>
                  </a:lnTo>
                  <a:lnTo>
                    <a:pt x="26430" y="3096528"/>
                  </a:lnTo>
                  <a:lnTo>
                    <a:pt x="35240" y="3090795"/>
                  </a:lnTo>
                  <a:lnTo>
                    <a:pt x="44050" y="3085006"/>
                  </a:lnTo>
                  <a:lnTo>
                    <a:pt x="52860" y="3079173"/>
                  </a:lnTo>
                  <a:lnTo>
                    <a:pt x="61670" y="3073280"/>
                  </a:lnTo>
                  <a:lnTo>
                    <a:pt x="70480" y="3067319"/>
                  </a:lnTo>
                  <a:lnTo>
                    <a:pt x="79290" y="3061312"/>
                  </a:lnTo>
                  <a:lnTo>
                    <a:pt x="88100" y="3055248"/>
                  </a:lnTo>
                  <a:lnTo>
                    <a:pt x="96910" y="3049101"/>
                  </a:lnTo>
                  <a:lnTo>
                    <a:pt x="105720" y="3042900"/>
                  </a:lnTo>
                  <a:lnTo>
                    <a:pt x="114530" y="3036644"/>
                  </a:lnTo>
                  <a:lnTo>
                    <a:pt x="123340" y="3030283"/>
                  </a:lnTo>
                  <a:lnTo>
                    <a:pt x="132150" y="3023860"/>
                  </a:lnTo>
                  <a:lnTo>
                    <a:pt x="140960" y="3017373"/>
                  </a:lnTo>
                  <a:lnTo>
                    <a:pt x="149770" y="3010769"/>
                  </a:lnTo>
                  <a:lnTo>
                    <a:pt x="158580" y="3004082"/>
                  </a:lnTo>
                  <a:lnTo>
                    <a:pt x="167390" y="2997320"/>
                  </a:lnTo>
                  <a:lnTo>
                    <a:pt x="176200" y="2990433"/>
                  </a:lnTo>
                  <a:lnTo>
                    <a:pt x="185010" y="2983434"/>
                  </a:lnTo>
                  <a:lnTo>
                    <a:pt x="193820" y="2976345"/>
                  </a:lnTo>
                  <a:lnTo>
                    <a:pt x="202630" y="2969124"/>
                  </a:lnTo>
                  <a:lnTo>
                    <a:pt x="211440" y="2961757"/>
                  </a:lnTo>
                  <a:lnTo>
                    <a:pt x="220250" y="2954283"/>
                  </a:lnTo>
                  <a:lnTo>
                    <a:pt x="229060" y="2946672"/>
                  </a:lnTo>
                  <a:lnTo>
                    <a:pt x="237870" y="2938874"/>
                  </a:lnTo>
                  <a:lnTo>
                    <a:pt x="246680" y="2930951"/>
                  </a:lnTo>
                  <a:lnTo>
                    <a:pt x="255490" y="2922893"/>
                  </a:lnTo>
                  <a:lnTo>
                    <a:pt x="264300" y="2914599"/>
                  </a:lnTo>
                  <a:lnTo>
                    <a:pt x="273110" y="2906164"/>
                  </a:lnTo>
                  <a:lnTo>
                    <a:pt x="281920" y="2897586"/>
                  </a:lnTo>
                  <a:lnTo>
                    <a:pt x="290730" y="2888745"/>
                  </a:lnTo>
                  <a:lnTo>
                    <a:pt x="299540" y="2879733"/>
                  </a:lnTo>
                  <a:lnTo>
                    <a:pt x="308350" y="2870562"/>
                  </a:lnTo>
                  <a:lnTo>
                    <a:pt x="317160" y="2861128"/>
                  </a:lnTo>
                  <a:lnTo>
                    <a:pt x="325970" y="2851481"/>
                  </a:lnTo>
                  <a:lnTo>
                    <a:pt x="334780" y="2841659"/>
                  </a:lnTo>
                  <a:lnTo>
                    <a:pt x="343590" y="2831583"/>
                  </a:lnTo>
                  <a:lnTo>
                    <a:pt x="352400" y="2821248"/>
                  </a:lnTo>
                  <a:lnTo>
                    <a:pt x="361210" y="2810727"/>
                  </a:lnTo>
                  <a:lnTo>
                    <a:pt x="370020" y="2799966"/>
                  </a:lnTo>
                  <a:lnTo>
                    <a:pt x="378830" y="2788903"/>
                  </a:lnTo>
                  <a:lnTo>
                    <a:pt x="387640" y="2777645"/>
                  </a:lnTo>
                  <a:lnTo>
                    <a:pt x="396450" y="2766168"/>
                  </a:lnTo>
                  <a:lnTo>
                    <a:pt x="405260" y="2754347"/>
                  </a:lnTo>
                  <a:lnTo>
                    <a:pt x="414070" y="2742327"/>
                  </a:lnTo>
                  <a:lnTo>
                    <a:pt x="422880" y="2730105"/>
                  </a:lnTo>
                  <a:lnTo>
                    <a:pt x="431690" y="2717522"/>
                  </a:lnTo>
                  <a:lnTo>
                    <a:pt x="440500" y="2704729"/>
                  </a:lnTo>
                  <a:lnTo>
                    <a:pt x="449310" y="2691735"/>
                  </a:lnTo>
                  <a:lnTo>
                    <a:pt x="458120" y="2678415"/>
                  </a:lnTo>
                  <a:lnTo>
                    <a:pt x="466930" y="2664855"/>
                  </a:lnTo>
                  <a:lnTo>
                    <a:pt x="475740" y="2651100"/>
                  </a:lnTo>
                  <a:lnTo>
                    <a:pt x="484550" y="2637057"/>
                  </a:lnTo>
                  <a:lnTo>
                    <a:pt x="493360" y="2622755"/>
                  </a:lnTo>
                  <a:lnTo>
                    <a:pt x="502170" y="2608265"/>
                  </a:lnTo>
                  <a:lnTo>
                    <a:pt x="510980" y="2593532"/>
                  </a:lnTo>
                  <a:lnTo>
                    <a:pt x="519790" y="2578525"/>
                  </a:lnTo>
                  <a:lnTo>
                    <a:pt x="528600" y="2563345"/>
                  </a:lnTo>
                  <a:lnTo>
                    <a:pt x="537410" y="2547966"/>
                  </a:lnTo>
                  <a:lnTo>
                    <a:pt x="546220" y="2532311"/>
                  </a:lnTo>
                  <a:lnTo>
                    <a:pt x="555030" y="2516499"/>
                  </a:lnTo>
                  <a:lnTo>
                    <a:pt x="563840" y="2500532"/>
                  </a:lnTo>
                  <a:lnTo>
                    <a:pt x="572650" y="2484299"/>
                  </a:lnTo>
                  <a:lnTo>
                    <a:pt x="581460" y="2467929"/>
                  </a:lnTo>
                  <a:lnTo>
                    <a:pt x="590270" y="2451425"/>
                  </a:lnTo>
                  <a:lnTo>
                    <a:pt x="599080" y="2434715"/>
                  </a:lnTo>
                  <a:lnTo>
                    <a:pt x="607890" y="2417872"/>
                  </a:lnTo>
                  <a:lnTo>
                    <a:pt x="616700" y="2400922"/>
                  </a:lnTo>
                  <a:lnTo>
                    <a:pt x="625510" y="2383819"/>
                  </a:lnTo>
                  <a:lnTo>
                    <a:pt x="634320" y="2366600"/>
                  </a:lnTo>
                  <a:lnTo>
                    <a:pt x="643130" y="2349300"/>
                  </a:lnTo>
                  <a:lnTo>
                    <a:pt x="651940" y="2331900"/>
                  </a:lnTo>
                  <a:lnTo>
                    <a:pt x="660750" y="2314409"/>
                  </a:lnTo>
                  <a:lnTo>
                    <a:pt x="669560" y="2296865"/>
                  </a:lnTo>
                  <a:lnTo>
                    <a:pt x="678370" y="2279266"/>
                  </a:lnTo>
                  <a:lnTo>
                    <a:pt x="687180" y="2261612"/>
                  </a:lnTo>
                  <a:lnTo>
                    <a:pt x="695990" y="2243936"/>
                  </a:lnTo>
                  <a:lnTo>
                    <a:pt x="704800" y="2226240"/>
                  </a:lnTo>
                  <a:lnTo>
                    <a:pt x="713610" y="2208537"/>
                  </a:lnTo>
                  <a:lnTo>
                    <a:pt x="722420" y="2190842"/>
                  </a:lnTo>
                  <a:lnTo>
                    <a:pt x="731230" y="2173159"/>
                  </a:lnTo>
                  <a:lnTo>
                    <a:pt x="740040" y="2155517"/>
                  </a:lnTo>
                  <a:lnTo>
                    <a:pt x="748850" y="2137918"/>
                  </a:lnTo>
                  <a:lnTo>
                    <a:pt x="757660" y="2120361"/>
                  </a:lnTo>
                  <a:lnTo>
                    <a:pt x="766470" y="2102885"/>
                  </a:lnTo>
                  <a:lnTo>
                    <a:pt x="775280" y="2085494"/>
                  </a:lnTo>
                  <a:lnTo>
                    <a:pt x="784090" y="2068176"/>
                  </a:lnTo>
                  <a:lnTo>
                    <a:pt x="792900" y="2050967"/>
                  </a:lnTo>
                  <a:lnTo>
                    <a:pt x="801710" y="2033893"/>
                  </a:lnTo>
                  <a:lnTo>
                    <a:pt x="810520" y="2016920"/>
                  </a:lnTo>
                  <a:lnTo>
                    <a:pt x="819330" y="2000076"/>
                  </a:lnTo>
                  <a:lnTo>
                    <a:pt x="828140" y="1983423"/>
                  </a:lnTo>
                  <a:lnTo>
                    <a:pt x="836950" y="1966897"/>
                  </a:lnTo>
                  <a:lnTo>
                    <a:pt x="845760" y="1950508"/>
                  </a:lnTo>
                  <a:lnTo>
                    <a:pt x="854570" y="1934370"/>
                  </a:lnTo>
                  <a:lnTo>
                    <a:pt x="863380" y="1918382"/>
                  </a:lnTo>
                  <a:lnTo>
                    <a:pt x="872190" y="1902547"/>
                  </a:lnTo>
                  <a:lnTo>
                    <a:pt x="881000" y="1886993"/>
                  </a:lnTo>
                  <a:lnTo>
                    <a:pt x="889810" y="1871626"/>
                  </a:lnTo>
                  <a:lnTo>
                    <a:pt x="898620" y="1856431"/>
                  </a:lnTo>
                  <a:lnTo>
                    <a:pt x="907430" y="1841519"/>
                  </a:lnTo>
                  <a:lnTo>
                    <a:pt x="916240" y="1826840"/>
                  </a:lnTo>
                  <a:lnTo>
                    <a:pt x="925050" y="1812351"/>
                  </a:lnTo>
                  <a:lnTo>
                    <a:pt x="933860" y="1798134"/>
                  </a:lnTo>
                  <a:lnTo>
                    <a:pt x="942670" y="1784197"/>
                  </a:lnTo>
                  <a:lnTo>
                    <a:pt x="951480" y="1770461"/>
                  </a:lnTo>
                  <a:lnTo>
                    <a:pt x="960290" y="1756978"/>
                  </a:lnTo>
                  <a:lnTo>
                    <a:pt x="969100" y="1743819"/>
                  </a:lnTo>
                  <a:lnTo>
                    <a:pt x="977910" y="1730867"/>
                  </a:lnTo>
                  <a:lnTo>
                    <a:pt x="986720" y="1718140"/>
                  </a:lnTo>
                  <a:lnTo>
                    <a:pt x="995530" y="1705775"/>
                  </a:lnTo>
                  <a:lnTo>
                    <a:pt x="1004340" y="1693615"/>
                  </a:lnTo>
                  <a:lnTo>
                    <a:pt x="1013150" y="1681661"/>
                  </a:lnTo>
                  <a:lnTo>
                    <a:pt x="1021960" y="1670070"/>
                  </a:lnTo>
                  <a:lnTo>
                    <a:pt x="1030770" y="1658691"/>
                  </a:lnTo>
                  <a:lnTo>
                    <a:pt x="1039580" y="1647511"/>
                  </a:lnTo>
                  <a:lnTo>
                    <a:pt x="1048390" y="1636647"/>
                  </a:lnTo>
                  <a:lnTo>
                    <a:pt x="1057200" y="1626012"/>
                  </a:lnTo>
                  <a:lnTo>
                    <a:pt x="1066010" y="1615563"/>
                  </a:lnTo>
                  <a:lnTo>
                    <a:pt x="1074820" y="1605376"/>
                  </a:lnTo>
                  <a:lnTo>
                    <a:pt x="1083630" y="1595425"/>
                  </a:lnTo>
                  <a:lnTo>
                    <a:pt x="1092440" y="1585639"/>
                  </a:lnTo>
                  <a:lnTo>
                    <a:pt x="1101250" y="1576059"/>
                  </a:lnTo>
                  <a:lnTo>
                    <a:pt x="1110060" y="1566705"/>
                  </a:lnTo>
                  <a:lnTo>
                    <a:pt x="1118870" y="1557488"/>
                  </a:lnTo>
                  <a:lnTo>
                    <a:pt x="1127680" y="1548421"/>
                  </a:lnTo>
                  <a:lnTo>
                    <a:pt x="1136490" y="1539554"/>
                  </a:lnTo>
                  <a:lnTo>
                    <a:pt x="1145300" y="1530789"/>
                  </a:lnTo>
                  <a:lnTo>
                    <a:pt x="1154110" y="1522123"/>
                  </a:lnTo>
                  <a:lnTo>
                    <a:pt x="1162920" y="1513606"/>
                  </a:lnTo>
                  <a:lnTo>
                    <a:pt x="1171730" y="1505154"/>
                  </a:lnTo>
                  <a:lnTo>
                    <a:pt x="1180540" y="1496760"/>
                  </a:lnTo>
                  <a:lnTo>
                    <a:pt x="1189350" y="1488435"/>
                  </a:lnTo>
                  <a:lnTo>
                    <a:pt x="1198160" y="1480136"/>
                  </a:lnTo>
                  <a:lnTo>
                    <a:pt x="1206970" y="1471849"/>
                  </a:lnTo>
                  <a:lnTo>
                    <a:pt x="1215780" y="1463561"/>
                  </a:lnTo>
                  <a:lnTo>
                    <a:pt x="1224590" y="1455239"/>
                  </a:lnTo>
                  <a:lnTo>
                    <a:pt x="1233400" y="1446882"/>
                  </a:lnTo>
                  <a:lnTo>
                    <a:pt x="1242210" y="1438461"/>
                  </a:lnTo>
                  <a:lnTo>
                    <a:pt x="1251020" y="1429933"/>
                  </a:lnTo>
                  <a:lnTo>
                    <a:pt x="1259830" y="1421318"/>
                  </a:lnTo>
                  <a:lnTo>
                    <a:pt x="1268640" y="1412591"/>
                  </a:lnTo>
                  <a:lnTo>
                    <a:pt x="1277450" y="1403666"/>
                  </a:lnTo>
                  <a:lnTo>
                    <a:pt x="1286260" y="1394602"/>
                  </a:lnTo>
                  <a:lnTo>
                    <a:pt x="1295070" y="1385395"/>
                  </a:lnTo>
                  <a:lnTo>
                    <a:pt x="1303880" y="1375884"/>
                  </a:lnTo>
                  <a:lnTo>
                    <a:pt x="1312690" y="1366186"/>
                  </a:lnTo>
                  <a:lnTo>
                    <a:pt x="1321500" y="1356297"/>
                  </a:lnTo>
                  <a:lnTo>
                    <a:pt x="1330310" y="1346054"/>
                  </a:lnTo>
                  <a:lnTo>
                    <a:pt x="1339120" y="1335546"/>
                  </a:lnTo>
                  <a:lnTo>
                    <a:pt x="1347930" y="1324801"/>
                  </a:lnTo>
                  <a:lnTo>
                    <a:pt x="1356740" y="1313677"/>
                  </a:lnTo>
                  <a:lnTo>
                    <a:pt x="1365550" y="1302201"/>
                  </a:lnTo>
                  <a:lnTo>
                    <a:pt x="1374360" y="1290451"/>
                  </a:lnTo>
                  <a:lnTo>
                    <a:pt x="1383170" y="1278314"/>
                  </a:lnTo>
                  <a:lnTo>
                    <a:pt x="1391980" y="1265739"/>
                  </a:lnTo>
                  <a:lnTo>
                    <a:pt x="1400790" y="1252858"/>
                  </a:lnTo>
                  <a:lnTo>
                    <a:pt x="1409600" y="1239604"/>
                  </a:lnTo>
                  <a:lnTo>
                    <a:pt x="1418410" y="1225827"/>
                  </a:lnTo>
                  <a:lnTo>
                    <a:pt x="1427220" y="1211724"/>
                  </a:lnTo>
                  <a:lnTo>
                    <a:pt x="1436030" y="1197279"/>
                  </a:lnTo>
                  <a:lnTo>
                    <a:pt x="1444840" y="1182235"/>
                  </a:lnTo>
                  <a:lnTo>
                    <a:pt x="1453650" y="1166856"/>
                  </a:lnTo>
                  <a:lnTo>
                    <a:pt x="1462460" y="1151140"/>
                  </a:lnTo>
                  <a:lnTo>
                    <a:pt x="1471270" y="1134844"/>
                  </a:lnTo>
                  <a:lnTo>
                    <a:pt x="1480080" y="1118176"/>
                  </a:lnTo>
                  <a:lnTo>
                    <a:pt x="1488890" y="1101174"/>
                  </a:lnTo>
                  <a:lnTo>
                    <a:pt x="1497700" y="1083658"/>
                  </a:lnTo>
                  <a:lnTo>
                    <a:pt x="1506510" y="1065732"/>
                  </a:lnTo>
                  <a:lnTo>
                    <a:pt x="1515320" y="1047488"/>
                  </a:lnTo>
                  <a:lnTo>
                    <a:pt x="1524130" y="1028807"/>
                  </a:lnTo>
                  <a:lnTo>
                    <a:pt x="1532940" y="1009698"/>
                  </a:lnTo>
                  <a:lnTo>
                    <a:pt x="1541750" y="990299"/>
                  </a:lnTo>
                  <a:lnTo>
                    <a:pt x="1550560" y="970550"/>
                  </a:lnTo>
                  <a:lnTo>
                    <a:pt x="1559370" y="950376"/>
                  </a:lnTo>
                  <a:lnTo>
                    <a:pt x="1568180" y="929953"/>
                  </a:lnTo>
                  <a:lnTo>
                    <a:pt x="1576990" y="909265"/>
                  </a:lnTo>
                  <a:lnTo>
                    <a:pt x="1585800" y="888186"/>
                  </a:lnTo>
                  <a:lnTo>
                    <a:pt x="1594610" y="866908"/>
                  </a:lnTo>
                  <a:lnTo>
                    <a:pt x="1603420" y="845434"/>
                  </a:lnTo>
                  <a:lnTo>
                    <a:pt x="1612230" y="823659"/>
                  </a:lnTo>
                  <a:lnTo>
                    <a:pt x="1621040" y="801730"/>
                  </a:lnTo>
                  <a:lnTo>
                    <a:pt x="1629850" y="779665"/>
                  </a:lnTo>
                  <a:lnTo>
                    <a:pt x="1638660" y="757419"/>
                  </a:lnTo>
                  <a:lnTo>
                    <a:pt x="1647470" y="735070"/>
                  </a:lnTo>
                  <a:lnTo>
                    <a:pt x="1656280" y="712653"/>
                  </a:lnTo>
                  <a:lnTo>
                    <a:pt x="1665090" y="690163"/>
                  </a:lnTo>
                  <a:lnTo>
                    <a:pt x="1673900" y="667650"/>
                  </a:lnTo>
                  <a:lnTo>
                    <a:pt x="1682710" y="645138"/>
                  </a:lnTo>
                  <a:lnTo>
                    <a:pt x="1691520" y="622646"/>
                  </a:lnTo>
                  <a:lnTo>
                    <a:pt x="1700330" y="600234"/>
                  </a:lnTo>
                  <a:lnTo>
                    <a:pt x="1709140" y="577895"/>
                  </a:lnTo>
                  <a:lnTo>
                    <a:pt x="1717950" y="555651"/>
                  </a:lnTo>
                  <a:lnTo>
                    <a:pt x="1726760" y="533609"/>
                  </a:lnTo>
                  <a:lnTo>
                    <a:pt x="1735570" y="511715"/>
                  </a:lnTo>
                  <a:lnTo>
                    <a:pt x="1744380" y="489973"/>
                  </a:lnTo>
                  <a:lnTo>
                    <a:pt x="1753190" y="468560"/>
                  </a:lnTo>
                  <a:lnTo>
                    <a:pt x="1762000" y="447373"/>
                  </a:lnTo>
                  <a:lnTo>
                    <a:pt x="1770810" y="426407"/>
                  </a:lnTo>
                  <a:lnTo>
                    <a:pt x="1779620" y="405843"/>
                  </a:lnTo>
                  <a:lnTo>
                    <a:pt x="1788430" y="385611"/>
                  </a:lnTo>
                  <a:lnTo>
                    <a:pt x="1797240" y="365664"/>
                  </a:lnTo>
                  <a:lnTo>
                    <a:pt x="1806050" y="346163"/>
                  </a:lnTo>
                  <a:lnTo>
                    <a:pt x="1814860" y="327112"/>
                  </a:lnTo>
                  <a:lnTo>
                    <a:pt x="1823670" y="308403"/>
                  </a:lnTo>
                  <a:lnTo>
                    <a:pt x="1832480" y="290157"/>
                  </a:lnTo>
                  <a:lnTo>
                    <a:pt x="1841290" y="272485"/>
                  </a:lnTo>
                  <a:lnTo>
                    <a:pt x="1850100" y="255201"/>
                  </a:lnTo>
                  <a:lnTo>
                    <a:pt x="1858910" y="238372"/>
                  </a:lnTo>
                  <a:lnTo>
                    <a:pt x="1867720" y="222241"/>
                  </a:lnTo>
                  <a:lnTo>
                    <a:pt x="1876530" y="206536"/>
                  </a:lnTo>
                  <a:lnTo>
                    <a:pt x="1885340" y="191260"/>
                  </a:lnTo>
                  <a:lnTo>
                    <a:pt x="1894150" y="176792"/>
                  </a:lnTo>
                  <a:lnTo>
                    <a:pt x="1902960" y="162781"/>
                  </a:lnTo>
                  <a:lnTo>
                    <a:pt x="1911770" y="149225"/>
                  </a:lnTo>
                  <a:lnTo>
                    <a:pt x="1920580" y="136438"/>
                  </a:lnTo>
                  <a:lnTo>
                    <a:pt x="1929390" y="124198"/>
                  </a:lnTo>
                  <a:lnTo>
                    <a:pt x="1938200" y="112427"/>
                  </a:lnTo>
                  <a:lnTo>
                    <a:pt x="1947010" y="101367"/>
                  </a:lnTo>
                  <a:lnTo>
                    <a:pt x="1955820" y="90937"/>
                  </a:lnTo>
                  <a:lnTo>
                    <a:pt x="1964630" y="80980"/>
                  </a:lnTo>
                  <a:lnTo>
                    <a:pt x="1973440" y="71661"/>
                  </a:lnTo>
                  <a:lnTo>
                    <a:pt x="1982250" y="63044"/>
                  </a:lnTo>
                  <a:lnTo>
                    <a:pt x="1991060" y="54896"/>
                  </a:lnTo>
                  <a:lnTo>
                    <a:pt x="1999870" y="47302"/>
                  </a:lnTo>
                  <a:lnTo>
                    <a:pt x="2008680" y="40471"/>
                  </a:lnTo>
                  <a:lnTo>
                    <a:pt x="2017490" y="34096"/>
                  </a:lnTo>
                  <a:lnTo>
                    <a:pt x="2026300" y="28188"/>
                  </a:lnTo>
                  <a:lnTo>
                    <a:pt x="2035110" y="23089"/>
                  </a:lnTo>
                  <a:lnTo>
                    <a:pt x="2043920" y="18429"/>
                  </a:lnTo>
                  <a:lnTo>
                    <a:pt x="2052730" y="14204"/>
                  </a:lnTo>
                  <a:lnTo>
                    <a:pt x="2061540" y="10709"/>
                  </a:lnTo>
                  <a:lnTo>
                    <a:pt x="2070350" y="7687"/>
                  </a:lnTo>
                  <a:lnTo>
                    <a:pt x="2079160" y="5079"/>
                  </a:lnTo>
                  <a:lnTo>
                    <a:pt x="2087970" y="3098"/>
                  </a:lnTo>
                  <a:lnTo>
                    <a:pt x="2096780" y="1629"/>
                  </a:lnTo>
                  <a:lnTo>
                    <a:pt x="2105590" y="550"/>
                  </a:lnTo>
                  <a:lnTo>
                    <a:pt x="2114400" y="3"/>
                  </a:lnTo>
                  <a:lnTo>
                    <a:pt x="2123210" y="0"/>
                  </a:lnTo>
                  <a:lnTo>
                    <a:pt x="2132020" y="363"/>
                  </a:lnTo>
                  <a:lnTo>
                    <a:pt x="2140830" y="1171"/>
                  </a:lnTo>
                  <a:lnTo>
                    <a:pt x="2149640" y="2550"/>
                  </a:lnTo>
                  <a:lnTo>
                    <a:pt x="2158450" y="4275"/>
                  </a:lnTo>
                  <a:lnTo>
                    <a:pt x="2167260" y="6366"/>
                  </a:lnTo>
                  <a:lnTo>
                    <a:pt x="2176070" y="9054"/>
                  </a:lnTo>
                  <a:lnTo>
                    <a:pt x="2184880" y="12072"/>
                  </a:lnTo>
                  <a:lnTo>
                    <a:pt x="2193690" y="15418"/>
                  </a:lnTo>
                  <a:lnTo>
                    <a:pt x="2202500" y="19325"/>
                  </a:lnTo>
                  <a:lnTo>
                    <a:pt x="2211310" y="23581"/>
                  </a:lnTo>
                  <a:lnTo>
                    <a:pt x="2220120" y="28153"/>
                  </a:lnTo>
                  <a:lnTo>
                    <a:pt x="2228930" y="33220"/>
                  </a:lnTo>
                  <a:lnTo>
                    <a:pt x="2237740" y="38678"/>
                  </a:lnTo>
                  <a:lnTo>
                    <a:pt x="2246550" y="44444"/>
                  </a:lnTo>
                  <a:lnTo>
                    <a:pt x="2255360" y="50648"/>
                  </a:lnTo>
                  <a:lnTo>
                    <a:pt x="2264170" y="57287"/>
                  </a:lnTo>
                  <a:lnTo>
                    <a:pt x="2272980" y="64232"/>
                  </a:lnTo>
                  <a:lnTo>
                    <a:pt x="2281790" y="71563"/>
                  </a:lnTo>
                  <a:lnTo>
                    <a:pt x="2290600" y="79379"/>
                  </a:lnTo>
                  <a:lnTo>
                    <a:pt x="2299410" y="87501"/>
                  </a:lnTo>
                  <a:lnTo>
                    <a:pt x="2308220" y="95961"/>
                  </a:lnTo>
                  <a:lnTo>
                    <a:pt x="2317030" y="104958"/>
                  </a:lnTo>
                  <a:lnTo>
                    <a:pt x="2325840" y="114265"/>
                  </a:lnTo>
                  <a:lnTo>
                    <a:pt x="2334650" y="123881"/>
                  </a:lnTo>
                  <a:lnTo>
                    <a:pt x="2343460" y="134049"/>
                  </a:lnTo>
                  <a:lnTo>
                    <a:pt x="2352270" y="144549"/>
                  </a:lnTo>
                  <a:lnTo>
                    <a:pt x="2361080" y="155361"/>
                  </a:lnTo>
                  <a:lnTo>
                    <a:pt x="2369890" y="166677"/>
                  </a:lnTo>
                  <a:lnTo>
                    <a:pt x="2378700" y="178374"/>
                  </a:lnTo>
                  <a:lnTo>
                    <a:pt x="2387510" y="190383"/>
                  </a:lnTo>
                  <a:lnTo>
                    <a:pt x="2396320" y="202843"/>
                  </a:lnTo>
                  <a:lnTo>
                    <a:pt x="2405130" y="215729"/>
                  </a:lnTo>
                  <a:lnTo>
                    <a:pt x="2413940" y="228922"/>
                  </a:lnTo>
                  <a:lnTo>
                    <a:pt x="2422750" y="242507"/>
                  </a:lnTo>
                  <a:lnTo>
                    <a:pt x="2431560" y="256554"/>
                  </a:lnTo>
                  <a:lnTo>
                    <a:pt x="2440370" y="270894"/>
                  </a:lnTo>
                  <a:lnTo>
                    <a:pt x="2449180" y="285564"/>
                  </a:lnTo>
                  <a:lnTo>
                    <a:pt x="2457990" y="300715"/>
                  </a:lnTo>
                  <a:lnTo>
                    <a:pt x="2466800" y="316139"/>
                  </a:lnTo>
                  <a:lnTo>
                    <a:pt x="2475610" y="331832"/>
                  </a:lnTo>
                  <a:lnTo>
                    <a:pt x="2484420" y="347993"/>
                  </a:lnTo>
                  <a:lnTo>
                    <a:pt x="2493230" y="364402"/>
                  </a:lnTo>
                  <a:lnTo>
                    <a:pt x="2502040" y="381049"/>
                  </a:lnTo>
                  <a:lnTo>
                    <a:pt x="2510850" y="398067"/>
                  </a:lnTo>
                  <a:lnTo>
                    <a:pt x="2519660" y="415328"/>
                  </a:lnTo>
                  <a:lnTo>
                    <a:pt x="2528470" y="432786"/>
                  </a:lnTo>
                  <a:lnTo>
                    <a:pt x="2537280" y="450516"/>
                  </a:lnTo>
                  <a:lnTo>
                    <a:pt x="2546090" y="468461"/>
                  </a:lnTo>
                  <a:lnTo>
                    <a:pt x="2554900" y="486551"/>
                  </a:lnTo>
                  <a:lnTo>
                    <a:pt x="2563710" y="504819"/>
                  </a:lnTo>
                  <a:lnTo>
                    <a:pt x="2572520" y="523246"/>
                  </a:lnTo>
                  <a:lnTo>
                    <a:pt x="2581330" y="541759"/>
                  </a:lnTo>
                  <a:lnTo>
                    <a:pt x="2590140" y="560363"/>
                  </a:lnTo>
                  <a:lnTo>
                    <a:pt x="2598950" y="579044"/>
                  </a:lnTo>
                  <a:lnTo>
                    <a:pt x="2607760" y="597747"/>
                  </a:lnTo>
                  <a:lnTo>
                    <a:pt x="2616570" y="616466"/>
                  </a:lnTo>
                  <a:lnTo>
                    <a:pt x="2625380" y="635156"/>
                  </a:lnTo>
                  <a:lnTo>
                    <a:pt x="2634190" y="653798"/>
                  </a:lnTo>
                  <a:lnTo>
                    <a:pt x="2643000" y="672387"/>
                  </a:lnTo>
                  <a:lnTo>
                    <a:pt x="2651810" y="690841"/>
                  </a:lnTo>
                  <a:lnTo>
                    <a:pt x="2660620" y="709166"/>
                  </a:lnTo>
                  <a:lnTo>
                    <a:pt x="2669430" y="727369"/>
                  </a:lnTo>
                  <a:lnTo>
                    <a:pt x="2678240" y="745353"/>
                  </a:lnTo>
                  <a:lnTo>
                    <a:pt x="2687050" y="763110"/>
                  </a:lnTo>
                  <a:lnTo>
                    <a:pt x="2695860" y="780678"/>
                  </a:lnTo>
                  <a:lnTo>
                    <a:pt x="2704670" y="797970"/>
                  </a:lnTo>
                  <a:lnTo>
                    <a:pt x="2713480" y="814921"/>
                  </a:lnTo>
                  <a:lnTo>
                    <a:pt x="2722290" y="831626"/>
                  </a:lnTo>
                  <a:lnTo>
                    <a:pt x="2731100" y="848021"/>
                  </a:lnTo>
                  <a:lnTo>
                    <a:pt x="2739910" y="863958"/>
                  </a:lnTo>
                  <a:lnTo>
                    <a:pt x="2748720" y="879598"/>
                  </a:lnTo>
                  <a:lnTo>
                    <a:pt x="2757530" y="894922"/>
                  </a:lnTo>
                  <a:lnTo>
                    <a:pt x="2766340" y="909671"/>
                  </a:lnTo>
                  <a:lnTo>
                    <a:pt x="2775150" y="924082"/>
                  </a:lnTo>
                  <a:lnTo>
                    <a:pt x="2783960" y="938155"/>
                  </a:lnTo>
                  <a:lnTo>
                    <a:pt x="2792770" y="951623"/>
                  </a:lnTo>
                  <a:lnTo>
                    <a:pt x="2801580" y="964687"/>
                  </a:lnTo>
                  <a:lnTo>
                    <a:pt x="2810390" y="977387"/>
                  </a:lnTo>
                  <a:lnTo>
                    <a:pt x="2819200" y="989509"/>
                  </a:lnTo>
                  <a:lnTo>
                    <a:pt x="2828010" y="1001152"/>
                  </a:lnTo>
                  <a:lnTo>
                    <a:pt x="2836820" y="1012420"/>
                  </a:lnTo>
                  <a:lnTo>
                    <a:pt x="2845630" y="1023160"/>
                  </a:lnTo>
                  <a:lnTo>
                    <a:pt x="2854440" y="1033359"/>
                  </a:lnTo>
                  <a:lnTo>
                    <a:pt x="2863250" y="1043185"/>
                  </a:lnTo>
                  <a:lnTo>
                    <a:pt x="2872060" y="1052548"/>
                  </a:lnTo>
                  <a:lnTo>
                    <a:pt x="2880870" y="1061325"/>
                  </a:lnTo>
                  <a:lnTo>
                    <a:pt x="2889680" y="1069743"/>
                  </a:lnTo>
                  <a:lnTo>
                    <a:pt x="2898490" y="1077774"/>
                  </a:lnTo>
                  <a:lnTo>
                    <a:pt x="2907300" y="1085195"/>
                  </a:lnTo>
                  <a:lnTo>
                    <a:pt x="2916110" y="1092280"/>
                  </a:lnTo>
                  <a:lnTo>
                    <a:pt x="2924920" y="1099033"/>
                  </a:lnTo>
                  <a:lnTo>
                    <a:pt x="2933730" y="1105225"/>
                  </a:lnTo>
                  <a:lnTo>
                    <a:pt x="2942540" y="1111089"/>
                  </a:lnTo>
                  <a:lnTo>
                    <a:pt x="2951350" y="1116655"/>
                  </a:lnTo>
                  <a:lnTo>
                    <a:pt x="2960160" y="1121766"/>
                  </a:lnTo>
                  <a:lnTo>
                    <a:pt x="2968970" y="1126547"/>
                  </a:lnTo>
                  <a:lnTo>
                    <a:pt x="2977780" y="1131071"/>
                  </a:lnTo>
                  <a:lnTo>
                    <a:pt x="2986590" y="1135241"/>
                  </a:lnTo>
                  <a:lnTo>
                    <a:pt x="2995400" y="1139097"/>
                  </a:lnTo>
                  <a:lnTo>
                    <a:pt x="3004210" y="1142740"/>
                  </a:lnTo>
                  <a:lnTo>
                    <a:pt x="3013020" y="1146123"/>
                  </a:lnTo>
                  <a:lnTo>
                    <a:pt x="3021830" y="1149223"/>
                  </a:lnTo>
                  <a:lnTo>
                    <a:pt x="3030640" y="1152158"/>
                  </a:lnTo>
                  <a:lnTo>
                    <a:pt x="3039450" y="1154914"/>
                  </a:lnTo>
                  <a:lnTo>
                    <a:pt x="3048260" y="1157434"/>
                  </a:lnTo>
                  <a:lnTo>
                    <a:pt x="3057070" y="1159835"/>
                  </a:lnTo>
                  <a:lnTo>
                    <a:pt x="3065880" y="1162123"/>
                  </a:lnTo>
                  <a:lnTo>
                    <a:pt x="3074690" y="1164242"/>
                  </a:lnTo>
                  <a:lnTo>
                    <a:pt x="3083500" y="1166287"/>
                  </a:lnTo>
                  <a:lnTo>
                    <a:pt x="3092310" y="1168264"/>
                  </a:lnTo>
                  <a:lnTo>
                    <a:pt x="3101120" y="1170158"/>
                  </a:lnTo>
                  <a:lnTo>
                    <a:pt x="3109930" y="1172016"/>
                  </a:lnTo>
                  <a:lnTo>
                    <a:pt x="3118740" y="1173851"/>
                  </a:lnTo>
                  <a:lnTo>
                    <a:pt x="3127550" y="1175673"/>
                  </a:lnTo>
                  <a:lnTo>
                    <a:pt x="3136360" y="1177510"/>
                  </a:lnTo>
                  <a:lnTo>
                    <a:pt x="3145170" y="1179369"/>
                  </a:lnTo>
                  <a:lnTo>
                    <a:pt x="3153980" y="1181267"/>
                  </a:lnTo>
                  <a:lnTo>
                    <a:pt x="3162790" y="1183242"/>
                  </a:lnTo>
                  <a:lnTo>
                    <a:pt x="3171600" y="1185280"/>
                  </a:lnTo>
                  <a:lnTo>
                    <a:pt x="3180410" y="1187398"/>
                  </a:lnTo>
                  <a:lnTo>
                    <a:pt x="3189220" y="1189665"/>
                  </a:lnTo>
                  <a:lnTo>
                    <a:pt x="3198030" y="1192035"/>
                  </a:lnTo>
                  <a:lnTo>
                    <a:pt x="3206840" y="1194513"/>
                  </a:lnTo>
                  <a:lnTo>
                    <a:pt x="3215650" y="1197219"/>
                  </a:lnTo>
                  <a:lnTo>
                    <a:pt x="3224460" y="1200071"/>
                  </a:lnTo>
                  <a:lnTo>
                    <a:pt x="3233270" y="1203068"/>
                  </a:lnTo>
                  <a:lnTo>
                    <a:pt x="3242080" y="1206336"/>
                  </a:lnTo>
                  <a:lnTo>
                    <a:pt x="3250890" y="1209814"/>
                  </a:lnTo>
                  <a:lnTo>
                    <a:pt x="3259700" y="1213477"/>
                  </a:lnTo>
                  <a:lnTo>
                    <a:pt x="3268510" y="1217438"/>
                  </a:lnTo>
                  <a:lnTo>
                    <a:pt x="3277320" y="1221686"/>
                  </a:lnTo>
                  <a:lnTo>
                    <a:pt x="3286130" y="1226157"/>
                  </a:lnTo>
                  <a:lnTo>
                    <a:pt x="3294940" y="1230941"/>
                  </a:lnTo>
                  <a:lnTo>
                    <a:pt x="3303750" y="1236098"/>
                  </a:lnTo>
                  <a:lnTo>
                    <a:pt x="3312560" y="1241516"/>
                  </a:lnTo>
                  <a:lnTo>
                    <a:pt x="3321370" y="1247251"/>
                  </a:lnTo>
                  <a:lnTo>
                    <a:pt x="3330180" y="1253452"/>
                  </a:lnTo>
                  <a:lnTo>
                    <a:pt x="3338990" y="1259950"/>
                  </a:lnTo>
                  <a:lnTo>
                    <a:pt x="3347800" y="1266755"/>
                  </a:lnTo>
                  <a:lnTo>
                    <a:pt x="3356610" y="1274129"/>
                  </a:lnTo>
                  <a:lnTo>
                    <a:pt x="3365420" y="1281831"/>
                  </a:lnTo>
                  <a:lnTo>
                    <a:pt x="3374230" y="1289863"/>
                  </a:lnTo>
                  <a:lnTo>
                    <a:pt x="3383040" y="1298478"/>
                  </a:lnTo>
                  <a:lnTo>
                    <a:pt x="3391850" y="1307494"/>
                  </a:lnTo>
                  <a:lnTo>
                    <a:pt x="3400660" y="1316867"/>
                  </a:lnTo>
                  <a:lnTo>
                    <a:pt x="3409470" y="1326804"/>
                  </a:lnTo>
                  <a:lnTo>
                    <a:pt x="3418280" y="1337225"/>
                  </a:lnTo>
                  <a:lnTo>
                    <a:pt x="3427090" y="1348023"/>
                  </a:lnTo>
                  <a:lnTo>
                    <a:pt x="3435900" y="1359350"/>
                  </a:lnTo>
                  <a:lnTo>
                    <a:pt x="3444710" y="1371241"/>
                  </a:lnTo>
                  <a:lnTo>
                    <a:pt x="3453520" y="1383522"/>
                  </a:lnTo>
                  <a:lnTo>
                    <a:pt x="3462330" y="1396283"/>
                  </a:lnTo>
                  <a:lnTo>
                    <a:pt x="3471140" y="1409679"/>
                  </a:lnTo>
                  <a:lnTo>
                    <a:pt x="3479950" y="1423468"/>
                  </a:lnTo>
                  <a:lnTo>
                    <a:pt x="3488760" y="1437675"/>
                  </a:lnTo>
                  <a:lnTo>
                    <a:pt x="3497570" y="1452575"/>
                  </a:lnTo>
                  <a:lnTo>
                    <a:pt x="3506380" y="1467861"/>
                  </a:lnTo>
                  <a:lnTo>
                    <a:pt x="3515190" y="1483532"/>
                  </a:lnTo>
                  <a:lnTo>
                    <a:pt x="3524000" y="1499861"/>
                  </a:lnTo>
                  <a:lnTo>
                    <a:pt x="3532810" y="1516594"/>
                  </a:lnTo>
                  <a:lnTo>
                    <a:pt x="3541620" y="1533691"/>
                  </a:lnTo>
                  <a:lnTo>
                    <a:pt x="3550430" y="1551350"/>
                  </a:lnTo>
                  <a:lnTo>
                    <a:pt x="3559240" y="1569438"/>
                  </a:lnTo>
                  <a:lnTo>
                    <a:pt x="3568050" y="1587859"/>
                  </a:lnTo>
                  <a:lnTo>
                    <a:pt x="3576860" y="1606740"/>
                  </a:lnTo>
                  <a:lnTo>
                    <a:pt x="3585670" y="1626053"/>
                  </a:lnTo>
                  <a:lnTo>
                    <a:pt x="3594480" y="1645657"/>
                  </a:lnTo>
                  <a:lnTo>
                    <a:pt x="3603290" y="1665618"/>
                  </a:lnTo>
                  <a:lnTo>
                    <a:pt x="3612100" y="1685987"/>
                  </a:lnTo>
                  <a:lnTo>
                    <a:pt x="3620910" y="1706598"/>
                  </a:lnTo>
                  <a:lnTo>
                    <a:pt x="3629720" y="1727466"/>
                  </a:lnTo>
                  <a:lnTo>
                    <a:pt x="3638530" y="1748693"/>
                  </a:lnTo>
                  <a:lnTo>
                    <a:pt x="3647340" y="1770103"/>
                  </a:lnTo>
                  <a:lnTo>
                    <a:pt x="3656150" y="1791690"/>
                  </a:lnTo>
                  <a:lnTo>
                    <a:pt x="3664960" y="1813542"/>
                  </a:lnTo>
                  <a:lnTo>
                    <a:pt x="3673770" y="1835520"/>
                  </a:lnTo>
                  <a:lnTo>
                    <a:pt x="3682580" y="1857610"/>
                  </a:lnTo>
                  <a:lnTo>
                    <a:pt x="3691390" y="1879842"/>
                  </a:lnTo>
                  <a:lnTo>
                    <a:pt x="3700200" y="1902143"/>
                  </a:lnTo>
                  <a:lnTo>
                    <a:pt x="3709010" y="1924488"/>
                  </a:lnTo>
                  <a:lnTo>
                    <a:pt x="3717820" y="1946868"/>
                  </a:lnTo>
                  <a:lnTo>
                    <a:pt x="3726630" y="1969238"/>
                  </a:lnTo>
                  <a:lnTo>
                    <a:pt x="3735440" y="1991583"/>
                  </a:lnTo>
                  <a:lnTo>
                    <a:pt x="3744250" y="2013877"/>
                  </a:lnTo>
                  <a:lnTo>
                    <a:pt x="3753060" y="2036063"/>
                  </a:lnTo>
                  <a:lnTo>
                    <a:pt x="3761870" y="2058157"/>
                  </a:lnTo>
                  <a:lnTo>
                    <a:pt x="3770680" y="2080138"/>
                  </a:lnTo>
                  <a:lnTo>
                    <a:pt x="3779490" y="2101896"/>
                  </a:lnTo>
                  <a:lnTo>
                    <a:pt x="3788300" y="2123500"/>
                  </a:lnTo>
                  <a:lnTo>
                    <a:pt x="3797110" y="2144944"/>
                  </a:lnTo>
                  <a:lnTo>
                    <a:pt x="3805920" y="2166052"/>
                  </a:lnTo>
                  <a:lnTo>
                    <a:pt x="3814730" y="2186943"/>
                  </a:lnTo>
                  <a:lnTo>
                    <a:pt x="3823540" y="2207618"/>
                  </a:lnTo>
                  <a:lnTo>
                    <a:pt x="3832350" y="2227903"/>
                  </a:lnTo>
                  <a:lnTo>
                    <a:pt x="3841160" y="2247883"/>
                  </a:lnTo>
                  <a:lnTo>
                    <a:pt x="3849970" y="2267596"/>
                  </a:lnTo>
                  <a:lnTo>
                    <a:pt x="3858780" y="2286894"/>
                  </a:lnTo>
                  <a:lnTo>
                    <a:pt x="3867590" y="2305791"/>
                  </a:lnTo>
                  <a:lnTo>
                    <a:pt x="3876400" y="2324381"/>
                  </a:lnTo>
                  <a:lnTo>
                    <a:pt x="3885210" y="2342551"/>
                  </a:lnTo>
                  <a:lnTo>
                    <a:pt x="3894020" y="2360225"/>
                  </a:lnTo>
                  <a:lnTo>
                    <a:pt x="3902830" y="2377561"/>
                  </a:lnTo>
                  <a:lnTo>
                    <a:pt x="3911640" y="2394494"/>
                  </a:lnTo>
                  <a:lnTo>
                    <a:pt x="3920450" y="2410838"/>
                  </a:lnTo>
                  <a:lnTo>
                    <a:pt x="3929260" y="2426821"/>
                  </a:lnTo>
                  <a:lnTo>
                    <a:pt x="3938070" y="2442437"/>
                  </a:lnTo>
                  <a:lnTo>
                    <a:pt x="3946880" y="2457378"/>
                  </a:lnTo>
                  <a:lnTo>
                    <a:pt x="3955690" y="2471944"/>
                  </a:lnTo>
                  <a:lnTo>
                    <a:pt x="3964500" y="2486136"/>
                  </a:lnTo>
                  <a:lnTo>
                    <a:pt x="3973310" y="2499690"/>
                  </a:lnTo>
                  <a:lnTo>
                    <a:pt x="3982120" y="2512809"/>
                  </a:lnTo>
                  <a:lnTo>
                    <a:pt x="3990930" y="2525551"/>
                  </a:lnTo>
                  <a:lnTo>
                    <a:pt x="3999740" y="2537716"/>
                  </a:lnTo>
                  <a:lnTo>
                    <a:pt x="4008550" y="2549391"/>
                  </a:lnTo>
                  <a:lnTo>
                    <a:pt x="4017360" y="2560694"/>
                  </a:lnTo>
                  <a:lnTo>
                    <a:pt x="4026170" y="2571492"/>
                  </a:lnTo>
                  <a:lnTo>
                    <a:pt x="4034980" y="2581756"/>
                  </a:lnTo>
                  <a:lnTo>
                    <a:pt x="4043790" y="2591662"/>
                  </a:lnTo>
                  <a:lnTo>
                    <a:pt x="4052600" y="2601141"/>
                  </a:lnTo>
                  <a:lnTo>
                    <a:pt x="4061410" y="2610056"/>
                  </a:lnTo>
                  <a:lnTo>
                    <a:pt x="4070220" y="2618636"/>
                  </a:lnTo>
                  <a:lnTo>
                    <a:pt x="4079030" y="2626867"/>
                  </a:lnTo>
                  <a:lnTo>
                    <a:pt x="4087840" y="2634524"/>
                  </a:lnTo>
                  <a:lnTo>
                    <a:pt x="4096650" y="2641875"/>
                  </a:lnTo>
                  <a:lnTo>
                    <a:pt x="4105460" y="2648921"/>
                  </a:lnTo>
                  <a:lnTo>
                    <a:pt x="4114270" y="2655466"/>
                  </a:lnTo>
                  <a:lnTo>
                    <a:pt x="4123080" y="2661707"/>
                  </a:lnTo>
                  <a:lnTo>
                    <a:pt x="4131890" y="2667679"/>
                  </a:lnTo>
                  <a:lnTo>
                    <a:pt x="4140700" y="2673252"/>
                  </a:lnTo>
                  <a:lnTo>
                    <a:pt x="4149510" y="2678524"/>
                  </a:lnTo>
                  <a:lnTo>
                    <a:pt x="4158320" y="2683568"/>
                  </a:lnTo>
                  <a:lnTo>
                    <a:pt x="4167130" y="2688308"/>
                  </a:lnTo>
                  <a:lnTo>
                    <a:pt x="4175940" y="2692768"/>
                  </a:lnTo>
                  <a:lnTo>
                    <a:pt x="4184750" y="2697045"/>
                  </a:lnTo>
                  <a:lnTo>
                    <a:pt x="4193560" y="2701105"/>
                  </a:lnTo>
                  <a:lnTo>
                    <a:pt x="4202370" y="2704922"/>
                  </a:lnTo>
                  <a:lnTo>
                    <a:pt x="4211180" y="2708605"/>
                  </a:lnTo>
                  <a:lnTo>
                    <a:pt x="4219990" y="2712146"/>
                  </a:lnTo>
                  <a:lnTo>
                    <a:pt x="4228800" y="2715499"/>
                  </a:lnTo>
                  <a:lnTo>
                    <a:pt x="4237610" y="2718766"/>
                  </a:lnTo>
                  <a:lnTo>
                    <a:pt x="4246420" y="2721950"/>
                  </a:lnTo>
                  <a:lnTo>
                    <a:pt x="4255230" y="2725025"/>
                  </a:lnTo>
                  <a:lnTo>
                    <a:pt x="4264040" y="2728058"/>
                  </a:lnTo>
                  <a:lnTo>
                    <a:pt x="4272850" y="2731056"/>
                  </a:lnTo>
                  <a:lnTo>
                    <a:pt x="4281660" y="2734027"/>
                  </a:lnTo>
                  <a:lnTo>
                    <a:pt x="4290470" y="2737003"/>
                  </a:lnTo>
                  <a:lnTo>
                    <a:pt x="4299280" y="2739993"/>
                  </a:lnTo>
                  <a:lnTo>
                    <a:pt x="4308090" y="2743018"/>
                  </a:lnTo>
                  <a:lnTo>
                    <a:pt x="4316900" y="2746107"/>
                  </a:lnTo>
                  <a:lnTo>
                    <a:pt x="4325710" y="2749252"/>
                  </a:lnTo>
                  <a:lnTo>
                    <a:pt x="4334520" y="2752480"/>
                  </a:lnTo>
                  <a:lnTo>
                    <a:pt x="4343330" y="2755837"/>
                  </a:lnTo>
                  <a:lnTo>
                    <a:pt x="4352140" y="2759288"/>
                  </a:lnTo>
                  <a:lnTo>
                    <a:pt x="4360950" y="2762851"/>
                  </a:lnTo>
                  <a:lnTo>
                    <a:pt x="4369760" y="2766611"/>
                  </a:lnTo>
                  <a:lnTo>
                    <a:pt x="4378570" y="2770498"/>
                  </a:lnTo>
                  <a:lnTo>
                    <a:pt x="4387380" y="2774514"/>
                  </a:lnTo>
                  <a:lnTo>
                    <a:pt x="4396190" y="2778784"/>
                  </a:lnTo>
                  <a:lnTo>
                    <a:pt x="4405000" y="2783211"/>
                  </a:lnTo>
                  <a:lnTo>
                    <a:pt x="4413810" y="2787791"/>
                  </a:lnTo>
                  <a:lnTo>
                    <a:pt x="4422620" y="2792634"/>
                  </a:lnTo>
                  <a:lnTo>
                    <a:pt x="4431430" y="2797677"/>
                  </a:lnTo>
                  <a:lnTo>
                    <a:pt x="4440240" y="2802889"/>
                  </a:lnTo>
                  <a:lnTo>
                    <a:pt x="4449050" y="2808356"/>
                  </a:lnTo>
                  <a:lnTo>
                    <a:pt x="4457860" y="2814061"/>
                  </a:lnTo>
                  <a:lnTo>
                    <a:pt x="4466670" y="2819942"/>
                  </a:lnTo>
                  <a:lnTo>
                    <a:pt x="4475480" y="2826055"/>
                  </a:lnTo>
                  <a:lnTo>
                    <a:pt x="4484290" y="2832436"/>
                  </a:lnTo>
                  <a:lnTo>
                    <a:pt x="4493100" y="2838991"/>
                  </a:lnTo>
                  <a:lnTo>
                    <a:pt x="4501910" y="2845746"/>
                  </a:lnTo>
                </a:path>
              </a:pathLst>
            </a:custGeom>
            <a:ln w="2439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tx22"/>
            <p:cNvSpPr/>
            <p:nvPr/>
          </p:nvSpPr>
          <p:spPr>
            <a:xfrm>
              <a:off x="756929" y="5397073"/>
              <a:ext cx="35551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756929" y="4124986"/>
              <a:ext cx="35551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0.001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756929" y="2852899"/>
              <a:ext cx="35551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0.002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347101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2619546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3891992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600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5164437" y="5693022"/>
              <a:ext cx="23701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800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3253301" y="5870717"/>
              <a:ext cx="829818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(mg)</a:t>
              </a:r>
            </a:p>
          </p:txBody>
        </p:sp>
        <p:sp>
          <p:nvSpPr>
            <p:cNvPr id="30" name="tx30"/>
            <p:cNvSpPr/>
            <p:nvPr/>
          </p:nvSpPr>
          <p:spPr>
            <a:xfrm rot="-5400000">
              <a:off x="313190" y="3731670"/>
              <a:ext cx="592714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Density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409965" y="3467930"/>
              <a:ext cx="859536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Type</a:t>
              </a:r>
            </a:p>
          </p:txBody>
        </p:sp>
        <p:sp>
          <p:nvSpPr>
            <p:cNvPr id="32" name="rc32"/>
            <p:cNvSpPr/>
            <p:nvPr/>
          </p:nvSpPr>
          <p:spPr>
            <a:xfrm>
              <a:off x="6426165" y="3719917"/>
              <a:ext cx="187055" cy="187055"/>
            </a:xfrm>
            <a:prstGeom prst="rect">
              <a:avLst/>
            </a:prstGeom>
            <a:solidFill>
              <a:srgbClr val="E31A1C">
                <a:alpha val="34901"/>
              </a:srgbClr>
            </a:solidFill>
            <a:ln w="24391" cap="flat">
              <a:solidFill>
                <a:srgbClr val="E31A1C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6426165" y="3939373"/>
              <a:ext cx="187055" cy="187055"/>
            </a:xfrm>
            <a:prstGeom prst="rect">
              <a:avLst/>
            </a:prstGeom>
            <a:solidFill>
              <a:srgbClr val="1F78B4">
                <a:alpha val="34901"/>
              </a:srgbClr>
            </a:solidFill>
            <a:ln w="24391" cap="flat">
              <a:solidFill>
                <a:srgbClr val="1F78B4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tx34"/>
            <p:cNvSpPr/>
            <p:nvPr/>
          </p:nvSpPr>
          <p:spPr>
            <a:xfrm>
              <a:off x="6717988" y="3762467"/>
              <a:ext cx="1089416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Actual (REDCap)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6717988" y="3981923"/>
              <a:ext cx="1791675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Predicted (CKD-EPI Cr-Cys)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1192159" y="1688767"/>
              <a:ext cx="4787249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Carboplatin Dose Distribution (AUC ≥ 3) — density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2026-07-07T08:25:15Z</dcterms:modified>
  <cp:category/>
</cp:coreProperties>
</file>