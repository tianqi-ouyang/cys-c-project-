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4812007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3539920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226783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018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742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467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191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5448051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417596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03876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4656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7380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10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8294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17255" y="2501446"/>
              <a:ext cx="4501910" cy="2946604"/>
            </a:xfrm>
            <a:custGeom>
              <a:avLst/>
              <a:pathLst>
                <a:path w="4501910" h="2946604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  <a:lnTo>
                    <a:pt x="4501910" y="2946604"/>
                  </a:lnTo>
                  <a:lnTo>
                    <a:pt x="4493100" y="2946604"/>
                  </a:lnTo>
                  <a:lnTo>
                    <a:pt x="4484290" y="2946604"/>
                  </a:lnTo>
                  <a:lnTo>
                    <a:pt x="4475480" y="2946604"/>
                  </a:lnTo>
                  <a:lnTo>
                    <a:pt x="4466670" y="2946604"/>
                  </a:lnTo>
                  <a:lnTo>
                    <a:pt x="4457860" y="2946604"/>
                  </a:lnTo>
                  <a:lnTo>
                    <a:pt x="4449050" y="2946604"/>
                  </a:lnTo>
                  <a:lnTo>
                    <a:pt x="4440240" y="2946604"/>
                  </a:lnTo>
                  <a:lnTo>
                    <a:pt x="4431430" y="2946604"/>
                  </a:lnTo>
                  <a:lnTo>
                    <a:pt x="4422620" y="2946604"/>
                  </a:lnTo>
                  <a:lnTo>
                    <a:pt x="4413810" y="2946604"/>
                  </a:lnTo>
                  <a:lnTo>
                    <a:pt x="4405000" y="2946604"/>
                  </a:lnTo>
                  <a:lnTo>
                    <a:pt x="4396190" y="2946604"/>
                  </a:lnTo>
                  <a:lnTo>
                    <a:pt x="4387380" y="2946604"/>
                  </a:lnTo>
                  <a:lnTo>
                    <a:pt x="4378570" y="2946604"/>
                  </a:lnTo>
                  <a:lnTo>
                    <a:pt x="4369760" y="2946604"/>
                  </a:lnTo>
                  <a:lnTo>
                    <a:pt x="4360950" y="2946604"/>
                  </a:lnTo>
                  <a:lnTo>
                    <a:pt x="4352140" y="2946604"/>
                  </a:lnTo>
                  <a:lnTo>
                    <a:pt x="4343330" y="2946604"/>
                  </a:lnTo>
                  <a:lnTo>
                    <a:pt x="4334520" y="2946604"/>
                  </a:lnTo>
                  <a:lnTo>
                    <a:pt x="4325710" y="2946604"/>
                  </a:lnTo>
                  <a:lnTo>
                    <a:pt x="4316900" y="2946604"/>
                  </a:lnTo>
                  <a:lnTo>
                    <a:pt x="4308090" y="2946604"/>
                  </a:lnTo>
                  <a:lnTo>
                    <a:pt x="4299280" y="2946604"/>
                  </a:lnTo>
                  <a:lnTo>
                    <a:pt x="4290470" y="2946604"/>
                  </a:lnTo>
                  <a:lnTo>
                    <a:pt x="4281660" y="2946604"/>
                  </a:lnTo>
                  <a:lnTo>
                    <a:pt x="4272850" y="2946604"/>
                  </a:lnTo>
                  <a:lnTo>
                    <a:pt x="4264040" y="2946604"/>
                  </a:lnTo>
                  <a:lnTo>
                    <a:pt x="4255230" y="2946604"/>
                  </a:lnTo>
                  <a:lnTo>
                    <a:pt x="4246420" y="2946604"/>
                  </a:lnTo>
                  <a:lnTo>
                    <a:pt x="4237610" y="2946604"/>
                  </a:lnTo>
                  <a:lnTo>
                    <a:pt x="4228800" y="2946604"/>
                  </a:lnTo>
                  <a:lnTo>
                    <a:pt x="4219990" y="2946604"/>
                  </a:lnTo>
                  <a:lnTo>
                    <a:pt x="4211180" y="2946604"/>
                  </a:lnTo>
                  <a:lnTo>
                    <a:pt x="4202370" y="2946604"/>
                  </a:lnTo>
                  <a:lnTo>
                    <a:pt x="4193560" y="2946604"/>
                  </a:lnTo>
                  <a:lnTo>
                    <a:pt x="4184750" y="2946604"/>
                  </a:lnTo>
                  <a:lnTo>
                    <a:pt x="4175940" y="2946604"/>
                  </a:lnTo>
                  <a:lnTo>
                    <a:pt x="4167130" y="2946604"/>
                  </a:lnTo>
                  <a:lnTo>
                    <a:pt x="4158320" y="2946604"/>
                  </a:lnTo>
                  <a:lnTo>
                    <a:pt x="4149510" y="2946604"/>
                  </a:lnTo>
                  <a:lnTo>
                    <a:pt x="4140700" y="2946604"/>
                  </a:lnTo>
                  <a:lnTo>
                    <a:pt x="4131890" y="2946604"/>
                  </a:lnTo>
                  <a:lnTo>
                    <a:pt x="4123080" y="2946604"/>
                  </a:lnTo>
                  <a:lnTo>
                    <a:pt x="4114270" y="2946604"/>
                  </a:lnTo>
                  <a:lnTo>
                    <a:pt x="4105460" y="2946604"/>
                  </a:lnTo>
                  <a:lnTo>
                    <a:pt x="4096650" y="2946604"/>
                  </a:lnTo>
                  <a:lnTo>
                    <a:pt x="4087840" y="2946604"/>
                  </a:lnTo>
                  <a:lnTo>
                    <a:pt x="4079030" y="2946604"/>
                  </a:lnTo>
                  <a:lnTo>
                    <a:pt x="4070220" y="2946604"/>
                  </a:lnTo>
                  <a:lnTo>
                    <a:pt x="4061410" y="2946604"/>
                  </a:lnTo>
                  <a:lnTo>
                    <a:pt x="4052600" y="2946604"/>
                  </a:lnTo>
                  <a:lnTo>
                    <a:pt x="4043790" y="2946604"/>
                  </a:lnTo>
                  <a:lnTo>
                    <a:pt x="4034980" y="2946604"/>
                  </a:lnTo>
                  <a:lnTo>
                    <a:pt x="4026170" y="2946604"/>
                  </a:lnTo>
                  <a:lnTo>
                    <a:pt x="4017360" y="2946604"/>
                  </a:lnTo>
                  <a:lnTo>
                    <a:pt x="4008550" y="2946604"/>
                  </a:lnTo>
                  <a:lnTo>
                    <a:pt x="3999740" y="2946604"/>
                  </a:lnTo>
                  <a:lnTo>
                    <a:pt x="3990930" y="2946604"/>
                  </a:lnTo>
                  <a:lnTo>
                    <a:pt x="3982120" y="2946604"/>
                  </a:lnTo>
                  <a:lnTo>
                    <a:pt x="3973310" y="2946604"/>
                  </a:lnTo>
                  <a:lnTo>
                    <a:pt x="3964500" y="2946604"/>
                  </a:lnTo>
                  <a:lnTo>
                    <a:pt x="3955690" y="2946604"/>
                  </a:lnTo>
                  <a:lnTo>
                    <a:pt x="3946880" y="2946604"/>
                  </a:lnTo>
                  <a:lnTo>
                    <a:pt x="3938070" y="2946604"/>
                  </a:lnTo>
                  <a:lnTo>
                    <a:pt x="3929260" y="2946604"/>
                  </a:lnTo>
                  <a:lnTo>
                    <a:pt x="3920450" y="2946604"/>
                  </a:lnTo>
                  <a:lnTo>
                    <a:pt x="3911640" y="2946604"/>
                  </a:lnTo>
                  <a:lnTo>
                    <a:pt x="3902830" y="2946604"/>
                  </a:lnTo>
                  <a:lnTo>
                    <a:pt x="3894020" y="2946604"/>
                  </a:lnTo>
                  <a:lnTo>
                    <a:pt x="3885210" y="2946604"/>
                  </a:lnTo>
                  <a:lnTo>
                    <a:pt x="3876400" y="2946604"/>
                  </a:lnTo>
                  <a:lnTo>
                    <a:pt x="3867590" y="2946604"/>
                  </a:lnTo>
                  <a:lnTo>
                    <a:pt x="3858780" y="2946604"/>
                  </a:lnTo>
                  <a:lnTo>
                    <a:pt x="3849970" y="2946604"/>
                  </a:lnTo>
                  <a:lnTo>
                    <a:pt x="3841160" y="2946604"/>
                  </a:lnTo>
                  <a:lnTo>
                    <a:pt x="3832350" y="2946604"/>
                  </a:lnTo>
                  <a:lnTo>
                    <a:pt x="3823540" y="2946604"/>
                  </a:lnTo>
                  <a:lnTo>
                    <a:pt x="3814730" y="2946604"/>
                  </a:lnTo>
                  <a:lnTo>
                    <a:pt x="3805920" y="2946604"/>
                  </a:lnTo>
                  <a:lnTo>
                    <a:pt x="3797110" y="2946604"/>
                  </a:lnTo>
                  <a:lnTo>
                    <a:pt x="3788300" y="2946604"/>
                  </a:lnTo>
                  <a:lnTo>
                    <a:pt x="3779490" y="2946604"/>
                  </a:lnTo>
                  <a:lnTo>
                    <a:pt x="3770680" y="2946604"/>
                  </a:lnTo>
                  <a:lnTo>
                    <a:pt x="3761870" y="2946604"/>
                  </a:lnTo>
                  <a:lnTo>
                    <a:pt x="3753060" y="2946604"/>
                  </a:lnTo>
                  <a:lnTo>
                    <a:pt x="3744250" y="2946604"/>
                  </a:lnTo>
                  <a:lnTo>
                    <a:pt x="3735440" y="2946604"/>
                  </a:lnTo>
                  <a:lnTo>
                    <a:pt x="3726630" y="2946604"/>
                  </a:lnTo>
                  <a:lnTo>
                    <a:pt x="3717820" y="2946604"/>
                  </a:lnTo>
                  <a:lnTo>
                    <a:pt x="3709010" y="2946604"/>
                  </a:lnTo>
                  <a:lnTo>
                    <a:pt x="3700200" y="2946604"/>
                  </a:lnTo>
                  <a:lnTo>
                    <a:pt x="3691390" y="2946604"/>
                  </a:lnTo>
                  <a:lnTo>
                    <a:pt x="3682580" y="2946604"/>
                  </a:lnTo>
                  <a:lnTo>
                    <a:pt x="3673770" y="2946604"/>
                  </a:lnTo>
                  <a:lnTo>
                    <a:pt x="3664960" y="2946604"/>
                  </a:lnTo>
                  <a:lnTo>
                    <a:pt x="3656150" y="2946604"/>
                  </a:lnTo>
                  <a:lnTo>
                    <a:pt x="3647340" y="2946604"/>
                  </a:lnTo>
                  <a:lnTo>
                    <a:pt x="3638530" y="2946604"/>
                  </a:lnTo>
                  <a:lnTo>
                    <a:pt x="3629720" y="2946604"/>
                  </a:lnTo>
                  <a:lnTo>
                    <a:pt x="3620910" y="2946604"/>
                  </a:lnTo>
                  <a:lnTo>
                    <a:pt x="3612100" y="2946604"/>
                  </a:lnTo>
                  <a:lnTo>
                    <a:pt x="3603290" y="2946604"/>
                  </a:lnTo>
                  <a:lnTo>
                    <a:pt x="3594480" y="2946604"/>
                  </a:lnTo>
                  <a:lnTo>
                    <a:pt x="3585670" y="2946604"/>
                  </a:lnTo>
                  <a:lnTo>
                    <a:pt x="3576860" y="2946604"/>
                  </a:lnTo>
                  <a:lnTo>
                    <a:pt x="3568050" y="2946604"/>
                  </a:lnTo>
                  <a:lnTo>
                    <a:pt x="3559240" y="2946604"/>
                  </a:lnTo>
                  <a:lnTo>
                    <a:pt x="3550430" y="2946604"/>
                  </a:lnTo>
                  <a:lnTo>
                    <a:pt x="3541620" y="2946604"/>
                  </a:lnTo>
                  <a:lnTo>
                    <a:pt x="3532810" y="2946604"/>
                  </a:lnTo>
                  <a:lnTo>
                    <a:pt x="3524000" y="2946604"/>
                  </a:lnTo>
                  <a:lnTo>
                    <a:pt x="3515190" y="2946604"/>
                  </a:lnTo>
                  <a:lnTo>
                    <a:pt x="3506380" y="2946604"/>
                  </a:lnTo>
                  <a:lnTo>
                    <a:pt x="3497570" y="2946604"/>
                  </a:lnTo>
                  <a:lnTo>
                    <a:pt x="3488760" y="2946604"/>
                  </a:lnTo>
                  <a:lnTo>
                    <a:pt x="3479950" y="2946604"/>
                  </a:lnTo>
                  <a:lnTo>
                    <a:pt x="3471140" y="2946604"/>
                  </a:lnTo>
                  <a:lnTo>
                    <a:pt x="3462330" y="2946604"/>
                  </a:lnTo>
                  <a:lnTo>
                    <a:pt x="3453520" y="2946604"/>
                  </a:lnTo>
                  <a:lnTo>
                    <a:pt x="3444710" y="2946604"/>
                  </a:lnTo>
                  <a:lnTo>
                    <a:pt x="3435900" y="2946604"/>
                  </a:lnTo>
                  <a:lnTo>
                    <a:pt x="3427090" y="2946604"/>
                  </a:lnTo>
                  <a:lnTo>
                    <a:pt x="3418280" y="2946604"/>
                  </a:lnTo>
                  <a:lnTo>
                    <a:pt x="3409470" y="2946604"/>
                  </a:lnTo>
                  <a:lnTo>
                    <a:pt x="3400660" y="2946604"/>
                  </a:lnTo>
                  <a:lnTo>
                    <a:pt x="3391850" y="2946604"/>
                  </a:lnTo>
                  <a:lnTo>
                    <a:pt x="3383040" y="2946604"/>
                  </a:lnTo>
                  <a:lnTo>
                    <a:pt x="3374230" y="2946604"/>
                  </a:lnTo>
                  <a:lnTo>
                    <a:pt x="3365420" y="2946604"/>
                  </a:lnTo>
                  <a:lnTo>
                    <a:pt x="3356610" y="2946604"/>
                  </a:lnTo>
                  <a:lnTo>
                    <a:pt x="3347800" y="2946604"/>
                  </a:lnTo>
                  <a:lnTo>
                    <a:pt x="3338990" y="2946604"/>
                  </a:lnTo>
                  <a:lnTo>
                    <a:pt x="3330180" y="2946604"/>
                  </a:lnTo>
                  <a:lnTo>
                    <a:pt x="3321370" y="2946604"/>
                  </a:lnTo>
                  <a:lnTo>
                    <a:pt x="3312560" y="2946604"/>
                  </a:lnTo>
                  <a:lnTo>
                    <a:pt x="3303750" y="2946604"/>
                  </a:lnTo>
                  <a:lnTo>
                    <a:pt x="3294940" y="2946604"/>
                  </a:lnTo>
                  <a:lnTo>
                    <a:pt x="3286130" y="2946604"/>
                  </a:lnTo>
                  <a:lnTo>
                    <a:pt x="3277320" y="2946604"/>
                  </a:lnTo>
                  <a:lnTo>
                    <a:pt x="3268510" y="2946604"/>
                  </a:lnTo>
                  <a:lnTo>
                    <a:pt x="3259700" y="2946604"/>
                  </a:lnTo>
                  <a:lnTo>
                    <a:pt x="3250890" y="2946604"/>
                  </a:lnTo>
                  <a:lnTo>
                    <a:pt x="3242080" y="2946604"/>
                  </a:lnTo>
                  <a:lnTo>
                    <a:pt x="3233270" y="2946604"/>
                  </a:lnTo>
                  <a:lnTo>
                    <a:pt x="3224460" y="2946604"/>
                  </a:lnTo>
                  <a:lnTo>
                    <a:pt x="3215650" y="2946604"/>
                  </a:lnTo>
                  <a:lnTo>
                    <a:pt x="3206840" y="2946604"/>
                  </a:lnTo>
                  <a:lnTo>
                    <a:pt x="3198030" y="2946604"/>
                  </a:lnTo>
                  <a:lnTo>
                    <a:pt x="3189220" y="2946604"/>
                  </a:lnTo>
                  <a:lnTo>
                    <a:pt x="3180410" y="2946604"/>
                  </a:lnTo>
                  <a:lnTo>
                    <a:pt x="3171600" y="2946604"/>
                  </a:lnTo>
                  <a:lnTo>
                    <a:pt x="3162790" y="2946604"/>
                  </a:lnTo>
                  <a:lnTo>
                    <a:pt x="3153980" y="2946604"/>
                  </a:lnTo>
                  <a:lnTo>
                    <a:pt x="3145170" y="2946604"/>
                  </a:lnTo>
                  <a:lnTo>
                    <a:pt x="3136360" y="2946604"/>
                  </a:lnTo>
                  <a:lnTo>
                    <a:pt x="3127550" y="2946604"/>
                  </a:lnTo>
                  <a:lnTo>
                    <a:pt x="3118740" y="2946604"/>
                  </a:lnTo>
                  <a:lnTo>
                    <a:pt x="3109930" y="2946604"/>
                  </a:lnTo>
                  <a:lnTo>
                    <a:pt x="3101120" y="2946604"/>
                  </a:lnTo>
                  <a:lnTo>
                    <a:pt x="3092310" y="2946604"/>
                  </a:lnTo>
                  <a:lnTo>
                    <a:pt x="3083500" y="2946604"/>
                  </a:lnTo>
                  <a:lnTo>
                    <a:pt x="3074690" y="2946604"/>
                  </a:lnTo>
                  <a:lnTo>
                    <a:pt x="3065880" y="2946604"/>
                  </a:lnTo>
                  <a:lnTo>
                    <a:pt x="3057070" y="2946604"/>
                  </a:lnTo>
                  <a:lnTo>
                    <a:pt x="3048260" y="2946604"/>
                  </a:lnTo>
                  <a:lnTo>
                    <a:pt x="3039450" y="2946604"/>
                  </a:lnTo>
                  <a:lnTo>
                    <a:pt x="3030640" y="2946604"/>
                  </a:lnTo>
                  <a:lnTo>
                    <a:pt x="3021830" y="2946604"/>
                  </a:lnTo>
                  <a:lnTo>
                    <a:pt x="3013020" y="2946604"/>
                  </a:lnTo>
                  <a:lnTo>
                    <a:pt x="3004210" y="2946604"/>
                  </a:lnTo>
                  <a:lnTo>
                    <a:pt x="2995400" y="2946604"/>
                  </a:lnTo>
                  <a:lnTo>
                    <a:pt x="2986590" y="2946604"/>
                  </a:lnTo>
                  <a:lnTo>
                    <a:pt x="2977780" y="2946604"/>
                  </a:lnTo>
                  <a:lnTo>
                    <a:pt x="2968970" y="2946604"/>
                  </a:lnTo>
                  <a:lnTo>
                    <a:pt x="2960160" y="2946604"/>
                  </a:lnTo>
                  <a:lnTo>
                    <a:pt x="2951350" y="2946604"/>
                  </a:lnTo>
                  <a:lnTo>
                    <a:pt x="2942540" y="2946604"/>
                  </a:lnTo>
                  <a:lnTo>
                    <a:pt x="2933730" y="2946604"/>
                  </a:lnTo>
                  <a:lnTo>
                    <a:pt x="2924920" y="2946604"/>
                  </a:lnTo>
                  <a:lnTo>
                    <a:pt x="2916110" y="2946604"/>
                  </a:lnTo>
                  <a:lnTo>
                    <a:pt x="2907300" y="2946604"/>
                  </a:lnTo>
                  <a:lnTo>
                    <a:pt x="2898490" y="2946604"/>
                  </a:lnTo>
                  <a:lnTo>
                    <a:pt x="2889680" y="2946604"/>
                  </a:lnTo>
                  <a:lnTo>
                    <a:pt x="2880870" y="2946604"/>
                  </a:lnTo>
                  <a:lnTo>
                    <a:pt x="2872060" y="2946604"/>
                  </a:lnTo>
                  <a:lnTo>
                    <a:pt x="2863250" y="2946604"/>
                  </a:lnTo>
                  <a:lnTo>
                    <a:pt x="2854440" y="2946604"/>
                  </a:lnTo>
                  <a:lnTo>
                    <a:pt x="2845630" y="2946604"/>
                  </a:lnTo>
                  <a:lnTo>
                    <a:pt x="2836820" y="2946604"/>
                  </a:lnTo>
                  <a:lnTo>
                    <a:pt x="2828010" y="2946604"/>
                  </a:lnTo>
                  <a:lnTo>
                    <a:pt x="2819200" y="2946604"/>
                  </a:lnTo>
                  <a:lnTo>
                    <a:pt x="2810390" y="2946604"/>
                  </a:lnTo>
                  <a:lnTo>
                    <a:pt x="2801580" y="2946604"/>
                  </a:lnTo>
                  <a:lnTo>
                    <a:pt x="2792770" y="2946604"/>
                  </a:lnTo>
                  <a:lnTo>
                    <a:pt x="2783960" y="2946604"/>
                  </a:lnTo>
                  <a:lnTo>
                    <a:pt x="2775150" y="2946604"/>
                  </a:lnTo>
                  <a:lnTo>
                    <a:pt x="2766340" y="2946604"/>
                  </a:lnTo>
                  <a:lnTo>
                    <a:pt x="2757530" y="2946604"/>
                  </a:lnTo>
                  <a:lnTo>
                    <a:pt x="2748720" y="2946604"/>
                  </a:lnTo>
                  <a:lnTo>
                    <a:pt x="2739910" y="2946604"/>
                  </a:lnTo>
                  <a:lnTo>
                    <a:pt x="2731100" y="2946604"/>
                  </a:lnTo>
                  <a:lnTo>
                    <a:pt x="2722290" y="2946604"/>
                  </a:lnTo>
                  <a:lnTo>
                    <a:pt x="2713480" y="2946604"/>
                  </a:lnTo>
                  <a:lnTo>
                    <a:pt x="2704670" y="2946604"/>
                  </a:lnTo>
                  <a:lnTo>
                    <a:pt x="2695860" y="2946604"/>
                  </a:lnTo>
                  <a:lnTo>
                    <a:pt x="2687050" y="2946604"/>
                  </a:lnTo>
                  <a:lnTo>
                    <a:pt x="2678240" y="2946604"/>
                  </a:lnTo>
                  <a:lnTo>
                    <a:pt x="2669430" y="2946604"/>
                  </a:lnTo>
                  <a:lnTo>
                    <a:pt x="2660620" y="2946604"/>
                  </a:lnTo>
                  <a:lnTo>
                    <a:pt x="2651810" y="2946604"/>
                  </a:lnTo>
                  <a:lnTo>
                    <a:pt x="2643000" y="2946604"/>
                  </a:lnTo>
                  <a:lnTo>
                    <a:pt x="2634190" y="2946604"/>
                  </a:lnTo>
                  <a:lnTo>
                    <a:pt x="2625380" y="2946604"/>
                  </a:lnTo>
                  <a:lnTo>
                    <a:pt x="2616570" y="2946604"/>
                  </a:lnTo>
                  <a:lnTo>
                    <a:pt x="2607760" y="2946604"/>
                  </a:lnTo>
                  <a:lnTo>
                    <a:pt x="2598950" y="2946604"/>
                  </a:lnTo>
                  <a:lnTo>
                    <a:pt x="2590140" y="2946604"/>
                  </a:lnTo>
                  <a:lnTo>
                    <a:pt x="2581330" y="2946604"/>
                  </a:lnTo>
                  <a:lnTo>
                    <a:pt x="2572520" y="2946604"/>
                  </a:lnTo>
                  <a:lnTo>
                    <a:pt x="2563710" y="2946604"/>
                  </a:lnTo>
                  <a:lnTo>
                    <a:pt x="2554900" y="2946604"/>
                  </a:lnTo>
                  <a:lnTo>
                    <a:pt x="2546090" y="2946604"/>
                  </a:lnTo>
                  <a:lnTo>
                    <a:pt x="2537280" y="2946604"/>
                  </a:lnTo>
                  <a:lnTo>
                    <a:pt x="2528470" y="2946604"/>
                  </a:lnTo>
                  <a:lnTo>
                    <a:pt x="2519660" y="2946604"/>
                  </a:lnTo>
                  <a:lnTo>
                    <a:pt x="2510850" y="2946604"/>
                  </a:lnTo>
                  <a:lnTo>
                    <a:pt x="2502040" y="2946604"/>
                  </a:lnTo>
                  <a:lnTo>
                    <a:pt x="2493230" y="2946604"/>
                  </a:lnTo>
                  <a:lnTo>
                    <a:pt x="2484420" y="2946604"/>
                  </a:lnTo>
                  <a:lnTo>
                    <a:pt x="2475610" y="2946604"/>
                  </a:lnTo>
                  <a:lnTo>
                    <a:pt x="2466800" y="2946604"/>
                  </a:lnTo>
                  <a:lnTo>
                    <a:pt x="2457990" y="2946604"/>
                  </a:lnTo>
                  <a:lnTo>
                    <a:pt x="2449180" y="2946604"/>
                  </a:lnTo>
                  <a:lnTo>
                    <a:pt x="2440370" y="2946604"/>
                  </a:lnTo>
                  <a:lnTo>
                    <a:pt x="2431560" y="2946604"/>
                  </a:lnTo>
                  <a:lnTo>
                    <a:pt x="2422750" y="2946604"/>
                  </a:lnTo>
                  <a:lnTo>
                    <a:pt x="2413940" y="2946604"/>
                  </a:lnTo>
                  <a:lnTo>
                    <a:pt x="2405130" y="2946604"/>
                  </a:lnTo>
                  <a:lnTo>
                    <a:pt x="2396320" y="2946604"/>
                  </a:lnTo>
                  <a:lnTo>
                    <a:pt x="2387510" y="2946604"/>
                  </a:lnTo>
                  <a:lnTo>
                    <a:pt x="2378700" y="2946604"/>
                  </a:lnTo>
                  <a:lnTo>
                    <a:pt x="2369890" y="2946604"/>
                  </a:lnTo>
                  <a:lnTo>
                    <a:pt x="2361080" y="2946604"/>
                  </a:lnTo>
                  <a:lnTo>
                    <a:pt x="2352270" y="2946604"/>
                  </a:lnTo>
                  <a:lnTo>
                    <a:pt x="2343460" y="2946604"/>
                  </a:lnTo>
                  <a:lnTo>
                    <a:pt x="2334650" y="2946604"/>
                  </a:lnTo>
                  <a:lnTo>
                    <a:pt x="2325840" y="2946604"/>
                  </a:lnTo>
                  <a:lnTo>
                    <a:pt x="2317030" y="2946604"/>
                  </a:lnTo>
                  <a:lnTo>
                    <a:pt x="2308220" y="2946604"/>
                  </a:lnTo>
                  <a:lnTo>
                    <a:pt x="2299410" y="2946604"/>
                  </a:lnTo>
                  <a:lnTo>
                    <a:pt x="2290600" y="2946604"/>
                  </a:lnTo>
                  <a:lnTo>
                    <a:pt x="2281790" y="2946604"/>
                  </a:lnTo>
                  <a:lnTo>
                    <a:pt x="2272980" y="2946604"/>
                  </a:lnTo>
                  <a:lnTo>
                    <a:pt x="2264170" y="2946604"/>
                  </a:lnTo>
                  <a:lnTo>
                    <a:pt x="2255360" y="2946604"/>
                  </a:lnTo>
                  <a:lnTo>
                    <a:pt x="2246550" y="2946604"/>
                  </a:lnTo>
                  <a:lnTo>
                    <a:pt x="2237740" y="2946604"/>
                  </a:lnTo>
                  <a:lnTo>
                    <a:pt x="2228930" y="2946604"/>
                  </a:lnTo>
                  <a:lnTo>
                    <a:pt x="2220120" y="2946604"/>
                  </a:lnTo>
                  <a:lnTo>
                    <a:pt x="2211310" y="2946604"/>
                  </a:lnTo>
                  <a:lnTo>
                    <a:pt x="2202500" y="2946604"/>
                  </a:lnTo>
                  <a:lnTo>
                    <a:pt x="2193690" y="2946604"/>
                  </a:lnTo>
                  <a:lnTo>
                    <a:pt x="2184880" y="2946604"/>
                  </a:lnTo>
                  <a:lnTo>
                    <a:pt x="2176070" y="2946604"/>
                  </a:lnTo>
                  <a:lnTo>
                    <a:pt x="2167260" y="2946604"/>
                  </a:lnTo>
                  <a:lnTo>
                    <a:pt x="2158450" y="2946604"/>
                  </a:lnTo>
                  <a:lnTo>
                    <a:pt x="2149640" y="2946604"/>
                  </a:lnTo>
                  <a:lnTo>
                    <a:pt x="2140830" y="2946604"/>
                  </a:lnTo>
                  <a:lnTo>
                    <a:pt x="2132020" y="2946604"/>
                  </a:lnTo>
                  <a:lnTo>
                    <a:pt x="2123210" y="2946604"/>
                  </a:lnTo>
                  <a:lnTo>
                    <a:pt x="2114400" y="2946604"/>
                  </a:lnTo>
                  <a:lnTo>
                    <a:pt x="2105590" y="2946604"/>
                  </a:lnTo>
                  <a:lnTo>
                    <a:pt x="2096780" y="2946604"/>
                  </a:lnTo>
                  <a:lnTo>
                    <a:pt x="2087970" y="2946604"/>
                  </a:lnTo>
                  <a:lnTo>
                    <a:pt x="2079160" y="2946604"/>
                  </a:lnTo>
                  <a:lnTo>
                    <a:pt x="2070350" y="2946604"/>
                  </a:lnTo>
                  <a:lnTo>
                    <a:pt x="2061540" y="2946604"/>
                  </a:lnTo>
                  <a:lnTo>
                    <a:pt x="2052730" y="2946604"/>
                  </a:lnTo>
                  <a:lnTo>
                    <a:pt x="2043920" y="2946604"/>
                  </a:lnTo>
                  <a:lnTo>
                    <a:pt x="2035110" y="2946604"/>
                  </a:lnTo>
                  <a:lnTo>
                    <a:pt x="2026300" y="2946604"/>
                  </a:lnTo>
                  <a:lnTo>
                    <a:pt x="2017490" y="2946604"/>
                  </a:lnTo>
                  <a:lnTo>
                    <a:pt x="2008680" y="2946604"/>
                  </a:lnTo>
                  <a:lnTo>
                    <a:pt x="1999870" y="2946604"/>
                  </a:lnTo>
                  <a:lnTo>
                    <a:pt x="1991060" y="2946604"/>
                  </a:lnTo>
                  <a:lnTo>
                    <a:pt x="1982250" y="2946604"/>
                  </a:lnTo>
                  <a:lnTo>
                    <a:pt x="1973440" y="2946604"/>
                  </a:lnTo>
                  <a:lnTo>
                    <a:pt x="1964630" y="2946604"/>
                  </a:lnTo>
                  <a:lnTo>
                    <a:pt x="1955820" y="2946604"/>
                  </a:lnTo>
                  <a:lnTo>
                    <a:pt x="1947010" y="2946604"/>
                  </a:lnTo>
                  <a:lnTo>
                    <a:pt x="1938200" y="2946604"/>
                  </a:lnTo>
                  <a:lnTo>
                    <a:pt x="1929390" y="2946604"/>
                  </a:lnTo>
                  <a:lnTo>
                    <a:pt x="1920580" y="2946604"/>
                  </a:lnTo>
                  <a:lnTo>
                    <a:pt x="1911770" y="2946604"/>
                  </a:lnTo>
                  <a:lnTo>
                    <a:pt x="1902960" y="2946604"/>
                  </a:lnTo>
                  <a:lnTo>
                    <a:pt x="1894150" y="2946604"/>
                  </a:lnTo>
                  <a:lnTo>
                    <a:pt x="1885340" y="2946604"/>
                  </a:lnTo>
                  <a:lnTo>
                    <a:pt x="1876530" y="2946604"/>
                  </a:lnTo>
                  <a:lnTo>
                    <a:pt x="1867720" y="2946604"/>
                  </a:lnTo>
                  <a:lnTo>
                    <a:pt x="1858910" y="2946604"/>
                  </a:lnTo>
                  <a:lnTo>
                    <a:pt x="1850100" y="2946604"/>
                  </a:lnTo>
                  <a:lnTo>
                    <a:pt x="1841290" y="2946604"/>
                  </a:lnTo>
                  <a:lnTo>
                    <a:pt x="1832480" y="2946604"/>
                  </a:lnTo>
                  <a:lnTo>
                    <a:pt x="1823670" y="2946604"/>
                  </a:lnTo>
                  <a:lnTo>
                    <a:pt x="1814860" y="2946604"/>
                  </a:lnTo>
                  <a:lnTo>
                    <a:pt x="1806050" y="2946604"/>
                  </a:lnTo>
                  <a:lnTo>
                    <a:pt x="1797240" y="2946604"/>
                  </a:lnTo>
                  <a:lnTo>
                    <a:pt x="1788430" y="2946604"/>
                  </a:lnTo>
                  <a:lnTo>
                    <a:pt x="1779620" y="2946604"/>
                  </a:lnTo>
                  <a:lnTo>
                    <a:pt x="1770810" y="2946604"/>
                  </a:lnTo>
                  <a:lnTo>
                    <a:pt x="1762000" y="2946604"/>
                  </a:lnTo>
                  <a:lnTo>
                    <a:pt x="1753190" y="2946604"/>
                  </a:lnTo>
                  <a:lnTo>
                    <a:pt x="1744380" y="2946604"/>
                  </a:lnTo>
                  <a:lnTo>
                    <a:pt x="1735570" y="2946604"/>
                  </a:lnTo>
                  <a:lnTo>
                    <a:pt x="1726760" y="2946604"/>
                  </a:lnTo>
                  <a:lnTo>
                    <a:pt x="1717950" y="2946604"/>
                  </a:lnTo>
                  <a:lnTo>
                    <a:pt x="1709140" y="2946604"/>
                  </a:lnTo>
                  <a:lnTo>
                    <a:pt x="1700330" y="2946604"/>
                  </a:lnTo>
                  <a:lnTo>
                    <a:pt x="1691520" y="2946604"/>
                  </a:lnTo>
                  <a:lnTo>
                    <a:pt x="1682710" y="2946604"/>
                  </a:lnTo>
                  <a:lnTo>
                    <a:pt x="1673900" y="2946604"/>
                  </a:lnTo>
                  <a:lnTo>
                    <a:pt x="1665090" y="2946604"/>
                  </a:lnTo>
                  <a:lnTo>
                    <a:pt x="1656280" y="2946604"/>
                  </a:lnTo>
                  <a:lnTo>
                    <a:pt x="1647470" y="2946604"/>
                  </a:lnTo>
                  <a:lnTo>
                    <a:pt x="1638660" y="2946604"/>
                  </a:lnTo>
                  <a:lnTo>
                    <a:pt x="1629850" y="2946604"/>
                  </a:lnTo>
                  <a:lnTo>
                    <a:pt x="1621040" y="2946604"/>
                  </a:lnTo>
                  <a:lnTo>
                    <a:pt x="1612230" y="2946604"/>
                  </a:lnTo>
                  <a:lnTo>
                    <a:pt x="1603420" y="2946604"/>
                  </a:lnTo>
                  <a:lnTo>
                    <a:pt x="1594610" y="2946604"/>
                  </a:lnTo>
                  <a:lnTo>
                    <a:pt x="1585800" y="2946604"/>
                  </a:lnTo>
                  <a:lnTo>
                    <a:pt x="1576990" y="2946604"/>
                  </a:lnTo>
                  <a:lnTo>
                    <a:pt x="1568180" y="2946604"/>
                  </a:lnTo>
                  <a:lnTo>
                    <a:pt x="1559370" y="2946604"/>
                  </a:lnTo>
                  <a:lnTo>
                    <a:pt x="1550560" y="2946604"/>
                  </a:lnTo>
                  <a:lnTo>
                    <a:pt x="1541750" y="2946604"/>
                  </a:lnTo>
                  <a:lnTo>
                    <a:pt x="1532940" y="2946604"/>
                  </a:lnTo>
                  <a:lnTo>
                    <a:pt x="1524130" y="2946604"/>
                  </a:lnTo>
                  <a:lnTo>
                    <a:pt x="1515320" y="2946604"/>
                  </a:lnTo>
                  <a:lnTo>
                    <a:pt x="1506510" y="2946604"/>
                  </a:lnTo>
                  <a:lnTo>
                    <a:pt x="1497700" y="2946604"/>
                  </a:lnTo>
                  <a:lnTo>
                    <a:pt x="1488890" y="2946604"/>
                  </a:lnTo>
                  <a:lnTo>
                    <a:pt x="1480080" y="2946604"/>
                  </a:lnTo>
                  <a:lnTo>
                    <a:pt x="1471270" y="2946604"/>
                  </a:lnTo>
                  <a:lnTo>
                    <a:pt x="1462460" y="2946604"/>
                  </a:lnTo>
                  <a:lnTo>
                    <a:pt x="1453650" y="2946604"/>
                  </a:lnTo>
                  <a:lnTo>
                    <a:pt x="1444840" y="2946604"/>
                  </a:lnTo>
                  <a:lnTo>
                    <a:pt x="1436030" y="2946604"/>
                  </a:lnTo>
                  <a:lnTo>
                    <a:pt x="1427220" y="2946604"/>
                  </a:lnTo>
                  <a:lnTo>
                    <a:pt x="1418410" y="2946604"/>
                  </a:lnTo>
                  <a:lnTo>
                    <a:pt x="1409600" y="2946604"/>
                  </a:lnTo>
                  <a:lnTo>
                    <a:pt x="1400790" y="2946604"/>
                  </a:lnTo>
                  <a:lnTo>
                    <a:pt x="1391980" y="2946604"/>
                  </a:lnTo>
                  <a:lnTo>
                    <a:pt x="1383170" y="2946604"/>
                  </a:lnTo>
                  <a:lnTo>
                    <a:pt x="1374360" y="2946604"/>
                  </a:lnTo>
                  <a:lnTo>
                    <a:pt x="1365550" y="2946604"/>
                  </a:lnTo>
                  <a:lnTo>
                    <a:pt x="1356740" y="2946604"/>
                  </a:lnTo>
                  <a:lnTo>
                    <a:pt x="1347930" y="2946604"/>
                  </a:lnTo>
                  <a:lnTo>
                    <a:pt x="1339120" y="2946604"/>
                  </a:lnTo>
                  <a:lnTo>
                    <a:pt x="1330310" y="2946604"/>
                  </a:lnTo>
                  <a:lnTo>
                    <a:pt x="1321500" y="2946604"/>
                  </a:lnTo>
                  <a:lnTo>
                    <a:pt x="1312690" y="2946604"/>
                  </a:lnTo>
                  <a:lnTo>
                    <a:pt x="1303880" y="2946604"/>
                  </a:lnTo>
                  <a:lnTo>
                    <a:pt x="1295070" y="2946604"/>
                  </a:lnTo>
                  <a:lnTo>
                    <a:pt x="1286260" y="2946604"/>
                  </a:lnTo>
                  <a:lnTo>
                    <a:pt x="1277450" y="2946604"/>
                  </a:lnTo>
                  <a:lnTo>
                    <a:pt x="1268640" y="2946604"/>
                  </a:lnTo>
                  <a:lnTo>
                    <a:pt x="1259830" y="2946604"/>
                  </a:lnTo>
                  <a:lnTo>
                    <a:pt x="1251020" y="2946604"/>
                  </a:lnTo>
                  <a:lnTo>
                    <a:pt x="1242210" y="2946604"/>
                  </a:lnTo>
                  <a:lnTo>
                    <a:pt x="1233400" y="2946604"/>
                  </a:lnTo>
                  <a:lnTo>
                    <a:pt x="1224590" y="2946604"/>
                  </a:lnTo>
                  <a:lnTo>
                    <a:pt x="1215780" y="2946604"/>
                  </a:lnTo>
                  <a:lnTo>
                    <a:pt x="1206970" y="2946604"/>
                  </a:lnTo>
                  <a:lnTo>
                    <a:pt x="1198160" y="2946604"/>
                  </a:lnTo>
                  <a:lnTo>
                    <a:pt x="1189350" y="2946604"/>
                  </a:lnTo>
                  <a:lnTo>
                    <a:pt x="1180540" y="2946604"/>
                  </a:lnTo>
                  <a:lnTo>
                    <a:pt x="1171730" y="2946604"/>
                  </a:lnTo>
                  <a:lnTo>
                    <a:pt x="1162920" y="2946604"/>
                  </a:lnTo>
                  <a:lnTo>
                    <a:pt x="1154110" y="2946604"/>
                  </a:lnTo>
                  <a:lnTo>
                    <a:pt x="1145300" y="2946604"/>
                  </a:lnTo>
                  <a:lnTo>
                    <a:pt x="1136490" y="2946604"/>
                  </a:lnTo>
                  <a:lnTo>
                    <a:pt x="1127680" y="2946604"/>
                  </a:lnTo>
                  <a:lnTo>
                    <a:pt x="1118870" y="2946604"/>
                  </a:lnTo>
                  <a:lnTo>
                    <a:pt x="1110060" y="2946604"/>
                  </a:lnTo>
                  <a:lnTo>
                    <a:pt x="1101250" y="2946604"/>
                  </a:lnTo>
                  <a:lnTo>
                    <a:pt x="1092440" y="2946604"/>
                  </a:lnTo>
                  <a:lnTo>
                    <a:pt x="1083630" y="2946604"/>
                  </a:lnTo>
                  <a:lnTo>
                    <a:pt x="1074820" y="2946604"/>
                  </a:lnTo>
                  <a:lnTo>
                    <a:pt x="1066010" y="2946604"/>
                  </a:lnTo>
                  <a:lnTo>
                    <a:pt x="1057200" y="2946604"/>
                  </a:lnTo>
                  <a:lnTo>
                    <a:pt x="1048390" y="2946604"/>
                  </a:lnTo>
                  <a:lnTo>
                    <a:pt x="1039580" y="2946604"/>
                  </a:lnTo>
                  <a:lnTo>
                    <a:pt x="1030770" y="2946604"/>
                  </a:lnTo>
                  <a:lnTo>
                    <a:pt x="1021960" y="2946604"/>
                  </a:lnTo>
                  <a:lnTo>
                    <a:pt x="1013150" y="2946604"/>
                  </a:lnTo>
                  <a:lnTo>
                    <a:pt x="1004340" y="2946604"/>
                  </a:lnTo>
                  <a:lnTo>
                    <a:pt x="995530" y="2946604"/>
                  </a:lnTo>
                  <a:lnTo>
                    <a:pt x="986720" y="2946604"/>
                  </a:lnTo>
                  <a:lnTo>
                    <a:pt x="977910" y="2946604"/>
                  </a:lnTo>
                  <a:lnTo>
                    <a:pt x="969100" y="2946604"/>
                  </a:lnTo>
                  <a:lnTo>
                    <a:pt x="960290" y="2946604"/>
                  </a:lnTo>
                  <a:lnTo>
                    <a:pt x="951480" y="2946604"/>
                  </a:lnTo>
                  <a:lnTo>
                    <a:pt x="942670" y="2946604"/>
                  </a:lnTo>
                  <a:lnTo>
                    <a:pt x="933860" y="2946604"/>
                  </a:lnTo>
                  <a:lnTo>
                    <a:pt x="925050" y="2946604"/>
                  </a:lnTo>
                  <a:lnTo>
                    <a:pt x="916240" y="2946604"/>
                  </a:lnTo>
                  <a:lnTo>
                    <a:pt x="907430" y="2946604"/>
                  </a:lnTo>
                  <a:lnTo>
                    <a:pt x="898620" y="2946604"/>
                  </a:lnTo>
                  <a:lnTo>
                    <a:pt x="889810" y="2946604"/>
                  </a:lnTo>
                  <a:lnTo>
                    <a:pt x="881000" y="2946604"/>
                  </a:lnTo>
                  <a:lnTo>
                    <a:pt x="872190" y="2946604"/>
                  </a:lnTo>
                  <a:lnTo>
                    <a:pt x="863380" y="2946604"/>
                  </a:lnTo>
                  <a:lnTo>
                    <a:pt x="854570" y="2946604"/>
                  </a:lnTo>
                  <a:lnTo>
                    <a:pt x="845760" y="2946604"/>
                  </a:lnTo>
                  <a:lnTo>
                    <a:pt x="836950" y="2946604"/>
                  </a:lnTo>
                  <a:lnTo>
                    <a:pt x="828140" y="2946604"/>
                  </a:lnTo>
                  <a:lnTo>
                    <a:pt x="819330" y="2946604"/>
                  </a:lnTo>
                  <a:lnTo>
                    <a:pt x="810520" y="2946604"/>
                  </a:lnTo>
                  <a:lnTo>
                    <a:pt x="801710" y="2946604"/>
                  </a:lnTo>
                  <a:lnTo>
                    <a:pt x="792900" y="2946604"/>
                  </a:lnTo>
                  <a:lnTo>
                    <a:pt x="784090" y="2946604"/>
                  </a:lnTo>
                  <a:lnTo>
                    <a:pt x="775280" y="2946604"/>
                  </a:lnTo>
                  <a:lnTo>
                    <a:pt x="766470" y="2946604"/>
                  </a:lnTo>
                  <a:lnTo>
                    <a:pt x="757660" y="2946604"/>
                  </a:lnTo>
                  <a:lnTo>
                    <a:pt x="748850" y="2946604"/>
                  </a:lnTo>
                  <a:lnTo>
                    <a:pt x="740040" y="2946604"/>
                  </a:lnTo>
                  <a:lnTo>
                    <a:pt x="731230" y="2946604"/>
                  </a:lnTo>
                  <a:lnTo>
                    <a:pt x="722420" y="2946604"/>
                  </a:lnTo>
                  <a:lnTo>
                    <a:pt x="713610" y="2946604"/>
                  </a:lnTo>
                  <a:lnTo>
                    <a:pt x="704800" y="2946604"/>
                  </a:lnTo>
                  <a:lnTo>
                    <a:pt x="695990" y="2946604"/>
                  </a:lnTo>
                  <a:lnTo>
                    <a:pt x="687180" y="2946604"/>
                  </a:lnTo>
                  <a:lnTo>
                    <a:pt x="678370" y="2946604"/>
                  </a:lnTo>
                  <a:lnTo>
                    <a:pt x="669560" y="2946604"/>
                  </a:lnTo>
                  <a:lnTo>
                    <a:pt x="660750" y="2946604"/>
                  </a:lnTo>
                  <a:lnTo>
                    <a:pt x="651940" y="2946604"/>
                  </a:lnTo>
                  <a:lnTo>
                    <a:pt x="643130" y="2946604"/>
                  </a:lnTo>
                  <a:lnTo>
                    <a:pt x="634320" y="2946604"/>
                  </a:lnTo>
                  <a:lnTo>
                    <a:pt x="625510" y="2946604"/>
                  </a:lnTo>
                  <a:lnTo>
                    <a:pt x="616700" y="2946604"/>
                  </a:lnTo>
                  <a:lnTo>
                    <a:pt x="607890" y="2946604"/>
                  </a:lnTo>
                  <a:lnTo>
                    <a:pt x="599080" y="2946604"/>
                  </a:lnTo>
                  <a:lnTo>
                    <a:pt x="590270" y="2946604"/>
                  </a:lnTo>
                  <a:lnTo>
                    <a:pt x="581460" y="2946604"/>
                  </a:lnTo>
                  <a:lnTo>
                    <a:pt x="572650" y="2946604"/>
                  </a:lnTo>
                  <a:lnTo>
                    <a:pt x="563840" y="2946604"/>
                  </a:lnTo>
                  <a:lnTo>
                    <a:pt x="555030" y="2946604"/>
                  </a:lnTo>
                  <a:lnTo>
                    <a:pt x="546220" y="2946604"/>
                  </a:lnTo>
                  <a:lnTo>
                    <a:pt x="537410" y="2946604"/>
                  </a:lnTo>
                  <a:lnTo>
                    <a:pt x="528600" y="2946604"/>
                  </a:lnTo>
                  <a:lnTo>
                    <a:pt x="519790" y="2946604"/>
                  </a:lnTo>
                  <a:lnTo>
                    <a:pt x="510980" y="2946604"/>
                  </a:lnTo>
                  <a:lnTo>
                    <a:pt x="502170" y="2946604"/>
                  </a:lnTo>
                  <a:lnTo>
                    <a:pt x="493360" y="2946604"/>
                  </a:lnTo>
                  <a:lnTo>
                    <a:pt x="484550" y="2946604"/>
                  </a:lnTo>
                  <a:lnTo>
                    <a:pt x="475740" y="2946604"/>
                  </a:lnTo>
                  <a:lnTo>
                    <a:pt x="466930" y="2946604"/>
                  </a:lnTo>
                  <a:lnTo>
                    <a:pt x="458120" y="2946604"/>
                  </a:lnTo>
                  <a:lnTo>
                    <a:pt x="449310" y="2946604"/>
                  </a:lnTo>
                  <a:lnTo>
                    <a:pt x="440500" y="2946604"/>
                  </a:lnTo>
                  <a:lnTo>
                    <a:pt x="431690" y="2946604"/>
                  </a:lnTo>
                  <a:lnTo>
                    <a:pt x="422880" y="2946604"/>
                  </a:lnTo>
                  <a:lnTo>
                    <a:pt x="414070" y="2946604"/>
                  </a:lnTo>
                  <a:lnTo>
                    <a:pt x="405260" y="2946604"/>
                  </a:lnTo>
                  <a:lnTo>
                    <a:pt x="396450" y="2946604"/>
                  </a:lnTo>
                  <a:lnTo>
                    <a:pt x="387640" y="2946604"/>
                  </a:lnTo>
                  <a:lnTo>
                    <a:pt x="378830" y="2946604"/>
                  </a:lnTo>
                  <a:lnTo>
                    <a:pt x="370020" y="2946604"/>
                  </a:lnTo>
                  <a:lnTo>
                    <a:pt x="361210" y="2946604"/>
                  </a:lnTo>
                  <a:lnTo>
                    <a:pt x="352400" y="2946604"/>
                  </a:lnTo>
                  <a:lnTo>
                    <a:pt x="343590" y="2946604"/>
                  </a:lnTo>
                  <a:lnTo>
                    <a:pt x="334780" y="2946604"/>
                  </a:lnTo>
                  <a:lnTo>
                    <a:pt x="325970" y="2946604"/>
                  </a:lnTo>
                  <a:lnTo>
                    <a:pt x="317160" y="2946604"/>
                  </a:lnTo>
                  <a:lnTo>
                    <a:pt x="308350" y="2946604"/>
                  </a:lnTo>
                  <a:lnTo>
                    <a:pt x="299540" y="2946604"/>
                  </a:lnTo>
                  <a:lnTo>
                    <a:pt x="290730" y="2946604"/>
                  </a:lnTo>
                  <a:lnTo>
                    <a:pt x="281920" y="2946604"/>
                  </a:lnTo>
                  <a:lnTo>
                    <a:pt x="273110" y="2946604"/>
                  </a:lnTo>
                  <a:lnTo>
                    <a:pt x="264300" y="2946604"/>
                  </a:lnTo>
                  <a:lnTo>
                    <a:pt x="255490" y="2946604"/>
                  </a:lnTo>
                  <a:lnTo>
                    <a:pt x="246680" y="2946604"/>
                  </a:lnTo>
                  <a:lnTo>
                    <a:pt x="237870" y="2946604"/>
                  </a:lnTo>
                  <a:lnTo>
                    <a:pt x="229060" y="2946604"/>
                  </a:lnTo>
                  <a:lnTo>
                    <a:pt x="220250" y="2946604"/>
                  </a:lnTo>
                  <a:lnTo>
                    <a:pt x="211440" y="2946604"/>
                  </a:lnTo>
                  <a:lnTo>
                    <a:pt x="202630" y="2946604"/>
                  </a:lnTo>
                  <a:lnTo>
                    <a:pt x="193820" y="2946604"/>
                  </a:lnTo>
                  <a:lnTo>
                    <a:pt x="185010" y="2946604"/>
                  </a:lnTo>
                  <a:lnTo>
                    <a:pt x="176200" y="2946604"/>
                  </a:lnTo>
                  <a:lnTo>
                    <a:pt x="167390" y="2946604"/>
                  </a:lnTo>
                  <a:lnTo>
                    <a:pt x="158580" y="2946604"/>
                  </a:lnTo>
                  <a:lnTo>
                    <a:pt x="149770" y="2946604"/>
                  </a:lnTo>
                  <a:lnTo>
                    <a:pt x="140960" y="2946604"/>
                  </a:lnTo>
                  <a:lnTo>
                    <a:pt x="132150" y="2946604"/>
                  </a:lnTo>
                  <a:lnTo>
                    <a:pt x="123340" y="2946604"/>
                  </a:lnTo>
                  <a:lnTo>
                    <a:pt x="114530" y="2946604"/>
                  </a:lnTo>
                  <a:lnTo>
                    <a:pt x="105720" y="2946604"/>
                  </a:lnTo>
                  <a:lnTo>
                    <a:pt x="96910" y="2946604"/>
                  </a:lnTo>
                  <a:lnTo>
                    <a:pt x="88100" y="2946604"/>
                  </a:lnTo>
                  <a:lnTo>
                    <a:pt x="79290" y="2946604"/>
                  </a:lnTo>
                  <a:lnTo>
                    <a:pt x="70480" y="2946604"/>
                  </a:lnTo>
                  <a:lnTo>
                    <a:pt x="61670" y="2946604"/>
                  </a:lnTo>
                  <a:lnTo>
                    <a:pt x="52860" y="2946604"/>
                  </a:lnTo>
                  <a:lnTo>
                    <a:pt x="44050" y="2946604"/>
                  </a:lnTo>
                  <a:lnTo>
                    <a:pt x="35240" y="2946604"/>
                  </a:lnTo>
                  <a:lnTo>
                    <a:pt x="26430" y="2946604"/>
                  </a:lnTo>
                  <a:lnTo>
                    <a:pt x="17620" y="2946604"/>
                  </a:lnTo>
                  <a:lnTo>
                    <a:pt x="8810" y="2946604"/>
                  </a:lnTo>
                  <a:lnTo>
                    <a:pt x="0" y="29466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7255" y="2501446"/>
              <a:ext cx="4501910" cy="2729695"/>
            </a:xfrm>
            <a:custGeom>
              <a:avLst/>
              <a:pathLst>
                <a:path w="4501910" h="2729695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17255" y="2142849"/>
              <a:ext cx="4501910" cy="3305201"/>
            </a:xfrm>
            <a:custGeom>
              <a:avLst/>
              <a:pathLst>
                <a:path w="4501910" h="3305201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  <a:lnTo>
                    <a:pt x="4501910" y="3305201"/>
                  </a:lnTo>
                  <a:lnTo>
                    <a:pt x="4493100" y="3305201"/>
                  </a:lnTo>
                  <a:lnTo>
                    <a:pt x="4484290" y="3305201"/>
                  </a:lnTo>
                  <a:lnTo>
                    <a:pt x="4475480" y="3305201"/>
                  </a:lnTo>
                  <a:lnTo>
                    <a:pt x="4466670" y="3305201"/>
                  </a:lnTo>
                  <a:lnTo>
                    <a:pt x="4457860" y="3305201"/>
                  </a:lnTo>
                  <a:lnTo>
                    <a:pt x="4449050" y="3305201"/>
                  </a:lnTo>
                  <a:lnTo>
                    <a:pt x="4440240" y="3305201"/>
                  </a:lnTo>
                  <a:lnTo>
                    <a:pt x="4431430" y="3305201"/>
                  </a:lnTo>
                  <a:lnTo>
                    <a:pt x="4422620" y="3305201"/>
                  </a:lnTo>
                  <a:lnTo>
                    <a:pt x="4413810" y="3305201"/>
                  </a:lnTo>
                  <a:lnTo>
                    <a:pt x="4405000" y="3305201"/>
                  </a:lnTo>
                  <a:lnTo>
                    <a:pt x="4396190" y="3305201"/>
                  </a:lnTo>
                  <a:lnTo>
                    <a:pt x="4387380" y="3305201"/>
                  </a:lnTo>
                  <a:lnTo>
                    <a:pt x="4378570" y="3305201"/>
                  </a:lnTo>
                  <a:lnTo>
                    <a:pt x="4369760" y="3305201"/>
                  </a:lnTo>
                  <a:lnTo>
                    <a:pt x="4360950" y="3305201"/>
                  </a:lnTo>
                  <a:lnTo>
                    <a:pt x="4352140" y="3305201"/>
                  </a:lnTo>
                  <a:lnTo>
                    <a:pt x="4343330" y="3305201"/>
                  </a:lnTo>
                  <a:lnTo>
                    <a:pt x="4334520" y="3305201"/>
                  </a:lnTo>
                  <a:lnTo>
                    <a:pt x="4325710" y="3305201"/>
                  </a:lnTo>
                  <a:lnTo>
                    <a:pt x="4316900" y="3305201"/>
                  </a:lnTo>
                  <a:lnTo>
                    <a:pt x="4308090" y="3305201"/>
                  </a:lnTo>
                  <a:lnTo>
                    <a:pt x="4299280" y="3305201"/>
                  </a:lnTo>
                  <a:lnTo>
                    <a:pt x="4290470" y="3305201"/>
                  </a:lnTo>
                  <a:lnTo>
                    <a:pt x="4281660" y="3305201"/>
                  </a:lnTo>
                  <a:lnTo>
                    <a:pt x="4272850" y="3305201"/>
                  </a:lnTo>
                  <a:lnTo>
                    <a:pt x="4264040" y="3305201"/>
                  </a:lnTo>
                  <a:lnTo>
                    <a:pt x="4255230" y="3305201"/>
                  </a:lnTo>
                  <a:lnTo>
                    <a:pt x="4246420" y="3305201"/>
                  </a:lnTo>
                  <a:lnTo>
                    <a:pt x="4237610" y="3305201"/>
                  </a:lnTo>
                  <a:lnTo>
                    <a:pt x="4228800" y="3305201"/>
                  </a:lnTo>
                  <a:lnTo>
                    <a:pt x="4219990" y="3305201"/>
                  </a:lnTo>
                  <a:lnTo>
                    <a:pt x="4211180" y="3305201"/>
                  </a:lnTo>
                  <a:lnTo>
                    <a:pt x="4202370" y="3305201"/>
                  </a:lnTo>
                  <a:lnTo>
                    <a:pt x="4193560" y="3305201"/>
                  </a:lnTo>
                  <a:lnTo>
                    <a:pt x="4184750" y="3305201"/>
                  </a:lnTo>
                  <a:lnTo>
                    <a:pt x="4175940" y="3305201"/>
                  </a:lnTo>
                  <a:lnTo>
                    <a:pt x="4167130" y="3305201"/>
                  </a:lnTo>
                  <a:lnTo>
                    <a:pt x="4158320" y="3305201"/>
                  </a:lnTo>
                  <a:lnTo>
                    <a:pt x="4149510" y="3305201"/>
                  </a:lnTo>
                  <a:lnTo>
                    <a:pt x="4140700" y="3305201"/>
                  </a:lnTo>
                  <a:lnTo>
                    <a:pt x="4131890" y="3305201"/>
                  </a:lnTo>
                  <a:lnTo>
                    <a:pt x="4123080" y="3305201"/>
                  </a:lnTo>
                  <a:lnTo>
                    <a:pt x="4114270" y="3305201"/>
                  </a:lnTo>
                  <a:lnTo>
                    <a:pt x="4105460" y="3305201"/>
                  </a:lnTo>
                  <a:lnTo>
                    <a:pt x="4096650" y="3305201"/>
                  </a:lnTo>
                  <a:lnTo>
                    <a:pt x="4087840" y="3305201"/>
                  </a:lnTo>
                  <a:lnTo>
                    <a:pt x="4079030" y="3305201"/>
                  </a:lnTo>
                  <a:lnTo>
                    <a:pt x="4070220" y="3305201"/>
                  </a:lnTo>
                  <a:lnTo>
                    <a:pt x="4061410" y="3305201"/>
                  </a:lnTo>
                  <a:lnTo>
                    <a:pt x="4052600" y="3305201"/>
                  </a:lnTo>
                  <a:lnTo>
                    <a:pt x="4043790" y="3305201"/>
                  </a:lnTo>
                  <a:lnTo>
                    <a:pt x="4034980" y="3305201"/>
                  </a:lnTo>
                  <a:lnTo>
                    <a:pt x="4026170" y="3305201"/>
                  </a:lnTo>
                  <a:lnTo>
                    <a:pt x="4017360" y="3305201"/>
                  </a:lnTo>
                  <a:lnTo>
                    <a:pt x="4008550" y="3305201"/>
                  </a:lnTo>
                  <a:lnTo>
                    <a:pt x="3999740" y="3305201"/>
                  </a:lnTo>
                  <a:lnTo>
                    <a:pt x="3990930" y="3305201"/>
                  </a:lnTo>
                  <a:lnTo>
                    <a:pt x="3982120" y="3305201"/>
                  </a:lnTo>
                  <a:lnTo>
                    <a:pt x="3973310" y="3305201"/>
                  </a:lnTo>
                  <a:lnTo>
                    <a:pt x="3964500" y="3305201"/>
                  </a:lnTo>
                  <a:lnTo>
                    <a:pt x="3955690" y="3305201"/>
                  </a:lnTo>
                  <a:lnTo>
                    <a:pt x="3946880" y="3305201"/>
                  </a:lnTo>
                  <a:lnTo>
                    <a:pt x="3938070" y="3305201"/>
                  </a:lnTo>
                  <a:lnTo>
                    <a:pt x="3929260" y="3305201"/>
                  </a:lnTo>
                  <a:lnTo>
                    <a:pt x="3920450" y="3305201"/>
                  </a:lnTo>
                  <a:lnTo>
                    <a:pt x="3911640" y="3305201"/>
                  </a:lnTo>
                  <a:lnTo>
                    <a:pt x="3902830" y="3305201"/>
                  </a:lnTo>
                  <a:lnTo>
                    <a:pt x="3894020" y="3305201"/>
                  </a:lnTo>
                  <a:lnTo>
                    <a:pt x="3885210" y="3305201"/>
                  </a:lnTo>
                  <a:lnTo>
                    <a:pt x="3876400" y="3305201"/>
                  </a:lnTo>
                  <a:lnTo>
                    <a:pt x="3867590" y="3305201"/>
                  </a:lnTo>
                  <a:lnTo>
                    <a:pt x="3858780" y="3305201"/>
                  </a:lnTo>
                  <a:lnTo>
                    <a:pt x="3849970" y="3305201"/>
                  </a:lnTo>
                  <a:lnTo>
                    <a:pt x="3841160" y="3305201"/>
                  </a:lnTo>
                  <a:lnTo>
                    <a:pt x="3832350" y="3305201"/>
                  </a:lnTo>
                  <a:lnTo>
                    <a:pt x="3823540" y="3305201"/>
                  </a:lnTo>
                  <a:lnTo>
                    <a:pt x="3814730" y="3305201"/>
                  </a:lnTo>
                  <a:lnTo>
                    <a:pt x="3805920" y="3305201"/>
                  </a:lnTo>
                  <a:lnTo>
                    <a:pt x="3797110" y="3305201"/>
                  </a:lnTo>
                  <a:lnTo>
                    <a:pt x="3788300" y="3305201"/>
                  </a:lnTo>
                  <a:lnTo>
                    <a:pt x="3779490" y="3305201"/>
                  </a:lnTo>
                  <a:lnTo>
                    <a:pt x="3770680" y="3305201"/>
                  </a:lnTo>
                  <a:lnTo>
                    <a:pt x="3761870" y="3305201"/>
                  </a:lnTo>
                  <a:lnTo>
                    <a:pt x="3753060" y="3305201"/>
                  </a:lnTo>
                  <a:lnTo>
                    <a:pt x="3744250" y="3305201"/>
                  </a:lnTo>
                  <a:lnTo>
                    <a:pt x="3735440" y="3305201"/>
                  </a:lnTo>
                  <a:lnTo>
                    <a:pt x="3726630" y="3305201"/>
                  </a:lnTo>
                  <a:lnTo>
                    <a:pt x="3717820" y="3305201"/>
                  </a:lnTo>
                  <a:lnTo>
                    <a:pt x="3709010" y="3305201"/>
                  </a:lnTo>
                  <a:lnTo>
                    <a:pt x="3700200" y="3305201"/>
                  </a:lnTo>
                  <a:lnTo>
                    <a:pt x="3691390" y="3305201"/>
                  </a:lnTo>
                  <a:lnTo>
                    <a:pt x="3682580" y="3305201"/>
                  </a:lnTo>
                  <a:lnTo>
                    <a:pt x="3673770" y="3305201"/>
                  </a:lnTo>
                  <a:lnTo>
                    <a:pt x="3664960" y="3305201"/>
                  </a:lnTo>
                  <a:lnTo>
                    <a:pt x="3656150" y="3305201"/>
                  </a:lnTo>
                  <a:lnTo>
                    <a:pt x="3647340" y="3305201"/>
                  </a:lnTo>
                  <a:lnTo>
                    <a:pt x="3638530" y="3305201"/>
                  </a:lnTo>
                  <a:lnTo>
                    <a:pt x="3629720" y="3305201"/>
                  </a:lnTo>
                  <a:lnTo>
                    <a:pt x="3620910" y="3305201"/>
                  </a:lnTo>
                  <a:lnTo>
                    <a:pt x="3612100" y="3305201"/>
                  </a:lnTo>
                  <a:lnTo>
                    <a:pt x="3603290" y="3305201"/>
                  </a:lnTo>
                  <a:lnTo>
                    <a:pt x="3594480" y="3305201"/>
                  </a:lnTo>
                  <a:lnTo>
                    <a:pt x="3585670" y="3305201"/>
                  </a:lnTo>
                  <a:lnTo>
                    <a:pt x="3576860" y="3305201"/>
                  </a:lnTo>
                  <a:lnTo>
                    <a:pt x="3568050" y="3305201"/>
                  </a:lnTo>
                  <a:lnTo>
                    <a:pt x="3559240" y="3305201"/>
                  </a:lnTo>
                  <a:lnTo>
                    <a:pt x="3550430" y="3305201"/>
                  </a:lnTo>
                  <a:lnTo>
                    <a:pt x="3541620" y="3305201"/>
                  </a:lnTo>
                  <a:lnTo>
                    <a:pt x="3532810" y="3305201"/>
                  </a:lnTo>
                  <a:lnTo>
                    <a:pt x="3524000" y="3305201"/>
                  </a:lnTo>
                  <a:lnTo>
                    <a:pt x="3515190" y="3305201"/>
                  </a:lnTo>
                  <a:lnTo>
                    <a:pt x="3506380" y="3305201"/>
                  </a:lnTo>
                  <a:lnTo>
                    <a:pt x="3497570" y="3305201"/>
                  </a:lnTo>
                  <a:lnTo>
                    <a:pt x="3488760" y="3305201"/>
                  </a:lnTo>
                  <a:lnTo>
                    <a:pt x="3479950" y="3305201"/>
                  </a:lnTo>
                  <a:lnTo>
                    <a:pt x="3471140" y="3305201"/>
                  </a:lnTo>
                  <a:lnTo>
                    <a:pt x="3462330" y="3305201"/>
                  </a:lnTo>
                  <a:lnTo>
                    <a:pt x="3453520" y="3305201"/>
                  </a:lnTo>
                  <a:lnTo>
                    <a:pt x="3444710" y="3305201"/>
                  </a:lnTo>
                  <a:lnTo>
                    <a:pt x="3435900" y="3305201"/>
                  </a:lnTo>
                  <a:lnTo>
                    <a:pt x="3427090" y="3305201"/>
                  </a:lnTo>
                  <a:lnTo>
                    <a:pt x="3418280" y="3305201"/>
                  </a:lnTo>
                  <a:lnTo>
                    <a:pt x="3409470" y="3305201"/>
                  </a:lnTo>
                  <a:lnTo>
                    <a:pt x="3400660" y="3305201"/>
                  </a:lnTo>
                  <a:lnTo>
                    <a:pt x="3391850" y="3305201"/>
                  </a:lnTo>
                  <a:lnTo>
                    <a:pt x="3383040" y="3305201"/>
                  </a:lnTo>
                  <a:lnTo>
                    <a:pt x="3374230" y="3305201"/>
                  </a:lnTo>
                  <a:lnTo>
                    <a:pt x="3365420" y="3305201"/>
                  </a:lnTo>
                  <a:lnTo>
                    <a:pt x="3356610" y="3305201"/>
                  </a:lnTo>
                  <a:lnTo>
                    <a:pt x="3347800" y="3305201"/>
                  </a:lnTo>
                  <a:lnTo>
                    <a:pt x="3338990" y="3305201"/>
                  </a:lnTo>
                  <a:lnTo>
                    <a:pt x="3330180" y="3305201"/>
                  </a:lnTo>
                  <a:lnTo>
                    <a:pt x="3321370" y="3305201"/>
                  </a:lnTo>
                  <a:lnTo>
                    <a:pt x="3312560" y="3305201"/>
                  </a:lnTo>
                  <a:lnTo>
                    <a:pt x="3303750" y="3305201"/>
                  </a:lnTo>
                  <a:lnTo>
                    <a:pt x="3294940" y="3305201"/>
                  </a:lnTo>
                  <a:lnTo>
                    <a:pt x="3286130" y="3305201"/>
                  </a:lnTo>
                  <a:lnTo>
                    <a:pt x="3277320" y="3305201"/>
                  </a:lnTo>
                  <a:lnTo>
                    <a:pt x="3268510" y="3305201"/>
                  </a:lnTo>
                  <a:lnTo>
                    <a:pt x="3259700" y="3305201"/>
                  </a:lnTo>
                  <a:lnTo>
                    <a:pt x="3250890" y="3305201"/>
                  </a:lnTo>
                  <a:lnTo>
                    <a:pt x="3242080" y="3305201"/>
                  </a:lnTo>
                  <a:lnTo>
                    <a:pt x="3233270" y="3305201"/>
                  </a:lnTo>
                  <a:lnTo>
                    <a:pt x="3224460" y="3305201"/>
                  </a:lnTo>
                  <a:lnTo>
                    <a:pt x="3215650" y="3305201"/>
                  </a:lnTo>
                  <a:lnTo>
                    <a:pt x="3206840" y="3305201"/>
                  </a:lnTo>
                  <a:lnTo>
                    <a:pt x="3198030" y="3305201"/>
                  </a:lnTo>
                  <a:lnTo>
                    <a:pt x="3189220" y="3305201"/>
                  </a:lnTo>
                  <a:lnTo>
                    <a:pt x="3180410" y="3305201"/>
                  </a:lnTo>
                  <a:lnTo>
                    <a:pt x="3171600" y="3305201"/>
                  </a:lnTo>
                  <a:lnTo>
                    <a:pt x="3162790" y="3305201"/>
                  </a:lnTo>
                  <a:lnTo>
                    <a:pt x="3153980" y="3305201"/>
                  </a:lnTo>
                  <a:lnTo>
                    <a:pt x="3145170" y="3305201"/>
                  </a:lnTo>
                  <a:lnTo>
                    <a:pt x="3136360" y="3305201"/>
                  </a:lnTo>
                  <a:lnTo>
                    <a:pt x="3127550" y="3305201"/>
                  </a:lnTo>
                  <a:lnTo>
                    <a:pt x="3118740" y="3305201"/>
                  </a:lnTo>
                  <a:lnTo>
                    <a:pt x="3109930" y="3305201"/>
                  </a:lnTo>
                  <a:lnTo>
                    <a:pt x="3101120" y="3305201"/>
                  </a:lnTo>
                  <a:lnTo>
                    <a:pt x="3092310" y="3305201"/>
                  </a:lnTo>
                  <a:lnTo>
                    <a:pt x="3083500" y="3305201"/>
                  </a:lnTo>
                  <a:lnTo>
                    <a:pt x="3074690" y="3305201"/>
                  </a:lnTo>
                  <a:lnTo>
                    <a:pt x="3065880" y="3305201"/>
                  </a:lnTo>
                  <a:lnTo>
                    <a:pt x="3057070" y="3305201"/>
                  </a:lnTo>
                  <a:lnTo>
                    <a:pt x="3048260" y="3305201"/>
                  </a:lnTo>
                  <a:lnTo>
                    <a:pt x="3039450" y="3305201"/>
                  </a:lnTo>
                  <a:lnTo>
                    <a:pt x="3030640" y="3305201"/>
                  </a:lnTo>
                  <a:lnTo>
                    <a:pt x="3021830" y="3305201"/>
                  </a:lnTo>
                  <a:lnTo>
                    <a:pt x="3013020" y="3305201"/>
                  </a:lnTo>
                  <a:lnTo>
                    <a:pt x="3004210" y="3305201"/>
                  </a:lnTo>
                  <a:lnTo>
                    <a:pt x="2995400" y="3305201"/>
                  </a:lnTo>
                  <a:lnTo>
                    <a:pt x="2986590" y="3305201"/>
                  </a:lnTo>
                  <a:lnTo>
                    <a:pt x="2977780" y="3305201"/>
                  </a:lnTo>
                  <a:lnTo>
                    <a:pt x="2968970" y="3305201"/>
                  </a:lnTo>
                  <a:lnTo>
                    <a:pt x="2960160" y="3305201"/>
                  </a:lnTo>
                  <a:lnTo>
                    <a:pt x="2951350" y="3305201"/>
                  </a:lnTo>
                  <a:lnTo>
                    <a:pt x="2942540" y="3305201"/>
                  </a:lnTo>
                  <a:lnTo>
                    <a:pt x="2933730" y="3305201"/>
                  </a:lnTo>
                  <a:lnTo>
                    <a:pt x="2924920" y="3305201"/>
                  </a:lnTo>
                  <a:lnTo>
                    <a:pt x="2916110" y="3305201"/>
                  </a:lnTo>
                  <a:lnTo>
                    <a:pt x="2907300" y="3305201"/>
                  </a:lnTo>
                  <a:lnTo>
                    <a:pt x="2898490" y="3305201"/>
                  </a:lnTo>
                  <a:lnTo>
                    <a:pt x="2889680" y="3305201"/>
                  </a:lnTo>
                  <a:lnTo>
                    <a:pt x="2880870" y="3305201"/>
                  </a:lnTo>
                  <a:lnTo>
                    <a:pt x="2872060" y="3305201"/>
                  </a:lnTo>
                  <a:lnTo>
                    <a:pt x="2863250" y="3305201"/>
                  </a:lnTo>
                  <a:lnTo>
                    <a:pt x="2854440" y="3305201"/>
                  </a:lnTo>
                  <a:lnTo>
                    <a:pt x="2845630" y="3305201"/>
                  </a:lnTo>
                  <a:lnTo>
                    <a:pt x="2836820" y="3305201"/>
                  </a:lnTo>
                  <a:lnTo>
                    <a:pt x="2828010" y="3305201"/>
                  </a:lnTo>
                  <a:lnTo>
                    <a:pt x="2819200" y="3305201"/>
                  </a:lnTo>
                  <a:lnTo>
                    <a:pt x="2810390" y="3305201"/>
                  </a:lnTo>
                  <a:lnTo>
                    <a:pt x="2801580" y="3305201"/>
                  </a:lnTo>
                  <a:lnTo>
                    <a:pt x="2792770" y="3305201"/>
                  </a:lnTo>
                  <a:lnTo>
                    <a:pt x="2783960" y="3305201"/>
                  </a:lnTo>
                  <a:lnTo>
                    <a:pt x="2775150" y="3305201"/>
                  </a:lnTo>
                  <a:lnTo>
                    <a:pt x="2766340" y="3305201"/>
                  </a:lnTo>
                  <a:lnTo>
                    <a:pt x="2757530" y="3305201"/>
                  </a:lnTo>
                  <a:lnTo>
                    <a:pt x="2748720" y="3305201"/>
                  </a:lnTo>
                  <a:lnTo>
                    <a:pt x="2739910" y="3305201"/>
                  </a:lnTo>
                  <a:lnTo>
                    <a:pt x="2731100" y="3305201"/>
                  </a:lnTo>
                  <a:lnTo>
                    <a:pt x="2722290" y="3305201"/>
                  </a:lnTo>
                  <a:lnTo>
                    <a:pt x="2713480" y="3305201"/>
                  </a:lnTo>
                  <a:lnTo>
                    <a:pt x="2704670" y="3305201"/>
                  </a:lnTo>
                  <a:lnTo>
                    <a:pt x="2695860" y="3305201"/>
                  </a:lnTo>
                  <a:lnTo>
                    <a:pt x="2687050" y="3305201"/>
                  </a:lnTo>
                  <a:lnTo>
                    <a:pt x="2678240" y="3305201"/>
                  </a:lnTo>
                  <a:lnTo>
                    <a:pt x="2669430" y="3305201"/>
                  </a:lnTo>
                  <a:lnTo>
                    <a:pt x="2660620" y="3305201"/>
                  </a:lnTo>
                  <a:lnTo>
                    <a:pt x="2651810" y="3305201"/>
                  </a:lnTo>
                  <a:lnTo>
                    <a:pt x="2643000" y="3305201"/>
                  </a:lnTo>
                  <a:lnTo>
                    <a:pt x="2634190" y="3305201"/>
                  </a:lnTo>
                  <a:lnTo>
                    <a:pt x="2625380" y="3305201"/>
                  </a:lnTo>
                  <a:lnTo>
                    <a:pt x="2616570" y="3305201"/>
                  </a:lnTo>
                  <a:lnTo>
                    <a:pt x="2607760" y="3305201"/>
                  </a:lnTo>
                  <a:lnTo>
                    <a:pt x="2598950" y="3305201"/>
                  </a:lnTo>
                  <a:lnTo>
                    <a:pt x="2590140" y="3305201"/>
                  </a:lnTo>
                  <a:lnTo>
                    <a:pt x="2581330" y="3305201"/>
                  </a:lnTo>
                  <a:lnTo>
                    <a:pt x="2572520" y="3305201"/>
                  </a:lnTo>
                  <a:lnTo>
                    <a:pt x="2563710" y="3305201"/>
                  </a:lnTo>
                  <a:lnTo>
                    <a:pt x="2554900" y="3305201"/>
                  </a:lnTo>
                  <a:lnTo>
                    <a:pt x="2546090" y="3305201"/>
                  </a:lnTo>
                  <a:lnTo>
                    <a:pt x="2537280" y="3305201"/>
                  </a:lnTo>
                  <a:lnTo>
                    <a:pt x="2528470" y="3305201"/>
                  </a:lnTo>
                  <a:lnTo>
                    <a:pt x="2519660" y="3305201"/>
                  </a:lnTo>
                  <a:lnTo>
                    <a:pt x="2510850" y="3305201"/>
                  </a:lnTo>
                  <a:lnTo>
                    <a:pt x="2502040" y="3305201"/>
                  </a:lnTo>
                  <a:lnTo>
                    <a:pt x="2493230" y="3305201"/>
                  </a:lnTo>
                  <a:lnTo>
                    <a:pt x="2484420" y="3305201"/>
                  </a:lnTo>
                  <a:lnTo>
                    <a:pt x="2475610" y="3305201"/>
                  </a:lnTo>
                  <a:lnTo>
                    <a:pt x="2466800" y="3305201"/>
                  </a:lnTo>
                  <a:lnTo>
                    <a:pt x="2457990" y="3305201"/>
                  </a:lnTo>
                  <a:lnTo>
                    <a:pt x="2449180" y="3305201"/>
                  </a:lnTo>
                  <a:lnTo>
                    <a:pt x="2440370" y="3305201"/>
                  </a:lnTo>
                  <a:lnTo>
                    <a:pt x="2431560" y="3305201"/>
                  </a:lnTo>
                  <a:lnTo>
                    <a:pt x="2422750" y="3305201"/>
                  </a:lnTo>
                  <a:lnTo>
                    <a:pt x="2413940" y="3305201"/>
                  </a:lnTo>
                  <a:lnTo>
                    <a:pt x="2405130" y="3305201"/>
                  </a:lnTo>
                  <a:lnTo>
                    <a:pt x="2396320" y="3305201"/>
                  </a:lnTo>
                  <a:lnTo>
                    <a:pt x="2387510" y="3305201"/>
                  </a:lnTo>
                  <a:lnTo>
                    <a:pt x="2378700" y="3305201"/>
                  </a:lnTo>
                  <a:lnTo>
                    <a:pt x="2369890" y="3305201"/>
                  </a:lnTo>
                  <a:lnTo>
                    <a:pt x="2361080" y="3305201"/>
                  </a:lnTo>
                  <a:lnTo>
                    <a:pt x="2352270" y="3305201"/>
                  </a:lnTo>
                  <a:lnTo>
                    <a:pt x="2343460" y="3305201"/>
                  </a:lnTo>
                  <a:lnTo>
                    <a:pt x="2334650" y="3305201"/>
                  </a:lnTo>
                  <a:lnTo>
                    <a:pt x="2325840" y="3305201"/>
                  </a:lnTo>
                  <a:lnTo>
                    <a:pt x="2317030" y="3305201"/>
                  </a:lnTo>
                  <a:lnTo>
                    <a:pt x="2308220" y="3305201"/>
                  </a:lnTo>
                  <a:lnTo>
                    <a:pt x="2299410" y="3305201"/>
                  </a:lnTo>
                  <a:lnTo>
                    <a:pt x="2290600" y="3305201"/>
                  </a:lnTo>
                  <a:lnTo>
                    <a:pt x="2281790" y="3305201"/>
                  </a:lnTo>
                  <a:lnTo>
                    <a:pt x="2272980" y="3305201"/>
                  </a:lnTo>
                  <a:lnTo>
                    <a:pt x="2264170" y="3305201"/>
                  </a:lnTo>
                  <a:lnTo>
                    <a:pt x="2255360" y="3305201"/>
                  </a:lnTo>
                  <a:lnTo>
                    <a:pt x="2246550" y="3305201"/>
                  </a:lnTo>
                  <a:lnTo>
                    <a:pt x="2237740" y="3305201"/>
                  </a:lnTo>
                  <a:lnTo>
                    <a:pt x="2228930" y="3305201"/>
                  </a:lnTo>
                  <a:lnTo>
                    <a:pt x="2220120" y="3305201"/>
                  </a:lnTo>
                  <a:lnTo>
                    <a:pt x="2211310" y="3305201"/>
                  </a:lnTo>
                  <a:lnTo>
                    <a:pt x="2202500" y="3305201"/>
                  </a:lnTo>
                  <a:lnTo>
                    <a:pt x="2193690" y="3305201"/>
                  </a:lnTo>
                  <a:lnTo>
                    <a:pt x="2184880" y="3305201"/>
                  </a:lnTo>
                  <a:lnTo>
                    <a:pt x="2176070" y="3305201"/>
                  </a:lnTo>
                  <a:lnTo>
                    <a:pt x="2167260" y="3305201"/>
                  </a:lnTo>
                  <a:lnTo>
                    <a:pt x="2158450" y="3305201"/>
                  </a:lnTo>
                  <a:lnTo>
                    <a:pt x="2149640" y="3305201"/>
                  </a:lnTo>
                  <a:lnTo>
                    <a:pt x="2140830" y="3305201"/>
                  </a:lnTo>
                  <a:lnTo>
                    <a:pt x="2132020" y="3305201"/>
                  </a:lnTo>
                  <a:lnTo>
                    <a:pt x="2123210" y="3305201"/>
                  </a:lnTo>
                  <a:lnTo>
                    <a:pt x="2114400" y="3305201"/>
                  </a:lnTo>
                  <a:lnTo>
                    <a:pt x="2105590" y="3305201"/>
                  </a:lnTo>
                  <a:lnTo>
                    <a:pt x="2096780" y="3305201"/>
                  </a:lnTo>
                  <a:lnTo>
                    <a:pt x="2087970" y="3305201"/>
                  </a:lnTo>
                  <a:lnTo>
                    <a:pt x="2079160" y="3305201"/>
                  </a:lnTo>
                  <a:lnTo>
                    <a:pt x="2070350" y="3305201"/>
                  </a:lnTo>
                  <a:lnTo>
                    <a:pt x="2061540" y="3305201"/>
                  </a:lnTo>
                  <a:lnTo>
                    <a:pt x="2052730" y="3305201"/>
                  </a:lnTo>
                  <a:lnTo>
                    <a:pt x="2043920" y="3305201"/>
                  </a:lnTo>
                  <a:lnTo>
                    <a:pt x="2035110" y="3305201"/>
                  </a:lnTo>
                  <a:lnTo>
                    <a:pt x="2026300" y="3305201"/>
                  </a:lnTo>
                  <a:lnTo>
                    <a:pt x="2017490" y="3305201"/>
                  </a:lnTo>
                  <a:lnTo>
                    <a:pt x="2008680" y="3305201"/>
                  </a:lnTo>
                  <a:lnTo>
                    <a:pt x="1999870" y="3305201"/>
                  </a:lnTo>
                  <a:lnTo>
                    <a:pt x="1991060" y="3305201"/>
                  </a:lnTo>
                  <a:lnTo>
                    <a:pt x="1982250" y="3305201"/>
                  </a:lnTo>
                  <a:lnTo>
                    <a:pt x="1973440" y="3305201"/>
                  </a:lnTo>
                  <a:lnTo>
                    <a:pt x="1964630" y="3305201"/>
                  </a:lnTo>
                  <a:lnTo>
                    <a:pt x="1955820" y="3305201"/>
                  </a:lnTo>
                  <a:lnTo>
                    <a:pt x="1947010" y="3305201"/>
                  </a:lnTo>
                  <a:lnTo>
                    <a:pt x="1938200" y="3305201"/>
                  </a:lnTo>
                  <a:lnTo>
                    <a:pt x="1929390" y="3305201"/>
                  </a:lnTo>
                  <a:lnTo>
                    <a:pt x="1920580" y="3305201"/>
                  </a:lnTo>
                  <a:lnTo>
                    <a:pt x="1911770" y="3305201"/>
                  </a:lnTo>
                  <a:lnTo>
                    <a:pt x="1902960" y="3305201"/>
                  </a:lnTo>
                  <a:lnTo>
                    <a:pt x="1894150" y="3305201"/>
                  </a:lnTo>
                  <a:lnTo>
                    <a:pt x="1885340" y="3305201"/>
                  </a:lnTo>
                  <a:lnTo>
                    <a:pt x="1876530" y="3305201"/>
                  </a:lnTo>
                  <a:lnTo>
                    <a:pt x="1867720" y="3305201"/>
                  </a:lnTo>
                  <a:lnTo>
                    <a:pt x="1858910" y="3305201"/>
                  </a:lnTo>
                  <a:lnTo>
                    <a:pt x="1850100" y="3305201"/>
                  </a:lnTo>
                  <a:lnTo>
                    <a:pt x="1841290" y="3305201"/>
                  </a:lnTo>
                  <a:lnTo>
                    <a:pt x="1832480" y="3305201"/>
                  </a:lnTo>
                  <a:lnTo>
                    <a:pt x="1823670" y="3305201"/>
                  </a:lnTo>
                  <a:lnTo>
                    <a:pt x="1814860" y="3305201"/>
                  </a:lnTo>
                  <a:lnTo>
                    <a:pt x="1806050" y="3305201"/>
                  </a:lnTo>
                  <a:lnTo>
                    <a:pt x="1797240" y="3305201"/>
                  </a:lnTo>
                  <a:lnTo>
                    <a:pt x="1788430" y="3305201"/>
                  </a:lnTo>
                  <a:lnTo>
                    <a:pt x="1779620" y="3305201"/>
                  </a:lnTo>
                  <a:lnTo>
                    <a:pt x="1770810" y="3305201"/>
                  </a:lnTo>
                  <a:lnTo>
                    <a:pt x="1762000" y="3305201"/>
                  </a:lnTo>
                  <a:lnTo>
                    <a:pt x="1753190" y="3305201"/>
                  </a:lnTo>
                  <a:lnTo>
                    <a:pt x="1744380" y="3305201"/>
                  </a:lnTo>
                  <a:lnTo>
                    <a:pt x="1735570" y="3305201"/>
                  </a:lnTo>
                  <a:lnTo>
                    <a:pt x="1726760" y="3305201"/>
                  </a:lnTo>
                  <a:lnTo>
                    <a:pt x="1717950" y="3305201"/>
                  </a:lnTo>
                  <a:lnTo>
                    <a:pt x="1709140" y="3305201"/>
                  </a:lnTo>
                  <a:lnTo>
                    <a:pt x="1700330" y="3305201"/>
                  </a:lnTo>
                  <a:lnTo>
                    <a:pt x="1691520" y="3305201"/>
                  </a:lnTo>
                  <a:lnTo>
                    <a:pt x="1682710" y="3305201"/>
                  </a:lnTo>
                  <a:lnTo>
                    <a:pt x="1673900" y="3305201"/>
                  </a:lnTo>
                  <a:lnTo>
                    <a:pt x="1665090" y="3305201"/>
                  </a:lnTo>
                  <a:lnTo>
                    <a:pt x="1656280" y="3305201"/>
                  </a:lnTo>
                  <a:lnTo>
                    <a:pt x="1647470" y="3305201"/>
                  </a:lnTo>
                  <a:lnTo>
                    <a:pt x="1638660" y="3305201"/>
                  </a:lnTo>
                  <a:lnTo>
                    <a:pt x="1629850" y="3305201"/>
                  </a:lnTo>
                  <a:lnTo>
                    <a:pt x="1621040" y="3305201"/>
                  </a:lnTo>
                  <a:lnTo>
                    <a:pt x="1612230" y="3305201"/>
                  </a:lnTo>
                  <a:lnTo>
                    <a:pt x="1603420" y="3305201"/>
                  </a:lnTo>
                  <a:lnTo>
                    <a:pt x="1594610" y="3305201"/>
                  </a:lnTo>
                  <a:lnTo>
                    <a:pt x="1585800" y="3305201"/>
                  </a:lnTo>
                  <a:lnTo>
                    <a:pt x="1576990" y="3305201"/>
                  </a:lnTo>
                  <a:lnTo>
                    <a:pt x="1568180" y="3305201"/>
                  </a:lnTo>
                  <a:lnTo>
                    <a:pt x="1559370" y="3305201"/>
                  </a:lnTo>
                  <a:lnTo>
                    <a:pt x="1550560" y="3305201"/>
                  </a:lnTo>
                  <a:lnTo>
                    <a:pt x="1541750" y="3305201"/>
                  </a:lnTo>
                  <a:lnTo>
                    <a:pt x="1532940" y="3305201"/>
                  </a:lnTo>
                  <a:lnTo>
                    <a:pt x="1524130" y="3305201"/>
                  </a:lnTo>
                  <a:lnTo>
                    <a:pt x="1515320" y="3305201"/>
                  </a:lnTo>
                  <a:lnTo>
                    <a:pt x="1506510" y="3305201"/>
                  </a:lnTo>
                  <a:lnTo>
                    <a:pt x="1497700" y="3305201"/>
                  </a:lnTo>
                  <a:lnTo>
                    <a:pt x="1488890" y="3305201"/>
                  </a:lnTo>
                  <a:lnTo>
                    <a:pt x="1480080" y="3305201"/>
                  </a:lnTo>
                  <a:lnTo>
                    <a:pt x="1471270" y="3305201"/>
                  </a:lnTo>
                  <a:lnTo>
                    <a:pt x="1462460" y="3305201"/>
                  </a:lnTo>
                  <a:lnTo>
                    <a:pt x="1453650" y="3305201"/>
                  </a:lnTo>
                  <a:lnTo>
                    <a:pt x="1444840" y="3305201"/>
                  </a:lnTo>
                  <a:lnTo>
                    <a:pt x="1436030" y="3305201"/>
                  </a:lnTo>
                  <a:lnTo>
                    <a:pt x="1427220" y="3305201"/>
                  </a:lnTo>
                  <a:lnTo>
                    <a:pt x="1418410" y="3305201"/>
                  </a:lnTo>
                  <a:lnTo>
                    <a:pt x="1409600" y="3305201"/>
                  </a:lnTo>
                  <a:lnTo>
                    <a:pt x="1400790" y="3305201"/>
                  </a:lnTo>
                  <a:lnTo>
                    <a:pt x="1391980" y="3305201"/>
                  </a:lnTo>
                  <a:lnTo>
                    <a:pt x="1383170" y="3305201"/>
                  </a:lnTo>
                  <a:lnTo>
                    <a:pt x="1374360" y="3305201"/>
                  </a:lnTo>
                  <a:lnTo>
                    <a:pt x="1365550" y="3305201"/>
                  </a:lnTo>
                  <a:lnTo>
                    <a:pt x="1356740" y="3305201"/>
                  </a:lnTo>
                  <a:lnTo>
                    <a:pt x="1347930" y="3305201"/>
                  </a:lnTo>
                  <a:lnTo>
                    <a:pt x="1339120" y="3305201"/>
                  </a:lnTo>
                  <a:lnTo>
                    <a:pt x="1330310" y="3305201"/>
                  </a:lnTo>
                  <a:lnTo>
                    <a:pt x="1321500" y="3305201"/>
                  </a:lnTo>
                  <a:lnTo>
                    <a:pt x="1312690" y="3305201"/>
                  </a:lnTo>
                  <a:lnTo>
                    <a:pt x="1303880" y="3305201"/>
                  </a:lnTo>
                  <a:lnTo>
                    <a:pt x="1295070" y="3305201"/>
                  </a:lnTo>
                  <a:lnTo>
                    <a:pt x="1286260" y="3305201"/>
                  </a:lnTo>
                  <a:lnTo>
                    <a:pt x="1277450" y="3305201"/>
                  </a:lnTo>
                  <a:lnTo>
                    <a:pt x="1268640" y="3305201"/>
                  </a:lnTo>
                  <a:lnTo>
                    <a:pt x="1259830" y="3305201"/>
                  </a:lnTo>
                  <a:lnTo>
                    <a:pt x="1251020" y="3305201"/>
                  </a:lnTo>
                  <a:lnTo>
                    <a:pt x="1242210" y="3305201"/>
                  </a:lnTo>
                  <a:lnTo>
                    <a:pt x="1233400" y="3305201"/>
                  </a:lnTo>
                  <a:lnTo>
                    <a:pt x="1224590" y="3305201"/>
                  </a:lnTo>
                  <a:lnTo>
                    <a:pt x="1215780" y="3305201"/>
                  </a:lnTo>
                  <a:lnTo>
                    <a:pt x="1206970" y="3305201"/>
                  </a:lnTo>
                  <a:lnTo>
                    <a:pt x="1198160" y="3305201"/>
                  </a:lnTo>
                  <a:lnTo>
                    <a:pt x="1189350" y="3305201"/>
                  </a:lnTo>
                  <a:lnTo>
                    <a:pt x="1180540" y="3305201"/>
                  </a:lnTo>
                  <a:lnTo>
                    <a:pt x="1171730" y="3305201"/>
                  </a:lnTo>
                  <a:lnTo>
                    <a:pt x="1162920" y="3305201"/>
                  </a:lnTo>
                  <a:lnTo>
                    <a:pt x="1154110" y="3305201"/>
                  </a:lnTo>
                  <a:lnTo>
                    <a:pt x="1145300" y="3305201"/>
                  </a:lnTo>
                  <a:lnTo>
                    <a:pt x="1136490" y="3305201"/>
                  </a:lnTo>
                  <a:lnTo>
                    <a:pt x="1127680" y="3305201"/>
                  </a:lnTo>
                  <a:lnTo>
                    <a:pt x="1118870" y="3305201"/>
                  </a:lnTo>
                  <a:lnTo>
                    <a:pt x="1110060" y="3305201"/>
                  </a:lnTo>
                  <a:lnTo>
                    <a:pt x="1101250" y="3305201"/>
                  </a:lnTo>
                  <a:lnTo>
                    <a:pt x="1092440" y="3305201"/>
                  </a:lnTo>
                  <a:lnTo>
                    <a:pt x="1083630" y="3305201"/>
                  </a:lnTo>
                  <a:lnTo>
                    <a:pt x="1074820" y="3305201"/>
                  </a:lnTo>
                  <a:lnTo>
                    <a:pt x="1066010" y="3305201"/>
                  </a:lnTo>
                  <a:lnTo>
                    <a:pt x="1057200" y="3305201"/>
                  </a:lnTo>
                  <a:lnTo>
                    <a:pt x="1048390" y="3305201"/>
                  </a:lnTo>
                  <a:lnTo>
                    <a:pt x="1039580" y="3305201"/>
                  </a:lnTo>
                  <a:lnTo>
                    <a:pt x="1030770" y="3305201"/>
                  </a:lnTo>
                  <a:lnTo>
                    <a:pt x="1021960" y="3305201"/>
                  </a:lnTo>
                  <a:lnTo>
                    <a:pt x="1013150" y="3305201"/>
                  </a:lnTo>
                  <a:lnTo>
                    <a:pt x="1004340" y="3305201"/>
                  </a:lnTo>
                  <a:lnTo>
                    <a:pt x="995530" y="3305201"/>
                  </a:lnTo>
                  <a:lnTo>
                    <a:pt x="986720" y="3305201"/>
                  </a:lnTo>
                  <a:lnTo>
                    <a:pt x="977910" y="3305201"/>
                  </a:lnTo>
                  <a:lnTo>
                    <a:pt x="969100" y="3305201"/>
                  </a:lnTo>
                  <a:lnTo>
                    <a:pt x="960290" y="3305201"/>
                  </a:lnTo>
                  <a:lnTo>
                    <a:pt x="951480" y="3305201"/>
                  </a:lnTo>
                  <a:lnTo>
                    <a:pt x="942670" y="3305201"/>
                  </a:lnTo>
                  <a:lnTo>
                    <a:pt x="933860" y="3305201"/>
                  </a:lnTo>
                  <a:lnTo>
                    <a:pt x="925050" y="3305201"/>
                  </a:lnTo>
                  <a:lnTo>
                    <a:pt x="916240" y="3305201"/>
                  </a:lnTo>
                  <a:lnTo>
                    <a:pt x="907430" y="3305201"/>
                  </a:lnTo>
                  <a:lnTo>
                    <a:pt x="898620" y="3305201"/>
                  </a:lnTo>
                  <a:lnTo>
                    <a:pt x="889810" y="3305201"/>
                  </a:lnTo>
                  <a:lnTo>
                    <a:pt x="881000" y="3305201"/>
                  </a:lnTo>
                  <a:lnTo>
                    <a:pt x="872190" y="3305201"/>
                  </a:lnTo>
                  <a:lnTo>
                    <a:pt x="863380" y="3305201"/>
                  </a:lnTo>
                  <a:lnTo>
                    <a:pt x="854570" y="3305201"/>
                  </a:lnTo>
                  <a:lnTo>
                    <a:pt x="845760" y="3305201"/>
                  </a:lnTo>
                  <a:lnTo>
                    <a:pt x="836950" y="3305201"/>
                  </a:lnTo>
                  <a:lnTo>
                    <a:pt x="828140" y="3305201"/>
                  </a:lnTo>
                  <a:lnTo>
                    <a:pt x="819330" y="3305201"/>
                  </a:lnTo>
                  <a:lnTo>
                    <a:pt x="810520" y="3305201"/>
                  </a:lnTo>
                  <a:lnTo>
                    <a:pt x="801710" y="3305201"/>
                  </a:lnTo>
                  <a:lnTo>
                    <a:pt x="792900" y="3305201"/>
                  </a:lnTo>
                  <a:lnTo>
                    <a:pt x="784090" y="3305201"/>
                  </a:lnTo>
                  <a:lnTo>
                    <a:pt x="775280" y="3305201"/>
                  </a:lnTo>
                  <a:lnTo>
                    <a:pt x="766470" y="3305201"/>
                  </a:lnTo>
                  <a:lnTo>
                    <a:pt x="757660" y="3305201"/>
                  </a:lnTo>
                  <a:lnTo>
                    <a:pt x="748850" y="3305201"/>
                  </a:lnTo>
                  <a:lnTo>
                    <a:pt x="740040" y="3305201"/>
                  </a:lnTo>
                  <a:lnTo>
                    <a:pt x="731230" y="3305201"/>
                  </a:lnTo>
                  <a:lnTo>
                    <a:pt x="722420" y="3305201"/>
                  </a:lnTo>
                  <a:lnTo>
                    <a:pt x="713610" y="3305201"/>
                  </a:lnTo>
                  <a:lnTo>
                    <a:pt x="704800" y="3305201"/>
                  </a:lnTo>
                  <a:lnTo>
                    <a:pt x="695990" y="3305201"/>
                  </a:lnTo>
                  <a:lnTo>
                    <a:pt x="687180" y="3305201"/>
                  </a:lnTo>
                  <a:lnTo>
                    <a:pt x="678370" y="3305201"/>
                  </a:lnTo>
                  <a:lnTo>
                    <a:pt x="669560" y="3305201"/>
                  </a:lnTo>
                  <a:lnTo>
                    <a:pt x="660750" y="3305201"/>
                  </a:lnTo>
                  <a:lnTo>
                    <a:pt x="651940" y="3305201"/>
                  </a:lnTo>
                  <a:lnTo>
                    <a:pt x="643130" y="3305201"/>
                  </a:lnTo>
                  <a:lnTo>
                    <a:pt x="634320" y="3305201"/>
                  </a:lnTo>
                  <a:lnTo>
                    <a:pt x="625510" y="3305201"/>
                  </a:lnTo>
                  <a:lnTo>
                    <a:pt x="616700" y="3305201"/>
                  </a:lnTo>
                  <a:lnTo>
                    <a:pt x="607890" y="3305201"/>
                  </a:lnTo>
                  <a:lnTo>
                    <a:pt x="599080" y="3305201"/>
                  </a:lnTo>
                  <a:lnTo>
                    <a:pt x="590270" y="3305201"/>
                  </a:lnTo>
                  <a:lnTo>
                    <a:pt x="581460" y="3305201"/>
                  </a:lnTo>
                  <a:lnTo>
                    <a:pt x="572650" y="3305201"/>
                  </a:lnTo>
                  <a:lnTo>
                    <a:pt x="563840" y="3305201"/>
                  </a:lnTo>
                  <a:lnTo>
                    <a:pt x="555030" y="3305201"/>
                  </a:lnTo>
                  <a:lnTo>
                    <a:pt x="546220" y="3305201"/>
                  </a:lnTo>
                  <a:lnTo>
                    <a:pt x="537410" y="3305201"/>
                  </a:lnTo>
                  <a:lnTo>
                    <a:pt x="528600" y="3305201"/>
                  </a:lnTo>
                  <a:lnTo>
                    <a:pt x="519790" y="3305201"/>
                  </a:lnTo>
                  <a:lnTo>
                    <a:pt x="510980" y="3305201"/>
                  </a:lnTo>
                  <a:lnTo>
                    <a:pt x="502170" y="3305201"/>
                  </a:lnTo>
                  <a:lnTo>
                    <a:pt x="493360" y="3305201"/>
                  </a:lnTo>
                  <a:lnTo>
                    <a:pt x="484550" y="3305201"/>
                  </a:lnTo>
                  <a:lnTo>
                    <a:pt x="475740" y="3305201"/>
                  </a:lnTo>
                  <a:lnTo>
                    <a:pt x="466930" y="3305201"/>
                  </a:lnTo>
                  <a:lnTo>
                    <a:pt x="458120" y="3305201"/>
                  </a:lnTo>
                  <a:lnTo>
                    <a:pt x="449310" y="3305201"/>
                  </a:lnTo>
                  <a:lnTo>
                    <a:pt x="440500" y="3305201"/>
                  </a:lnTo>
                  <a:lnTo>
                    <a:pt x="431690" y="3305201"/>
                  </a:lnTo>
                  <a:lnTo>
                    <a:pt x="422880" y="3305201"/>
                  </a:lnTo>
                  <a:lnTo>
                    <a:pt x="414070" y="3305201"/>
                  </a:lnTo>
                  <a:lnTo>
                    <a:pt x="405260" y="3305201"/>
                  </a:lnTo>
                  <a:lnTo>
                    <a:pt x="396450" y="3305201"/>
                  </a:lnTo>
                  <a:lnTo>
                    <a:pt x="387640" y="3305201"/>
                  </a:lnTo>
                  <a:lnTo>
                    <a:pt x="378830" y="3305201"/>
                  </a:lnTo>
                  <a:lnTo>
                    <a:pt x="370020" y="3305201"/>
                  </a:lnTo>
                  <a:lnTo>
                    <a:pt x="361210" y="3305201"/>
                  </a:lnTo>
                  <a:lnTo>
                    <a:pt x="352400" y="3305201"/>
                  </a:lnTo>
                  <a:lnTo>
                    <a:pt x="343590" y="3305201"/>
                  </a:lnTo>
                  <a:lnTo>
                    <a:pt x="334780" y="3305201"/>
                  </a:lnTo>
                  <a:lnTo>
                    <a:pt x="325970" y="3305201"/>
                  </a:lnTo>
                  <a:lnTo>
                    <a:pt x="317160" y="3305201"/>
                  </a:lnTo>
                  <a:lnTo>
                    <a:pt x="308350" y="3305201"/>
                  </a:lnTo>
                  <a:lnTo>
                    <a:pt x="299540" y="3305201"/>
                  </a:lnTo>
                  <a:lnTo>
                    <a:pt x="290730" y="3305201"/>
                  </a:lnTo>
                  <a:lnTo>
                    <a:pt x="281920" y="3305201"/>
                  </a:lnTo>
                  <a:lnTo>
                    <a:pt x="273110" y="3305201"/>
                  </a:lnTo>
                  <a:lnTo>
                    <a:pt x="264300" y="3305201"/>
                  </a:lnTo>
                  <a:lnTo>
                    <a:pt x="255490" y="3305201"/>
                  </a:lnTo>
                  <a:lnTo>
                    <a:pt x="246680" y="3305201"/>
                  </a:lnTo>
                  <a:lnTo>
                    <a:pt x="237870" y="3305201"/>
                  </a:lnTo>
                  <a:lnTo>
                    <a:pt x="229060" y="3305201"/>
                  </a:lnTo>
                  <a:lnTo>
                    <a:pt x="220250" y="3305201"/>
                  </a:lnTo>
                  <a:lnTo>
                    <a:pt x="211440" y="3305201"/>
                  </a:lnTo>
                  <a:lnTo>
                    <a:pt x="202630" y="3305201"/>
                  </a:lnTo>
                  <a:lnTo>
                    <a:pt x="193820" y="3305201"/>
                  </a:lnTo>
                  <a:lnTo>
                    <a:pt x="185010" y="3305201"/>
                  </a:lnTo>
                  <a:lnTo>
                    <a:pt x="176200" y="3305201"/>
                  </a:lnTo>
                  <a:lnTo>
                    <a:pt x="167390" y="3305201"/>
                  </a:lnTo>
                  <a:lnTo>
                    <a:pt x="158580" y="3305201"/>
                  </a:lnTo>
                  <a:lnTo>
                    <a:pt x="149770" y="3305201"/>
                  </a:lnTo>
                  <a:lnTo>
                    <a:pt x="140960" y="3305201"/>
                  </a:lnTo>
                  <a:lnTo>
                    <a:pt x="132150" y="3305201"/>
                  </a:lnTo>
                  <a:lnTo>
                    <a:pt x="123340" y="3305201"/>
                  </a:lnTo>
                  <a:lnTo>
                    <a:pt x="114530" y="3305201"/>
                  </a:lnTo>
                  <a:lnTo>
                    <a:pt x="105720" y="3305201"/>
                  </a:lnTo>
                  <a:lnTo>
                    <a:pt x="96910" y="3305201"/>
                  </a:lnTo>
                  <a:lnTo>
                    <a:pt x="88100" y="3305201"/>
                  </a:lnTo>
                  <a:lnTo>
                    <a:pt x="79290" y="3305201"/>
                  </a:lnTo>
                  <a:lnTo>
                    <a:pt x="70480" y="3305201"/>
                  </a:lnTo>
                  <a:lnTo>
                    <a:pt x="61670" y="3305201"/>
                  </a:lnTo>
                  <a:lnTo>
                    <a:pt x="52860" y="3305201"/>
                  </a:lnTo>
                  <a:lnTo>
                    <a:pt x="44050" y="3305201"/>
                  </a:lnTo>
                  <a:lnTo>
                    <a:pt x="35240" y="3305201"/>
                  </a:lnTo>
                  <a:lnTo>
                    <a:pt x="26430" y="3305201"/>
                  </a:lnTo>
                  <a:lnTo>
                    <a:pt x="17620" y="3305201"/>
                  </a:lnTo>
                  <a:lnTo>
                    <a:pt x="8810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17255" y="2142849"/>
              <a:ext cx="4501910" cy="3113396"/>
            </a:xfrm>
            <a:custGeom>
              <a:avLst/>
              <a:pathLst>
                <a:path w="4501910" h="3113396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1249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52899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4710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1954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8919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16443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53301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2026-07-07T08:49:35Z</dcterms:modified>
  <cp:category/>
</cp:coreProperties>
</file>