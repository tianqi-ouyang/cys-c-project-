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1.20 (1.06-1.35), p_Bonf = 0.017 (n = 6)  |  per IQR decline (Δ = 22.8): 1.52 (1.15-2.00)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2026-07-07T08:52:18Z</dcterms:modified>
  <cp:category/>
</cp:coreProperties>
</file>