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7665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0456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24258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98060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975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63555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37357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1115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8496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2073503"/>
              <a:ext cx="7090630" cy="3109210"/>
            </a:xfrm>
            <a:custGeom>
              <a:avLst/>
              <a:pathLst>
                <a:path w="7090630" h="3109210">
                  <a:moveTo>
                    <a:pt x="707392" y="0"/>
                  </a:moveTo>
                  <a:lnTo>
                    <a:pt x="716225" y="10851"/>
                  </a:lnTo>
                  <a:lnTo>
                    <a:pt x="787847" y="96676"/>
                  </a:lnTo>
                  <a:lnTo>
                    <a:pt x="859470" y="180379"/>
                  </a:lnTo>
                  <a:lnTo>
                    <a:pt x="931092" y="262014"/>
                  </a:lnTo>
                  <a:lnTo>
                    <a:pt x="1002715" y="341631"/>
                  </a:lnTo>
                  <a:lnTo>
                    <a:pt x="1074337" y="419281"/>
                  </a:lnTo>
                  <a:lnTo>
                    <a:pt x="1145960" y="495012"/>
                  </a:lnTo>
                  <a:lnTo>
                    <a:pt x="1217582" y="568871"/>
                  </a:lnTo>
                  <a:lnTo>
                    <a:pt x="1289205" y="640905"/>
                  </a:lnTo>
                  <a:lnTo>
                    <a:pt x="1360827" y="711159"/>
                  </a:lnTo>
                  <a:lnTo>
                    <a:pt x="1432450" y="779677"/>
                  </a:lnTo>
                  <a:lnTo>
                    <a:pt x="1504073" y="846502"/>
                  </a:lnTo>
                  <a:lnTo>
                    <a:pt x="1575695" y="911675"/>
                  </a:lnTo>
                  <a:lnTo>
                    <a:pt x="1647318" y="975237"/>
                  </a:lnTo>
                  <a:lnTo>
                    <a:pt x="1718940" y="1037229"/>
                  </a:lnTo>
                  <a:lnTo>
                    <a:pt x="1790563" y="1097689"/>
                  </a:lnTo>
                  <a:lnTo>
                    <a:pt x="1862185" y="1156655"/>
                  </a:lnTo>
                  <a:lnTo>
                    <a:pt x="1933808" y="1214163"/>
                  </a:lnTo>
                  <a:lnTo>
                    <a:pt x="2005430" y="1270250"/>
                  </a:lnTo>
                  <a:lnTo>
                    <a:pt x="2077053" y="1324951"/>
                  </a:lnTo>
                  <a:lnTo>
                    <a:pt x="2148675" y="1378301"/>
                  </a:lnTo>
                  <a:lnTo>
                    <a:pt x="2220298" y="1430332"/>
                  </a:lnTo>
                  <a:lnTo>
                    <a:pt x="2291920" y="1481077"/>
                  </a:lnTo>
                  <a:lnTo>
                    <a:pt x="2363543" y="1530568"/>
                  </a:lnTo>
                  <a:lnTo>
                    <a:pt x="2435165" y="1578836"/>
                  </a:lnTo>
                  <a:lnTo>
                    <a:pt x="2506788" y="1625912"/>
                  </a:lnTo>
                  <a:lnTo>
                    <a:pt x="2578410" y="1671824"/>
                  </a:lnTo>
                  <a:lnTo>
                    <a:pt x="2650033" y="1716601"/>
                  </a:lnTo>
                  <a:lnTo>
                    <a:pt x="2721655" y="1760272"/>
                  </a:lnTo>
                  <a:lnTo>
                    <a:pt x="2793278" y="1802863"/>
                  </a:lnTo>
                  <a:lnTo>
                    <a:pt x="2864901" y="1844402"/>
                  </a:lnTo>
                  <a:lnTo>
                    <a:pt x="2936523" y="1884915"/>
                  </a:lnTo>
                  <a:lnTo>
                    <a:pt x="3008146" y="1924426"/>
                  </a:lnTo>
                  <a:lnTo>
                    <a:pt x="3079768" y="1962961"/>
                  </a:lnTo>
                  <a:lnTo>
                    <a:pt x="3151391" y="2000543"/>
                  </a:lnTo>
                  <a:lnTo>
                    <a:pt x="3223013" y="2037197"/>
                  </a:lnTo>
                  <a:lnTo>
                    <a:pt x="3294636" y="2072945"/>
                  </a:lnTo>
                  <a:lnTo>
                    <a:pt x="3366258" y="2107810"/>
                  </a:lnTo>
                  <a:lnTo>
                    <a:pt x="3437881" y="2141813"/>
                  </a:lnTo>
                  <a:lnTo>
                    <a:pt x="3509503" y="2174975"/>
                  </a:lnTo>
                  <a:lnTo>
                    <a:pt x="3581126" y="2207318"/>
                  </a:lnTo>
                  <a:lnTo>
                    <a:pt x="3652748" y="2238862"/>
                  </a:lnTo>
                  <a:lnTo>
                    <a:pt x="3724371" y="2269627"/>
                  </a:lnTo>
                  <a:lnTo>
                    <a:pt x="3795993" y="2299631"/>
                  </a:lnTo>
                  <a:lnTo>
                    <a:pt x="3867616" y="2328893"/>
                  </a:lnTo>
                  <a:lnTo>
                    <a:pt x="3939238" y="2357433"/>
                  </a:lnTo>
                  <a:lnTo>
                    <a:pt x="4010861" y="2385267"/>
                  </a:lnTo>
                  <a:lnTo>
                    <a:pt x="4082483" y="2412413"/>
                  </a:lnTo>
                  <a:lnTo>
                    <a:pt x="4154106" y="2438888"/>
                  </a:lnTo>
                  <a:lnTo>
                    <a:pt x="4225729" y="2464710"/>
                  </a:lnTo>
                  <a:lnTo>
                    <a:pt x="4297351" y="2489893"/>
                  </a:lnTo>
                  <a:lnTo>
                    <a:pt x="4368974" y="2514453"/>
                  </a:lnTo>
                  <a:lnTo>
                    <a:pt x="4440596" y="2538407"/>
                  </a:lnTo>
                  <a:lnTo>
                    <a:pt x="4512219" y="2561769"/>
                  </a:lnTo>
                  <a:lnTo>
                    <a:pt x="4583841" y="2584553"/>
                  </a:lnTo>
                  <a:lnTo>
                    <a:pt x="4655464" y="2606775"/>
                  </a:lnTo>
                  <a:lnTo>
                    <a:pt x="4727086" y="2628447"/>
                  </a:lnTo>
                  <a:lnTo>
                    <a:pt x="4798709" y="2649584"/>
                  </a:lnTo>
                  <a:lnTo>
                    <a:pt x="4870331" y="2657596"/>
                  </a:lnTo>
                  <a:lnTo>
                    <a:pt x="4941954" y="2661857"/>
                  </a:lnTo>
                  <a:lnTo>
                    <a:pt x="5013576" y="2666095"/>
                  </a:lnTo>
                  <a:lnTo>
                    <a:pt x="5085199" y="2670311"/>
                  </a:lnTo>
                  <a:lnTo>
                    <a:pt x="5156821" y="2674506"/>
                  </a:lnTo>
                  <a:lnTo>
                    <a:pt x="5228444" y="2678679"/>
                  </a:lnTo>
                  <a:lnTo>
                    <a:pt x="5300066" y="2682831"/>
                  </a:lnTo>
                  <a:lnTo>
                    <a:pt x="5371689" y="2686961"/>
                  </a:lnTo>
                  <a:lnTo>
                    <a:pt x="5443311" y="2691070"/>
                  </a:lnTo>
                  <a:lnTo>
                    <a:pt x="5514934" y="2695157"/>
                  </a:lnTo>
                  <a:lnTo>
                    <a:pt x="5586557" y="2699224"/>
                  </a:lnTo>
                  <a:lnTo>
                    <a:pt x="5658179" y="2703269"/>
                  </a:lnTo>
                  <a:lnTo>
                    <a:pt x="5729802" y="2707294"/>
                  </a:lnTo>
                  <a:lnTo>
                    <a:pt x="5801424" y="2711298"/>
                  </a:lnTo>
                  <a:lnTo>
                    <a:pt x="5873047" y="2715281"/>
                  </a:lnTo>
                  <a:lnTo>
                    <a:pt x="5944669" y="2719244"/>
                  </a:lnTo>
                  <a:lnTo>
                    <a:pt x="6016292" y="2723187"/>
                  </a:lnTo>
                  <a:lnTo>
                    <a:pt x="6087914" y="2727109"/>
                  </a:lnTo>
                  <a:lnTo>
                    <a:pt x="6159537" y="2731010"/>
                  </a:lnTo>
                  <a:lnTo>
                    <a:pt x="6231159" y="2734892"/>
                  </a:lnTo>
                  <a:lnTo>
                    <a:pt x="6302782" y="2738754"/>
                  </a:lnTo>
                  <a:lnTo>
                    <a:pt x="6374404" y="2742596"/>
                  </a:lnTo>
                  <a:lnTo>
                    <a:pt x="6446027" y="2746417"/>
                  </a:lnTo>
                  <a:lnTo>
                    <a:pt x="6517649" y="2750220"/>
                  </a:lnTo>
                  <a:lnTo>
                    <a:pt x="6589272" y="2754002"/>
                  </a:lnTo>
                  <a:lnTo>
                    <a:pt x="6660894" y="2757765"/>
                  </a:lnTo>
                  <a:lnTo>
                    <a:pt x="6732517" y="2761509"/>
                  </a:lnTo>
                  <a:lnTo>
                    <a:pt x="6804139" y="2765234"/>
                  </a:lnTo>
                  <a:lnTo>
                    <a:pt x="6875762" y="2768939"/>
                  </a:lnTo>
                  <a:lnTo>
                    <a:pt x="6947385" y="2772625"/>
                  </a:lnTo>
                  <a:lnTo>
                    <a:pt x="7019007" y="2776292"/>
                  </a:lnTo>
                  <a:lnTo>
                    <a:pt x="7090630" y="2779940"/>
                  </a:lnTo>
                  <a:lnTo>
                    <a:pt x="7090630" y="3109210"/>
                  </a:lnTo>
                  <a:lnTo>
                    <a:pt x="7019007" y="3099719"/>
                  </a:lnTo>
                  <a:lnTo>
                    <a:pt x="6947385" y="3089988"/>
                  </a:lnTo>
                  <a:lnTo>
                    <a:pt x="6875762" y="3080011"/>
                  </a:lnTo>
                  <a:lnTo>
                    <a:pt x="6804139" y="3069781"/>
                  </a:lnTo>
                  <a:lnTo>
                    <a:pt x="6732517" y="3059292"/>
                  </a:lnTo>
                  <a:lnTo>
                    <a:pt x="6660894" y="3048536"/>
                  </a:lnTo>
                  <a:lnTo>
                    <a:pt x="6589272" y="3037509"/>
                  </a:lnTo>
                  <a:lnTo>
                    <a:pt x="6517649" y="3026202"/>
                  </a:lnTo>
                  <a:lnTo>
                    <a:pt x="6446027" y="3014608"/>
                  </a:lnTo>
                  <a:lnTo>
                    <a:pt x="6374404" y="3002721"/>
                  </a:lnTo>
                  <a:lnTo>
                    <a:pt x="6302782" y="2990532"/>
                  </a:lnTo>
                  <a:lnTo>
                    <a:pt x="6231159" y="2978035"/>
                  </a:lnTo>
                  <a:lnTo>
                    <a:pt x="6159537" y="2965220"/>
                  </a:lnTo>
                  <a:lnTo>
                    <a:pt x="6087914" y="2952082"/>
                  </a:lnTo>
                  <a:lnTo>
                    <a:pt x="6016292" y="2938610"/>
                  </a:lnTo>
                  <a:lnTo>
                    <a:pt x="5944669" y="2924797"/>
                  </a:lnTo>
                  <a:lnTo>
                    <a:pt x="5873047" y="2910634"/>
                  </a:lnTo>
                  <a:lnTo>
                    <a:pt x="5801424" y="2896112"/>
                  </a:lnTo>
                  <a:lnTo>
                    <a:pt x="5729802" y="2881222"/>
                  </a:lnTo>
                  <a:lnTo>
                    <a:pt x="5658179" y="2865954"/>
                  </a:lnTo>
                  <a:lnTo>
                    <a:pt x="5586557" y="2850300"/>
                  </a:lnTo>
                  <a:lnTo>
                    <a:pt x="5514934" y="2834250"/>
                  </a:lnTo>
                  <a:lnTo>
                    <a:pt x="5443311" y="2817792"/>
                  </a:lnTo>
                  <a:lnTo>
                    <a:pt x="5371689" y="2800918"/>
                  </a:lnTo>
                  <a:lnTo>
                    <a:pt x="5300066" y="2783616"/>
                  </a:lnTo>
                  <a:lnTo>
                    <a:pt x="5228444" y="2765875"/>
                  </a:lnTo>
                  <a:lnTo>
                    <a:pt x="5156821" y="2747685"/>
                  </a:lnTo>
                  <a:lnTo>
                    <a:pt x="5085199" y="2729034"/>
                  </a:lnTo>
                  <a:lnTo>
                    <a:pt x="5013576" y="2709911"/>
                  </a:lnTo>
                  <a:lnTo>
                    <a:pt x="4941954" y="2690303"/>
                  </a:lnTo>
                  <a:lnTo>
                    <a:pt x="4870331" y="2670198"/>
                  </a:lnTo>
                  <a:lnTo>
                    <a:pt x="4798709" y="2653314"/>
                  </a:lnTo>
                  <a:lnTo>
                    <a:pt x="4727086" y="2649010"/>
                  </a:lnTo>
                  <a:lnTo>
                    <a:pt x="4655464" y="2644683"/>
                  </a:lnTo>
                  <a:lnTo>
                    <a:pt x="4583841" y="2640333"/>
                  </a:lnTo>
                  <a:lnTo>
                    <a:pt x="4512219" y="2635962"/>
                  </a:lnTo>
                  <a:lnTo>
                    <a:pt x="4440596" y="2631567"/>
                  </a:lnTo>
                  <a:lnTo>
                    <a:pt x="4368974" y="2627150"/>
                  </a:lnTo>
                  <a:lnTo>
                    <a:pt x="4297351" y="2622710"/>
                  </a:lnTo>
                  <a:lnTo>
                    <a:pt x="4225729" y="2618247"/>
                  </a:lnTo>
                  <a:lnTo>
                    <a:pt x="4154106" y="2613760"/>
                  </a:lnTo>
                  <a:lnTo>
                    <a:pt x="4082483" y="2609251"/>
                  </a:lnTo>
                  <a:lnTo>
                    <a:pt x="4010861" y="2604718"/>
                  </a:lnTo>
                  <a:lnTo>
                    <a:pt x="3939238" y="2600161"/>
                  </a:lnTo>
                  <a:lnTo>
                    <a:pt x="3867616" y="2595581"/>
                  </a:lnTo>
                  <a:lnTo>
                    <a:pt x="3795993" y="2590977"/>
                  </a:lnTo>
                  <a:lnTo>
                    <a:pt x="3724371" y="2586350"/>
                  </a:lnTo>
                  <a:lnTo>
                    <a:pt x="3652748" y="2581698"/>
                  </a:lnTo>
                  <a:lnTo>
                    <a:pt x="3581126" y="2577022"/>
                  </a:lnTo>
                  <a:lnTo>
                    <a:pt x="3509503" y="2572322"/>
                  </a:lnTo>
                  <a:lnTo>
                    <a:pt x="3437881" y="2567598"/>
                  </a:lnTo>
                  <a:lnTo>
                    <a:pt x="3366258" y="2562849"/>
                  </a:lnTo>
                  <a:lnTo>
                    <a:pt x="3294636" y="2558076"/>
                  </a:lnTo>
                  <a:lnTo>
                    <a:pt x="3223013" y="2553278"/>
                  </a:lnTo>
                  <a:lnTo>
                    <a:pt x="3151391" y="2548454"/>
                  </a:lnTo>
                  <a:lnTo>
                    <a:pt x="3079768" y="2543606"/>
                  </a:lnTo>
                  <a:lnTo>
                    <a:pt x="3008146" y="2538733"/>
                  </a:lnTo>
                  <a:lnTo>
                    <a:pt x="2936523" y="2533835"/>
                  </a:lnTo>
                  <a:lnTo>
                    <a:pt x="2864901" y="2528911"/>
                  </a:lnTo>
                  <a:lnTo>
                    <a:pt x="2793278" y="2523962"/>
                  </a:lnTo>
                  <a:lnTo>
                    <a:pt x="2721655" y="2518986"/>
                  </a:lnTo>
                  <a:lnTo>
                    <a:pt x="2650033" y="2513986"/>
                  </a:lnTo>
                  <a:lnTo>
                    <a:pt x="2578410" y="2508959"/>
                  </a:lnTo>
                  <a:lnTo>
                    <a:pt x="2506788" y="2503906"/>
                  </a:lnTo>
                  <a:lnTo>
                    <a:pt x="2435165" y="2498827"/>
                  </a:lnTo>
                  <a:lnTo>
                    <a:pt x="2363543" y="2493722"/>
                  </a:lnTo>
                  <a:lnTo>
                    <a:pt x="2291920" y="2488590"/>
                  </a:lnTo>
                  <a:lnTo>
                    <a:pt x="2220298" y="2483432"/>
                  </a:lnTo>
                  <a:lnTo>
                    <a:pt x="2148675" y="2478247"/>
                  </a:lnTo>
                  <a:lnTo>
                    <a:pt x="2077053" y="2473035"/>
                  </a:lnTo>
                  <a:lnTo>
                    <a:pt x="2005430" y="2467796"/>
                  </a:lnTo>
                  <a:lnTo>
                    <a:pt x="1933808" y="2462529"/>
                  </a:lnTo>
                  <a:lnTo>
                    <a:pt x="1862185" y="2457236"/>
                  </a:lnTo>
                  <a:lnTo>
                    <a:pt x="1790563" y="2451915"/>
                  </a:lnTo>
                  <a:lnTo>
                    <a:pt x="1718940" y="2446567"/>
                  </a:lnTo>
                  <a:lnTo>
                    <a:pt x="1647318" y="2441190"/>
                  </a:lnTo>
                  <a:lnTo>
                    <a:pt x="1575695" y="2435786"/>
                  </a:lnTo>
                  <a:lnTo>
                    <a:pt x="1504073" y="2430354"/>
                  </a:lnTo>
                  <a:lnTo>
                    <a:pt x="1432450" y="2424894"/>
                  </a:lnTo>
                  <a:lnTo>
                    <a:pt x="1360827" y="2419405"/>
                  </a:lnTo>
                  <a:lnTo>
                    <a:pt x="1289205" y="2413888"/>
                  </a:lnTo>
                  <a:lnTo>
                    <a:pt x="1217582" y="2408343"/>
                  </a:lnTo>
                  <a:lnTo>
                    <a:pt x="1145960" y="2402768"/>
                  </a:lnTo>
                  <a:lnTo>
                    <a:pt x="1074337" y="2397165"/>
                  </a:lnTo>
                  <a:lnTo>
                    <a:pt x="1002715" y="2391533"/>
                  </a:lnTo>
                  <a:lnTo>
                    <a:pt x="931092" y="2385871"/>
                  </a:lnTo>
                  <a:lnTo>
                    <a:pt x="859470" y="2380181"/>
                  </a:lnTo>
                  <a:lnTo>
                    <a:pt x="787847" y="2374460"/>
                  </a:lnTo>
                  <a:lnTo>
                    <a:pt x="716225" y="2368710"/>
                  </a:lnTo>
                  <a:lnTo>
                    <a:pt x="644602" y="2362931"/>
                  </a:lnTo>
                  <a:lnTo>
                    <a:pt x="572980" y="2357121"/>
                  </a:lnTo>
                  <a:lnTo>
                    <a:pt x="501357" y="2351281"/>
                  </a:lnTo>
                  <a:lnTo>
                    <a:pt x="429735" y="2345411"/>
                  </a:lnTo>
                  <a:lnTo>
                    <a:pt x="358112" y="2339510"/>
                  </a:lnTo>
                  <a:lnTo>
                    <a:pt x="286490" y="2333579"/>
                  </a:lnTo>
                  <a:lnTo>
                    <a:pt x="214867" y="2327617"/>
                  </a:lnTo>
                  <a:lnTo>
                    <a:pt x="143245" y="2321624"/>
                  </a:lnTo>
                  <a:lnTo>
                    <a:pt x="71622" y="2315601"/>
                  </a:lnTo>
                  <a:lnTo>
                    <a:pt x="0" y="2309546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879442" y="2073503"/>
              <a:ext cx="6383237" cy="2779940"/>
            </a:xfrm>
            <a:custGeom>
              <a:avLst/>
              <a:pathLst>
                <a:path w="6383237" h="2779940">
                  <a:moveTo>
                    <a:pt x="0" y="0"/>
                  </a:moveTo>
                  <a:lnTo>
                    <a:pt x="8832" y="10851"/>
                  </a:lnTo>
                  <a:lnTo>
                    <a:pt x="80454" y="96676"/>
                  </a:lnTo>
                  <a:lnTo>
                    <a:pt x="152077" y="180379"/>
                  </a:lnTo>
                  <a:lnTo>
                    <a:pt x="223699" y="262014"/>
                  </a:lnTo>
                  <a:lnTo>
                    <a:pt x="295322" y="341631"/>
                  </a:lnTo>
                  <a:lnTo>
                    <a:pt x="366944" y="419281"/>
                  </a:lnTo>
                  <a:lnTo>
                    <a:pt x="438567" y="495012"/>
                  </a:lnTo>
                  <a:lnTo>
                    <a:pt x="510190" y="568871"/>
                  </a:lnTo>
                  <a:lnTo>
                    <a:pt x="581812" y="640905"/>
                  </a:lnTo>
                  <a:lnTo>
                    <a:pt x="653435" y="711159"/>
                  </a:lnTo>
                  <a:lnTo>
                    <a:pt x="725057" y="779677"/>
                  </a:lnTo>
                  <a:lnTo>
                    <a:pt x="796680" y="846502"/>
                  </a:lnTo>
                  <a:lnTo>
                    <a:pt x="868302" y="911675"/>
                  </a:lnTo>
                  <a:lnTo>
                    <a:pt x="939925" y="975237"/>
                  </a:lnTo>
                  <a:lnTo>
                    <a:pt x="1011547" y="1037229"/>
                  </a:lnTo>
                  <a:lnTo>
                    <a:pt x="1083170" y="1097689"/>
                  </a:lnTo>
                  <a:lnTo>
                    <a:pt x="1154792" y="1156655"/>
                  </a:lnTo>
                  <a:lnTo>
                    <a:pt x="1226415" y="1214163"/>
                  </a:lnTo>
                  <a:lnTo>
                    <a:pt x="1298037" y="1270250"/>
                  </a:lnTo>
                  <a:lnTo>
                    <a:pt x="1369660" y="1324951"/>
                  </a:lnTo>
                  <a:lnTo>
                    <a:pt x="1441282" y="1378301"/>
                  </a:lnTo>
                  <a:lnTo>
                    <a:pt x="1512905" y="1430332"/>
                  </a:lnTo>
                  <a:lnTo>
                    <a:pt x="1584527" y="1481077"/>
                  </a:lnTo>
                  <a:lnTo>
                    <a:pt x="1656150" y="1530568"/>
                  </a:lnTo>
                  <a:lnTo>
                    <a:pt x="1727772" y="1578836"/>
                  </a:lnTo>
                  <a:lnTo>
                    <a:pt x="1799395" y="1625912"/>
                  </a:lnTo>
                  <a:lnTo>
                    <a:pt x="1871018" y="1671824"/>
                  </a:lnTo>
                  <a:lnTo>
                    <a:pt x="1942640" y="1716601"/>
                  </a:lnTo>
                  <a:lnTo>
                    <a:pt x="2014263" y="1760272"/>
                  </a:lnTo>
                  <a:lnTo>
                    <a:pt x="2085885" y="1802863"/>
                  </a:lnTo>
                  <a:lnTo>
                    <a:pt x="2157508" y="1844402"/>
                  </a:lnTo>
                  <a:lnTo>
                    <a:pt x="2229130" y="1884915"/>
                  </a:lnTo>
                  <a:lnTo>
                    <a:pt x="2300753" y="1924426"/>
                  </a:lnTo>
                  <a:lnTo>
                    <a:pt x="2372375" y="1962961"/>
                  </a:lnTo>
                  <a:lnTo>
                    <a:pt x="2443998" y="2000543"/>
                  </a:lnTo>
                  <a:lnTo>
                    <a:pt x="2515620" y="2037197"/>
                  </a:lnTo>
                  <a:lnTo>
                    <a:pt x="2587243" y="2072945"/>
                  </a:lnTo>
                  <a:lnTo>
                    <a:pt x="2658865" y="2107810"/>
                  </a:lnTo>
                  <a:lnTo>
                    <a:pt x="2730488" y="2141813"/>
                  </a:lnTo>
                  <a:lnTo>
                    <a:pt x="2802110" y="2174975"/>
                  </a:lnTo>
                  <a:lnTo>
                    <a:pt x="2873733" y="2207318"/>
                  </a:lnTo>
                  <a:lnTo>
                    <a:pt x="2945355" y="2238862"/>
                  </a:lnTo>
                  <a:lnTo>
                    <a:pt x="3016978" y="2269627"/>
                  </a:lnTo>
                  <a:lnTo>
                    <a:pt x="3088600" y="2299631"/>
                  </a:lnTo>
                  <a:lnTo>
                    <a:pt x="3160223" y="2328893"/>
                  </a:lnTo>
                  <a:lnTo>
                    <a:pt x="3231846" y="2357433"/>
                  </a:lnTo>
                  <a:lnTo>
                    <a:pt x="3303468" y="2385267"/>
                  </a:lnTo>
                  <a:lnTo>
                    <a:pt x="3375091" y="2412413"/>
                  </a:lnTo>
                  <a:lnTo>
                    <a:pt x="3446713" y="2438888"/>
                  </a:lnTo>
                  <a:lnTo>
                    <a:pt x="3518336" y="2464710"/>
                  </a:lnTo>
                  <a:lnTo>
                    <a:pt x="3589958" y="2489893"/>
                  </a:lnTo>
                  <a:lnTo>
                    <a:pt x="3661581" y="2514453"/>
                  </a:lnTo>
                  <a:lnTo>
                    <a:pt x="3733203" y="2538407"/>
                  </a:lnTo>
                  <a:lnTo>
                    <a:pt x="3804826" y="2561769"/>
                  </a:lnTo>
                  <a:lnTo>
                    <a:pt x="3876448" y="2584553"/>
                  </a:lnTo>
                  <a:lnTo>
                    <a:pt x="3948071" y="2606775"/>
                  </a:lnTo>
                  <a:lnTo>
                    <a:pt x="4019693" y="2628447"/>
                  </a:lnTo>
                  <a:lnTo>
                    <a:pt x="4091316" y="2649584"/>
                  </a:lnTo>
                  <a:lnTo>
                    <a:pt x="4162938" y="2657596"/>
                  </a:lnTo>
                  <a:lnTo>
                    <a:pt x="4234561" y="2661857"/>
                  </a:lnTo>
                  <a:lnTo>
                    <a:pt x="4306183" y="2666095"/>
                  </a:lnTo>
                  <a:lnTo>
                    <a:pt x="4377806" y="2670311"/>
                  </a:lnTo>
                  <a:lnTo>
                    <a:pt x="4449428" y="2674506"/>
                  </a:lnTo>
                  <a:lnTo>
                    <a:pt x="4521051" y="2678679"/>
                  </a:lnTo>
                  <a:lnTo>
                    <a:pt x="4592674" y="2682831"/>
                  </a:lnTo>
                  <a:lnTo>
                    <a:pt x="4664296" y="2686961"/>
                  </a:lnTo>
                  <a:lnTo>
                    <a:pt x="4735919" y="2691070"/>
                  </a:lnTo>
                  <a:lnTo>
                    <a:pt x="4807541" y="2695157"/>
                  </a:lnTo>
                  <a:lnTo>
                    <a:pt x="4879164" y="2699224"/>
                  </a:lnTo>
                  <a:lnTo>
                    <a:pt x="4950786" y="2703269"/>
                  </a:lnTo>
                  <a:lnTo>
                    <a:pt x="5022409" y="2707294"/>
                  </a:lnTo>
                  <a:lnTo>
                    <a:pt x="5094031" y="2711298"/>
                  </a:lnTo>
                  <a:lnTo>
                    <a:pt x="5165654" y="2715281"/>
                  </a:lnTo>
                  <a:lnTo>
                    <a:pt x="5237276" y="2719244"/>
                  </a:lnTo>
                  <a:lnTo>
                    <a:pt x="5308899" y="2723187"/>
                  </a:lnTo>
                  <a:lnTo>
                    <a:pt x="5380521" y="2727109"/>
                  </a:lnTo>
                  <a:lnTo>
                    <a:pt x="5452144" y="2731010"/>
                  </a:lnTo>
                  <a:lnTo>
                    <a:pt x="5523766" y="2734892"/>
                  </a:lnTo>
                  <a:lnTo>
                    <a:pt x="5595389" y="2738754"/>
                  </a:lnTo>
                  <a:lnTo>
                    <a:pt x="5667011" y="2742596"/>
                  </a:lnTo>
                  <a:lnTo>
                    <a:pt x="5738634" y="2746417"/>
                  </a:lnTo>
                  <a:lnTo>
                    <a:pt x="5810256" y="2750220"/>
                  </a:lnTo>
                  <a:lnTo>
                    <a:pt x="5881879" y="2754002"/>
                  </a:lnTo>
                  <a:lnTo>
                    <a:pt x="5953502" y="2757765"/>
                  </a:lnTo>
                  <a:lnTo>
                    <a:pt x="6025124" y="2761509"/>
                  </a:lnTo>
                  <a:lnTo>
                    <a:pt x="6096747" y="2765234"/>
                  </a:lnTo>
                  <a:lnTo>
                    <a:pt x="6168369" y="2768939"/>
                  </a:lnTo>
                  <a:lnTo>
                    <a:pt x="6239992" y="2772625"/>
                  </a:lnTo>
                  <a:lnTo>
                    <a:pt x="6311614" y="2776292"/>
                  </a:lnTo>
                  <a:lnTo>
                    <a:pt x="6383237" y="277994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383049"/>
              <a:ext cx="7090630" cy="799663"/>
            </a:xfrm>
            <a:custGeom>
              <a:avLst/>
              <a:pathLst>
                <a:path w="7090630" h="799663">
                  <a:moveTo>
                    <a:pt x="7090630" y="799663"/>
                  </a:moveTo>
                  <a:lnTo>
                    <a:pt x="7019007" y="790173"/>
                  </a:lnTo>
                  <a:lnTo>
                    <a:pt x="6947385" y="780442"/>
                  </a:lnTo>
                  <a:lnTo>
                    <a:pt x="6875762" y="770465"/>
                  </a:lnTo>
                  <a:lnTo>
                    <a:pt x="6804139" y="760235"/>
                  </a:lnTo>
                  <a:lnTo>
                    <a:pt x="6732517" y="749745"/>
                  </a:lnTo>
                  <a:lnTo>
                    <a:pt x="6660894" y="738990"/>
                  </a:lnTo>
                  <a:lnTo>
                    <a:pt x="6589272" y="727963"/>
                  </a:lnTo>
                  <a:lnTo>
                    <a:pt x="6517649" y="716656"/>
                  </a:lnTo>
                  <a:lnTo>
                    <a:pt x="6446027" y="705062"/>
                  </a:lnTo>
                  <a:lnTo>
                    <a:pt x="6374404" y="693174"/>
                  </a:lnTo>
                  <a:lnTo>
                    <a:pt x="6302782" y="680986"/>
                  </a:lnTo>
                  <a:lnTo>
                    <a:pt x="6231159" y="668488"/>
                  </a:lnTo>
                  <a:lnTo>
                    <a:pt x="6159537" y="655674"/>
                  </a:lnTo>
                  <a:lnTo>
                    <a:pt x="6087914" y="642535"/>
                  </a:lnTo>
                  <a:lnTo>
                    <a:pt x="6016292" y="629064"/>
                  </a:lnTo>
                  <a:lnTo>
                    <a:pt x="5944669" y="615251"/>
                  </a:lnTo>
                  <a:lnTo>
                    <a:pt x="5873047" y="601088"/>
                  </a:lnTo>
                  <a:lnTo>
                    <a:pt x="5801424" y="586566"/>
                  </a:lnTo>
                  <a:lnTo>
                    <a:pt x="5729802" y="571676"/>
                  </a:lnTo>
                  <a:lnTo>
                    <a:pt x="5658179" y="556408"/>
                  </a:lnTo>
                  <a:lnTo>
                    <a:pt x="5586557" y="540754"/>
                  </a:lnTo>
                  <a:lnTo>
                    <a:pt x="5514934" y="524704"/>
                  </a:lnTo>
                  <a:lnTo>
                    <a:pt x="5443311" y="508246"/>
                  </a:lnTo>
                  <a:lnTo>
                    <a:pt x="5371689" y="491372"/>
                  </a:lnTo>
                  <a:lnTo>
                    <a:pt x="5300066" y="474070"/>
                  </a:lnTo>
                  <a:lnTo>
                    <a:pt x="5228444" y="456329"/>
                  </a:lnTo>
                  <a:lnTo>
                    <a:pt x="5156821" y="438139"/>
                  </a:lnTo>
                  <a:lnTo>
                    <a:pt x="5085199" y="419488"/>
                  </a:lnTo>
                  <a:lnTo>
                    <a:pt x="5013576" y="400365"/>
                  </a:lnTo>
                  <a:lnTo>
                    <a:pt x="4941954" y="380757"/>
                  </a:lnTo>
                  <a:lnTo>
                    <a:pt x="4870331" y="360652"/>
                  </a:lnTo>
                  <a:lnTo>
                    <a:pt x="4798709" y="343768"/>
                  </a:lnTo>
                  <a:lnTo>
                    <a:pt x="4727086" y="339463"/>
                  </a:lnTo>
                  <a:lnTo>
                    <a:pt x="4655464" y="335137"/>
                  </a:lnTo>
                  <a:lnTo>
                    <a:pt x="4583841" y="330787"/>
                  </a:lnTo>
                  <a:lnTo>
                    <a:pt x="4512219" y="326416"/>
                  </a:lnTo>
                  <a:lnTo>
                    <a:pt x="4440596" y="322021"/>
                  </a:lnTo>
                  <a:lnTo>
                    <a:pt x="4368974" y="317604"/>
                  </a:lnTo>
                  <a:lnTo>
                    <a:pt x="4297351" y="313164"/>
                  </a:lnTo>
                  <a:lnTo>
                    <a:pt x="4225729" y="308700"/>
                  </a:lnTo>
                  <a:lnTo>
                    <a:pt x="4154106" y="304214"/>
                  </a:lnTo>
                  <a:lnTo>
                    <a:pt x="4082483" y="299705"/>
                  </a:lnTo>
                  <a:lnTo>
                    <a:pt x="4010861" y="295172"/>
                  </a:lnTo>
                  <a:lnTo>
                    <a:pt x="3939238" y="290615"/>
                  </a:lnTo>
                  <a:lnTo>
                    <a:pt x="3867616" y="286035"/>
                  </a:lnTo>
                  <a:lnTo>
                    <a:pt x="3795993" y="281431"/>
                  </a:lnTo>
                  <a:lnTo>
                    <a:pt x="3724371" y="276804"/>
                  </a:lnTo>
                  <a:lnTo>
                    <a:pt x="3652748" y="272152"/>
                  </a:lnTo>
                  <a:lnTo>
                    <a:pt x="3581126" y="267476"/>
                  </a:lnTo>
                  <a:lnTo>
                    <a:pt x="3509503" y="262776"/>
                  </a:lnTo>
                  <a:lnTo>
                    <a:pt x="3437881" y="258052"/>
                  </a:lnTo>
                  <a:lnTo>
                    <a:pt x="3366258" y="253303"/>
                  </a:lnTo>
                  <a:lnTo>
                    <a:pt x="3294636" y="248530"/>
                  </a:lnTo>
                  <a:lnTo>
                    <a:pt x="3223013" y="243731"/>
                  </a:lnTo>
                  <a:lnTo>
                    <a:pt x="3151391" y="238908"/>
                  </a:lnTo>
                  <a:lnTo>
                    <a:pt x="3079768" y="234060"/>
                  </a:lnTo>
                  <a:lnTo>
                    <a:pt x="3008146" y="229187"/>
                  </a:lnTo>
                  <a:lnTo>
                    <a:pt x="2936523" y="224289"/>
                  </a:lnTo>
                  <a:lnTo>
                    <a:pt x="2864901" y="219365"/>
                  </a:lnTo>
                  <a:lnTo>
                    <a:pt x="2793278" y="214415"/>
                  </a:lnTo>
                  <a:lnTo>
                    <a:pt x="2721655" y="209440"/>
                  </a:lnTo>
                  <a:lnTo>
                    <a:pt x="2650033" y="204440"/>
                  </a:lnTo>
                  <a:lnTo>
                    <a:pt x="2578410" y="199413"/>
                  </a:lnTo>
                  <a:lnTo>
                    <a:pt x="2506788" y="194360"/>
                  </a:lnTo>
                  <a:lnTo>
                    <a:pt x="2435165" y="189281"/>
                  </a:lnTo>
                  <a:lnTo>
                    <a:pt x="2363543" y="184176"/>
                  </a:lnTo>
                  <a:lnTo>
                    <a:pt x="2291920" y="179044"/>
                  </a:lnTo>
                  <a:lnTo>
                    <a:pt x="2220298" y="173886"/>
                  </a:lnTo>
                  <a:lnTo>
                    <a:pt x="2148675" y="168700"/>
                  </a:lnTo>
                  <a:lnTo>
                    <a:pt x="2077053" y="163488"/>
                  </a:lnTo>
                  <a:lnTo>
                    <a:pt x="2005430" y="158249"/>
                  </a:lnTo>
                  <a:lnTo>
                    <a:pt x="1933808" y="152983"/>
                  </a:lnTo>
                  <a:lnTo>
                    <a:pt x="1862185" y="147690"/>
                  </a:lnTo>
                  <a:lnTo>
                    <a:pt x="1790563" y="142369"/>
                  </a:lnTo>
                  <a:lnTo>
                    <a:pt x="1718940" y="137020"/>
                  </a:lnTo>
                  <a:lnTo>
                    <a:pt x="1647318" y="131644"/>
                  </a:lnTo>
                  <a:lnTo>
                    <a:pt x="1575695" y="126240"/>
                  </a:lnTo>
                  <a:lnTo>
                    <a:pt x="1504073" y="120808"/>
                  </a:lnTo>
                  <a:lnTo>
                    <a:pt x="1432450" y="115348"/>
                  </a:lnTo>
                  <a:lnTo>
                    <a:pt x="1360827" y="109859"/>
                  </a:lnTo>
                  <a:lnTo>
                    <a:pt x="1289205" y="104342"/>
                  </a:lnTo>
                  <a:lnTo>
                    <a:pt x="1217582" y="98797"/>
                  </a:lnTo>
                  <a:lnTo>
                    <a:pt x="1145960" y="93222"/>
                  </a:lnTo>
                  <a:lnTo>
                    <a:pt x="1074337" y="87619"/>
                  </a:lnTo>
                  <a:lnTo>
                    <a:pt x="1002715" y="81987"/>
                  </a:lnTo>
                  <a:lnTo>
                    <a:pt x="931092" y="76325"/>
                  </a:lnTo>
                  <a:lnTo>
                    <a:pt x="859470" y="70635"/>
                  </a:lnTo>
                  <a:lnTo>
                    <a:pt x="787847" y="64914"/>
                  </a:lnTo>
                  <a:lnTo>
                    <a:pt x="716225" y="59164"/>
                  </a:lnTo>
                  <a:lnTo>
                    <a:pt x="644602" y="53384"/>
                  </a:lnTo>
                  <a:lnTo>
                    <a:pt x="572980" y="47575"/>
                  </a:lnTo>
                  <a:lnTo>
                    <a:pt x="501357" y="41735"/>
                  </a:lnTo>
                  <a:lnTo>
                    <a:pt x="429735" y="35865"/>
                  </a:lnTo>
                  <a:lnTo>
                    <a:pt x="358112" y="29964"/>
                  </a:lnTo>
                  <a:lnTo>
                    <a:pt x="286490" y="24033"/>
                  </a:lnTo>
                  <a:lnTo>
                    <a:pt x="214867" y="18071"/>
                  </a:lnTo>
                  <a:lnTo>
                    <a:pt x="143245" y="12078"/>
                  </a:lnTo>
                  <a:lnTo>
                    <a:pt x="71622" y="6055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3268734"/>
              <a:ext cx="7090630" cy="1775094"/>
            </a:xfrm>
            <a:custGeom>
              <a:avLst/>
              <a:pathLst>
                <a:path w="7090630" h="1775094">
                  <a:moveTo>
                    <a:pt x="0" y="0"/>
                  </a:moveTo>
                  <a:lnTo>
                    <a:pt x="71622" y="34289"/>
                  </a:lnTo>
                  <a:lnTo>
                    <a:pt x="143245" y="68064"/>
                  </a:lnTo>
                  <a:lnTo>
                    <a:pt x="214867" y="101334"/>
                  </a:lnTo>
                  <a:lnTo>
                    <a:pt x="286490" y="134105"/>
                  </a:lnTo>
                  <a:lnTo>
                    <a:pt x="358112" y="166385"/>
                  </a:lnTo>
                  <a:lnTo>
                    <a:pt x="429735" y="198181"/>
                  </a:lnTo>
                  <a:lnTo>
                    <a:pt x="501357" y="229501"/>
                  </a:lnTo>
                  <a:lnTo>
                    <a:pt x="572980" y="260352"/>
                  </a:lnTo>
                  <a:lnTo>
                    <a:pt x="644602" y="290740"/>
                  </a:lnTo>
                  <a:lnTo>
                    <a:pt x="716225" y="320673"/>
                  </a:lnTo>
                  <a:lnTo>
                    <a:pt x="787847" y="350158"/>
                  </a:lnTo>
                  <a:lnTo>
                    <a:pt x="859470" y="379200"/>
                  </a:lnTo>
                  <a:lnTo>
                    <a:pt x="931092" y="407808"/>
                  </a:lnTo>
                  <a:lnTo>
                    <a:pt x="1002715" y="435987"/>
                  </a:lnTo>
                  <a:lnTo>
                    <a:pt x="1074337" y="463744"/>
                  </a:lnTo>
                  <a:lnTo>
                    <a:pt x="1145960" y="491085"/>
                  </a:lnTo>
                  <a:lnTo>
                    <a:pt x="1217582" y="518016"/>
                  </a:lnTo>
                  <a:lnTo>
                    <a:pt x="1289205" y="544544"/>
                  </a:lnTo>
                  <a:lnTo>
                    <a:pt x="1360827" y="570674"/>
                  </a:lnTo>
                  <a:lnTo>
                    <a:pt x="1432450" y="596413"/>
                  </a:lnTo>
                  <a:lnTo>
                    <a:pt x="1504073" y="621766"/>
                  </a:lnTo>
                  <a:lnTo>
                    <a:pt x="1575695" y="646739"/>
                  </a:lnTo>
                  <a:lnTo>
                    <a:pt x="1647318" y="671338"/>
                  </a:lnTo>
                  <a:lnTo>
                    <a:pt x="1718940" y="695569"/>
                  </a:lnTo>
                  <a:lnTo>
                    <a:pt x="1790563" y="719436"/>
                  </a:lnTo>
                  <a:lnTo>
                    <a:pt x="1862185" y="742946"/>
                  </a:lnTo>
                  <a:lnTo>
                    <a:pt x="1933808" y="766104"/>
                  </a:lnTo>
                  <a:lnTo>
                    <a:pt x="2005430" y="788914"/>
                  </a:lnTo>
                  <a:lnTo>
                    <a:pt x="2077053" y="811383"/>
                  </a:lnTo>
                  <a:lnTo>
                    <a:pt x="2148675" y="833515"/>
                  </a:lnTo>
                  <a:lnTo>
                    <a:pt x="2220298" y="855316"/>
                  </a:lnTo>
                  <a:lnTo>
                    <a:pt x="2291920" y="876790"/>
                  </a:lnTo>
                  <a:lnTo>
                    <a:pt x="2363543" y="897942"/>
                  </a:lnTo>
                  <a:lnTo>
                    <a:pt x="2435165" y="918777"/>
                  </a:lnTo>
                  <a:lnTo>
                    <a:pt x="2506788" y="939300"/>
                  </a:lnTo>
                  <a:lnTo>
                    <a:pt x="2578410" y="959516"/>
                  </a:lnTo>
                  <a:lnTo>
                    <a:pt x="2650033" y="979429"/>
                  </a:lnTo>
                  <a:lnTo>
                    <a:pt x="2721655" y="999043"/>
                  </a:lnTo>
                  <a:lnTo>
                    <a:pt x="2793278" y="1018363"/>
                  </a:lnTo>
                  <a:lnTo>
                    <a:pt x="2864901" y="1037394"/>
                  </a:lnTo>
                  <a:lnTo>
                    <a:pt x="2936523" y="1056140"/>
                  </a:lnTo>
                  <a:lnTo>
                    <a:pt x="3008146" y="1074605"/>
                  </a:lnTo>
                  <a:lnTo>
                    <a:pt x="3079768" y="1092793"/>
                  </a:lnTo>
                  <a:lnTo>
                    <a:pt x="3151391" y="1110709"/>
                  </a:lnTo>
                  <a:lnTo>
                    <a:pt x="3223013" y="1128356"/>
                  </a:lnTo>
                  <a:lnTo>
                    <a:pt x="3294636" y="1145739"/>
                  </a:lnTo>
                  <a:lnTo>
                    <a:pt x="3366258" y="1162862"/>
                  </a:lnTo>
                  <a:lnTo>
                    <a:pt x="3437881" y="1179728"/>
                  </a:lnTo>
                  <a:lnTo>
                    <a:pt x="3509503" y="1196341"/>
                  </a:lnTo>
                  <a:lnTo>
                    <a:pt x="3581126" y="1212705"/>
                  </a:lnTo>
                  <a:lnTo>
                    <a:pt x="3652748" y="1228824"/>
                  </a:lnTo>
                  <a:lnTo>
                    <a:pt x="3724371" y="1244702"/>
                  </a:lnTo>
                  <a:lnTo>
                    <a:pt x="3795993" y="1260341"/>
                  </a:lnTo>
                  <a:lnTo>
                    <a:pt x="3867616" y="1275747"/>
                  </a:lnTo>
                  <a:lnTo>
                    <a:pt x="3939238" y="1290921"/>
                  </a:lnTo>
                  <a:lnTo>
                    <a:pt x="4010861" y="1305868"/>
                  </a:lnTo>
                  <a:lnTo>
                    <a:pt x="4082483" y="1320592"/>
                  </a:lnTo>
                  <a:lnTo>
                    <a:pt x="4154106" y="1335094"/>
                  </a:lnTo>
                  <a:lnTo>
                    <a:pt x="4225729" y="1349380"/>
                  </a:lnTo>
                  <a:lnTo>
                    <a:pt x="4297351" y="1363451"/>
                  </a:lnTo>
                  <a:lnTo>
                    <a:pt x="4368974" y="1377311"/>
                  </a:lnTo>
                  <a:lnTo>
                    <a:pt x="4440596" y="1390964"/>
                  </a:lnTo>
                  <a:lnTo>
                    <a:pt x="4512219" y="1404412"/>
                  </a:lnTo>
                  <a:lnTo>
                    <a:pt x="4583841" y="1417659"/>
                  </a:lnTo>
                  <a:lnTo>
                    <a:pt x="4655464" y="1430707"/>
                  </a:lnTo>
                  <a:lnTo>
                    <a:pt x="4727086" y="1443560"/>
                  </a:lnTo>
                  <a:lnTo>
                    <a:pt x="4798709" y="1456220"/>
                  </a:lnTo>
                  <a:lnTo>
                    <a:pt x="4870331" y="1468690"/>
                  </a:lnTo>
                  <a:lnTo>
                    <a:pt x="4941954" y="1480974"/>
                  </a:lnTo>
                  <a:lnTo>
                    <a:pt x="5013576" y="1493074"/>
                  </a:lnTo>
                  <a:lnTo>
                    <a:pt x="5085199" y="1504992"/>
                  </a:lnTo>
                  <a:lnTo>
                    <a:pt x="5156821" y="1516732"/>
                  </a:lnTo>
                  <a:lnTo>
                    <a:pt x="5228444" y="1528295"/>
                  </a:lnTo>
                  <a:lnTo>
                    <a:pt x="5300066" y="1539686"/>
                  </a:lnTo>
                  <a:lnTo>
                    <a:pt x="5371689" y="1550906"/>
                  </a:lnTo>
                  <a:lnTo>
                    <a:pt x="5443311" y="1561957"/>
                  </a:lnTo>
                  <a:lnTo>
                    <a:pt x="5514934" y="1572844"/>
                  </a:lnTo>
                  <a:lnTo>
                    <a:pt x="5586557" y="1583567"/>
                  </a:lnTo>
                  <a:lnTo>
                    <a:pt x="5658179" y="1594129"/>
                  </a:lnTo>
                  <a:lnTo>
                    <a:pt x="5729802" y="1604533"/>
                  </a:lnTo>
                  <a:lnTo>
                    <a:pt x="5801424" y="1614781"/>
                  </a:lnTo>
                  <a:lnTo>
                    <a:pt x="5873047" y="1624876"/>
                  </a:lnTo>
                  <a:lnTo>
                    <a:pt x="5944669" y="1634820"/>
                  </a:lnTo>
                  <a:lnTo>
                    <a:pt x="6016292" y="1644614"/>
                  </a:lnTo>
                  <a:lnTo>
                    <a:pt x="6087914" y="1654262"/>
                  </a:lnTo>
                  <a:lnTo>
                    <a:pt x="6159537" y="1663765"/>
                  </a:lnTo>
                  <a:lnTo>
                    <a:pt x="6231159" y="1673126"/>
                  </a:lnTo>
                  <a:lnTo>
                    <a:pt x="6302782" y="1682346"/>
                  </a:lnTo>
                  <a:lnTo>
                    <a:pt x="6374404" y="1691429"/>
                  </a:lnTo>
                  <a:lnTo>
                    <a:pt x="6446027" y="1700375"/>
                  </a:lnTo>
                  <a:lnTo>
                    <a:pt x="6517649" y="1709187"/>
                  </a:lnTo>
                  <a:lnTo>
                    <a:pt x="6589272" y="1717867"/>
                  </a:lnTo>
                  <a:lnTo>
                    <a:pt x="6660894" y="1726417"/>
                  </a:lnTo>
                  <a:lnTo>
                    <a:pt x="6732517" y="1734839"/>
                  </a:lnTo>
                  <a:lnTo>
                    <a:pt x="6804139" y="1743135"/>
                  </a:lnTo>
                  <a:lnTo>
                    <a:pt x="6875762" y="1751307"/>
                  </a:lnTo>
                  <a:lnTo>
                    <a:pt x="6947385" y="1759356"/>
                  </a:lnTo>
                  <a:lnTo>
                    <a:pt x="7019007" y="1767284"/>
                  </a:lnTo>
                  <a:lnTo>
                    <a:pt x="7090630" y="1775094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9869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9553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93805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81674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-60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55476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429278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08050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778744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3832408" y="5925448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41" name="tx41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896563"/>
              <a:ext cx="692822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mL/min decline: 1.20 (1.06-1.35), p_Bonf = 0.017 (n = 6)  |  per IQR decline (Δ = 22.8): 1.52 (1.15-2.00)  |  IQR: [-13.3, 9.5]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817517" y="1669789"/>
              <a:ext cx="3499683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3 AEs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2026-07-17T12:49:31Z</dcterms:modified>
  <cp:category/>
</cp:coreProperties>
</file>