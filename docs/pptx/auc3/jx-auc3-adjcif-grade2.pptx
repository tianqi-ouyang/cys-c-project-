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0301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14819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19338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6158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221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8271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4328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62560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670788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271597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313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9186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524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129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3632573"/>
              <a:ext cx="7005923" cy="1939256"/>
            </a:xfrm>
            <a:custGeom>
              <a:avLst/>
              <a:pathLst>
                <a:path w="7005923" h="1939256">
                  <a:moveTo>
                    <a:pt x="0" y="1939256"/>
                  </a:moveTo>
                  <a:lnTo>
                    <a:pt x="82422" y="1939256"/>
                  </a:lnTo>
                  <a:lnTo>
                    <a:pt x="82422" y="1930665"/>
                  </a:lnTo>
                  <a:lnTo>
                    <a:pt x="164845" y="1930665"/>
                  </a:lnTo>
                  <a:lnTo>
                    <a:pt x="164845" y="1913483"/>
                  </a:lnTo>
                  <a:lnTo>
                    <a:pt x="247267" y="1913483"/>
                  </a:lnTo>
                  <a:lnTo>
                    <a:pt x="247267" y="1785812"/>
                  </a:lnTo>
                  <a:lnTo>
                    <a:pt x="329690" y="1785812"/>
                  </a:lnTo>
                  <a:lnTo>
                    <a:pt x="329690" y="1751257"/>
                  </a:lnTo>
                  <a:lnTo>
                    <a:pt x="412113" y="1751257"/>
                  </a:lnTo>
                  <a:lnTo>
                    <a:pt x="412113" y="1699754"/>
                  </a:lnTo>
                  <a:lnTo>
                    <a:pt x="576958" y="1699754"/>
                  </a:lnTo>
                  <a:lnTo>
                    <a:pt x="576958" y="1622429"/>
                  </a:lnTo>
                  <a:lnTo>
                    <a:pt x="659381" y="1622429"/>
                  </a:lnTo>
                  <a:lnTo>
                    <a:pt x="659381" y="1588001"/>
                  </a:lnTo>
                  <a:lnTo>
                    <a:pt x="741803" y="1588001"/>
                  </a:lnTo>
                  <a:lnTo>
                    <a:pt x="741803" y="1570714"/>
                  </a:lnTo>
                  <a:lnTo>
                    <a:pt x="824226" y="1570714"/>
                  </a:lnTo>
                  <a:lnTo>
                    <a:pt x="824226" y="1536287"/>
                  </a:lnTo>
                  <a:lnTo>
                    <a:pt x="906648" y="1536287"/>
                  </a:lnTo>
                  <a:lnTo>
                    <a:pt x="906648" y="1527629"/>
                  </a:lnTo>
                  <a:lnTo>
                    <a:pt x="989071" y="1527629"/>
                  </a:lnTo>
                  <a:lnTo>
                    <a:pt x="989071" y="1510322"/>
                  </a:lnTo>
                  <a:lnTo>
                    <a:pt x="1071494" y="1510322"/>
                  </a:lnTo>
                  <a:lnTo>
                    <a:pt x="1071494" y="1492973"/>
                  </a:lnTo>
                  <a:lnTo>
                    <a:pt x="1153916" y="1492973"/>
                  </a:lnTo>
                  <a:lnTo>
                    <a:pt x="1153916" y="1466895"/>
                  </a:lnTo>
                  <a:lnTo>
                    <a:pt x="1236339" y="1466895"/>
                  </a:lnTo>
                  <a:lnTo>
                    <a:pt x="1236339" y="1449480"/>
                  </a:lnTo>
                  <a:lnTo>
                    <a:pt x="1318762" y="1449480"/>
                  </a:lnTo>
                  <a:lnTo>
                    <a:pt x="1318762" y="1414772"/>
                  </a:lnTo>
                  <a:lnTo>
                    <a:pt x="1401184" y="1414772"/>
                  </a:lnTo>
                  <a:lnTo>
                    <a:pt x="1401184" y="1302609"/>
                  </a:lnTo>
                  <a:lnTo>
                    <a:pt x="1483607" y="1302609"/>
                  </a:lnTo>
                  <a:lnTo>
                    <a:pt x="1483607" y="1284725"/>
                  </a:lnTo>
                  <a:lnTo>
                    <a:pt x="1566029" y="1284725"/>
                  </a:lnTo>
                  <a:lnTo>
                    <a:pt x="1566029" y="1275781"/>
                  </a:lnTo>
                  <a:lnTo>
                    <a:pt x="1813297" y="1275781"/>
                  </a:lnTo>
                  <a:lnTo>
                    <a:pt x="1813297" y="1266789"/>
                  </a:lnTo>
                  <a:lnTo>
                    <a:pt x="1978143" y="1266789"/>
                  </a:lnTo>
                  <a:lnTo>
                    <a:pt x="1978143" y="1248828"/>
                  </a:lnTo>
                  <a:lnTo>
                    <a:pt x="2060565" y="1248828"/>
                  </a:lnTo>
                  <a:lnTo>
                    <a:pt x="2060565" y="1230849"/>
                  </a:lnTo>
                  <a:lnTo>
                    <a:pt x="2142988" y="1230849"/>
                  </a:lnTo>
                  <a:lnTo>
                    <a:pt x="2142988" y="1212846"/>
                  </a:lnTo>
                  <a:lnTo>
                    <a:pt x="2225410" y="1212846"/>
                  </a:lnTo>
                  <a:lnTo>
                    <a:pt x="2225410" y="1194843"/>
                  </a:lnTo>
                  <a:lnTo>
                    <a:pt x="2307833" y="1194843"/>
                  </a:lnTo>
                  <a:lnTo>
                    <a:pt x="2307833" y="1176805"/>
                  </a:lnTo>
                  <a:lnTo>
                    <a:pt x="2390256" y="1176805"/>
                  </a:lnTo>
                  <a:lnTo>
                    <a:pt x="2390256" y="1167720"/>
                  </a:lnTo>
                  <a:lnTo>
                    <a:pt x="2472678" y="1167720"/>
                  </a:lnTo>
                  <a:lnTo>
                    <a:pt x="2472678" y="1149598"/>
                  </a:lnTo>
                  <a:lnTo>
                    <a:pt x="2555101" y="1149598"/>
                  </a:lnTo>
                  <a:lnTo>
                    <a:pt x="2555101" y="1122465"/>
                  </a:lnTo>
                  <a:lnTo>
                    <a:pt x="2802369" y="1122465"/>
                  </a:lnTo>
                  <a:lnTo>
                    <a:pt x="2802369" y="1104298"/>
                  </a:lnTo>
                  <a:lnTo>
                    <a:pt x="2967214" y="1104298"/>
                  </a:lnTo>
                  <a:lnTo>
                    <a:pt x="2967214" y="1095165"/>
                  </a:lnTo>
                  <a:lnTo>
                    <a:pt x="3049637" y="1095165"/>
                  </a:lnTo>
                  <a:lnTo>
                    <a:pt x="3049637" y="1076945"/>
                  </a:lnTo>
                  <a:lnTo>
                    <a:pt x="3132059" y="1076945"/>
                  </a:lnTo>
                  <a:lnTo>
                    <a:pt x="3132059" y="925498"/>
                  </a:lnTo>
                  <a:lnTo>
                    <a:pt x="3214482" y="925498"/>
                  </a:lnTo>
                  <a:lnTo>
                    <a:pt x="3214482" y="879981"/>
                  </a:lnTo>
                  <a:lnTo>
                    <a:pt x="3296905" y="879981"/>
                  </a:lnTo>
                  <a:lnTo>
                    <a:pt x="3296905" y="852463"/>
                  </a:lnTo>
                  <a:lnTo>
                    <a:pt x="3379327" y="852463"/>
                  </a:lnTo>
                  <a:lnTo>
                    <a:pt x="3379327" y="834081"/>
                  </a:lnTo>
                  <a:lnTo>
                    <a:pt x="3461750" y="834081"/>
                  </a:lnTo>
                  <a:lnTo>
                    <a:pt x="3461750" y="824881"/>
                  </a:lnTo>
                  <a:lnTo>
                    <a:pt x="3544173" y="824881"/>
                  </a:lnTo>
                  <a:lnTo>
                    <a:pt x="3544173" y="806489"/>
                  </a:lnTo>
                  <a:lnTo>
                    <a:pt x="3626595" y="806489"/>
                  </a:lnTo>
                  <a:lnTo>
                    <a:pt x="3626595" y="797240"/>
                  </a:lnTo>
                  <a:lnTo>
                    <a:pt x="3791440" y="797240"/>
                  </a:lnTo>
                  <a:lnTo>
                    <a:pt x="3791440" y="787987"/>
                  </a:lnTo>
                  <a:lnTo>
                    <a:pt x="3956286" y="787987"/>
                  </a:lnTo>
                  <a:lnTo>
                    <a:pt x="3956286" y="760328"/>
                  </a:lnTo>
                  <a:lnTo>
                    <a:pt x="4038708" y="760328"/>
                  </a:lnTo>
                  <a:lnTo>
                    <a:pt x="4038708" y="751064"/>
                  </a:lnTo>
                  <a:lnTo>
                    <a:pt x="4121131" y="751064"/>
                  </a:lnTo>
                  <a:lnTo>
                    <a:pt x="4121131" y="741803"/>
                  </a:lnTo>
                  <a:lnTo>
                    <a:pt x="4203554" y="741803"/>
                  </a:lnTo>
                  <a:lnTo>
                    <a:pt x="4203554" y="723314"/>
                  </a:lnTo>
                  <a:lnTo>
                    <a:pt x="4285976" y="723314"/>
                  </a:lnTo>
                  <a:lnTo>
                    <a:pt x="4285976" y="714035"/>
                  </a:lnTo>
                  <a:lnTo>
                    <a:pt x="4533244" y="714035"/>
                  </a:lnTo>
                  <a:lnTo>
                    <a:pt x="4533244" y="704739"/>
                  </a:lnTo>
                  <a:lnTo>
                    <a:pt x="4615667" y="704739"/>
                  </a:lnTo>
                  <a:lnTo>
                    <a:pt x="4615667" y="676962"/>
                  </a:lnTo>
                  <a:lnTo>
                    <a:pt x="4698089" y="676962"/>
                  </a:lnTo>
                  <a:lnTo>
                    <a:pt x="4698089" y="667698"/>
                  </a:lnTo>
                  <a:lnTo>
                    <a:pt x="4780512" y="667698"/>
                  </a:lnTo>
                  <a:lnTo>
                    <a:pt x="4780512" y="658357"/>
                  </a:lnTo>
                  <a:lnTo>
                    <a:pt x="4862935" y="658357"/>
                  </a:lnTo>
                  <a:lnTo>
                    <a:pt x="4862935" y="547511"/>
                  </a:lnTo>
                  <a:lnTo>
                    <a:pt x="4945357" y="547511"/>
                  </a:lnTo>
                  <a:lnTo>
                    <a:pt x="4945357" y="537948"/>
                  </a:lnTo>
                  <a:lnTo>
                    <a:pt x="5027780" y="537948"/>
                  </a:lnTo>
                  <a:lnTo>
                    <a:pt x="5027780" y="518884"/>
                  </a:lnTo>
                  <a:lnTo>
                    <a:pt x="5110202" y="518884"/>
                  </a:lnTo>
                  <a:lnTo>
                    <a:pt x="5110202" y="499815"/>
                  </a:lnTo>
                  <a:lnTo>
                    <a:pt x="5192625" y="499815"/>
                  </a:lnTo>
                  <a:lnTo>
                    <a:pt x="5192625" y="490265"/>
                  </a:lnTo>
                  <a:lnTo>
                    <a:pt x="5275048" y="490265"/>
                  </a:lnTo>
                  <a:lnTo>
                    <a:pt x="5275048" y="480693"/>
                  </a:lnTo>
                  <a:lnTo>
                    <a:pt x="5439893" y="480693"/>
                  </a:lnTo>
                  <a:lnTo>
                    <a:pt x="5439893" y="461580"/>
                  </a:lnTo>
                  <a:lnTo>
                    <a:pt x="5522316" y="461580"/>
                  </a:lnTo>
                  <a:lnTo>
                    <a:pt x="5522316" y="452003"/>
                  </a:lnTo>
                  <a:lnTo>
                    <a:pt x="5604738" y="452003"/>
                  </a:lnTo>
                  <a:lnTo>
                    <a:pt x="5604738" y="423401"/>
                  </a:lnTo>
                  <a:lnTo>
                    <a:pt x="5769583" y="423401"/>
                  </a:lnTo>
                  <a:lnTo>
                    <a:pt x="5769583" y="366677"/>
                  </a:lnTo>
                  <a:lnTo>
                    <a:pt x="5852006" y="366677"/>
                  </a:lnTo>
                  <a:lnTo>
                    <a:pt x="5852006" y="338117"/>
                  </a:lnTo>
                  <a:lnTo>
                    <a:pt x="6016851" y="338117"/>
                  </a:lnTo>
                  <a:lnTo>
                    <a:pt x="6016851" y="299891"/>
                  </a:lnTo>
                  <a:lnTo>
                    <a:pt x="6099274" y="299891"/>
                  </a:lnTo>
                  <a:lnTo>
                    <a:pt x="6099274" y="290244"/>
                  </a:lnTo>
                  <a:lnTo>
                    <a:pt x="6264119" y="290244"/>
                  </a:lnTo>
                  <a:lnTo>
                    <a:pt x="6264119" y="270964"/>
                  </a:lnTo>
                  <a:lnTo>
                    <a:pt x="6346542" y="270964"/>
                  </a:lnTo>
                  <a:lnTo>
                    <a:pt x="6346542" y="241892"/>
                  </a:lnTo>
                  <a:lnTo>
                    <a:pt x="6428965" y="241892"/>
                  </a:lnTo>
                  <a:lnTo>
                    <a:pt x="6428965" y="212823"/>
                  </a:lnTo>
                  <a:lnTo>
                    <a:pt x="6511387" y="212823"/>
                  </a:lnTo>
                  <a:lnTo>
                    <a:pt x="6511387" y="193368"/>
                  </a:lnTo>
                  <a:lnTo>
                    <a:pt x="6593810" y="193368"/>
                  </a:lnTo>
                  <a:lnTo>
                    <a:pt x="6593810" y="88279"/>
                  </a:lnTo>
                  <a:lnTo>
                    <a:pt x="6676232" y="88279"/>
                  </a:lnTo>
                  <a:lnTo>
                    <a:pt x="6676232" y="68651"/>
                  </a:lnTo>
                  <a:lnTo>
                    <a:pt x="6758655" y="68651"/>
                  </a:lnTo>
                  <a:lnTo>
                    <a:pt x="6758655" y="49051"/>
                  </a:lnTo>
                  <a:lnTo>
                    <a:pt x="6841078" y="49051"/>
                  </a:lnTo>
                  <a:lnTo>
                    <a:pt x="6841078" y="39220"/>
                  </a:lnTo>
                  <a:lnTo>
                    <a:pt x="6923500" y="39220"/>
                  </a:lnTo>
                  <a:lnTo>
                    <a:pt x="6923500" y="29397"/>
                  </a:lnTo>
                  <a:lnTo>
                    <a:pt x="7005923" y="29397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60991" y="2861938"/>
              <a:ext cx="7005923" cy="2704223"/>
            </a:xfrm>
            <a:custGeom>
              <a:avLst/>
              <a:pathLst>
                <a:path w="7005923" h="2704223">
                  <a:moveTo>
                    <a:pt x="0" y="2704223"/>
                  </a:moveTo>
                  <a:lnTo>
                    <a:pt x="82422" y="2704223"/>
                  </a:lnTo>
                  <a:lnTo>
                    <a:pt x="82422" y="2689986"/>
                  </a:lnTo>
                  <a:lnTo>
                    <a:pt x="164845" y="2689986"/>
                  </a:lnTo>
                  <a:lnTo>
                    <a:pt x="164845" y="2661574"/>
                  </a:lnTo>
                  <a:lnTo>
                    <a:pt x="247267" y="2661574"/>
                  </a:lnTo>
                  <a:lnTo>
                    <a:pt x="247267" y="2453062"/>
                  </a:lnTo>
                  <a:lnTo>
                    <a:pt x="329690" y="2453062"/>
                  </a:lnTo>
                  <a:lnTo>
                    <a:pt x="329690" y="2397413"/>
                  </a:lnTo>
                  <a:lnTo>
                    <a:pt x="412113" y="2397413"/>
                  </a:lnTo>
                  <a:lnTo>
                    <a:pt x="412113" y="2315089"/>
                  </a:lnTo>
                  <a:lnTo>
                    <a:pt x="576958" y="2315089"/>
                  </a:lnTo>
                  <a:lnTo>
                    <a:pt x="576958" y="2192873"/>
                  </a:lnTo>
                  <a:lnTo>
                    <a:pt x="659381" y="2192873"/>
                  </a:lnTo>
                  <a:lnTo>
                    <a:pt x="659381" y="2138988"/>
                  </a:lnTo>
                  <a:lnTo>
                    <a:pt x="741803" y="2138988"/>
                  </a:lnTo>
                  <a:lnTo>
                    <a:pt x="741803" y="2112057"/>
                  </a:lnTo>
                  <a:lnTo>
                    <a:pt x="824226" y="2112057"/>
                  </a:lnTo>
                  <a:lnTo>
                    <a:pt x="824226" y="2058666"/>
                  </a:lnTo>
                  <a:lnTo>
                    <a:pt x="906648" y="2058666"/>
                  </a:lnTo>
                  <a:lnTo>
                    <a:pt x="906648" y="2045290"/>
                  </a:lnTo>
                  <a:lnTo>
                    <a:pt x="989071" y="2045290"/>
                  </a:lnTo>
                  <a:lnTo>
                    <a:pt x="989071" y="2018614"/>
                  </a:lnTo>
                  <a:lnTo>
                    <a:pt x="1071494" y="2018614"/>
                  </a:lnTo>
                  <a:lnTo>
                    <a:pt x="1071494" y="1991955"/>
                  </a:lnTo>
                  <a:lnTo>
                    <a:pt x="1153916" y="1991955"/>
                  </a:lnTo>
                  <a:lnTo>
                    <a:pt x="1153916" y="1952039"/>
                  </a:lnTo>
                  <a:lnTo>
                    <a:pt x="1236339" y="1952039"/>
                  </a:lnTo>
                  <a:lnTo>
                    <a:pt x="1236339" y="1925487"/>
                  </a:lnTo>
                  <a:lnTo>
                    <a:pt x="1318762" y="1925487"/>
                  </a:lnTo>
                  <a:lnTo>
                    <a:pt x="1318762" y="1872815"/>
                  </a:lnTo>
                  <a:lnTo>
                    <a:pt x="1401184" y="1872815"/>
                  </a:lnTo>
                  <a:lnTo>
                    <a:pt x="1401184" y="1704841"/>
                  </a:lnTo>
                  <a:lnTo>
                    <a:pt x="1483607" y="1704841"/>
                  </a:lnTo>
                  <a:lnTo>
                    <a:pt x="1483607" y="1678375"/>
                  </a:lnTo>
                  <a:lnTo>
                    <a:pt x="1566029" y="1678375"/>
                  </a:lnTo>
                  <a:lnTo>
                    <a:pt x="1566029" y="1665171"/>
                  </a:lnTo>
                  <a:lnTo>
                    <a:pt x="1813297" y="1665171"/>
                  </a:lnTo>
                  <a:lnTo>
                    <a:pt x="1813297" y="1651917"/>
                  </a:lnTo>
                  <a:lnTo>
                    <a:pt x="1978143" y="1651917"/>
                  </a:lnTo>
                  <a:lnTo>
                    <a:pt x="1978143" y="1625511"/>
                  </a:lnTo>
                  <a:lnTo>
                    <a:pt x="2060565" y="1625511"/>
                  </a:lnTo>
                  <a:lnTo>
                    <a:pt x="2060565" y="1599165"/>
                  </a:lnTo>
                  <a:lnTo>
                    <a:pt x="2142988" y="1599165"/>
                  </a:lnTo>
                  <a:lnTo>
                    <a:pt x="2142988" y="1572871"/>
                  </a:lnTo>
                  <a:lnTo>
                    <a:pt x="2225410" y="1572871"/>
                  </a:lnTo>
                  <a:lnTo>
                    <a:pt x="2225410" y="1546664"/>
                  </a:lnTo>
                  <a:lnTo>
                    <a:pt x="2307833" y="1546664"/>
                  </a:lnTo>
                  <a:lnTo>
                    <a:pt x="2307833" y="1520494"/>
                  </a:lnTo>
                  <a:lnTo>
                    <a:pt x="2390256" y="1520494"/>
                  </a:lnTo>
                  <a:lnTo>
                    <a:pt x="2390256" y="1507348"/>
                  </a:lnTo>
                  <a:lnTo>
                    <a:pt x="2472678" y="1507348"/>
                  </a:lnTo>
                  <a:lnTo>
                    <a:pt x="2472678" y="1481188"/>
                  </a:lnTo>
                  <a:lnTo>
                    <a:pt x="2555101" y="1481188"/>
                  </a:lnTo>
                  <a:lnTo>
                    <a:pt x="2555101" y="1442186"/>
                  </a:lnTo>
                  <a:lnTo>
                    <a:pt x="2802369" y="1442186"/>
                  </a:lnTo>
                  <a:lnTo>
                    <a:pt x="2802369" y="1416184"/>
                  </a:lnTo>
                  <a:lnTo>
                    <a:pt x="2967214" y="1416184"/>
                  </a:lnTo>
                  <a:lnTo>
                    <a:pt x="2967214" y="1403145"/>
                  </a:lnTo>
                  <a:lnTo>
                    <a:pt x="3049637" y="1403145"/>
                  </a:lnTo>
                  <a:lnTo>
                    <a:pt x="3049637" y="1377199"/>
                  </a:lnTo>
                  <a:lnTo>
                    <a:pt x="3132059" y="1377199"/>
                  </a:lnTo>
                  <a:lnTo>
                    <a:pt x="3132059" y="1164974"/>
                  </a:lnTo>
                  <a:lnTo>
                    <a:pt x="3214482" y="1164974"/>
                  </a:lnTo>
                  <a:lnTo>
                    <a:pt x="3214482" y="1102386"/>
                  </a:lnTo>
                  <a:lnTo>
                    <a:pt x="3296905" y="1102386"/>
                  </a:lnTo>
                  <a:lnTo>
                    <a:pt x="3296905" y="1064815"/>
                  </a:lnTo>
                  <a:lnTo>
                    <a:pt x="3379327" y="1064815"/>
                  </a:lnTo>
                  <a:lnTo>
                    <a:pt x="3379327" y="1039829"/>
                  </a:lnTo>
                  <a:lnTo>
                    <a:pt x="3461750" y="1039829"/>
                  </a:lnTo>
                  <a:lnTo>
                    <a:pt x="3461750" y="1027358"/>
                  </a:lnTo>
                  <a:lnTo>
                    <a:pt x="3544173" y="1027358"/>
                  </a:lnTo>
                  <a:lnTo>
                    <a:pt x="3544173" y="1002493"/>
                  </a:lnTo>
                  <a:lnTo>
                    <a:pt x="3626595" y="1002493"/>
                  </a:lnTo>
                  <a:lnTo>
                    <a:pt x="3626595" y="990024"/>
                  </a:lnTo>
                  <a:lnTo>
                    <a:pt x="3791440" y="990024"/>
                  </a:lnTo>
                  <a:lnTo>
                    <a:pt x="3791440" y="977570"/>
                  </a:lnTo>
                  <a:lnTo>
                    <a:pt x="3956286" y="977570"/>
                  </a:lnTo>
                  <a:lnTo>
                    <a:pt x="3956286" y="940483"/>
                  </a:lnTo>
                  <a:lnTo>
                    <a:pt x="4038708" y="940483"/>
                  </a:lnTo>
                  <a:lnTo>
                    <a:pt x="4038708" y="928106"/>
                  </a:lnTo>
                  <a:lnTo>
                    <a:pt x="4121131" y="928106"/>
                  </a:lnTo>
                  <a:lnTo>
                    <a:pt x="4121131" y="915755"/>
                  </a:lnTo>
                  <a:lnTo>
                    <a:pt x="4203554" y="915755"/>
                  </a:lnTo>
                  <a:lnTo>
                    <a:pt x="4203554" y="891167"/>
                  </a:lnTo>
                  <a:lnTo>
                    <a:pt x="4285976" y="891167"/>
                  </a:lnTo>
                  <a:lnTo>
                    <a:pt x="4285976" y="878861"/>
                  </a:lnTo>
                  <a:lnTo>
                    <a:pt x="4533244" y="878861"/>
                  </a:lnTo>
                  <a:lnTo>
                    <a:pt x="4533244" y="866555"/>
                  </a:lnTo>
                  <a:lnTo>
                    <a:pt x="4615667" y="866555"/>
                  </a:lnTo>
                  <a:lnTo>
                    <a:pt x="4615667" y="829922"/>
                  </a:lnTo>
                  <a:lnTo>
                    <a:pt x="4698089" y="829922"/>
                  </a:lnTo>
                  <a:lnTo>
                    <a:pt x="4698089" y="817750"/>
                  </a:lnTo>
                  <a:lnTo>
                    <a:pt x="4780512" y="817750"/>
                  </a:lnTo>
                  <a:lnTo>
                    <a:pt x="4780512" y="805499"/>
                  </a:lnTo>
                  <a:lnTo>
                    <a:pt x="4862935" y="805499"/>
                  </a:lnTo>
                  <a:lnTo>
                    <a:pt x="4862935" y="661885"/>
                  </a:lnTo>
                  <a:lnTo>
                    <a:pt x="4945357" y="661885"/>
                  </a:lnTo>
                  <a:lnTo>
                    <a:pt x="4945357" y="649646"/>
                  </a:lnTo>
                  <a:lnTo>
                    <a:pt x="5027780" y="649646"/>
                  </a:lnTo>
                  <a:lnTo>
                    <a:pt x="5027780" y="625321"/>
                  </a:lnTo>
                  <a:lnTo>
                    <a:pt x="5110202" y="625321"/>
                  </a:lnTo>
                  <a:lnTo>
                    <a:pt x="5110202" y="601086"/>
                  </a:lnTo>
                  <a:lnTo>
                    <a:pt x="5192625" y="601086"/>
                  </a:lnTo>
                  <a:lnTo>
                    <a:pt x="5192625" y="588984"/>
                  </a:lnTo>
                  <a:lnTo>
                    <a:pt x="5275048" y="588984"/>
                  </a:lnTo>
                  <a:lnTo>
                    <a:pt x="5275048" y="576879"/>
                  </a:lnTo>
                  <a:lnTo>
                    <a:pt x="5439893" y="576879"/>
                  </a:lnTo>
                  <a:lnTo>
                    <a:pt x="5439893" y="552781"/>
                  </a:lnTo>
                  <a:lnTo>
                    <a:pt x="5522316" y="552781"/>
                  </a:lnTo>
                  <a:lnTo>
                    <a:pt x="5522316" y="540741"/>
                  </a:lnTo>
                  <a:lnTo>
                    <a:pt x="5604738" y="540741"/>
                  </a:lnTo>
                  <a:lnTo>
                    <a:pt x="5604738" y="504930"/>
                  </a:lnTo>
                  <a:lnTo>
                    <a:pt x="5769583" y="504930"/>
                  </a:lnTo>
                  <a:lnTo>
                    <a:pt x="5769583" y="434545"/>
                  </a:lnTo>
                  <a:lnTo>
                    <a:pt x="5852006" y="434545"/>
                  </a:lnTo>
                  <a:lnTo>
                    <a:pt x="5852006" y="399428"/>
                  </a:lnTo>
                  <a:lnTo>
                    <a:pt x="6016851" y="399428"/>
                  </a:lnTo>
                  <a:lnTo>
                    <a:pt x="6016851" y="352761"/>
                  </a:lnTo>
                  <a:lnTo>
                    <a:pt x="6099274" y="352761"/>
                  </a:lnTo>
                  <a:lnTo>
                    <a:pt x="6099274" y="341045"/>
                  </a:lnTo>
                  <a:lnTo>
                    <a:pt x="6264119" y="341045"/>
                  </a:lnTo>
                  <a:lnTo>
                    <a:pt x="6264119" y="317702"/>
                  </a:lnTo>
                  <a:lnTo>
                    <a:pt x="6346542" y="317702"/>
                  </a:lnTo>
                  <a:lnTo>
                    <a:pt x="6346542" y="282690"/>
                  </a:lnTo>
                  <a:lnTo>
                    <a:pt x="6428965" y="282690"/>
                  </a:lnTo>
                  <a:lnTo>
                    <a:pt x="6428965" y="247904"/>
                  </a:lnTo>
                  <a:lnTo>
                    <a:pt x="6511387" y="247904"/>
                  </a:lnTo>
                  <a:lnTo>
                    <a:pt x="6511387" y="224747"/>
                  </a:lnTo>
                  <a:lnTo>
                    <a:pt x="6593810" y="224747"/>
                  </a:lnTo>
                  <a:lnTo>
                    <a:pt x="6593810" y="101382"/>
                  </a:lnTo>
                  <a:lnTo>
                    <a:pt x="6676232" y="101382"/>
                  </a:lnTo>
                  <a:lnTo>
                    <a:pt x="6676232" y="78663"/>
                  </a:lnTo>
                  <a:lnTo>
                    <a:pt x="6758655" y="78663"/>
                  </a:lnTo>
                  <a:lnTo>
                    <a:pt x="6758655" y="56078"/>
                  </a:lnTo>
                  <a:lnTo>
                    <a:pt x="6841078" y="56078"/>
                  </a:lnTo>
                  <a:lnTo>
                    <a:pt x="6841078" y="44787"/>
                  </a:lnTo>
                  <a:lnTo>
                    <a:pt x="6923500" y="44787"/>
                  </a:lnTo>
                  <a:lnTo>
                    <a:pt x="6923500" y="33532"/>
                  </a:lnTo>
                  <a:lnTo>
                    <a:pt x="7005923" y="33532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585554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630737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67592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90021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9296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99025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0508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1.66 (95% CI 1.18-2.34), p = 0.004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2026-07-22T08:00:20Z</dcterms:modified>
  <cp:category/>
</cp:coreProperties>
</file>