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670182"/>
              <a:ext cx="7090630" cy="1595484"/>
            </a:xfrm>
            <a:custGeom>
              <a:avLst/>
              <a:pathLst>
                <a:path w="7090630" h="1595484">
                  <a:moveTo>
                    <a:pt x="0" y="0"/>
                  </a:moveTo>
                  <a:lnTo>
                    <a:pt x="71622" y="35262"/>
                  </a:lnTo>
                  <a:lnTo>
                    <a:pt x="143245" y="69865"/>
                  </a:lnTo>
                  <a:lnTo>
                    <a:pt x="214867" y="103822"/>
                  </a:lnTo>
                  <a:lnTo>
                    <a:pt x="286490" y="137145"/>
                  </a:lnTo>
                  <a:lnTo>
                    <a:pt x="358112" y="169844"/>
                  </a:lnTo>
                  <a:lnTo>
                    <a:pt x="429735" y="201933"/>
                  </a:lnTo>
                  <a:lnTo>
                    <a:pt x="501357" y="233422"/>
                  </a:lnTo>
                  <a:lnTo>
                    <a:pt x="572980" y="264323"/>
                  </a:lnTo>
                  <a:lnTo>
                    <a:pt x="644602" y="294646"/>
                  </a:lnTo>
                  <a:lnTo>
                    <a:pt x="716225" y="324403"/>
                  </a:lnTo>
                  <a:lnTo>
                    <a:pt x="787847" y="353603"/>
                  </a:lnTo>
                  <a:lnTo>
                    <a:pt x="859470" y="382258"/>
                  </a:lnTo>
                  <a:lnTo>
                    <a:pt x="931092" y="410377"/>
                  </a:lnTo>
                  <a:lnTo>
                    <a:pt x="1002715" y="437971"/>
                  </a:lnTo>
                  <a:lnTo>
                    <a:pt x="1074337" y="465050"/>
                  </a:lnTo>
                  <a:lnTo>
                    <a:pt x="1145960" y="491622"/>
                  </a:lnTo>
                  <a:lnTo>
                    <a:pt x="1217582" y="517698"/>
                  </a:lnTo>
                  <a:lnTo>
                    <a:pt x="1289205" y="543286"/>
                  </a:lnTo>
                  <a:lnTo>
                    <a:pt x="1360827" y="568397"/>
                  </a:lnTo>
                  <a:lnTo>
                    <a:pt x="1432450" y="593038"/>
                  </a:lnTo>
                  <a:lnTo>
                    <a:pt x="1504073" y="617219"/>
                  </a:lnTo>
                  <a:lnTo>
                    <a:pt x="1575695" y="640947"/>
                  </a:lnTo>
                  <a:lnTo>
                    <a:pt x="1647318" y="664233"/>
                  </a:lnTo>
                  <a:lnTo>
                    <a:pt x="1718940" y="687083"/>
                  </a:lnTo>
                  <a:lnTo>
                    <a:pt x="1790563" y="709507"/>
                  </a:lnTo>
                  <a:lnTo>
                    <a:pt x="1862185" y="731511"/>
                  </a:lnTo>
                  <a:lnTo>
                    <a:pt x="1933808" y="753104"/>
                  </a:lnTo>
                  <a:lnTo>
                    <a:pt x="2005430" y="774294"/>
                  </a:lnTo>
                  <a:lnTo>
                    <a:pt x="2077053" y="795087"/>
                  </a:lnTo>
                  <a:lnTo>
                    <a:pt x="2148675" y="815493"/>
                  </a:lnTo>
                  <a:lnTo>
                    <a:pt x="2220298" y="835516"/>
                  </a:lnTo>
                  <a:lnTo>
                    <a:pt x="2291920" y="855166"/>
                  </a:lnTo>
                  <a:lnTo>
                    <a:pt x="2363543" y="874449"/>
                  </a:lnTo>
                  <a:lnTo>
                    <a:pt x="2435165" y="893371"/>
                  </a:lnTo>
                  <a:lnTo>
                    <a:pt x="2506788" y="911939"/>
                  </a:lnTo>
                  <a:lnTo>
                    <a:pt x="2578410" y="930161"/>
                  </a:lnTo>
                  <a:lnTo>
                    <a:pt x="2650033" y="948042"/>
                  </a:lnTo>
                  <a:lnTo>
                    <a:pt x="2721655" y="965589"/>
                  </a:lnTo>
                  <a:lnTo>
                    <a:pt x="2793278" y="982808"/>
                  </a:lnTo>
                  <a:lnTo>
                    <a:pt x="2864901" y="999705"/>
                  </a:lnTo>
                  <a:lnTo>
                    <a:pt x="2936523" y="1016287"/>
                  </a:lnTo>
                  <a:lnTo>
                    <a:pt x="3008146" y="1032559"/>
                  </a:lnTo>
                  <a:lnTo>
                    <a:pt x="3079768" y="1048526"/>
                  </a:lnTo>
                  <a:lnTo>
                    <a:pt x="3151391" y="1058330"/>
                  </a:lnTo>
                  <a:lnTo>
                    <a:pt x="3223013" y="1060045"/>
                  </a:lnTo>
                  <a:lnTo>
                    <a:pt x="3294636" y="1061757"/>
                  </a:lnTo>
                  <a:lnTo>
                    <a:pt x="3366258" y="1063465"/>
                  </a:lnTo>
                  <a:lnTo>
                    <a:pt x="3437881" y="1065169"/>
                  </a:lnTo>
                  <a:lnTo>
                    <a:pt x="3509503" y="1066870"/>
                  </a:lnTo>
                  <a:lnTo>
                    <a:pt x="3581126" y="1068568"/>
                  </a:lnTo>
                  <a:lnTo>
                    <a:pt x="3652748" y="1070262"/>
                  </a:lnTo>
                  <a:lnTo>
                    <a:pt x="3724371" y="1071952"/>
                  </a:lnTo>
                  <a:lnTo>
                    <a:pt x="3795993" y="1073639"/>
                  </a:lnTo>
                  <a:lnTo>
                    <a:pt x="3867616" y="1075323"/>
                  </a:lnTo>
                  <a:lnTo>
                    <a:pt x="3939238" y="1077003"/>
                  </a:lnTo>
                  <a:lnTo>
                    <a:pt x="4010861" y="1078679"/>
                  </a:lnTo>
                  <a:lnTo>
                    <a:pt x="4082483" y="1080352"/>
                  </a:lnTo>
                  <a:lnTo>
                    <a:pt x="4154106" y="1082022"/>
                  </a:lnTo>
                  <a:lnTo>
                    <a:pt x="4225729" y="1083688"/>
                  </a:lnTo>
                  <a:lnTo>
                    <a:pt x="4297351" y="1085351"/>
                  </a:lnTo>
                  <a:lnTo>
                    <a:pt x="4368974" y="1087010"/>
                  </a:lnTo>
                  <a:lnTo>
                    <a:pt x="4440596" y="1088666"/>
                  </a:lnTo>
                  <a:lnTo>
                    <a:pt x="4512219" y="1090318"/>
                  </a:lnTo>
                  <a:lnTo>
                    <a:pt x="4583841" y="1091967"/>
                  </a:lnTo>
                  <a:lnTo>
                    <a:pt x="4655464" y="1093612"/>
                  </a:lnTo>
                  <a:lnTo>
                    <a:pt x="4727086" y="1095255"/>
                  </a:lnTo>
                  <a:lnTo>
                    <a:pt x="4798709" y="1096893"/>
                  </a:lnTo>
                  <a:lnTo>
                    <a:pt x="4870331" y="1098529"/>
                  </a:lnTo>
                  <a:lnTo>
                    <a:pt x="4941954" y="1100161"/>
                  </a:lnTo>
                  <a:lnTo>
                    <a:pt x="5013576" y="1101789"/>
                  </a:lnTo>
                  <a:lnTo>
                    <a:pt x="5085199" y="1103414"/>
                  </a:lnTo>
                  <a:lnTo>
                    <a:pt x="5156821" y="1105036"/>
                  </a:lnTo>
                  <a:lnTo>
                    <a:pt x="5228444" y="1106655"/>
                  </a:lnTo>
                  <a:lnTo>
                    <a:pt x="5300066" y="1108270"/>
                  </a:lnTo>
                  <a:lnTo>
                    <a:pt x="5371689" y="1109882"/>
                  </a:lnTo>
                  <a:lnTo>
                    <a:pt x="5443311" y="1111490"/>
                  </a:lnTo>
                  <a:lnTo>
                    <a:pt x="5514934" y="1113095"/>
                  </a:lnTo>
                  <a:lnTo>
                    <a:pt x="5586557" y="1114697"/>
                  </a:lnTo>
                  <a:lnTo>
                    <a:pt x="5658179" y="1116296"/>
                  </a:lnTo>
                  <a:lnTo>
                    <a:pt x="5729802" y="1117891"/>
                  </a:lnTo>
                  <a:lnTo>
                    <a:pt x="5801424" y="1119483"/>
                  </a:lnTo>
                  <a:lnTo>
                    <a:pt x="5873047" y="1121071"/>
                  </a:lnTo>
                  <a:lnTo>
                    <a:pt x="5944669" y="1122656"/>
                  </a:lnTo>
                  <a:lnTo>
                    <a:pt x="6016292" y="1124238"/>
                  </a:lnTo>
                  <a:lnTo>
                    <a:pt x="6087914" y="1125817"/>
                  </a:lnTo>
                  <a:lnTo>
                    <a:pt x="6159537" y="1127393"/>
                  </a:lnTo>
                  <a:lnTo>
                    <a:pt x="6231159" y="1128965"/>
                  </a:lnTo>
                  <a:lnTo>
                    <a:pt x="6302782" y="1130534"/>
                  </a:lnTo>
                  <a:lnTo>
                    <a:pt x="6374404" y="1132100"/>
                  </a:lnTo>
                  <a:lnTo>
                    <a:pt x="6446027" y="1133662"/>
                  </a:lnTo>
                  <a:lnTo>
                    <a:pt x="6517649" y="1135221"/>
                  </a:lnTo>
                  <a:lnTo>
                    <a:pt x="6589272" y="1136777"/>
                  </a:lnTo>
                  <a:lnTo>
                    <a:pt x="6660894" y="1138330"/>
                  </a:lnTo>
                  <a:lnTo>
                    <a:pt x="6732517" y="1139880"/>
                  </a:lnTo>
                  <a:lnTo>
                    <a:pt x="6804139" y="1141426"/>
                  </a:lnTo>
                  <a:lnTo>
                    <a:pt x="6875762" y="1142969"/>
                  </a:lnTo>
                  <a:lnTo>
                    <a:pt x="6947385" y="1144509"/>
                  </a:lnTo>
                  <a:lnTo>
                    <a:pt x="7019007" y="1146046"/>
                  </a:lnTo>
                  <a:lnTo>
                    <a:pt x="7090630" y="1147580"/>
                  </a:lnTo>
                  <a:lnTo>
                    <a:pt x="7090630" y="1595484"/>
                  </a:lnTo>
                  <a:lnTo>
                    <a:pt x="7019007" y="1589931"/>
                  </a:lnTo>
                  <a:lnTo>
                    <a:pt x="6947385" y="1584273"/>
                  </a:lnTo>
                  <a:lnTo>
                    <a:pt x="6875762" y="1578507"/>
                  </a:lnTo>
                  <a:lnTo>
                    <a:pt x="6804139" y="1572632"/>
                  </a:lnTo>
                  <a:lnTo>
                    <a:pt x="6732517" y="1566644"/>
                  </a:lnTo>
                  <a:lnTo>
                    <a:pt x="6660894" y="1560543"/>
                  </a:lnTo>
                  <a:lnTo>
                    <a:pt x="6589272" y="1554325"/>
                  </a:lnTo>
                  <a:lnTo>
                    <a:pt x="6517649" y="1547989"/>
                  </a:lnTo>
                  <a:lnTo>
                    <a:pt x="6446027" y="1541532"/>
                  </a:lnTo>
                  <a:lnTo>
                    <a:pt x="6374404" y="1534952"/>
                  </a:lnTo>
                  <a:lnTo>
                    <a:pt x="6302782" y="1528247"/>
                  </a:lnTo>
                  <a:lnTo>
                    <a:pt x="6231159" y="1521414"/>
                  </a:lnTo>
                  <a:lnTo>
                    <a:pt x="6159537" y="1514452"/>
                  </a:lnTo>
                  <a:lnTo>
                    <a:pt x="6087914" y="1507356"/>
                  </a:lnTo>
                  <a:lnTo>
                    <a:pt x="6016292" y="1500126"/>
                  </a:lnTo>
                  <a:lnTo>
                    <a:pt x="5944669" y="1492757"/>
                  </a:lnTo>
                  <a:lnTo>
                    <a:pt x="5873047" y="1485249"/>
                  </a:lnTo>
                  <a:lnTo>
                    <a:pt x="5801424" y="1477597"/>
                  </a:lnTo>
                  <a:lnTo>
                    <a:pt x="5729802" y="1469800"/>
                  </a:lnTo>
                  <a:lnTo>
                    <a:pt x="5658179" y="1461854"/>
                  </a:lnTo>
                  <a:lnTo>
                    <a:pt x="5586557" y="1453757"/>
                  </a:lnTo>
                  <a:lnTo>
                    <a:pt x="5514934" y="1445506"/>
                  </a:lnTo>
                  <a:lnTo>
                    <a:pt x="5443311" y="1437098"/>
                  </a:lnTo>
                  <a:lnTo>
                    <a:pt x="5371689" y="1428530"/>
                  </a:lnTo>
                  <a:lnTo>
                    <a:pt x="5300066" y="1419798"/>
                  </a:lnTo>
                  <a:lnTo>
                    <a:pt x="5228444" y="1410900"/>
                  </a:lnTo>
                  <a:lnTo>
                    <a:pt x="5156821" y="1401833"/>
                  </a:lnTo>
                  <a:lnTo>
                    <a:pt x="5085199" y="1392593"/>
                  </a:lnTo>
                  <a:lnTo>
                    <a:pt x="5013576" y="1383177"/>
                  </a:lnTo>
                  <a:lnTo>
                    <a:pt x="4941954" y="1373582"/>
                  </a:lnTo>
                  <a:lnTo>
                    <a:pt x="4870331" y="1363804"/>
                  </a:lnTo>
                  <a:lnTo>
                    <a:pt x="4798709" y="1353840"/>
                  </a:lnTo>
                  <a:lnTo>
                    <a:pt x="4727086" y="1343686"/>
                  </a:lnTo>
                  <a:lnTo>
                    <a:pt x="4655464" y="1333339"/>
                  </a:lnTo>
                  <a:lnTo>
                    <a:pt x="4583841" y="1322795"/>
                  </a:lnTo>
                  <a:lnTo>
                    <a:pt x="4512219" y="1312050"/>
                  </a:lnTo>
                  <a:lnTo>
                    <a:pt x="4440596" y="1301100"/>
                  </a:lnTo>
                  <a:lnTo>
                    <a:pt x="4368974" y="1289942"/>
                  </a:lnTo>
                  <a:lnTo>
                    <a:pt x="4297351" y="1278572"/>
                  </a:lnTo>
                  <a:lnTo>
                    <a:pt x="4225729" y="1266985"/>
                  </a:lnTo>
                  <a:lnTo>
                    <a:pt x="4154106" y="1255177"/>
                  </a:lnTo>
                  <a:lnTo>
                    <a:pt x="4082483" y="1243144"/>
                  </a:lnTo>
                  <a:lnTo>
                    <a:pt x="4010861" y="1230883"/>
                  </a:lnTo>
                  <a:lnTo>
                    <a:pt x="3939238" y="1218387"/>
                  </a:lnTo>
                  <a:lnTo>
                    <a:pt x="3867616" y="1205654"/>
                  </a:lnTo>
                  <a:lnTo>
                    <a:pt x="3795993" y="1192679"/>
                  </a:lnTo>
                  <a:lnTo>
                    <a:pt x="3724371" y="1179456"/>
                  </a:lnTo>
                  <a:lnTo>
                    <a:pt x="3652748" y="1165981"/>
                  </a:lnTo>
                  <a:lnTo>
                    <a:pt x="3581126" y="1152250"/>
                  </a:lnTo>
                  <a:lnTo>
                    <a:pt x="3509503" y="1138258"/>
                  </a:lnTo>
                  <a:lnTo>
                    <a:pt x="3437881" y="1123999"/>
                  </a:lnTo>
                  <a:lnTo>
                    <a:pt x="3366258" y="1109468"/>
                  </a:lnTo>
                  <a:lnTo>
                    <a:pt x="3294636" y="1094661"/>
                  </a:lnTo>
                  <a:lnTo>
                    <a:pt x="3223013" y="1079572"/>
                  </a:lnTo>
                  <a:lnTo>
                    <a:pt x="3151391" y="1064196"/>
                  </a:lnTo>
                  <a:lnTo>
                    <a:pt x="3079768" y="1056611"/>
                  </a:lnTo>
                  <a:lnTo>
                    <a:pt x="3008146" y="1054889"/>
                  </a:lnTo>
                  <a:lnTo>
                    <a:pt x="2936523" y="1053163"/>
                  </a:lnTo>
                  <a:lnTo>
                    <a:pt x="2864901" y="1051434"/>
                  </a:lnTo>
                  <a:lnTo>
                    <a:pt x="2793278" y="1049701"/>
                  </a:lnTo>
                  <a:lnTo>
                    <a:pt x="2721655" y="1047964"/>
                  </a:lnTo>
                  <a:lnTo>
                    <a:pt x="2650033" y="1046224"/>
                  </a:lnTo>
                  <a:lnTo>
                    <a:pt x="2578410" y="1044480"/>
                  </a:lnTo>
                  <a:lnTo>
                    <a:pt x="2506788" y="1042733"/>
                  </a:lnTo>
                  <a:lnTo>
                    <a:pt x="2435165" y="1040982"/>
                  </a:lnTo>
                  <a:lnTo>
                    <a:pt x="2363543" y="1039227"/>
                  </a:lnTo>
                  <a:lnTo>
                    <a:pt x="2291920" y="1037469"/>
                  </a:lnTo>
                  <a:lnTo>
                    <a:pt x="2220298" y="1035707"/>
                  </a:lnTo>
                  <a:lnTo>
                    <a:pt x="2148675" y="1033941"/>
                  </a:lnTo>
                  <a:lnTo>
                    <a:pt x="2077053" y="1032172"/>
                  </a:lnTo>
                  <a:lnTo>
                    <a:pt x="2005430" y="1030399"/>
                  </a:lnTo>
                  <a:lnTo>
                    <a:pt x="1933808" y="1028622"/>
                  </a:lnTo>
                  <a:lnTo>
                    <a:pt x="1862185" y="1026842"/>
                  </a:lnTo>
                  <a:lnTo>
                    <a:pt x="1790563" y="1025058"/>
                  </a:lnTo>
                  <a:lnTo>
                    <a:pt x="1718940" y="1023270"/>
                  </a:lnTo>
                  <a:lnTo>
                    <a:pt x="1647318" y="1021479"/>
                  </a:lnTo>
                  <a:lnTo>
                    <a:pt x="1575695" y="1019684"/>
                  </a:lnTo>
                  <a:lnTo>
                    <a:pt x="1504073" y="1017885"/>
                  </a:lnTo>
                  <a:lnTo>
                    <a:pt x="1432450" y="1016082"/>
                  </a:lnTo>
                  <a:lnTo>
                    <a:pt x="1360827" y="1014276"/>
                  </a:lnTo>
                  <a:lnTo>
                    <a:pt x="1289205" y="1012466"/>
                  </a:lnTo>
                  <a:lnTo>
                    <a:pt x="1217582" y="1010652"/>
                  </a:lnTo>
                  <a:lnTo>
                    <a:pt x="1145960" y="1008834"/>
                  </a:lnTo>
                  <a:lnTo>
                    <a:pt x="1074337" y="1007013"/>
                  </a:lnTo>
                  <a:lnTo>
                    <a:pt x="1002715" y="1005188"/>
                  </a:lnTo>
                  <a:lnTo>
                    <a:pt x="931092" y="1003359"/>
                  </a:lnTo>
                  <a:lnTo>
                    <a:pt x="859470" y="1001526"/>
                  </a:lnTo>
                  <a:lnTo>
                    <a:pt x="787847" y="999690"/>
                  </a:lnTo>
                  <a:lnTo>
                    <a:pt x="716225" y="997849"/>
                  </a:lnTo>
                  <a:lnTo>
                    <a:pt x="644602" y="996005"/>
                  </a:lnTo>
                  <a:lnTo>
                    <a:pt x="572980" y="994157"/>
                  </a:lnTo>
                  <a:lnTo>
                    <a:pt x="501357" y="992306"/>
                  </a:lnTo>
                  <a:lnTo>
                    <a:pt x="429735" y="990450"/>
                  </a:lnTo>
                  <a:lnTo>
                    <a:pt x="358112" y="988590"/>
                  </a:lnTo>
                  <a:lnTo>
                    <a:pt x="286490" y="986727"/>
                  </a:lnTo>
                  <a:lnTo>
                    <a:pt x="214867" y="984860"/>
                  </a:lnTo>
                  <a:lnTo>
                    <a:pt x="143245" y="982989"/>
                  </a:lnTo>
                  <a:lnTo>
                    <a:pt x="71622" y="981114"/>
                  </a:lnTo>
                  <a:lnTo>
                    <a:pt x="0" y="979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670182"/>
              <a:ext cx="7090630" cy="1147580"/>
            </a:xfrm>
            <a:custGeom>
              <a:avLst/>
              <a:pathLst>
                <a:path w="7090630" h="1147580">
                  <a:moveTo>
                    <a:pt x="0" y="0"/>
                  </a:moveTo>
                  <a:lnTo>
                    <a:pt x="71622" y="35262"/>
                  </a:lnTo>
                  <a:lnTo>
                    <a:pt x="143245" y="69865"/>
                  </a:lnTo>
                  <a:lnTo>
                    <a:pt x="214867" y="103822"/>
                  </a:lnTo>
                  <a:lnTo>
                    <a:pt x="286490" y="137145"/>
                  </a:lnTo>
                  <a:lnTo>
                    <a:pt x="358112" y="169844"/>
                  </a:lnTo>
                  <a:lnTo>
                    <a:pt x="429735" y="201933"/>
                  </a:lnTo>
                  <a:lnTo>
                    <a:pt x="501357" y="233422"/>
                  </a:lnTo>
                  <a:lnTo>
                    <a:pt x="572980" y="264323"/>
                  </a:lnTo>
                  <a:lnTo>
                    <a:pt x="644602" y="294646"/>
                  </a:lnTo>
                  <a:lnTo>
                    <a:pt x="716225" y="324403"/>
                  </a:lnTo>
                  <a:lnTo>
                    <a:pt x="787847" y="353603"/>
                  </a:lnTo>
                  <a:lnTo>
                    <a:pt x="859470" y="382258"/>
                  </a:lnTo>
                  <a:lnTo>
                    <a:pt x="931092" y="410377"/>
                  </a:lnTo>
                  <a:lnTo>
                    <a:pt x="1002715" y="437971"/>
                  </a:lnTo>
                  <a:lnTo>
                    <a:pt x="1074337" y="465050"/>
                  </a:lnTo>
                  <a:lnTo>
                    <a:pt x="1145960" y="491622"/>
                  </a:lnTo>
                  <a:lnTo>
                    <a:pt x="1217582" y="517698"/>
                  </a:lnTo>
                  <a:lnTo>
                    <a:pt x="1289205" y="543286"/>
                  </a:lnTo>
                  <a:lnTo>
                    <a:pt x="1360827" y="568397"/>
                  </a:lnTo>
                  <a:lnTo>
                    <a:pt x="1432450" y="593038"/>
                  </a:lnTo>
                  <a:lnTo>
                    <a:pt x="1504073" y="617219"/>
                  </a:lnTo>
                  <a:lnTo>
                    <a:pt x="1575695" y="640947"/>
                  </a:lnTo>
                  <a:lnTo>
                    <a:pt x="1647318" y="664233"/>
                  </a:lnTo>
                  <a:lnTo>
                    <a:pt x="1718940" y="687083"/>
                  </a:lnTo>
                  <a:lnTo>
                    <a:pt x="1790563" y="709507"/>
                  </a:lnTo>
                  <a:lnTo>
                    <a:pt x="1862185" y="731511"/>
                  </a:lnTo>
                  <a:lnTo>
                    <a:pt x="1933808" y="753104"/>
                  </a:lnTo>
                  <a:lnTo>
                    <a:pt x="2005430" y="774294"/>
                  </a:lnTo>
                  <a:lnTo>
                    <a:pt x="2077053" y="795087"/>
                  </a:lnTo>
                  <a:lnTo>
                    <a:pt x="2148675" y="815493"/>
                  </a:lnTo>
                  <a:lnTo>
                    <a:pt x="2220298" y="835516"/>
                  </a:lnTo>
                  <a:lnTo>
                    <a:pt x="2291920" y="855166"/>
                  </a:lnTo>
                  <a:lnTo>
                    <a:pt x="2363543" y="874449"/>
                  </a:lnTo>
                  <a:lnTo>
                    <a:pt x="2435165" y="893371"/>
                  </a:lnTo>
                  <a:lnTo>
                    <a:pt x="2506788" y="911939"/>
                  </a:lnTo>
                  <a:lnTo>
                    <a:pt x="2578410" y="930161"/>
                  </a:lnTo>
                  <a:lnTo>
                    <a:pt x="2650033" y="948042"/>
                  </a:lnTo>
                  <a:lnTo>
                    <a:pt x="2721655" y="965589"/>
                  </a:lnTo>
                  <a:lnTo>
                    <a:pt x="2793278" y="982808"/>
                  </a:lnTo>
                  <a:lnTo>
                    <a:pt x="2864901" y="999705"/>
                  </a:lnTo>
                  <a:lnTo>
                    <a:pt x="2936523" y="1016287"/>
                  </a:lnTo>
                  <a:lnTo>
                    <a:pt x="3008146" y="1032559"/>
                  </a:lnTo>
                  <a:lnTo>
                    <a:pt x="3079768" y="1048526"/>
                  </a:lnTo>
                  <a:lnTo>
                    <a:pt x="3151391" y="1058330"/>
                  </a:lnTo>
                  <a:lnTo>
                    <a:pt x="3223013" y="1060045"/>
                  </a:lnTo>
                  <a:lnTo>
                    <a:pt x="3294636" y="1061757"/>
                  </a:lnTo>
                  <a:lnTo>
                    <a:pt x="3366258" y="1063465"/>
                  </a:lnTo>
                  <a:lnTo>
                    <a:pt x="3437881" y="1065169"/>
                  </a:lnTo>
                  <a:lnTo>
                    <a:pt x="3509503" y="1066870"/>
                  </a:lnTo>
                  <a:lnTo>
                    <a:pt x="3581126" y="1068568"/>
                  </a:lnTo>
                  <a:lnTo>
                    <a:pt x="3652748" y="1070262"/>
                  </a:lnTo>
                  <a:lnTo>
                    <a:pt x="3724371" y="1071952"/>
                  </a:lnTo>
                  <a:lnTo>
                    <a:pt x="3795993" y="1073639"/>
                  </a:lnTo>
                  <a:lnTo>
                    <a:pt x="3867616" y="1075323"/>
                  </a:lnTo>
                  <a:lnTo>
                    <a:pt x="3939238" y="1077003"/>
                  </a:lnTo>
                  <a:lnTo>
                    <a:pt x="4010861" y="1078679"/>
                  </a:lnTo>
                  <a:lnTo>
                    <a:pt x="4082483" y="1080352"/>
                  </a:lnTo>
                  <a:lnTo>
                    <a:pt x="4154106" y="1082022"/>
                  </a:lnTo>
                  <a:lnTo>
                    <a:pt x="4225729" y="1083688"/>
                  </a:lnTo>
                  <a:lnTo>
                    <a:pt x="4297351" y="1085351"/>
                  </a:lnTo>
                  <a:lnTo>
                    <a:pt x="4368974" y="1087010"/>
                  </a:lnTo>
                  <a:lnTo>
                    <a:pt x="4440596" y="1088666"/>
                  </a:lnTo>
                  <a:lnTo>
                    <a:pt x="4512219" y="1090318"/>
                  </a:lnTo>
                  <a:lnTo>
                    <a:pt x="4583841" y="1091967"/>
                  </a:lnTo>
                  <a:lnTo>
                    <a:pt x="4655464" y="1093612"/>
                  </a:lnTo>
                  <a:lnTo>
                    <a:pt x="4727086" y="1095255"/>
                  </a:lnTo>
                  <a:lnTo>
                    <a:pt x="4798709" y="1096893"/>
                  </a:lnTo>
                  <a:lnTo>
                    <a:pt x="4870331" y="1098529"/>
                  </a:lnTo>
                  <a:lnTo>
                    <a:pt x="4941954" y="1100161"/>
                  </a:lnTo>
                  <a:lnTo>
                    <a:pt x="5013576" y="1101789"/>
                  </a:lnTo>
                  <a:lnTo>
                    <a:pt x="5085199" y="1103414"/>
                  </a:lnTo>
                  <a:lnTo>
                    <a:pt x="5156821" y="1105036"/>
                  </a:lnTo>
                  <a:lnTo>
                    <a:pt x="5228444" y="1106655"/>
                  </a:lnTo>
                  <a:lnTo>
                    <a:pt x="5300066" y="1108270"/>
                  </a:lnTo>
                  <a:lnTo>
                    <a:pt x="5371689" y="1109882"/>
                  </a:lnTo>
                  <a:lnTo>
                    <a:pt x="5443311" y="1111490"/>
                  </a:lnTo>
                  <a:lnTo>
                    <a:pt x="5514934" y="1113095"/>
                  </a:lnTo>
                  <a:lnTo>
                    <a:pt x="5586557" y="1114697"/>
                  </a:lnTo>
                  <a:lnTo>
                    <a:pt x="5658179" y="1116296"/>
                  </a:lnTo>
                  <a:lnTo>
                    <a:pt x="5729802" y="1117891"/>
                  </a:lnTo>
                  <a:lnTo>
                    <a:pt x="5801424" y="1119483"/>
                  </a:lnTo>
                  <a:lnTo>
                    <a:pt x="5873047" y="1121071"/>
                  </a:lnTo>
                  <a:lnTo>
                    <a:pt x="5944669" y="1122656"/>
                  </a:lnTo>
                  <a:lnTo>
                    <a:pt x="6016292" y="1124238"/>
                  </a:lnTo>
                  <a:lnTo>
                    <a:pt x="6087914" y="1125817"/>
                  </a:lnTo>
                  <a:lnTo>
                    <a:pt x="6159537" y="1127393"/>
                  </a:lnTo>
                  <a:lnTo>
                    <a:pt x="6231159" y="1128965"/>
                  </a:lnTo>
                  <a:lnTo>
                    <a:pt x="6302782" y="1130534"/>
                  </a:lnTo>
                  <a:lnTo>
                    <a:pt x="6374404" y="1132100"/>
                  </a:lnTo>
                  <a:lnTo>
                    <a:pt x="6446027" y="1133662"/>
                  </a:lnTo>
                  <a:lnTo>
                    <a:pt x="6517649" y="1135221"/>
                  </a:lnTo>
                  <a:lnTo>
                    <a:pt x="6589272" y="1136777"/>
                  </a:lnTo>
                  <a:lnTo>
                    <a:pt x="6660894" y="1138330"/>
                  </a:lnTo>
                  <a:lnTo>
                    <a:pt x="6732517" y="1139880"/>
                  </a:lnTo>
                  <a:lnTo>
                    <a:pt x="6804139" y="1141426"/>
                  </a:lnTo>
                  <a:lnTo>
                    <a:pt x="6875762" y="1142969"/>
                  </a:lnTo>
                  <a:lnTo>
                    <a:pt x="6947385" y="1144509"/>
                  </a:lnTo>
                  <a:lnTo>
                    <a:pt x="7019007" y="1146046"/>
                  </a:lnTo>
                  <a:lnTo>
                    <a:pt x="7090630" y="11475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49417"/>
              <a:ext cx="7090630" cy="616248"/>
            </a:xfrm>
            <a:custGeom>
              <a:avLst/>
              <a:pathLst>
                <a:path w="7090630" h="616248">
                  <a:moveTo>
                    <a:pt x="7090630" y="616248"/>
                  </a:moveTo>
                  <a:lnTo>
                    <a:pt x="7019007" y="610696"/>
                  </a:lnTo>
                  <a:lnTo>
                    <a:pt x="6947385" y="605038"/>
                  </a:lnTo>
                  <a:lnTo>
                    <a:pt x="6875762" y="599272"/>
                  </a:lnTo>
                  <a:lnTo>
                    <a:pt x="6804139" y="593396"/>
                  </a:lnTo>
                  <a:lnTo>
                    <a:pt x="6732517" y="587409"/>
                  </a:lnTo>
                  <a:lnTo>
                    <a:pt x="6660894" y="581307"/>
                  </a:lnTo>
                  <a:lnTo>
                    <a:pt x="6589272" y="575089"/>
                  </a:lnTo>
                  <a:lnTo>
                    <a:pt x="6517649" y="568753"/>
                  </a:lnTo>
                  <a:lnTo>
                    <a:pt x="6446027" y="562296"/>
                  </a:lnTo>
                  <a:lnTo>
                    <a:pt x="6374404" y="555717"/>
                  </a:lnTo>
                  <a:lnTo>
                    <a:pt x="6302782" y="549012"/>
                  </a:lnTo>
                  <a:lnTo>
                    <a:pt x="6231159" y="542179"/>
                  </a:lnTo>
                  <a:lnTo>
                    <a:pt x="6159537" y="535216"/>
                  </a:lnTo>
                  <a:lnTo>
                    <a:pt x="6087914" y="528121"/>
                  </a:lnTo>
                  <a:lnTo>
                    <a:pt x="6016292" y="520890"/>
                  </a:lnTo>
                  <a:lnTo>
                    <a:pt x="5944669" y="513522"/>
                  </a:lnTo>
                  <a:lnTo>
                    <a:pt x="5873047" y="506013"/>
                  </a:lnTo>
                  <a:lnTo>
                    <a:pt x="5801424" y="498362"/>
                  </a:lnTo>
                  <a:lnTo>
                    <a:pt x="5729802" y="490565"/>
                  </a:lnTo>
                  <a:lnTo>
                    <a:pt x="5658179" y="482619"/>
                  </a:lnTo>
                  <a:lnTo>
                    <a:pt x="5586557" y="474522"/>
                  </a:lnTo>
                  <a:lnTo>
                    <a:pt x="5514934" y="466271"/>
                  </a:lnTo>
                  <a:lnTo>
                    <a:pt x="5443311" y="457862"/>
                  </a:lnTo>
                  <a:lnTo>
                    <a:pt x="5371689" y="449294"/>
                  </a:lnTo>
                  <a:lnTo>
                    <a:pt x="5300066" y="440563"/>
                  </a:lnTo>
                  <a:lnTo>
                    <a:pt x="5228444" y="431665"/>
                  </a:lnTo>
                  <a:lnTo>
                    <a:pt x="5156821" y="422597"/>
                  </a:lnTo>
                  <a:lnTo>
                    <a:pt x="5085199" y="413357"/>
                  </a:lnTo>
                  <a:lnTo>
                    <a:pt x="5013576" y="403942"/>
                  </a:lnTo>
                  <a:lnTo>
                    <a:pt x="4941954" y="394346"/>
                  </a:lnTo>
                  <a:lnTo>
                    <a:pt x="4870331" y="384569"/>
                  </a:lnTo>
                  <a:lnTo>
                    <a:pt x="4798709" y="374604"/>
                  </a:lnTo>
                  <a:lnTo>
                    <a:pt x="4727086" y="364451"/>
                  </a:lnTo>
                  <a:lnTo>
                    <a:pt x="4655464" y="354104"/>
                  </a:lnTo>
                  <a:lnTo>
                    <a:pt x="4583841" y="343559"/>
                  </a:lnTo>
                  <a:lnTo>
                    <a:pt x="4512219" y="332814"/>
                  </a:lnTo>
                  <a:lnTo>
                    <a:pt x="4440596" y="321865"/>
                  </a:lnTo>
                  <a:lnTo>
                    <a:pt x="4368974" y="310707"/>
                  </a:lnTo>
                  <a:lnTo>
                    <a:pt x="4297351" y="299336"/>
                  </a:lnTo>
                  <a:lnTo>
                    <a:pt x="4225729" y="287749"/>
                  </a:lnTo>
                  <a:lnTo>
                    <a:pt x="4154106" y="275941"/>
                  </a:lnTo>
                  <a:lnTo>
                    <a:pt x="4082483" y="263909"/>
                  </a:lnTo>
                  <a:lnTo>
                    <a:pt x="4010861" y="251647"/>
                  </a:lnTo>
                  <a:lnTo>
                    <a:pt x="3939238" y="239152"/>
                  </a:lnTo>
                  <a:lnTo>
                    <a:pt x="3867616" y="226419"/>
                  </a:lnTo>
                  <a:lnTo>
                    <a:pt x="3795993" y="213443"/>
                  </a:lnTo>
                  <a:lnTo>
                    <a:pt x="3724371" y="200220"/>
                  </a:lnTo>
                  <a:lnTo>
                    <a:pt x="3652748" y="186746"/>
                  </a:lnTo>
                  <a:lnTo>
                    <a:pt x="3581126" y="173015"/>
                  </a:lnTo>
                  <a:lnTo>
                    <a:pt x="3509503" y="159022"/>
                  </a:lnTo>
                  <a:lnTo>
                    <a:pt x="3437881" y="144763"/>
                  </a:lnTo>
                  <a:lnTo>
                    <a:pt x="3366258" y="130233"/>
                  </a:lnTo>
                  <a:lnTo>
                    <a:pt x="3294636" y="115426"/>
                  </a:lnTo>
                  <a:lnTo>
                    <a:pt x="3223013" y="100336"/>
                  </a:lnTo>
                  <a:lnTo>
                    <a:pt x="3151391" y="84960"/>
                  </a:lnTo>
                  <a:lnTo>
                    <a:pt x="3079768" y="77376"/>
                  </a:lnTo>
                  <a:lnTo>
                    <a:pt x="3008146" y="75654"/>
                  </a:lnTo>
                  <a:lnTo>
                    <a:pt x="2936523" y="73928"/>
                  </a:lnTo>
                  <a:lnTo>
                    <a:pt x="2864901" y="72198"/>
                  </a:lnTo>
                  <a:lnTo>
                    <a:pt x="2793278" y="70465"/>
                  </a:lnTo>
                  <a:lnTo>
                    <a:pt x="2721655" y="68729"/>
                  </a:lnTo>
                  <a:lnTo>
                    <a:pt x="2650033" y="66988"/>
                  </a:lnTo>
                  <a:lnTo>
                    <a:pt x="2578410" y="65245"/>
                  </a:lnTo>
                  <a:lnTo>
                    <a:pt x="2506788" y="63497"/>
                  </a:lnTo>
                  <a:lnTo>
                    <a:pt x="2435165" y="61746"/>
                  </a:lnTo>
                  <a:lnTo>
                    <a:pt x="2363543" y="59991"/>
                  </a:lnTo>
                  <a:lnTo>
                    <a:pt x="2291920" y="58233"/>
                  </a:lnTo>
                  <a:lnTo>
                    <a:pt x="2220298" y="56471"/>
                  </a:lnTo>
                  <a:lnTo>
                    <a:pt x="2148675" y="54706"/>
                  </a:lnTo>
                  <a:lnTo>
                    <a:pt x="2077053" y="52936"/>
                  </a:lnTo>
                  <a:lnTo>
                    <a:pt x="2005430" y="51163"/>
                  </a:lnTo>
                  <a:lnTo>
                    <a:pt x="1933808" y="49387"/>
                  </a:lnTo>
                  <a:lnTo>
                    <a:pt x="1862185" y="47606"/>
                  </a:lnTo>
                  <a:lnTo>
                    <a:pt x="1790563" y="45822"/>
                  </a:lnTo>
                  <a:lnTo>
                    <a:pt x="1718940" y="44035"/>
                  </a:lnTo>
                  <a:lnTo>
                    <a:pt x="1647318" y="42243"/>
                  </a:lnTo>
                  <a:lnTo>
                    <a:pt x="1575695" y="40448"/>
                  </a:lnTo>
                  <a:lnTo>
                    <a:pt x="1504073" y="38649"/>
                  </a:lnTo>
                  <a:lnTo>
                    <a:pt x="1432450" y="36847"/>
                  </a:lnTo>
                  <a:lnTo>
                    <a:pt x="1360827" y="35040"/>
                  </a:lnTo>
                  <a:lnTo>
                    <a:pt x="1289205" y="33230"/>
                  </a:lnTo>
                  <a:lnTo>
                    <a:pt x="1217582" y="31416"/>
                  </a:lnTo>
                  <a:lnTo>
                    <a:pt x="1145960" y="29599"/>
                  </a:lnTo>
                  <a:lnTo>
                    <a:pt x="1074337" y="27778"/>
                  </a:lnTo>
                  <a:lnTo>
                    <a:pt x="1002715" y="25952"/>
                  </a:lnTo>
                  <a:lnTo>
                    <a:pt x="931092" y="24123"/>
                  </a:lnTo>
                  <a:lnTo>
                    <a:pt x="859470" y="22291"/>
                  </a:lnTo>
                  <a:lnTo>
                    <a:pt x="787847" y="20454"/>
                  </a:lnTo>
                  <a:lnTo>
                    <a:pt x="716225" y="18614"/>
                  </a:lnTo>
                  <a:lnTo>
                    <a:pt x="644602" y="16770"/>
                  </a:lnTo>
                  <a:lnTo>
                    <a:pt x="572980" y="14922"/>
                  </a:lnTo>
                  <a:lnTo>
                    <a:pt x="501357" y="13070"/>
                  </a:lnTo>
                  <a:lnTo>
                    <a:pt x="429735" y="11214"/>
                  </a:lnTo>
                  <a:lnTo>
                    <a:pt x="358112" y="9355"/>
                  </a:lnTo>
                  <a:lnTo>
                    <a:pt x="286490" y="7492"/>
                  </a:lnTo>
                  <a:lnTo>
                    <a:pt x="214867" y="5624"/>
                  </a:lnTo>
                  <a:lnTo>
                    <a:pt x="143245" y="3753"/>
                  </a:lnTo>
                  <a:lnTo>
                    <a:pt x="71622" y="18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48380"/>
              <a:ext cx="7090630" cy="844518"/>
            </a:xfrm>
            <a:custGeom>
              <a:avLst/>
              <a:pathLst>
                <a:path w="7090630" h="844518">
                  <a:moveTo>
                    <a:pt x="0" y="0"/>
                  </a:moveTo>
                  <a:lnTo>
                    <a:pt x="71622" y="13629"/>
                  </a:lnTo>
                  <a:lnTo>
                    <a:pt x="143245" y="27116"/>
                  </a:lnTo>
                  <a:lnTo>
                    <a:pt x="214867" y="40462"/>
                  </a:lnTo>
                  <a:lnTo>
                    <a:pt x="286490" y="53670"/>
                  </a:lnTo>
                  <a:lnTo>
                    <a:pt x="358112" y="66740"/>
                  </a:lnTo>
                  <a:lnTo>
                    <a:pt x="429735" y="79675"/>
                  </a:lnTo>
                  <a:lnTo>
                    <a:pt x="501357" y="92474"/>
                  </a:lnTo>
                  <a:lnTo>
                    <a:pt x="572980" y="105140"/>
                  </a:lnTo>
                  <a:lnTo>
                    <a:pt x="644602" y="117674"/>
                  </a:lnTo>
                  <a:lnTo>
                    <a:pt x="716225" y="130078"/>
                  </a:lnTo>
                  <a:lnTo>
                    <a:pt x="787847" y="142353"/>
                  </a:lnTo>
                  <a:lnTo>
                    <a:pt x="859470" y="154499"/>
                  </a:lnTo>
                  <a:lnTo>
                    <a:pt x="931092" y="166520"/>
                  </a:lnTo>
                  <a:lnTo>
                    <a:pt x="1002715" y="178415"/>
                  </a:lnTo>
                  <a:lnTo>
                    <a:pt x="1074337" y="190186"/>
                  </a:lnTo>
                  <a:lnTo>
                    <a:pt x="1145960" y="201835"/>
                  </a:lnTo>
                  <a:lnTo>
                    <a:pt x="1217582" y="213362"/>
                  </a:lnTo>
                  <a:lnTo>
                    <a:pt x="1289205" y="224770"/>
                  </a:lnTo>
                  <a:lnTo>
                    <a:pt x="1360827" y="236058"/>
                  </a:lnTo>
                  <a:lnTo>
                    <a:pt x="1432450" y="247229"/>
                  </a:lnTo>
                  <a:lnTo>
                    <a:pt x="1504073" y="258284"/>
                  </a:lnTo>
                  <a:lnTo>
                    <a:pt x="1575695" y="269224"/>
                  </a:lnTo>
                  <a:lnTo>
                    <a:pt x="1647318" y="280049"/>
                  </a:lnTo>
                  <a:lnTo>
                    <a:pt x="1718940" y="290762"/>
                  </a:lnTo>
                  <a:lnTo>
                    <a:pt x="1790563" y="301364"/>
                  </a:lnTo>
                  <a:lnTo>
                    <a:pt x="1862185" y="311855"/>
                  </a:lnTo>
                  <a:lnTo>
                    <a:pt x="1933808" y="322236"/>
                  </a:lnTo>
                  <a:lnTo>
                    <a:pt x="2005430" y="332510"/>
                  </a:lnTo>
                  <a:lnTo>
                    <a:pt x="2077053" y="342677"/>
                  </a:lnTo>
                  <a:lnTo>
                    <a:pt x="2148675" y="352738"/>
                  </a:lnTo>
                  <a:lnTo>
                    <a:pt x="2220298" y="362694"/>
                  </a:lnTo>
                  <a:lnTo>
                    <a:pt x="2291920" y="372546"/>
                  </a:lnTo>
                  <a:lnTo>
                    <a:pt x="2363543" y="382296"/>
                  </a:lnTo>
                  <a:lnTo>
                    <a:pt x="2435165" y="391944"/>
                  </a:lnTo>
                  <a:lnTo>
                    <a:pt x="2506788" y="401492"/>
                  </a:lnTo>
                  <a:lnTo>
                    <a:pt x="2578410" y="410940"/>
                  </a:lnTo>
                  <a:lnTo>
                    <a:pt x="2650033" y="420290"/>
                  </a:lnTo>
                  <a:lnTo>
                    <a:pt x="2721655" y="429543"/>
                  </a:lnTo>
                  <a:lnTo>
                    <a:pt x="2793278" y="438699"/>
                  </a:lnTo>
                  <a:lnTo>
                    <a:pt x="2864901" y="447760"/>
                  </a:lnTo>
                  <a:lnTo>
                    <a:pt x="2936523" y="456727"/>
                  </a:lnTo>
                  <a:lnTo>
                    <a:pt x="3008146" y="465600"/>
                  </a:lnTo>
                  <a:lnTo>
                    <a:pt x="3079768" y="474381"/>
                  </a:lnTo>
                  <a:lnTo>
                    <a:pt x="3151391" y="483070"/>
                  </a:lnTo>
                  <a:lnTo>
                    <a:pt x="3223013" y="491669"/>
                  </a:lnTo>
                  <a:lnTo>
                    <a:pt x="3294636" y="500179"/>
                  </a:lnTo>
                  <a:lnTo>
                    <a:pt x="3366258" y="508599"/>
                  </a:lnTo>
                  <a:lnTo>
                    <a:pt x="3437881" y="516933"/>
                  </a:lnTo>
                  <a:lnTo>
                    <a:pt x="3509503" y="525179"/>
                  </a:lnTo>
                  <a:lnTo>
                    <a:pt x="3581126" y="533339"/>
                  </a:lnTo>
                  <a:lnTo>
                    <a:pt x="3652748" y="541415"/>
                  </a:lnTo>
                  <a:lnTo>
                    <a:pt x="3724371" y="549406"/>
                  </a:lnTo>
                  <a:lnTo>
                    <a:pt x="3795993" y="557314"/>
                  </a:lnTo>
                  <a:lnTo>
                    <a:pt x="3867616" y="565140"/>
                  </a:lnTo>
                  <a:lnTo>
                    <a:pt x="3939238" y="572885"/>
                  </a:lnTo>
                  <a:lnTo>
                    <a:pt x="4010861" y="580548"/>
                  </a:lnTo>
                  <a:lnTo>
                    <a:pt x="4082483" y="588132"/>
                  </a:lnTo>
                  <a:lnTo>
                    <a:pt x="4154106" y="595637"/>
                  </a:lnTo>
                  <a:lnTo>
                    <a:pt x="4225729" y="603064"/>
                  </a:lnTo>
                  <a:lnTo>
                    <a:pt x="4297351" y="610413"/>
                  </a:lnTo>
                  <a:lnTo>
                    <a:pt x="4368974" y="617686"/>
                  </a:lnTo>
                  <a:lnTo>
                    <a:pt x="4440596" y="624883"/>
                  </a:lnTo>
                  <a:lnTo>
                    <a:pt x="4512219" y="632006"/>
                  </a:lnTo>
                  <a:lnTo>
                    <a:pt x="4583841" y="639054"/>
                  </a:lnTo>
                  <a:lnTo>
                    <a:pt x="4655464" y="646028"/>
                  </a:lnTo>
                  <a:lnTo>
                    <a:pt x="4727086" y="652931"/>
                  </a:lnTo>
                  <a:lnTo>
                    <a:pt x="4798709" y="659761"/>
                  </a:lnTo>
                  <a:lnTo>
                    <a:pt x="4870331" y="666520"/>
                  </a:lnTo>
                  <a:lnTo>
                    <a:pt x="4941954" y="673209"/>
                  </a:lnTo>
                  <a:lnTo>
                    <a:pt x="5013576" y="679828"/>
                  </a:lnTo>
                  <a:lnTo>
                    <a:pt x="5085199" y="686378"/>
                  </a:lnTo>
                  <a:lnTo>
                    <a:pt x="5156821" y="692860"/>
                  </a:lnTo>
                  <a:lnTo>
                    <a:pt x="5228444" y="699274"/>
                  </a:lnTo>
                  <a:lnTo>
                    <a:pt x="5300066" y="705622"/>
                  </a:lnTo>
                  <a:lnTo>
                    <a:pt x="5371689" y="711903"/>
                  </a:lnTo>
                  <a:lnTo>
                    <a:pt x="5443311" y="718119"/>
                  </a:lnTo>
                  <a:lnTo>
                    <a:pt x="5514934" y="724271"/>
                  </a:lnTo>
                  <a:lnTo>
                    <a:pt x="5586557" y="730358"/>
                  </a:lnTo>
                  <a:lnTo>
                    <a:pt x="5658179" y="736382"/>
                  </a:lnTo>
                  <a:lnTo>
                    <a:pt x="5729802" y="742343"/>
                  </a:lnTo>
                  <a:lnTo>
                    <a:pt x="5801424" y="748242"/>
                  </a:lnTo>
                  <a:lnTo>
                    <a:pt x="5873047" y="754080"/>
                  </a:lnTo>
                  <a:lnTo>
                    <a:pt x="5944669" y="759857"/>
                  </a:lnTo>
                  <a:lnTo>
                    <a:pt x="6016292" y="765574"/>
                  </a:lnTo>
                  <a:lnTo>
                    <a:pt x="6087914" y="771231"/>
                  </a:lnTo>
                  <a:lnTo>
                    <a:pt x="6159537" y="776829"/>
                  </a:lnTo>
                  <a:lnTo>
                    <a:pt x="6231159" y="782370"/>
                  </a:lnTo>
                  <a:lnTo>
                    <a:pt x="6302782" y="787852"/>
                  </a:lnTo>
                  <a:lnTo>
                    <a:pt x="6374404" y="793277"/>
                  </a:lnTo>
                  <a:lnTo>
                    <a:pt x="6446027" y="798646"/>
                  </a:lnTo>
                  <a:lnTo>
                    <a:pt x="6517649" y="803959"/>
                  </a:lnTo>
                  <a:lnTo>
                    <a:pt x="6589272" y="809216"/>
                  </a:lnTo>
                  <a:lnTo>
                    <a:pt x="6660894" y="814419"/>
                  </a:lnTo>
                  <a:lnTo>
                    <a:pt x="6732517" y="819568"/>
                  </a:lnTo>
                  <a:lnTo>
                    <a:pt x="6804139" y="824663"/>
                  </a:lnTo>
                  <a:lnTo>
                    <a:pt x="6875762" y="829705"/>
                  </a:lnTo>
                  <a:lnTo>
                    <a:pt x="6947385" y="834694"/>
                  </a:lnTo>
                  <a:lnTo>
                    <a:pt x="7019007" y="839632"/>
                  </a:lnTo>
                  <a:lnTo>
                    <a:pt x="7090630" y="8445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1.14 (1.03-1.26), p_Bonf = 0.087 (n = 6)  |  per IQR decline (Δ = 28.1 %): 1.43 (1.07-1.90)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2071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2026-07-22T14:13:39Z</dcterms:modified>
  <cp:category/>
</cp:coreProperties>
</file>