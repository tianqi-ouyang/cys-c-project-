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06198"/>
            </a:xfrm>
            <a:custGeom>
              <a:avLst/>
              <a:pathLst>
                <a:path w="7090630" h="3506198">
                  <a:moveTo>
                    <a:pt x="0" y="2967759"/>
                  </a:moveTo>
                  <a:lnTo>
                    <a:pt x="71622" y="2964171"/>
                  </a:lnTo>
                  <a:lnTo>
                    <a:pt x="143245" y="2960564"/>
                  </a:lnTo>
                  <a:lnTo>
                    <a:pt x="214867" y="2956937"/>
                  </a:lnTo>
                  <a:lnTo>
                    <a:pt x="286490" y="2953292"/>
                  </a:lnTo>
                  <a:lnTo>
                    <a:pt x="358112" y="2949628"/>
                  </a:lnTo>
                  <a:lnTo>
                    <a:pt x="429735" y="2945945"/>
                  </a:lnTo>
                  <a:lnTo>
                    <a:pt x="501357" y="2942242"/>
                  </a:lnTo>
                  <a:lnTo>
                    <a:pt x="572980" y="2938520"/>
                  </a:lnTo>
                  <a:lnTo>
                    <a:pt x="644602" y="2934778"/>
                  </a:lnTo>
                  <a:lnTo>
                    <a:pt x="716225" y="2931017"/>
                  </a:lnTo>
                  <a:lnTo>
                    <a:pt x="787847" y="2927236"/>
                  </a:lnTo>
                  <a:lnTo>
                    <a:pt x="859470" y="2923435"/>
                  </a:lnTo>
                  <a:lnTo>
                    <a:pt x="931092" y="2919615"/>
                  </a:lnTo>
                  <a:lnTo>
                    <a:pt x="1002715" y="2915774"/>
                  </a:lnTo>
                  <a:lnTo>
                    <a:pt x="1074337" y="2911913"/>
                  </a:lnTo>
                  <a:lnTo>
                    <a:pt x="1145960" y="2908032"/>
                  </a:lnTo>
                  <a:lnTo>
                    <a:pt x="1217582" y="2904131"/>
                  </a:lnTo>
                  <a:lnTo>
                    <a:pt x="1289205" y="2900209"/>
                  </a:lnTo>
                  <a:lnTo>
                    <a:pt x="1360827" y="2896267"/>
                  </a:lnTo>
                  <a:lnTo>
                    <a:pt x="1432450" y="2892303"/>
                  </a:lnTo>
                  <a:lnTo>
                    <a:pt x="1504073" y="2888320"/>
                  </a:lnTo>
                  <a:lnTo>
                    <a:pt x="1575695" y="2884315"/>
                  </a:lnTo>
                  <a:lnTo>
                    <a:pt x="1647318" y="2880289"/>
                  </a:lnTo>
                  <a:lnTo>
                    <a:pt x="1718940" y="2876243"/>
                  </a:lnTo>
                  <a:lnTo>
                    <a:pt x="1790563" y="2872175"/>
                  </a:lnTo>
                  <a:lnTo>
                    <a:pt x="1862185" y="2868086"/>
                  </a:lnTo>
                  <a:lnTo>
                    <a:pt x="1933808" y="2863975"/>
                  </a:lnTo>
                  <a:lnTo>
                    <a:pt x="2005430" y="2859843"/>
                  </a:lnTo>
                  <a:lnTo>
                    <a:pt x="2077053" y="2855689"/>
                  </a:lnTo>
                  <a:lnTo>
                    <a:pt x="2148675" y="2851513"/>
                  </a:lnTo>
                  <a:lnTo>
                    <a:pt x="2220298" y="2847316"/>
                  </a:lnTo>
                  <a:lnTo>
                    <a:pt x="2291920" y="2843096"/>
                  </a:lnTo>
                  <a:lnTo>
                    <a:pt x="2363543" y="2838855"/>
                  </a:lnTo>
                  <a:lnTo>
                    <a:pt x="2435165" y="2834591"/>
                  </a:lnTo>
                  <a:lnTo>
                    <a:pt x="2506788" y="2830305"/>
                  </a:lnTo>
                  <a:lnTo>
                    <a:pt x="2578410" y="2825996"/>
                  </a:lnTo>
                  <a:lnTo>
                    <a:pt x="2650033" y="2821665"/>
                  </a:lnTo>
                  <a:lnTo>
                    <a:pt x="2721655" y="2817311"/>
                  </a:lnTo>
                  <a:lnTo>
                    <a:pt x="2793278" y="2812934"/>
                  </a:lnTo>
                  <a:lnTo>
                    <a:pt x="2864901" y="2808535"/>
                  </a:lnTo>
                  <a:lnTo>
                    <a:pt x="2936523" y="2804112"/>
                  </a:lnTo>
                  <a:lnTo>
                    <a:pt x="3008146" y="2799666"/>
                  </a:lnTo>
                  <a:lnTo>
                    <a:pt x="3079768" y="2795197"/>
                  </a:lnTo>
                  <a:lnTo>
                    <a:pt x="3151391" y="2790704"/>
                  </a:lnTo>
                  <a:lnTo>
                    <a:pt x="3223013" y="2786188"/>
                  </a:lnTo>
                  <a:lnTo>
                    <a:pt x="3294636" y="2773090"/>
                  </a:lnTo>
                  <a:lnTo>
                    <a:pt x="3366258" y="2738134"/>
                  </a:lnTo>
                  <a:lnTo>
                    <a:pt x="3437881" y="2701789"/>
                  </a:lnTo>
                  <a:lnTo>
                    <a:pt x="3509503" y="2664000"/>
                  </a:lnTo>
                  <a:lnTo>
                    <a:pt x="3581126" y="2624709"/>
                  </a:lnTo>
                  <a:lnTo>
                    <a:pt x="3652748" y="2583856"/>
                  </a:lnTo>
                  <a:lnTo>
                    <a:pt x="3724371" y="2541380"/>
                  </a:lnTo>
                  <a:lnTo>
                    <a:pt x="3795993" y="2497215"/>
                  </a:lnTo>
                  <a:lnTo>
                    <a:pt x="3867616" y="2451296"/>
                  </a:lnTo>
                  <a:lnTo>
                    <a:pt x="3939238" y="2403551"/>
                  </a:lnTo>
                  <a:lnTo>
                    <a:pt x="4010861" y="2353909"/>
                  </a:lnTo>
                  <a:lnTo>
                    <a:pt x="4082483" y="2302294"/>
                  </a:lnTo>
                  <a:lnTo>
                    <a:pt x="4154106" y="2248628"/>
                  </a:lnTo>
                  <a:lnTo>
                    <a:pt x="4225729" y="2192829"/>
                  </a:lnTo>
                  <a:lnTo>
                    <a:pt x="4297351" y="2134812"/>
                  </a:lnTo>
                  <a:lnTo>
                    <a:pt x="4368974" y="2074489"/>
                  </a:lnTo>
                  <a:lnTo>
                    <a:pt x="4440596" y="2011770"/>
                  </a:lnTo>
                  <a:lnTo>
                    <a:pt x="4512219" y="1946557"/>
                  </a:lnTo>
                  <a:lnTo>
                    <a:pt x="4583841" y="1878753"/>
                  </a:lnTo>
                  <a:lnTo>
                    <a:pt x="4655464" y="1808254"/>
                  </a:lnTo>
                  <a:lnTo>
                    <a:pt x="4727086" y="1734953"/>
                  </a:lnTo>
                  <a:lnTo>
                    <a:pt x="4798709" y="1658739"/>
                  </a:lnTo>
                  <a:lnTo>
                    <a:pt x="4870331" y="1579497"/>
                  </a:lnTo>
                  <a:lnTo>
                    <a:pt x="4941954" y="1497105"/>
                  </a:lnTo>
                  <a:lnTo>
                    <a:pt x="5013576" y="1411438"/>
                  </a:lnTo>
                  <a:lnTo>
                    <a:pt x="5085199" y="1322367"/>
                  </a:lnTo>
                  <a:lnTo>
                    <a:pt x="5156821" y="1229756"/>
                  </a:lnTo>
                  <a:lnTo>
                    <a:pt x="5228444" y="1133464"/>
                  </a:lnTo>
                  <a:lnTo>
                    <a:pt x="5300066" y="1033345"/>
                  </a:lnTo>
                  <a:lnTo>
                    <a:pt x="5371689" y="929248"/>
                  </a:lnTo>
                  <a:lnTo>
                    <a:pt x="5443311" y="821013"/>
                  </a:lnTo>
                  <a:lnTo>
                    <a:pt x="5514934" y="708477"/>
                  </a:lnTo>
                  <a:lnTo>
                    <a:pt x="5586557" y="591468"/>
                  </a:lnTo>
                  <a:lnTo>
                    <a:pt x="5658179" y="469810"/>
                  </a:lnTo>
                  <a:lnTo>
                    <a:pt x="5729802" y="343316"/>
                  </a:lnTo>
                  <a:lnTo>
                    <a:pt x="5801424" y="211795"/>
                  </a:lnTo>
                  <a:lnTo>
                    <a:pt x="5873047" y="75046"/>
                  </a:lnTo>
                  <a:lnTo>
                    <a:pt x="5910850" y="0"/>
                  </a:lnTo>
                  <a:lnTo>
                    <a:pt x="7090630" y="0"/>
                  </a:lnTo>
                  <a:lnTo>
                    <a:pt x="7090630" y="2503694"/>
                  </a:lnTo>
                  <a:lnTo>
                    <a:pt x="7019007" y="2509682"/>
                  </a:lnTo>
                  <a:lnTo>
                    <a:pt x="6947385" y="2515640"/>
                  </a:lnTo>
                  <a:lnTo>
                    <a:pt x="6875762" y="2521566"/>
                  </a:lnTo>
                  <a:lnTo>
                    <a:pt x="6804139" y="2527461"/>
                  </a:lnTo>
                  <a:lnTo>
                    <a:pt x="6732517" y="2533326"/>
                  </a:lnTo>
                  <a:lnTo>
                    <a:pt x="6660894" y="2539160"/>
                  </a:lnTo>
                  <a:lnTo>
                    <a:pt x="6589272" y="2544964"/>
                  </a:lnTo>
                  <a:lnTo>
                    <a:pt x="6517649" y="2550737"/>
                  </a:lnTo>
                  <a:lnTo>
                    <a:pt x="6446027" y="2556480"/>
                  </a:lnTo>
                  <a:lnTo>
                    <a:pt x="6374404" y="2562194"/>
                  </a:lnTo>
                  <a:lnTo>
                    <a:pt x="6302782" y="2567877"/>
                  </a:lnTo>
                  <a:lnTo>
                    <a:pt x="6231159" y="2573531"/>
                  </a:lnTo>
                  <a:lnTo>
                    <a:pt x="6159537" y="2579156"/>
                  </a:lnTo>
                  <a:lnTo>
                    <a:pt x="6087914" y="2584751"/>
                  </a:lnTo>
                  <a:lnTo>
                    <a:pt x="6016292" y="2590317"/>
                  </a:lnTo>
                  <a:lnTo>
                    <a:pt x="5944669" y="2595854"/>
                  </a:lnTo>
                  <a:lnTo>
                    <a:pt x="5873047" y="2601362"/>
                  </a:lnTo>
                  <a:lnTo>
                    <a:pt x="5801424" y="2606842"/>
                  </a:lnTo>
                  <a:lnTo>
                    <a:pt x="5729802" y="2612293"/>
                  </a:lnTo>
                  <a:lnTo>
                    <a:pt x="5658179" y="2617715"/>
                  </a:lnTo>
                  <a:lnTo>
                    <a:pt x="5586557" y="2623109"/>
                  </a:lnTo>
                  <a:lnTo>
                    <a:pt x="5514934" y="2628475"/>
                  </a:lnTo>
                  <a:lnTo>
                    <a:pt x="5443311" y="2633814"/>
                  </a:lnTo>
                  <a:lnTo>
                    <a:pt x="5371689" y="2639124"/>
                  </a:lnTo>
                  <a:lnTo>
                    <a:pt x="5300066" y="2644406"/>
                  </a:lnTo>
                  <a:lnTo>
                    <a:pt x="5228444" y="2649662"/>
                  </a:lnTo>
                  <a:lnTo>
                    <a:pt x="5156821" y="2654889"/>
                  </a:lnTo>
                  <a:lnTo>
                    <a:pt x="5085199" y="2660090"/>
                  </a:lnTo>
                  <a:lnTo>
                    <a:pt x="5013576" y="2665263"/>
                  </a:lnTo>
                  <a:lnTo>
                    <a:pt x="4941954" y="2670409"/>
                  </a:lnTo>
                  <a:lnTo>
                    <a:pt x="4870331" y="2675529"/>
                  </a:lnTo>
                  <a:lnTo>
                    <a:pt x="4798709" y="2680622"/>
                  </a:lnTo>
                  <a:lnTo>
                    <a:pt x="4727086" y="2685688"/>
                  </a:lnTo>
                  <a:lnTo>
                    <a:pt x="4655464" y="2690728"/>
                  </a:lnTo>
                  <a:lnTo>
                    <a:pt x="4583841" y="2695742"/>
                  </a:lnTo>
                  <a:lnTo>
                    <a:pt x="4512219" y="2700729"/>
                  </a:lnTo>
                  <a:lnTo>
                    <a:pt x="4440596" y="2705691"/>
                  </a:lnTo>
                  <a:lnTo>
                    <a:pt x="4368974" y="2710627"/>
                  </a:lnTo>
                  <a:lnTo>
                    <a:pt x="4297351" y="2715536"/>
                  </a:lnTo>
                  <a:lnTo>
                    <a:pt x="4225729" y="2720421"/>
                  </a:lnTo>
                  <a:lnTo>
                    <a:pt x="4154106" y="2725280"/>
                  </a:lnTo>
                  <a:lnTo>
                    <a:pt x="4082483" y="2730113"/>
                  </a:lnTo>
                  <a:lnTo>
                    <a:pt x="4010861" y="2734922"/>
                  </a:lnTo>
                  <a:lnTo>
                    <a:pt x="3939238" y="2739705"/>
                  </a:lnTo>
                  <a:lnTo>
                    <a:pt x="3867616" y="2744463"/>
                  </a:lnTo>
                  <a:lnTo>
                    <a:pt x="3795993" y="2749197"/>
                  </a:lnTo>
                  <a:lnTo>
                    <a:pt x="3724371" y="2753906"/>
                  </a:lnTo>
                  <a:lnTo>
                    <a:pt x="3652748" y="2758590"/>
                  </a:lnTo>
                  <a:lnTo>
                    <a:pt x="3581126" y="2763250"/>
                  </a:lnTo>
                  <a:lnTo>
                    <a:pt x="3509503" y="2767886"/>
                  </a:lnTo>
                  <a:lnTo>
                    <a:pt x="3437881" y="2772497"/>
                  </a:lnTo>
                  <a:lnTo>
                    <a:pt x="3366258" y="2777085"/>
                  </a:lnTo>
                  <a:lnTo>
                    <a:pt x="3294636" y="2781648"/>
                  </a:lnTo>
                  <a:lnTo>
                    <a:pt x="3223013" y="2806710"/>
                  </a:lnTo>
                  <a:lnTo>
                    <a:pt x="3151391" y="2839044"/>
                  </a:lnTo>
                  <a:lnTo>
                    <a:pt x="3079768" y="2870143"/>
                  </a:lnTo>
                  <a:lnTo>
                    <a:pt x="3008146" y="2900052"/>
                  </a:lnTo>
                  <a:lnTo>
                    <a:pt x="2936523" y="2928819"/>
                  </a:lnTo>
                  <a:lnTo>
                    <a:pt x="2864901" y="2956486"/>
                  </a:lnTo>
                  <a:lnTo>
                    <a:pt x="2793278" y="2983096"/>
                  </a:lnTo>
                  <a:lnTo>
                    <a:pt x="2721655" y="3008688"/>
                  </a:lnTo>
                  <a:lnTo>
                    <a:pt x="2650033" y="3033302"/>
                  </a:lnTo>
                  <a:lnTo>
                    <a:pt x="2578410" y="3056976"/>
                  </a:lnTo>
                  <a:lnTo>
                    <a:pt x="2506788" y="3079744"/>
                  </a:lnTo>
                  <a:lnTo>
                    <a:pt x="2435165" y="3101642"/>
                  </a:lnTo>
                  <a:lnTo>
                    <a:pt x="2363543" y="3122703"/>
                  </a:lnTo>
                  <a:lnTo>
                    <a:pt x="2291920" y="3142960"/>
                  </a:lnTo>
                  <a:lnTo>
                    <a:pt x="2220298" y="3162441"/>
                  </a:lnTo>
                  <a:lnTo>
                    <a:pt x="2148675" y="3181179"/>
                  </a:lnTo>
                  <a:lnTo>
                    <a:pt x="2077053" y="3199200"/>
                  </a:lnTo>
                  <a:lnTo>
                    <a:pt x="2005430" y="3216532"/>
                  </a:lnTo>
                  <a:lnTo>
                    <a:pt x="1933808" y="3233201"/>
                  </a:lnTo>
                  <a:lnTo>
                    <a:pt x="1862185" y="3249234"/>
                  </a:lnTo>
                  <a:lnTo>
                    <a:pt x="1790563" y="3264654"/>
                  </a:lnTo>
                  <a:lnTo>
                    <a:pt x="1718940" y="3279484"/>
                  </a:lnTo>
                  <a:lnTo>
                    <a:pt x="1647318" y="3293747"/>
                  </a:lnTo>
                  <a:lnTo>
                    <a:pt x="1575695" y="3307466"/>
                  </a:lnTo>
                  <a:lnTo>
                    <a:pt x="1504073" y="3320660"/>
                  </a:lnTo>
                  <a:lnTo>
                    <a:pt x="1432450" y="3333349"/>
                  </a:lnTo>
                  <a:lnTo>
                    <a:pt x="1360827" y="3345554"/>
                  </a:lnTo>
                  <a:lnTo>
                    <a:pt x="1289205" y="3357292"/>
                  </a:lnTo>
                  <a:lnTo>
                    <a:pt x="1217582" y="3368581"/>
                  </a:lnTo>
                  <a:lnTo>
                    <a:pt x="1145960" y="3379439"/>
                  </a:lnTo>
                  <a:lnTo>
                    <a:pt x="1074337" y="3389882"/>
                  </a:lnTo>
                  <a:lnTo>
                    <a:pt x="1002715" y="3399925"/>
                  </a:lnTo>
                  <a:lnTo>
                    <a:pt x="931092" y="3409585"/>
                  </a:lnTo>
                  <a:lnTo>
                    <a:pt x="859470" y="3418876"/>
                  </a:lnTo>
                  <a:lnTo>
                    <a:pt x="787847" y="3427811"/>
                  </a:lnTo>
                  <a:lnTo>
                    <a:pt x="716225" y="3436405"/>
                  </a:lnTo>
                  <a:lnTo>
                    <a:pt x="644602" y="3444670"/>
                  </a:lnTo>
                  <a:lnTo>
                    <a:pt x="572980" y="3452620"/>
                  </a:lnTo>
                  <a:lnTo>
                    <a:pt x="501357" y="3460265"/>
                  </a:lnTo>
                  <a:lnTo>
                    <a:pt x="429735" y="3467619"/>
                  </a:lnTo>
                  <a:lnTo>
                    <a:pt x="358112" y="3474691"/>
                  </a:lnTo>
                  <a:lnTo>
                    <a:pt x="286490" y="3481493"/>
                  </a:lnTo>
                  <a:lnTo>
                    <a:pt x="214867" y="3488035"/>
                  </a:lnTo>
                  <a:lnTo>
                    <a:pt x="143245" y="3494327"/>
                  </a:lnTo>
                  <a:lnTo>
                    <a:pt x="71622" y="3500378"/>
                  </a:lnTo>
                  <a:lnTo>
                    <a:pt x="0" y="350619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5910850" cy="2967759"/>
            </a:xfrm>
            <a:custGeom>
              <a:avLst/>
              <a:pathLst>
                <a:path w="5910850" h="2967759">
                  <a:moveTo>
                    <a:pt x="0" y="2967759"/>
                  </a:moveTo>
                  <a:lnTo>
                    <a:pt x="71622" y="2964171"/>
                  </a:lnTo>
                  <a:lnTo>
                    <a:pt x="143245" y="2960564"/>
                  </a:lnTo>
                  <a:lnTo>
                    <a:pt x="214867" y="2956937"/>
                  </a:lnTo>
                  <a:lnTo>
                    <a:pt x="286490" y="2953292"/>
                  </a:lnTo>
                  <a:lnTo>
                    <a:pt x="358112" y="2949628"/>
                  </a:lnTo>
                  <a:lnTo>
                    <a:pt x="429735" y="2945945"/>
                  </a:lnTo>
                  <a:lnTo>
                    <a:pt x="501357" y="2942242"/>
                  </a:lnTo>
                  <a:lnTo>
                    <a:pt x="572980" y="2938520"/>
                  </a:lnTo>
                  <a:lnTo>
                    <a:pt x="644602" y="2934778"/>
                  </a:lnTo>
                  <a:lnTo>
                    <a:pt x="716225" y="2931017"/>
                  </a:lnTo>
                  <a:lnTo>
                    <a:pt x="787847" y="2927236"/>
                  </a:lnTo>
                  <a:lnTo>
                    <a:pt x="859470" y="2923435"/>
                  </a:lnTo>
                  <a:lnTo>
                    <a:pt x="931092" y="2919615"/>
                  </a:lnTo>
                  <a:lnTo>
                    <a:pt x="1002715" y="2915774"/>
                  </a:lnTo>
                  <a:lnTo>
                    <a:pt x="1074337" y="2911913"/>
                  </a:lnTo>
                  <a:lnTo>
                    <a:pt x="1145960" y="2908032"/>
                  </a:lnTo>
                  <a:lnTo>
                    <a:pt x="1217582" y="2904131"/>
                  </a:lnTo>
                  <a:lnTo>
                    <a:pt x="1289205" y="2900209"/>
                  </a:lnTo>
                  <a:lnTo>
                    <a:pt x="1360827" y="2896267"/>
                  </a:lnTo>
                  <a:lnTo>
                    <a:pt x="1432450" y="2892303"/>
                  </a:lnTo>
                  <a:lnTo>
                    <a:pt x="1504073" y="2888320"/>
                  </a:lnTo>
                  <a:lnTo>
                    <a:pt x="1575695" y="2884315"/>
                  </a:lnTo>
                  <a:lnTo>
                    <a:pt x="1647318" y="2880289"/>
                  </a:lnTo>
                  <a:lnTo>
                    <a:pt x="1718940" y="2876243"/>
                  </a:lnTo>
                  <a:lnTo>
                    <a:pt x="1790563" y="2872175"/>
                  </a:lnTo>
                  <a:lnTo>
                    <a:pt x="1862185" y="2868086"/>
                  </a:lnTo>
                  <a:lnTo>
                    <a:pt x="1933808" y="2863975"/>
                  </a:lnTo>
                  <a:lnTo>
                    <a:pt x="2005430" y="2859843"/>
                  </a:lnTo>
                  <a:lnTo>
                    <a:pt x="2077053" y="2855689"/>
                  </a:lnTo>
                  <a:lnTo>
                    <a:pt x="2148675" y="2851513"/>
                  </a:lnTo>
                  <a:lnTo>
                    <a:pt x="2220298" y="2847316"/>
                  </a:lnTo>
                  <a:lnTo>
                    <a:pt x="2291920" y="2843096"/>
                  </a:lnTo>
                  <a:lnTo>
                    <a:pt x="2363543" y="2838855"/>
                  </a:lnTo>
                  <a:lnTo>
                    <a:pt x="2435165" y="2834591"/>
                  </a:lnTo>
                  <a:lnTo>
                    <a:pt x="2506788" y="2830305"/>
                  </a:lnTo>
                  <a:lnTo>
                    <a:pt x="2578410" y="2825996"/>
                  </a:lnTo>
                  <a:lnTo>
                    <a:pt x="2650033" y="2821665"/>
                  </a:lnTo>
                  <a:lnTo>
                    <a:pt x="2721655" y="2817311"/>
                  </a:lnTo>
                  <a:lnTo>
                    <a:pt x="2793278" y="2812934"/>
                  </a:lnTo>
                  <a:lnTo>
                    <a:pt x="2864901" y="2808535"/>
                  </a:lnTo>
                  <a:lnTo>
                    <a:pt x="2936523" y="2804112"/>
                  </a:lnTo>
                  <a:lnTo>
                    <a:pt x="3008146" y="2799666"/>
                  </a:lnTo>
                  <a:lnTo>
                    <a:pt x="3079768" y="2795197"/>
                  </a:lnTo>
                  <a:lnTo>
                    <a:pt x="3151391" y="2790704"/>
                  </a:lnTo>
                  <a:lnTo>
                    <a:pt x="3223013" y="2786188"/>
                  </a:lnTo>
                  <a:lnTo>
                    <a:pt x="3294636" y="2773090"/>
                  </a:lnTo>
                  <a:lnTo>
                    <a:pt x="3366258" y="2738134"/>
                  </a:lnTo>
                  <a:lnTo>
                    <a:pt x="3437881" y="2701789"/>
                  </a:lnTo>
                  <a:lnTo>
                    <a:pt x="3509503" y="2664000"/>
                  </a:lnTo>
                  <a:lnTo>
                    <a:pt x="3581126" y="2624709"/>
                  </a:lnTo>
                  <a:lnTo>
                    <a:pt x="3652748" y="2583856"/>
                  </a:lnTo>
                  <a:lnTo>
                    <a:pt x="3724371" y="2541380"/>
                  </a:lnTo>
                  <a:lnTo>
                    <a:pt x="3795993" y="2497215"/>
                  </a:lnTo>
                  <a:lnTo>
                    <a:pt x="3867616" y="2451296"/>
                  </a:lnTo>
                  <a:lnTo>
                    <a:pt x="3939238" y="2403551"/>
                  </a:lnTo>
                  <a:lnTo>
                    <a:pt x="4010861" y="2353909"/>
                  </a:lnTo>
                  <a:lnTo>
                    <a:pt x="4082483" y="2302294"/>
                  </a:lnTo>
                  <a:lnTo>
                    <a:pt x="4154106" y="2248628"/>
                  </a:lnTo>
                  <a:lnTo>
                    <a:pt x="4225729" y="2192829"/>
                  </a:lnTo>
                  <a:lnTo>
                    <a:pt x="4297351" y="2134812"/>
                  </a:lnTo>
                  <a:lnTo>
                    <a:pt x="4368974" y="2074489"/>
                  </a:lnTo>
                  <a:lnTo>
                    <a:pt x="4440596" y="2011770"/>
                  </a:lnTo>
                  <a:lnTo>
                    <a:pt x="4512219" y="1946557"/>
                  </a:lnTo>
                  <a:lnTo>
                    <a:pt x="4583841" y="1878753"/>
                  </a:lnTo>
                  <a:lnTo>
                    <a:pt x="4655464" y="1808254"/>
                  </a:lnTo>
                  <a:lnTo>
                    <a:pt x="4727086" y="1734953"/>
                  </a:lnTo>
                  <a:lnTo>
                    <a:pt x="4798709" y="1658739"/>
                  </a:lnTo>
                  <a:lnTo>
                    <a:pt x="4870331" y="1579497"/>
                  </a:lnTo>
                  <a:lnTo>
                    <a:pt x="4941954" y="1497105"/>
                  </a:lnTo>
                  <a:lnTo>
                    <a:pt x="5013576" y="1411438"/>
                  </a:lnTo>
                  <a:lnTo>
                    <a:pt x="5085199" y="1322367"/>
                  </a:lnTo>
                  <a:lnTo>
                    <a:pt x="5156821" y="1229756"/>
                  </a:lnTo>
                  <a:lnTo>
                    <a:pt x="5228444" y="1133464"/>
                  </a:lnTo>
                  <a:lnTo>
                    <a:pt x="5300066" y="1033345"/>
                  </a:lnTo>
                  <a:lnTo>
                    <a:pt x="5371689" y="929248"/>
                  </a:lnTo>
                  <a:lnTo>
                    <a:pt x="5443311" y="821013"/>
                  </a:lnTo>
                  <a:lnTo>
                    <a:pt x="5514934" y="708477"/>
                  </a:lnTo>
                  <a:lnTo>
                    <a:pt x="5586557" y="591468"/>
                  </a:lnTo>
                  <a:lnTo>
                    <a:pt x="5658179" y="469810"/>
                  </a:lnTo>
                  <a:lnTo>
                    <a:pt x="5729802" y="343316"/>
                  </a:lnTo>
                  <a:lnTo>
                    <a:pt x="5801424" y="211795"/>
                  </a:lnTo>
                  <a:lnTo>
                    <a:pt x="5873047" y="75046"/>
                  </a:lnTo>
                  <a:lnTo>
                    <a:pt x="591085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400257"/>
              <a:ext cx="7090630" cy="1002504"/>
            </a:xfrm>
            <a:custGeom>
              <a:avLst/>
              <a:pathLst>
                <a:path w="7090630" h="1002504">
                  <a:moveTo>
                    <a:pt x="7090630" y="0"/>
                  </a:moveTo>
                  <a:lnTo>
                    <a:pt x="7019007" y="5988"/>
                  </a:lnTo>
                  <a:lnTo>
                    <a:pt x="6947385" y="11945"/>
                  </a:lnTo>
                  <a:lnTo>
                    <a:pt x="6875762" y="17872"/>
                  </a:lnTo>
                  <a:lnTo>
                    <a:pt x="6804139" y="23767"/>
                  </a:lnTo>
                  <a:lnTo>
                    <a:pt x="6732517" y="29632"/>
                  </a:lnTo>
                  <a:lnTo>
                    <a:pt x="6660894" y="35466"/>
                  </a:lnTo>
                  <a:lnTo>
                    <a:pt x="6589272" y="41269"/>
                  </a:lnTo>
                  <a:lnTo>
                    <a:pt x="6517649" y="47043"/>
                  </a:lnTo>
                  <a:lnTo>
                    <a:pt x="6446027" y="52786"/>
                  </a:lnTo>
                  <a:lnTo>
                    <a:pt x="6374404" y="58499"/>
                  </a:lnTo>
                  <a:lnTo>
                    <a:pt x="6302782" y="64183"/>
                  </a:lnTo>
                  <a:lnTo>
                    <a:pt x="6231159" y="69837"/>
                  </a:lnTo>
                  <a:lnTo>
                    <a:pt x="6159537" y="75461"/>
                  </a:lnTo>
                  <a:lnTo>
                    <a:pt x="6087914" y="81057"/>
                  </a:lnTo>
                  <a:lnTo>
                    <a:pt x="6016292" y="86623"/>
                  </a:lnTo>
                  <a:lnTo>
                    <a:pt x="5944669" y="92160"/>
                  </a:lnTo>
                  <a:lnTo>
                    <a:pt x="5873047" y="97668"/>
                  </a:lnTo>
                  <a:lnTo>
                    <a:pt x="5801424" y="103147"/>
                  </a:lnTo>
                  <a:lnTo>
                    <a:pt x="5729802" y="108598"/>
                  </a:lnTo>
                  <a:lnTo>
                    <a:pt x="5658179" y="114021"/>
                  </a:lnTo>
                  <a:lnTo>
                    <a:pt x="5586557" y="119415"/>
                  </a:lnTo>
                  <a:lnTo>
                    <a:pt x="5514934" y="124781"/>
                  </a:lnTo>
                  <a:lnTo>
                    <a:pt x="5443311" y="130119"/>
                  </a:lnTo>
                  <a:lnTo>
                    <a:pt x="5371689" y="135429"/>
                  </a:lnTo>
                  <a:lnTo>
                    <a:pt x="5300066" y="140712"/>
                  </a:lnTo>
                  <a:lnTo>
                    <a:pt x="5228444" y="145967"/>
                  </a:lnTo>
                  <a:lnTo>
                    <a:pt x="5156821" y="151195"/>
                  </a:lnTo>
                  <a:lnTo>
                    <a:pt x="5085199" y="156395"/>
                  </a:lnTo>
                  <a:lnTo>
                    <a:pt x="5013576" y="161569"/>
                  </a:lnTo>
                  <a:lnTo>
                    <a:pt x="4941954" y="166715"/>
                  </a:lnTo>
                  <a:lnTo>
                    <a:pt x="4870331" y="171835"/>
                  </a:lnTo>
                  <a:lnTo>
                    <a:pt x="4798709" y="176928"/>
                  </a:lnTo>
                  <a:lnTo>
                    <a:pt x="4727086" y="181994"/>
                  </a:lnTo>
                  <a:lnTo>
                    <a:pt x="4655464" y="187034"/>
                  </a:lnTo>
                  <a:lnTo>
                    <a:pt x="4583841" y="192047"/>
                  </a:lnTo>
                  <a:lnTo>
                    <a:pt x="4512219" y="197035"/>
                  </a:lnTo>
                  <a:lnTo>
                    <a:pt x="4440596" y="201997"/>
                  </a:lnTo>
                  <a:lnTo>
                    <a:pt x="4368974" y="206932"/>
                  </a:lnTo>
                  <a:lnTo>
                    <a:pt x="4297351" y="211842"/>
                  </a:lnTo>
                  <a:lnTo>
                    <a:pt x="4225729" y="216726"/>
                  </a:lnTo>
                  <a:lnTo>
                    <a:pt x="4154106" y="221585"/>
                  </a:lnTo>
                  <a:lnTo>
                    <a:pt x="4082483" y="226419"/>
                  </a:lnTo>
                  <a:lnTo>
                    <a:pt x="4010861" y="231227"/>
                  </a:lnTo>
                  <a:lnTo>
                    <a:pt x="3939238" y="236011"/>
                  </a:lnTo>
                  <a:lnTo>
                    <a:pt x="3867616" y="240769"/>
                  </a:lnTo>
                  <a:lnTo>
                    <a:pt x="3795993" y="245503"/>
                  </a:lnTo>
                  <a:lnTo>
                    <a:pt x="3724371" y="250212"/>
                  </a:lnTo>
                  <a:lnTo>
                    <a:pt x="3652748" y="254896"/>
                  </a:lnTo>
                  <a:lnTo>
                    <a:pt x="3581126" y="259556"/>
                  </a:lnTo>
                  <a:lnTo>
                    <a:pt x="3509503" y="264192"/>
                  </a:lnTo>
                  <a:lnTo>
                    <a:pt x="3437881" y="268803"/>
                  </a:lnTo>
                  <a:lnTo>
                    <a:pt x="3366258" y="273390"/>
                  </a:lnTo>
                  <a:lnTo>
                    <a:pt x="3294636" y="277954"/>
                  </a:lnTo>
                  <a:lnTo>
                    <a:pt x="3223013" y="303015"/>
                  </a:lnTo>
                  <a:lnTo>
                    <a:pt x="3151391" y="335350"/>
                  </a:lnTo>
                  <a:lnTo>
                    <a:pt x="3079768" y="366448"/>
                  </a:lnTo>
                  <a:lnTo>
                    <a:pt x="3008146" y="396358"/>
                  </a:lnTo>
                  <a:lnTo>
                    <a:pt x="2936523" y="425125"/>
                  </a:lnTo>
                  <a:lnTo>
                    <a:pt x="2864901" y="452792"/>
                  </a:lnTo>
                  <a:lnTo>
                    <a:pt x="2793278" y="479401"/>
                  </a:lnTo>
                  <a:lnTo>
                    <a:pt x="2721655" y="504994"/>
                  </a:lnTo>
                  <a:lnTo>
                    <a:pt x="2650033" y="529608"/>
                  </a:lnTo>
                  <a:lnTo>
                    <a:pt x="2578410" y="553281"/>
                  </a:lnTo>
                  <a:lnTo>
                    <a:pt x="2506788" y="576050"/>
                  </a:lnTo>
                  <a:lnTo>
                    <a:pt x="2435165" y="597948"/>
                  </a:lnTo>
                  <a:lnTo>
                    <a:pt x="2363543" y="619009"/>
                  </a:lnTo>
                  <a:lnTo>
                    <a:pt x="2291920" y="639265"/>
                  </a:lnTo>
                  <a:lnTo>
                    <a:pt x="2220298" y="658747"/>
                  </a:lnTo>
                  <a:lnTo>
                    <a:pt x="2148675" y="677484"/>
                  </a:lnTo>
                  <a:lnTo>
                    <a:pt x="2077053" y="695505"/>
                  </a:lnTo>
                  <a:lnTo>
                    <a:pt x="2005430" y="712837"/>
                  </a:lnTo>
                  <a:lnTo>
                    <a:pt x="1933808" y="729507"/>
                  </a:lnTo>
                  <a:lnTo>
                    <a:pt x="1862185" y="745540"/>
                  </a:lnTo>
                  <a:lnTo>
                    <a:pt x="1790563" y="760959"/>
                  </a:lnTo>
                  <a:lnTo>
                    <a:pt x="1718940" y="775790"/>
                  </a:lnTo>
                  <a:lnTo>
                    <a:pt x="1647318" y="790053"/>
                  </a:lnTo>
                  <a:lnTo>
                    <a:pt x="1575695" y="803771"/>
                  </a:lnTo>
                  <a:lnTo>
                    <a:pt x="1504073" y="816965"/>
                  </a:lnTo>
                  <a:lnTo>
                    <a:pt x="1432450" y="829655"/>
                  </a:lnTo>
                  <a:lnTo>
                    <a:pt x="1360827" y="841859"/>
                  </a:lnTo>
                  <a:lnTo>
                    <a:pt x="1289205" y="853597"/>
                  </a:lnTo>
                  <a:lnTo>
                    <a:pt x="1217582" y="864887"/>
                  </a:lnTo>
                  <a:lnTo>
                    <a:pt x="1145960" y="875744"/>
                  </a:lnTo>
                  <a:lnTo>
                    <a:pt x="1074337" y="886187"/>
                  </a:lnTo>
                  <a:lnTo>
                    <a:pt x="1002715" y="896231"/>
                  </a:lnTo>
                  <a:lnTo>
                    <a:pt x="931092" y="905891"/>
                  </a:lnTo>
                  <a:lnTo>
                    <a:pt x="859470" y="915181"/>
                  </a:lnTo>
                  <a:lnTo>
                    <a:pt x="787847" y="924117"/>
                  </a:lnTo>
                  <a:lnTo>
                    <a:pt x="716225" y="932710"/>
                  </a:lnTo>
                  <a:lnTo>
                    <a:pt x="644602" y="940976"/>
                  </a:lnTo>
                  <a:lnTo>
                    <a:pt x="572980" y="948925"/>
                  </a:lnTo>
                  <a:lnTo>
                    <a:pt x="501357" y="956571"/>
                  </a:lnTo>
                  <a:lnTo>
                    <a:pt x="429735" y="963924"/>
                  </a:lnTo>
                  <a:lnTo>
                    <a:pt x="358112" y="970997"/>
                  </a:lnTo>
                  <a:lnTo>
                    <a:pt x="286490" y="977798"/>
                  </a:lnTo>
                  <a:lnTo>
                    <a:pt x="214867" y="984340"/>
                  </a:lnTo>
                  <a:lnTo>
                    <a:pt x="143245" y="990632"/>
                  </a:lnTo>
                  <a:lnTo>
                    <a:pt x="71622" y="996684"/>
                  </a:lnTo>
                  <a:lnTo>
                    <a:pt x="0" y="10025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25526"/>
              <a:ext cx="7090630" cy="2506982"/>
            </a:xfrm>
            <a:custGeom>
              <a:avLst/>
              <a:pathLst>
                <a:path w="7090630" h="2506982">
                  <a:moveTo>
                    <a:pt x="0" y="2506982"/>
                  </a:moveTo>
                  <a:lnTo>
                    <a:pt x="71622" y="2499905"/>
                  </a:lnTo>
                  <a:lnTo>
                    <a:pt x="143245" y="2492670"/>
                  </a:lnTo>
                  <a:lnTo>
                    <a:pt x="214867" y="2485273"/>
                  </a:lnTo>
                  <a:lnTo>
                    <a:pt x="286490" y="2477711"/>
                  </a:lnTo>
                  <a:lnTo>
                    <a:pt x="358112" y="2469981"/>
                  </a:lnTo>
                  <a:lnTo>
                    <a:pt x="429735" y="2462077"/>
                  </a:lnTo>
                  <a:lnTo>
                    <a:pt x="501357" y="2453997"/>
                  </a:lnTo>
                  <a:lnTo>
                    <a:pt x="572980" y="2445736"/>
                  </a:lnTo>
                  <a:lnTo>
                    <a:pt x="644602" y="2437291"/>
                  </a:lnTo>
                  <a:lnTo>
                    <a:pt x="716225" y="2428657"/>
                  </a:lnTo>
                  <a:lnTo>
                    <a:pt x="787847" y="2419830"/>
                  </a:lnTo>
                  <a:lnTo>
                    <a:pt x="859470" y="2410806"/>
                  </a:lnTo>
                  <a:lnTo>
                    <a:pt x="931092" y="2401580"/>
                  </a:lnTo>
                  <a:lnTo>
                    <a:pt x="1002715" y="2392148"/>
                  </a:lnTo>
                  <a:lnTo>
                    <a:pt x="1074337" y="2382505"/>
                  </a:lnTo>
                  <a:lnTo>
                    <a:pt x="1145960" y="2372647"/>
                  </a:lnTo>
                  <a:lnTo>
                    <a:pt x="1217582" y="2362568"/>
                  </a:lnTo>
                  <a:lnTo>
                    <a:pt x="1289205" y="2352264"/>
                  </a:lnTo>
                  <a:lnTo>
                    <a:pt x="1360827" y="2341730"/>
                  </a:lnTo>
                  <a:lnTo>
                    <a:pt x="1432450" y="2330961"/>
                  </a:lnTo>
                  <a:lnTo>
                    <a:pt x="1504073" y="2319951"/>
                  </a:lnTo>
                  <a:lnTo>
                    <a:pt x="1575695" y="2308695"/>
                  </a:lnTo>
                  <a:lnTo>
                    <a:pt x="1647318" y="2297187"/>
                  </a:lnTo>
                  <a:lnTo>
                    <a:pt x="1718940" y="2285423"/>
                  </a:lnTo>
                  <a:lnTo>
                    <a:pt x="1790563" y="2273395"/>
                  </a:lnTo>
                  <a:lnTo>
                    <a:pt x="1862185" y="2261099"/>
                  </a:lnTo>
                  <a:lnTo>
                    <a:pt x="1933808" y="2248527"/>
                  </a:lnTo>
                  <a:lnTo>
                    <a:pt x="2005430" y="2235675"/>
                  </a:lnTo>
                  <a:lnTo>
                    <a:pt x="2077053" y="2222536"/>
                  </a:lnTo>
                  <a:lnTo>
                    <a:pt x="2148675" y="2209103"/>
                  </a:lnTo>
                  <a:lnTo>
                    <a:pt x="2220298" y="2195370"/>
                  </a:lnTo>
                  <a:lnTo>
                    <a:pt x="2291920" y="2181330"/>
                  </a:lnTo>
                  <a:lnTo>
                    <a:pt x="2363543" y="2166977"/>
                  </a:lnTo>
                  <a:lnTo>
                    <a:pt x="2435165" y="2152302"/>
                  </a:lnTo>
                  <a:lnTo>
                    <a:pt x="2506788" y="2137300"/>
                  </a:lnTo>
                  <a:lnTo>
                    <a:pt x="2578410" y="2121963"/>
                  </a:lnTo>
                  <a:lnTo>
                    <a:pt x="2650033" y="2106283"/>
                  </a:lnTo>
                  <a:lnTo>
                    <a:pt x="2721655" y="2090252"/>
                  </a:lnTo>
                  <a:lnTo>
                    <a:pt x="2793278" y="2073863"/>
                  </a:lnTo>
                  <a:lnTo>
                    <a:pt x="2864901" y="2057108"/>
                  </a:lnTo>
                  <a:lnTo>
                    <a:pt x="2936523" y="2039979"/>
                  </a:lnTo>
                  <a:lnTo>
                    <a:pt x="3008146" y="2022467"/>
                  </a:lnTo>
                  <a:lnTo>
                    <a:pt x="3079768" y="2004563"/>
                  </a:lnTo>
                  <a:lnTo>
                    <a:pt x="3151391" y="1986260"/>
                  </a:lnTo>
                  <a:lnTo>
                    <a:pt x="3223013" y="1967547"/>
                  </a:lnTo>
                  <a:lnTo>
                    <a:pt x="3294636" y="1948416"/>
                  </a:lnTo>
                  <a:lnTo>
                    <a:pt x="3366258" y="1928858"/>
                  </a:lnTo>
                  <a:lnTo>
                    <a:pt x="3437881" y="1908863"/>
                  </a:lnTo>
                  <a:lnTo>
                    <a:pt x="3509503" y="1888421"/>
                  </a:lnTo>
                  <a:lnTo>
                    <a:pt x="3581126" y="1867522"/>
                  </a:lnTo>
                  <a:lnTo>
                    <a:pt x="3652748" y="1846156"/>
                  </a:lnTo>
                  <a:lnTo>
                    <a:pt x="3724371" y="1824313"/>
                  </a:lnTo>
                  <a:lnTo>
                    <a:pt x="3795993" y="1801982"/>
                  </a:lnTo>
                  <a:lnTo>
                    <a:pt x="3867616" y="1779152"/>
                  </a:lnTo>
                  <a:lnTo>
                    <a:pt x="3939238" y="1755811"/>
                  </a:lnTo>
                  <a:lnTo>
                    <a:pt x="4010861" y="1731949"/>
                  </a:lnTo>
                  <a:lnTo>
                    <a:pt x="4082483" y="1707554"/>
                  </a:lnTo>
                  <a:lnTo>
                    <a:pt x="4154106" y="1682614"/>
                  </a:lnTo>
                  <a:lnTo>
                    <a:pt x="4225729" y="1657116"/>
                  </a:lnTo>
                  <a:lnTo>
                    <a:pt x="4297351" y="1631048"/>
                  </a:lnTo>
                  <a:lnTo>
                    <a:pt x="4368974" y="1604399"/>
                  </a:lnTo>
                  <a:lnTo>
                    <a:pt x="4440596" y="1577153"/>
                  </a:lnTo>
                  <a:lnTo>
                    <a:pt x="4512219" y="1549299"/>
                  </a:lnTo>
                  <a:lnTo>
                    <a:pt x="4583841" y="1520822"/>
                  </a:lnTo>
                  <a:lnTo>
                    <a:pt x="4655464" y="1491709"/>
                  </a:lnTo>
                  <a:lnTo>
                    <a:pt x="4727086" y="1461946"/>
                  </a:lnTo>
                  <a:lnTo>
                    <a:pt x="4798709" y="1431517"/>
                  </a:lnTo>
                  <a:lnTo>
                    <a:pt x="4870331" y="1400409"/>
                  </a:lnTo>
                  <a:lnTo>
                    <a:pt x="4941954" y="1368605"/>
                  </a:lnTo>
                  <a:lnTo>
                    <a:pt x="5013576" y="1336091"/>
                  </a:lnTo>
                  <a:lnTo>
                    <a:pt x="5085199" y="1302850"/>
                  </a:lnTo>
                  <a:lnTo>
                    <a:pt x="5156821" y="1268866"/>
                  </a:lnTo>
                  <a:lnTo>
                    <a:pt x="5228444" y="1234123"/>
                  </a:lnTo>
                  <a:lnTo>
                    <a:pt x="5300066" y="1198604"/>
                  </a:lnTo>
                  <a:lnTo>
                    <a:pt x="5371689" y="1162291"/>
                  </a:lnTo>
                  <a:lnTo>
                    <a:pt x="5443311" y="1125166"/>
                  </a:lnTo>
                  <a:lnTo>
                    <a:pt x="5514934" y="1087212"/>
                  </a:lnTo>
                  <a:lnTo>
                    <a:pt x="5586557" y="1048410"/>
                  </a:lnTo>
                  <a:lnTo>
                    <a:pt x="5658179" y="1008741"/>
                  </a:lnTo>
                  <a:lnTo>
                    <a:pt x="5729802" y="968185"/>
                  </a:lnTo>
                  <a:lnTo>
                    <a:pt x="5801424" y="926723"/>
                  </a:lnTo>
                  <a:lnTo>
                    <a:pt x="5873047" y="884335"/>
                  </a:lnTo>
                  <a:lnTo>
                    <a:pt x="5944669" y="840999"/>
                  </a:lnTo>
                  <a:lnTo>
                    <a:pt x="6016292" y="796695"/>
                  </a:lnTo>
                  <a:lnTo>
                    <a:pt x="6087914" y="751401"/>
                  </a:lnTo>
                  <a:lnTo>
                    <a:pt x="6159537" y="705095"/>
                  </a:lnTo>
                  <a:lnTo>
                    <a:pt x="6231159" y="657755"/>
                  </a:lnTo>
                  <a:lnTo>
                    <a:pt x="6302782" y="609356"/>
                  </a:lnTo>
                  <a:lnTo>
                    <a:pt x="6374404" y="559876"/>
                  </a:lnTo>
                  <a:lnTo>
                    <a:pt x="6446027" y="509290"/>
                  </a:lnTo>
                  <a:lnTo>
                    <a:pt x="6517649" y="457574"/>
                  </a:lnTo>
                  <a:lnTo>
                    <a:pt x="6589272" y="404702"/>
                  </a:lnTo>
                  <a:lnTo>
                    <a:pt x="6660894" y="350649"/>
                  </a:lnTo>
                  <a:lnTo>
                    <a:pt x="6732517" y="295388"/>
                  </a:lnTo>
                  <a:lnTo>
                    <a:pt x="6804139" y="238892"/>
                  </a:lnTo>
                  <a:lnTo>
                    <a:pt x="6875762" y="181134"/>
                  </a:lnTo>
                  <a:lnTo>
                    <a:pt x="6947385" y="122085"/>
                  </a:lnTo>
                  <a:lnTo>
                    <a:pt x="7019007" y="61717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2026-07-06T08:59:37Z</dcterms:modified>
  <cp:category/>
</cp:coreProperties>
</file>