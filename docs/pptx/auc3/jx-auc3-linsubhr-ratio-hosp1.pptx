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52217"/>
            </a:xfrm>
            <a:custGeom>
              <a:avLst/>
              <a:pathLst>
                <a:path w="6964104" h="1252217">
                  <a:moveTo>
                    <a:pt x="1932277" y="0"/>
                  </a:moveTo>
                  <a:lnTo>
                    <a:pt x="1969645" y="51476"/>
                  </a:lnTo>
                  <a:lnTo>
                    <a:pt x="2039990" y="141170"/>
                  </a:lnTo>
                  <a:lnTo>
                    <a:pt x="2110334" y="224191"/>
                  </a:lnTo>
                  <a:lnTo>
                    <a:pt x="2180679" y="301037"/>
                  </a:lnTo>
                  <a:lnTo>
                    <a:pt x="2251023" y="372166"/>
                  </a:lnTo>
                  <a:lnTo>
                    <a:pt x="2321368" y="438004"/>
                  </a:lnTo>
                  <a:lnTo>
                    <a:pt x="2391712" y="498944"/>
                  </a:lnTo>
                  <a:lnTo>
                    <a:pt x="2462057" y="555351"/>
                  </a:lnTo>
                  <a:lnTo>
                    <a:pt x="2532401" y="607562"/>
                  </a:lnTo>
                  <a:lnTo>
                    <a:pt x="2602746" y="655888"/>
                  </a:lnTo>
                  <a:lnTo>
                    <a:pt x="2673090" y="700620"/>
                  </a:lnTo>
                  <a:lnTo>
                    <a:pt x="2743435" y="742024"/>
                  </a:lnTo>
                  <a:lnTo>
                    <a:pt x="2813779" y="780348"/>
                  </a:lnTo>
                  <a:lnTo>
                    <a:pt x="2884124" y="815821"/>
                  </a:lnTo>
                  <a:lnTo>
                    <a:pt x="2954468" y="848656"/>
                  </a:lnTo>
                  <a:lnTo>
                    <a:pt x="3024813" y="879047"/>
                  </a:lnTo>
                  <a:lnTo>
                    <a:pt x="3095157" y="907178"/>
                  </a:lnTo>
                  <a:lnTo>
                    <a:pt x="3165502" y="933217"/>
                  </a:lnTo>
                  <a:lnTo>
                    <a:pt x="3235846" y="957318"/>
                  </a:lnTo>
                  <a:lnTo>
                    <a:pt x="3306191" y="961337"/>
                  </a:lnTo>
                  <a:lnTo>
                    <a:pt x="3376535" y="964849"/>
                  </a:lnTo>
                  <a:lnTo>
                    <a:pt x="3446880" y="968319"/>
                  </a:lnTo>
                  <a:lnTo>
                    <a:pt x="3517224" y="971748"/>
                  </a:lnTo>
                  <a:lnTo>
                    <a:pt x="3587569" y="975137"/>
                  </a:lnTo>
                  <a:lnTo>
                    <a:pt x="3657913" y="978485"/>
                  </a:lnTo>
                  <a:lnTo>
                    <a:pt x="3728257" y="981793"/>
                  </a:lnTo>
                  <a:lnTo>
                    <a:pt x="3798602" y="985062"/>
                  </a:lnTo>
                  <a:lnTo>
                    <a:pt x="3868946" y="988292"/>
                  </a:lnTo>
                  <a:lnTo>
                    <a:pt x="3939291" y="991484"/>
                  </a:lnTo>
                  <a:lnTo>
                    <a:pt x="4009635" y="994638"/>
                  </a:lnTo>
                  <a:lnTo>
                    <a:pt x="4079980" y="997755"/>
                  </a:lnTo>
                  <a:lnTo>
                    <a:pt x="4150324" y="1000835"/>
                  </a:lnTo>
                  <a:lnTo>
                    <a:pt x="4220669" y="1003878"/>
                  </a:lnTo>
                  <a:lnTo>
                    <a:pt x="4291013" y="1006885"/>
                  </a:lnTo>
                  <a:lnTo>
                    <a:pt x="4361358" y="1009856"/>
                  </a:lnTo>
                  <a:lnTo>
                    <a:pt x="4431702" y="1012792"/>
                  </a:lnTo>
                  <a:lnTo>
                    <a:pt x="4502047" y="1015693"/>
                  </a:lnTo>
                  <a:lnTo>
                    <a:pt x="4572391" y="1018560"/>
                  </a:lnTo>
                  <a:lnTo>
                    <a:pt x="4642736" y="1021393"/>
                  </a:lnTo>
                  <a:lnTo>
                    <a:pt x="4713080" y="1024192"/>
                  </a:lnTo>
                  <a:lnTo>
                    <a:pt x="4783425" y="1026957"/>
                  </a:lnTo>
                  <a:lnTo>
                    <a:pt x="4853769" y="1029690"/>
                  </a:lnTo>
                  <a:lnTo>
                    <a:pt x="4924114" y="1032391"/>
                  </a:lnTo>
                  <a:lnTo>
                    <a:pt x="4994458" y="1035059"/>
                  </a:lnTo>
                  <a:lnTo>
                    <a:pt x="5064803" y="1037696"/>
                  </a:lnTo>
                  <a:lnTo>
                    <a:pt x="5135147" y="1040302"/>
                  </a:lnTo>
                  <a:lnTo>
                    <a:pt x="5205492" y="1042876"/>
                  </a:lnTo>
                  <a:lnTo>
                    <a:pt x="5275836" y="1045420"/>
                  </a:lnTo>
                  <a:lnTo>
                    <a:pt x="5346181" y="1047934"/>
                  </a:lnTo>
                  <a:lnTo>
                    <a:pt x="5416525" y="1050418"/>
                  </a:lnTo>
                  <a:lnTo>
                    <a:pt x="5486870" y="1052873"/>
                  </a:lnTo>
                  <a:lnTo>
                    <a:pt x="5557214" y="1055298"/>
                  </a:lnTo>
                  <a:lnTo>
                    <a:pt x="5627559" y="1057695"/>
                  </a:lnTo>
                  <a:lnTo>
                    <a:pt x="5697903" y="1060063"/>
                  </a:lnTo>
                  <a:lnTo>
                    <a:pt x="5768248" y="1062403"/>
                  </a:lnTo>
                  <a:lnTo>
                    <a:pt x="5838592" y="1064715"/>
                  </a:lnTo>
                  <a:lnTo>
                    <a:pt x="5908937" y="1067000"/>
                  </a:lnTo>
                  <a:lnTo>
                    <a:pt x="5979281" y="1069258"/>
                  </a:lnTo>
                  <a:lnTo>
                    <a:pt x="6049626" y="1071489"/>
                  </a:lnTo>
                  <a:lnTo>
                    <a:pt x="6119970" y="1073693"/>
                  </a:lnTo>
                  <a:lnTo>
                    <a:pt x="6190315" y="1075871"/>
                  </a:lnTo>
                  <a:lnTo>
                    <a:pt x="6260659" y="1078024"/>
                  </a:lnTo>
                  <a:lnTo>
                    <a:pt x="6331004" y="1080151"/>
                  </a:lnTo>
                  <a:lnTo>
                    <a:pt x="6401348" y="1082252"/>
                  </a:lnTo>
                  <a:lnTo>
                    <a:pt x="6471693" y="1084329"/>
                  </a:lnTo>
                  <a:lnTo>
                    <a:pt x="6542037" y="1086381"/>
                  </a:lnTo>
                  <a:lnTo>
                    <a:pt x="6612382" y="1088408"/>
                  </a:lnTo>
                  <a:lnTo>
                    <a:pt x="6682726" y="1090412"/>
                  </a:lnTo>
                  <a:lnTo>
                    <a:pt x="6753071" y="1092392"/>
                  </a:lnTo>
                  <a:lnTo>
                    <a:pt x="6823415" y="1094348"/>
                  </a:lnTo>
                  <a:lnTo>
                    <a:pt x="6893760" y="1096281"/>
                  </a:lnTo>
                  <a:lnTo>
                    <a:pt x="6964104" y="1098191"/>
                  </a:lnTo>
                  <a:lnTo>
                    <a:pt x="6964104" y="1252217"/>
                  </a:lnTo>
                  <a:lnTo>
                    <a:pt x="6893760" y="1251816"/>
                  </a:lnTo>
                  <a:lnTo>
                    <a:pt x="6823415" y="1251384"/>
                  </a:lnTo>
                  <a:lnTo>
                    <a:pt x="6753071" y="1250916"/>
                  </a:lnTo>
                  <a:lnTo>
                    <a:pt x="6682726" y="1250411"/>
                  </a:lnTo>
                  <a:lnTo>
                    <a:pt x="6612382" y="1249865"/>
                  </a:lnTo>
                  <a:lnTo>
                    <a:pt x="6542037" y="1249275"/>
                  </a:lnTo>
                  <a:lnTo>
                    <a:pt x="6471693" y="1248638"/>
                  </a:lnTo>
                  <a:lnTo>
                    <a:pt x="6401348" y="1247950"/>
                  </a:lnTo>
                  <a:lnTo>
                    <a:pt x="6331004" y="1247207"/>
                  </a:lnTo>
                  <a:lnTo>
                    <a:pt x="6260659" y="1246403"/>
                  </a:lnTo>
                  <a:lnTo>
                    <a:pt x="6190315" y="1245536"/>
                  </a:lnTo>
                  <a:lnTo>
                    <a:pt x="6119970" y="1244598"/>
                  </a:lnTo>
                  <a:lnTo>
                    <a:pt x="6049626" y="1243585"/>
                  </a:lnTo>
                  <a:lnTo>
                    <a:pt x="5979281" y="1242491"/>
                  </a:lnTo>
                  <a:lnTo>
                    <a:pt x="5908937" y="1241308"/>
                  </a:lnTo>
                  <a:lnTo>
                    <a:pt x="5838592" y="1240031"/>
                  </a:lnTo>
                  <a:lnTo>
                    <a:pt x="5768248" y="1238651"/>
                  </a:lnTo>
                  <a:lnTo>
                    <a:pt x="5697903" y="1237160"/>
                  </a:lnTo>
                  <a:lnTo>
                    <a:pt x="5627559" y="1235549"/>
                  </a:lnTo>
                  <a:lnTo>
                    <a:pt x="5557214" y="1233809"/>
                  </a:lnTo>
                  <a:lnTo>
                    <a:pt x="5486870" y="1231929"/>
                  </a:lnTo>
                  <a:lnTo>
                    <a:pt x="5416525" y="1229898"/>
                  </a:lnTo>
                  <a:lnTo>
                    <a:pt x="5346181" y="1227704"/>
                  </a:lnTo>
                  <a:lnTo>
                    <a:pt x="5275836" y="1225333"/>
                  </a:lnTo>
                  <a:lnTo>
                    <a:pt x="5205492" y="1222772"/>
                  </a:lnTo>
                  <a:lnTo>
                    <a:pt x="5135147" y="1220005"/>
                  </a:lnTo>
                  <a:lnTo>
                    <a:pt x="5064803" y="1217015"/>
                  </a:lnTo>
                  <a:lnTo>
                    <a:pt x="4994458" y="1213785"/>
                  </a:lnTo>
                  <a:lnTo>
                    <a:pt x="4924114" y="1210296"/>
                  </a:lnTo>
                  <a:lnTo>
                    <a:pt x="4853769" y="1206526"/>
                  </a:lnTo>
                  <a:lnTo>
                    <a:pt x="4783425" y="1202454"/>
                  </a:lnTo>
                  <a:lnTo>
                    <a:pt x="4713080" y="1198054"/>
                  </a:lnTo>
                  <a:lnTo>
                    <a:pt x="4642736" y="1193300"/>
                  </a:lnTo>
                  <a:lnTo>
                    <a:pt x="4572391" y="1188164"/>
                  </a:lnTo>
                  <a:lnTo>
                    <a:pt x="4502047" y="1182616"/>
                  </a:lnTo>
                  <a:lnTo>
                    <a:pt x="4431702" y="1176621"/>
                  </a:lnTo>
                  <a:lnTo>
                    <a:pt x="4361358" y="1170145"/>
                  </a:lnTo>
                  <a:lnTo>
                    <a:pt x="4291013" y="1163149"/>
                  </a:lnTo>
                  <a:lnTo>
                    <a:pt x="4220669" y="1155590"/>
                  </a:lnTo>
                  <a:lnTo>
                    <a:pt x="4150324" y="1147423"/>
                  </a:lnTo>
                  <a:lnTo>
                    <a:pt x="4079980" y="1138600"/>
                  </a:lnTo>
                  <a:lnTo>
                    <a:pt x="4009635" y="1129069"/>
                  </a:lnTo>
                  <a:lnTo>
                    <a:pt x="3939291" y="1118771"/>
                  </a:lnTo>
                  <a:lnTo>
                    <a:pt x="3868946" y="1107645"/>
                  </a:lnTo>
                  <a:lnTo>
                    <a:pt x="3798602" y="1095626"/>
                  </a:lnTo>
                  <a:lnTo>
                    <a:pt x="3728257" y="1082640"/>
                  </a:lnTo>
                  <a:lnTo>
                    <a:pt x="3657913" y="1068611"/>
                  </a:lnTo>
                  <a:lnTo>
                    <a:pt x="3587569" y="1053454"/>
                  </a:lnTo>
                  <a:lnTo>
                    <a:pt x="3517224" y="1037079"/>
                  </a:lnTo>
                  <a:lnTo>
                    <a:pt x="3446880" y="1019388"/>
                  </a:lnTo>
                  <a:lnTo>
                    <a:pt x="3376535" y="1000275"/>
                  </a:lnTo>
                  <a:lnTo>
                    <a:pt x="3306191" y="979626"/>
                  </a:lnTo>
                  <a:lnTo>
                    <a:pt x="3235846" y="957783"/>
                  </a:lnTo>
                  <a:lnTo>
                    <a:pt x="3165502" y="954186"/>
                  </a:lnTo>
                  <a:lnTo>
                    <a:pt x="3095157" y="950546"/>
                  </a:lnTo>
                  <a:lnTo>
                    <a:pt x="3024813" y="946862"/>
                  </a:lnTo>
                  <a:lnTo>
                    <a:pt x="2954468" y="943135"/>
                  </a:lnTo>
                  <a:lnTo>
                    <a:pt x="2884124" y="939362"/>
                  </a:lnTo>
                  <a:lnTo>
                    <a:pt x="2813779" y="935544"/>
                  </a:lnTo>
                  <a:lnTo>
                    <a:pt x="2743435" y="931680"/>
                  </a:lnTo>
                  <a:lnTo>
                    <a:pt x="2673090" y="927769"/>
                  </a:lnTo>
                  <a:lnTo>
                    <a:pt x="2602746" y="923812"/>
                  </a:lnTo>
                  <a:lnTo>
                    <a:pt x="2532401" y="919807"/>
                  </a:lnTo>
                  <a:lnTo>
                    <a:pt x="2462057" y="915754"/>
                  </a:lnTo>
                  <a:lnTo>
                    <a:pt x="2391712" y="911653"/>
                  </a:lnTo>
                  <a:lnTo>
                    <a:pt x="2321368" y="907502"/>
                  </a:lnTo>
                  <a:lnTo>
                    <a:pt x="2251023" y="903301"/>
                  </a:lnTo>
                  <a:lnTo>
                    <a:pt x="2180679" y="899050"/>
                  </a:lnTo>
                  <a:lnTo>
                    <a:pt x="2110334" y="894747"/>
                  </a:lnTo>
                  <a:lnTo>
                    <a:pt x="2039990" y="890393"/>
                  </a:lnTo>
                  <a:lnTo>
                    <a:pt x="1969645" y="885987"/>
                  </a:lnTo>
                  <a:lnTo>
                    <a:pt x="1899301" y="881528"/>
                  </a:lnTo>
                  <a:lnTo>
                    <a:pt x="1828956" y="877015"/>
                  </a:lnTo>
                  <a:lnTo>
                    <a:pt x="1758612" y="872448"/>
                  </a:lnTo>
                  <a:lnTo>
                    <a:pt x="1688267" y="867826"/>
                  </a:lnTo>
                  <a:lnTo>
                    <a:pt x="1617923" y="863148"/>
                  </a:lnTo>
                  <a:lnTo>
                    <a:pt x="1547578" y="858415"/>
                  </a:lnTo>
                  <a:lnTo>
                    <a:pt x="1477234" y="853624"/>
                  </a:lnTo>
                  <a:lnTo>
                    <a:pt x="1406889" y="848776"/>
                  </a:lnTo>
                  <a:lnTo>
                    <a:pt x="1336545" y="843870"/>
                  </a:lnTo>
                  <a:lnTo>
                    <a:pt x="1266200" y="838905"/>
                  </a:lnTo>
                  <a:lnTo>
                    <a:pt x="1195856" y="833880"/>
                  </a:lnTo>
                  <a:lnTo>
                    <a:pt x="1125511" y="828795"/>
                  </a:lnTo>
                  <a:lnTo>
                    <a:pt x="1055167" y="823649"/>
                  </a:lnTo>
                  <a:lnTo>
                    <a:pt x="984822" y="818441"/>
                  </a:lnTo>
                  <a:lnTo>
                    <a:pt x="914478" y="813170"/>
                  </a:lnTo>
                  <a:lnTo>
                    <a:pt x="844133" y="807836"/>
                  </a:lnTo>
                  <a:lnTo>
                    <a:pt x="773789" y="802438"/>
                  </a:lnTo>
                  <a:lnTo>
                    <a:pt x="703444" y="796975"/>
                  </a:lnTo>
                  <a:lnTo>
                    <a:pt x="633100" y="791447"/>
                  </a:lnTo>
                  <a:lnTo>
                    <a:pt x="562755" y="785852"/>
                  </a:lnTo>
                  <a:lnTo>
                    <a:pt x="492411" y="780190"/>
                  </a:lnTo>
                  <a:lnTo>
                    <a:pt x="422066" y="774459"/>
                  </a:lnTo>
                  <a:lnTo>
                    <a:pt x="351722" y="768660"/>
                  </a:lnTo>
                  <a:lnTo>
                    <a:pt x="281377" y="762792"/>
                  </a:lnTo>
                  <a:lnTo>
                    <a:pt x="211033" y="756853"/>
                  </a:lnTo>
                  <a:lnTo>
                    <a:pt x="140688" y="750842"/>
                  </a:lnTo>
                  <a:lnTo>
                    <a:pt x="70344" y="744759"/>
                  </a:lnTo>
                  <a:lnTo>
                    <a:pt x="0" y="7386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67589" y="2143092"/>
              <a:ext cx="5031826" cy="1098191"/>
            </a:xfrm>
            <a:custGeom>
              <a:avLst/>
              <a:pathLst>
                <a:path w="5031826" h="1098191">
                  <a:moveTo>
                    <a:pt x="0" y="0"/>
                  </a:moveTo>
                  <a:lnTo>
                    <a:pt x="37368" y="51476"/>
                  </a:lnTo>
                  <a:lnTo>
                    <a:pt x="107712" y="141170"/>
                  </a:lnTo>
                  <a:lnTo>
                    <a:pt x="178057" y="224191"/>
                  </a:lnTo>
                  <a:lnTo>
                    <a:pt x="248401" y="301037"/>
                  </a:lnTo>
                  <a:lnTo>
                    <a:pt x="318746" y="372166"/>
                  </a:lnTo>
                  <a:lnTo>
                    <a:pt x="389090" y="438004"/>
                  </a:lnTo>
                  <a:lnTo>
                    <a:pt x="459435" y="498944"/>
                  </a:lnTo>
                  <a:lnTo>
                    <a:pt x="529779" y="555351"/>
                  </a:lnTo>
                  <a:lnTo>
                    <a:pt x="600124" y="607562"/>
                  </a:lnTo>
                  <a:lnTo>
                    <a:pt x="670468" y="655888"/>
                  </a:lnTo>
                  <a:lnTo>
                    <a:pt x="740813" y="700620"/>
                  </a:lnTo>
                  <a:lnTo>
                    <a:pt x="811157" y="742024"/>
                  </a:lnTo>
                  <a:lnTo>
                    <a:pt x="881502" y="780348"/>
                  </a:lnTo>
                  <a:lnTo>
                    <a:pt x="951846" y="815821"/>
                  </a:lnTo>
                  <a:lnTo>
                    <a:pt x="1022190" y="848656"/>
                  </a:lnTo>
                  <a:lnTo>
                    <a:pt x="1092535" y="879047"/>
                  </a:lnTo>
                  <a:lnTo>
                    <a:pt x="1162879" y="907178"/>
                  </a:lnTo>
                  <a:lnTo>
                    <a:pt x="1233224" y="933217"/>
                  </a:lnTo>
                  <a:lnTo>
                    <a:pt x="1303568" y="957318"/>
                  </a:lnTo>
                  <a:lnTo>
                    <a:pt x="1373913" y="961337"/>
                  </a:lnTo>
                  <a:lnTo>
                    <a:pt x="1444257" y="964849"/>
                  </a:lnTo>
                  <a:lnTo>
                    <a:pt x="1514602" y="968319"/>
                  </a:lnTo>
                  <a:lnTo>
                    <a:pt x="1584946" y="971748"/>
                  </a:lnTo>
                  <a:lnTo>
                    <a:pt x="1655291" y="975137"/>
                  </a:lnTo>
                  <a:lnTo>
                    <a:pt x="1725635" y="978485"/>
                  </a:lnTo>
                  <a:lnTo>
                    <a:pt x="1795980" y="981793"/>
                  </a:lnTo>
                  <a:lnTo>
                    <a:pt x="1866324" y="985062"/>
                  </a:lnTo>
                  <a:lnTo>
                    <a:pt x="1936669" y="988292"/>
                  </a:lnTo>
                  <a:lnTo>
                    <a:pt x="2007013" y="991484"/>
                  </a:lnTo>
                  <a:lnTo>
                    <a:pt x="2077358" y="994638"/>
                  </a:lnTo>
                  <a:lnTo>
                    <a:pt x="2147702" y="997755"/>
                  </a:lnTo>
                  <a:lnTo>
                    <a:pt x="2218047" y="1000835"/>
                  </a:lnTo>
                  <a:lnTo>
                    <a:pt x="2288391" y="1003878"/>
                  </a:lnTo>
                  <a:lnTo>
                    <a:pt x="2358736" y="1006885"/>
                  </a:lnTo>
                  <a:lnTo>
                    <a:pt x="2429080" y="1009856"/>
                  </a:lnTo>
                  <a:lnTo>
                    <a:pt x="2499425" y="1012792"/>
                  </a:lnTo>
                  <a:lnTo>
                    <a:pt x="2569769" y="1015693"/>
                  </a:lnTo>
                  <a:lnTo>
                    <a:pt x="2640114" y="1018560"/>
                  </a:lnTo>
                  <a:lnTo>
                    <a:pt x="2710458" y="1021393"/>
                  </a:lnTo>
                  <a:lnTo>
                    <a:pt x="2780803" y="1024192"/>
                  </a:lnTo>
                  <a:lnTo>
                    <a:pt x="2851147" y="1026957"/>
                  </a:lnTo>
                  <a:lnTo>
                    <a:pt x="2921492" y="1029690"/>
                  </a:lnTo>
                  <a:lnTo>
                    <a:pt x="2991836" y="1032391"/>
                  </a:lnTo>
                  <a:lnTo>
                    <a:pt x="3062181" y="1035059"/>
                  </a:lnTo>
                  <a:lnTo>
                    <a:pt x="3132525" y="1037696"/>
                  </a:lnTo>
                  <a:lnTo>
                    <a:pt x="3202870" y="1040302"/>
                  </a:lnTo>
                  <a:lnTo>
                    <a:pt x="3273214" y="1042876"/>
                  </a:lnTo>
                  <a:lnTo>
                    <a:pt x="3343559" y="1045420"/>
                  </a:lnTo>
                  <a:lnTo>
                    <a:pt x="3413903" y="1047934"/>
                  </a:lnTo>
                  <a:lnTo>
                    <a:pt x="3484248" y="1050418"/>
                  </a:lnTo>
                  <a:lnTo>
                    <a:pt x="3554592" y="1052873"/>
                  </a:lnTo>
                  <a:lnTo>
                    <a:pt x="3624937" y="1055298"/>
                  </a:lnTo>
                  <a:lnTo>
                    <a:pt x="3695281" y="1057695"/>
                  </a:lnTo>
                  <a:lnTo>
                    <a:pt x="3765626" y="1060063"/>
                  </a:lnTo>
                  <a:lnTo>
                    <a:pt x="3835970" y="1062403"/>
                  </a:lnTo>
                  <a:lnTo>
                    <a:pt x="3906315" y="1064715"/>
                  </a:lnTo>
                  <a:lnTo>
                    <a:pt x="3976659" y="1067000"/>
                  </a:lnTo>
                  <a:lnTo>
                    <a:pt x="4047004" y="1069258"/>
                  </a:lnTo>
                  <a:lnTo>
                    <a:pt x="4117348" y="1071489"/>
                  </a:lnTo>
                  <a:lnTo>
                    <a:pt x="4187693" y="1073693"/>
                  </a:lnTo>
                  <a:lnTo>
                    <a:pt x="4258037" y="1075871"/>
                  </a:lnTo>
                  <a:lnTo>
                    <a:pt x="4328382" y="1078024"/>
                  </a:lnTo>
                  <a:lnTo>
                    <a:pt x="4398726" y="1080151"/>
                  </a:lnTo>
                  <a:lnTo>
                    <a:pt x="4469071" y="1082252"/>
                  </a:lnTo>
                  <a:lnTo>
                    <a:pt x="4539415" y="1084329"/>
                  </a:lnTo>
                  <a:lnTo>
                    <a:pt x="4609760" y="1086381"/>
                  </a:lnTo>
                  <a:lnTo>
                    <a:pt x="4680104" y="1088408"/>
                  </a:lnTo>
                  <a:lnTo>
                    <a:pt x="4750448" y="1090412"/>
                  </a:lnTo>
                  <a:lnTo>
                    <a:pt x="4820793" y="1092392"/>
                  </a:lnTo>
                  <a:lnTo>
                    <a:pt x="4891137" y="1094348"/>
                  </a:lnTo>
                  <a:lnTo>
                    <a:pt x="4961482" y="1096281"/>
                  </a:lnTo>
                  <a:lnTo>
                    <a:pt x="5031826" y="1098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81696"/>
              <a:ext cx="6964104" cy="513613"/>
            </a:xfrm>
            <a:custGeom>
              <a:avLst/>
              <a:pathLst>
                <a:path w="6964104" h="513613">
                  <a:moveTo>
                    <a:pt x="6964104" y="513613"/>
                  </a:moveTo>
                  <a:lnTo>
                    <a:pt x="6893760" y="513212"/>
                  </a:lnTo>
                  <a:lnTo>
                    <a:pt x="6823415" y="512779"/>
                  </a:lnTo>
                  <a:lnTo>
                    <a:pt x="6753071" y="512312"/>
                  </a:lnTo>
                  <a:lnTo>
                    <a:pt x="6682726" y="511807"/>
                  </a:lnTo>
                  <a:lnTo>
                    <a:pt x="6612382" y="511261"/>
                  </a:lnTo>
                  <a:lnTo>
                    <a:pt x="6542037" y="510671"/>
                  </a:lnTo>
                  <a:lnTo>
                    <a:pt x="6471693" y="510034"/>
                  </a:lnTo>
                  <a:lnTo>
                    <a:pt x="6401348" y="509346"/>
                  </a:lnTo>
                  <a:lnTo>
                    <a:pt x="6331004" y="508603"/>
                  </a:lnTo>
                  <a:lnTo>
                    <a:pt x="6260659" y="507799"/>
                  </a:lnTo>
                  <a:lnTo>
                    <a:pt x="6190315" y="506931"/>
                  </a:lnTo>
                  <a:lnTo>
                    <a:pt x="6119970" y="505994"/>
                  </a:lnTo>
                  <a:lnTo>
                    <a:pt x="6049626" y="504981"/>
                  </a:lnTo>
                  <a:lnTo>
                    <a:pt x="5979281" y="503886"/>
                  </a:lnTo>
                  <a:lnTo>
                    <a:pt x="5908937" y="502704"/>
                  </a:lnTo>
                  <a:lnTo>
                    <a:pt x="5838592" y="501427"/>
                  </a:lnTo>
                  <a:lnTo>
                    <a:pt x="5768248" y="500047"/>
                  </a:lnTo>
                  <a:lnTo>
                    <a:pt x="5697903" y="498556"/>
                  </a:lnTo>
                  <a:lnTo>
                    <a:pt x="5627559" y="496945"/>
                  </a:lnTo>
                  <a:lnTo>
                    <a:pt x="5557214" y="495205"/>
                  </a:lnTo>
                  <a:lnTo>
                    <a:pt x="5486870" y="493325"/>
                  </a:lnTo>
                  <a:lnTo>
                    <a:pt x="5416525" y="491294"/>
                  </a:lnTo>
                  <a:lnTo>
                    <a:pt x="5346181" y="489099"/>
                  </a:lnTo>
                  <a:lnTo>
                    <a:pt x="5275836" y="486729"/>
                  </a:lnTo>
                  <a:lnTo>
                    <a:pt x="5205492" y="484168"/>
                  </a:lnTo>
                  <a:lnTo>
                    <a:pt x="5135147" y="481400"/>
                  </a:lnTo>
                  <a:lnTo>
                    <a:pt x="5064803" y="478411"/>
                  </a:lnTo>
                  <a:lnTo>
                    <a:pt x="4994458" y="475181"/>
                  </a:lnTo>
                  <a:lnTo>
                    <a:pt x="4924114" y="471692"/>
                  </a:lnTo>
                  <a:lnTo>
                    <a:pt x="4853769" y="467922"/>
                  </a:lnTo>
                  <a:lnTo>
                    <a:pt x="4783425" y="463849"/>
                  </a:lnTo>
                  <a:lnTo>
                    <a:pt x="4713080" y="459449"/>
                  </a:lnTo>
                  <a:lnTo>
                    <a:pt x="4642736" y="454696"/>
                  </a:lnTo>
                  <a:lnTo>
                    <a:pt x="4572391" y="449560"/>
                  </a:lnTo>
                  <a:lnTo>
                    <a:pt x="4502047" y="444012"/>
                  </a:lnTo>
                  <a:lnTo>
                    <a:pt x="4431702" y="438017"/>
                  </a:lnTo>
                  <a:lnTo>
                    <a:pt x="4361358" y="431541"/>
                  </a:lnTo>
                  <a:lnTo>
                    <a:pt x="4291013" y="424544"/>
                  </a:lnTo>
                  <a:lnTo>
                    <a:pt x="4220669" y="416985"/>
                  </a:lnTo>
                  <a:lnTo>
                    <a:pt x="4150324" y="408819"/>
                  </a:lnTo>
                  <a:lnTo>
                    <a:pt x="4079980" y="399996"/>
                  </a:lnTo>
                  <a:lnTo>
                    <a:pt x="4009635" y="390464"/>
                  </a:lnTo>
                  <a:lnTo>
                    <a:pt x="3939291" y="380167"/>
                  </a:lnTo>
                  <a:lnTo>
                    <a:pt x="3868946" y="369041"/>
                  </a:lnTo>
                  <a:lnTo>
                    <a:pt x="3798602" y="357021"/>
                  </a:lnTo>
                  <a:lnTo>
                    <a:pt x="3728257" y="344036"/>
                  </a:lnTo>
                  <a:lnTo>
                    <a:pt x="3657913" y="330006"/>
                  </a:lnTo>
                  <a:lnTo>
                    <a:pt x="3587569" y="314850"/>
                  </a:lnTo>
                  <a:lnTo>
                    <a:pt x="3517224" y="298475"/>
                  </a:lnTo>
                  <a:lnTo>
                    <a:pt x="3446880" y="280784"/>
                  </a:lnTo>
                  <a:lnTo>
                    <a:pt x="3376535" y="261671"/>
                  </a:lnTo>
                  <a:lnTo>
                    <a:pt x="3306191" y="241022"/>
                  </a:lnTo>
                  <a:lnTo>
                    <a:pt x="3235846" y="219179"/>
                  </a:lnTo>
                  <a:lnTo>
                    <a:pt x="3165502" y="215582"/>
                  </a:lnTo>
                  <a:lnTo>
                    <a:pt x="3095157" y="211942"/>
                  </a:lnTo>
                  <a:lnTo>
                    <a:pt x="3024813" y="208258"/>
                  </a:lnTo>
                  <a:lnTo>
                    <a:pt x="2954468" y="204530"/>
                  </a:lnTo>
                  <a:lnTo>
                    <a:pt x="2884124" y="200758"/>
                  </a:lnTo>
                  <a:lnTo>
                    <a:pt x="2813779" y="196939"/>
                  </a:lnTo>
                  <a:lnTo>
                    <a:pt x="2743435" y="193076"/>
                  </a:lnTo>
                  <a:lnTo>
                    <a:pt x="2673090" y="189165"/>
                  </a:lnTo>
                  <a:lnTo>
                    <a:pt x="2602746" y="185208"/>
                  </a:lnTo>
                  <a:lnTo>
                    <a:pt x="2532401" y="181203"/>
                  </a:lnTo>
                  <a:lnTo>
                    <a:pt x="2462057" y="177150"/>
                  </a:lnTo>
                  <a:lnTo>
                    <a:pt x="2391712" y="173048"/>
                  </a:lnTo>
                  <a:lnTo>
                    <a:pt x="2321368" y="168897"/>
                  </a:lnTo>
                  <a:lnTo>
                    <a:pt x="2251023" y="164697"/>
                  </a:lnTo>
                  <a:lnTo>
                    <a:pt x="2180679" y="160445"/>
                  </a:lnTo>
                  <a:lnTo>
                    <a:pt x="2110334" y="156143"/>
                  </a:lnTo>
                  <a:lnTo>
                    <a:pt x="2039990" y="151789"/>
                  </a:lnTo>
                  <a:lnTo>
                    <a:pt x="1969645" y="147383"/>
                  </a:lnTo>
                  <a:lnTo>
                    <a:pt x="1899301" y="142923"/>
                  </a:lnTo>
                  <a:lnTo>
                    <a:pt x="1828956" y="138411"/>
                  </a:lnTo>
                  <a:lnTo>
                    <a:pt x="1758612" y="133844"/>
                  </a:lnTo>
                  <a:lnTo>
                    <a:pt x="1688267" y="129222"/>
                  </a:lnTo>
                  <a:lnTo>
                    <a:pt x="1617923" y="124544"/>
                  </a:lnTo>
                  <a:lnTo>
                    <a:pt x="1547578" y="119811"/>
                  </a:lnTo>
                  <a:lnTo>
                    <a:pt x="1477234" y="115020"/>
                  </a:lnTo>
                  <a:lnTo>
                    <a:pt x="1406889" y="110172"/>
                  </a:lnTo>
                  <a:lnTo>
                    <a:pt x="1336545" y="105266"/>
                  </a:lnTo>
                  <a:lnTo>
                    <a:pt x="1266200" y="100301"/>
                  </a:lnTo>
                  <a:lnTo>
                    <a:pt x="1195856" y="95276"/>
                  </a:lnTo>
                  <a:lnTo>
                    <a:pt x="1125511" y="90191"/>
                  </a:lnTo>
                  <a:lnTo>
                    <a:pt x="1055167" y="85045"/>
                  </a:lnTo>
                  <a:lnTo>
                    <a:pt x="984822" y="79836"/>
                  </a:lnTo>
                  <a:lnTo>
                    <a:pt x="914478" y="74566"/>
                  </a:lnTo>
                  <a:lnTo>
                    <a:pt x="844133" y="69232"/>
                  </a:lnTo>
                  <a:lnTo>
                    <a:pt x="773789" y="63834"/>
                  </a:lnTo>
                  <a:lnTo>
                    <a:pt x="703444" y="58371"/>
                  </a:lnTo>
                  <a:lnTo>
                    <a:pt x="633100" y="52842"/>
                  </a:lnTo>
                  <a:lnTo>
                    <a:pt x="562755" y="47247"/>
                  </a:lnTo>
                  <a:lnTo>
                    <a:pt x="492411" y="41585"/>
                  </a:lnTo>
                  <a:lnTo>
                    <a:pt x="422066" y="35855"/>
                  </a:lnTo>
                  <a:lnTo>
                    <a:pt x="351722" y="30056"/>
                  </a:lnTo>
                  <a:lnTo>
                    <a:pt x="281377" y="24188"/>
                  </a:lnTo>
                  <a:lnTo>
                    <a:pt x="211033" y="18248"/>
                  </a:lnTo>
                  <a:lnTo>
                    <a:pt x="140688" y="12238"/>
                  </a:lnTo>
                  <a:lnTo>
                    <a:pt x="70344" y="6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10653" y="2143092"/>
              <a:ext cx="5988763" cy="1229048"/>
            </a:xfrm>
            <a:custGeom>
              <a:avLst/>
              <a:pathLst>
                <a:path w="5988763" h="1229048">
                  <a:moveTo>
                    <a:pt x="0" y="0"/>
                  </a:moveTo>
                  <a:lnTo>
                    <a:pt x="9481" y="7685"/>
                  </a:lnTo>
                  <a:lnTo>
                    <a:pt x="79825" y="62215"/>
                  </a:lnTo>
                  <a:lnTo>
                    <a:pt x="150170" y="114365"/>
                  </a:lnTo>
                  <a:lnTo>
                    <a:pt x="220514" y="164239"/>
                  </a:lnTo>
                  <a:lnTo>
                    <a:pt x="290859" y="211937"/>
                  </a:lnTo>
                  <a:lnTo>
                    <a:pt x="361203" y="257553"/>
                  </a:lnTo>
                  <a:lnTo>
                    <a:pt x="431548" y="301178"/>
                  </a:lnTo>
                  <a:lnTo>
                    <a:pt x="501892" y="342900"/>
                  </a:lnTo>
                  <a:lnTo>
                    <a:pt x="572237" y="382801"/>
                  </a:lnTo>
                  <a:lnTo>
                    <a:pt x="642581" y="420960"/>
                  </a:lnTo>
                  <a:lnTo>
                    <a:pt x="712926" y="457454"/>
                  </a:lnTo>
                  <a:lnTo>
                    <a:pt x="783270" y="492356"/>
                  </a:lnTo>
                  <a:lnTo>
                    <a:pt x="853615" y="525734"/>
                  </a:lnTo>
                  <a:lnTo>
                    <a:pt x="923959" y="557656"/>
                  </a:lnTo>
                  <a:lnTo>
                    <a:pt x="994304" y="588185"/>
                  </a:lnTo>
                  <a:lnTo>
                    <a:pt x="1064648" y="617381"/>
                  </a:lnTo>
                  <a:lnTo>
                    <a:pt x="1134993" y="645304"/>
                  </a:lnTo>
                  <a:lnTo>
                    <a:pt x="1205337" y="672007"/>
                  </a:lnTo>
                  <a:lnTo>
                    <a:pt x="1275682" y="697546"/>
                  </a:lnTo>
                  <a:lnTo>
                    <a:pt x="1346026" y="721969"/>
                  </a:lnTo>
                  <a:lnTo>
                    <a:pt x="1416371" y="745327"/>
                  </a:lnTo>
                  <a:lnTo>
                    <a:pt x="1486715" y="767666"/>
                  </a:lnTo>
                  <a:lnTo>
                    <a:pt x="1557060" y="789030"/>
                  </a:lnTo>
                  <a:lnTo>
                    <a:pt x="1627404" y="809461"/>
                  </a:lnTo>
                  <a:lnTo>
                    <a:pt x="1697749" y="829001"/>
                  </a:lnTo>
                  <a:lnTo>
                    <a:pt x="1768093" y="847688"/>
                  </a:lnTo>
                  <a:lnTo>
                    <a:pt x="1838438" y="865559"/>
                  </a:lnTo>
                  <a:lnTo>
                    <a:pt x="1908782" y="882651"/>
                  </a:lnTo>
                  <a:lnTo>
                    <a:pt x="1979127" y="898997"/>
                  </a:lnTo>
                  <a:lnTo>
                    <a:pt x="2049471" y="914629"/>
                  </a:lnTo>
                  <a:lnTo>
                    <a:pt x="2119816" y="929579"/>
                  </a:lnTo>
                  <a:lnTo>
                    <a:pt x="2190160" y="943877"/>
                  </a:lnTo>
                  <a:lnTo>
                    <a:pt x="2260505" y="957550"/>
                  </a:lnTo>
                  <a:lnTo>
                    <a:pt x="2330849" y="970628"/>
                  </a:lnTo>
                  <a:lnTo>
                    <a:pt x="2401194" y="983134"/>
                  </a:lnTo>
                  <a:lnTo>
                    <a:pt x="2471538" y="995094"/>
                  </a:lnTo>
                  <a:lnTo>
                    <a:pt x="2541883" y="1006533"/>
                  </a:lnTo>
                  <a:lnTo>
                    <a:pt x="2612227" y="1017472"/>
                  </a:lnTo>
                  <a:lnTo>
                    <a:pt x="2682572" y="1027934"/>
                  </a:lnTo>
                  <a:lnTo>
                    <a:pt x="2752916" y="1037940"/>
                  </a:lnTo>
                  <a:lnTo>
                    <a:pt x="2823261" y="1047508"/>
                  </a:lnTo>
                  <a:lnTo>
                    <a:pt x="2893605" y="1056660"/>
                  </a:lnTo>
                  <a:lnTo>
                    <a:pt x="2963950" y="1065411"/>
                  </a:lnTo>
                  <a:lnTo>
                    <a:pt x="3034294" y="1073781"/>
                  </a:lnTo>
                  <a:lnTo>
                    <a:pt x="3104639" y="1081786"/>
                  </a:lnTo>
                  <a:lnTo>
                    <a:pt x="3174983" y="1089441"/>
                  </a:lnTo>
                  <a:lnTo>
                    <a:pt x="3245328" y="1096762"/>
                  </a:lnTo>
                  <a:lnTo>
                    <a:pt x="3315672" y="1103764"/>
                  </a:lnTo>
                  <a:lnTo>
                    <a:pt x="3386017" y="1110460"/>
                  </a:lnTo>
                  <a:lnTo>
                    <a:pt x="3456361" y="1116864"/>
                  </a:lnTo>
                  <a:lnTo>
                    <a:pt x="3526705" y="1122989"/>
                  </a:lnTo>
                  <a:lnTo>
                    <a:pt x="3597050" y="1128846"/>
                  </a:lnTo>
                  <a:lnTo>
                    <a:pt x="3667394" y="1134447"/>
                  </a:lnTo>
                  <a:lnTo>
                    <a:pt x="3737739" y="1139804"/>
                  </a:lnTo>
                  <a:lnTo>
                    <a:pt x="3808083" y="1144928"/>
                  </a:lnTo>
                  <a:lnTo>
                    <a:pt x="3878428" y="1149827"/>
                  </a:lnTo>
                  <a:lnTo>
                    <a:pt x="3948772" y="1154513"/>
                  </a:lnTo>
                  <a:lnTo>
                    <a:pt x="4019117" y="1158995"/>
                  </a:lnTo>
                  <a:lnTo>
                    <a:pt x="4089461" y="1163281"/>
                  </a:lnTo>
                  <a:lnTo>
                    <a:pt x="4159806" y="1167379"/>
                  </a:lnTo>
                  <a:lnTo>
                    <a:pt x="4230150" y="1171299"/>
                  </a:lnTo>
                  <a:lnTo>
                    <a:pt x="4300495" y="1175048"/>
                  </a:lnTo>
                  <a:lnTo>
                    <a:pt x="4370839" y="1178633"/>
                  </a:lnTo>
                  <a:lnTo>
                    <a:pt x="4441184" y="1182062"/>
                  </a:lnTo>
                  <a:lnTo>
                    <a:pt x="4511528" y="1185341"/>
                  </a:lnTo>
                  <a:lnTo>
                    <a:pt x="4581873" y="1188477"/>
                  </a:lnTo>
                  <a:lnTo>
                    <a:pt x="4652217" y="1191477"/>
                  </a:lnTo>
                  <a:lnTo>
                    <a:pt x="4722562" y="1194345"/>
                  </a:lnTo>
                  <a:lnTo>
                    <a:pt x="4792906" y="1197088"/>
                  </a:lnTo>
                  <a:lnTo>
                    <a:pt x="4863251" y="1199711"/>
                  </a:lnTo>
                  <a:lnTo>
                    <a:pt x="4933595" y="1202220"/>
                  </a:lnTo>
                  <a:lnTo>
                    <a:pt x="5003940" y="1204620"/>
                  </a:lnTo>
                  <a:lnTo>
                    <a:pt x="5074284" y="1206914"/>
                  </a:lnTo>
                  <a:lnTo>
                    <a:pt x="5144629" y="1209109"/>
                  </a:lnTo>
                  <a:lnTo>
                    <a:pt x="5214973" y="1211208"/>
                  </a:lnTo>
                  <a:lnTo>
                    <a:pt x="5285318" y="1213215"/>
                  </a:lnTo>
                  <a:lnTo>
                    <a:pt x="5355662" y="1215135"/>
                  </a:lnTo>
                  <a:lnTo>
                    <a:pt x="5426007" y="1216971"/>
                  </a:lnTo>
                  <a:lnTo>
                    <a:pt x="5496351" y="1218726"/>
                  </a:lnTo>
                  <a:lnTo>
                    <a:pt x="5566696" y="1220405"/>
                  </a:lnTo>
                  <a:lnTo>
                    <a:pt x="5637040" y="1222011"/>
                  </a:lnTo>
                  <a:lnTo>
                    <a:pt x="5707385" y="1223547"/>
                  </a:lnTo>
                  <a:lnTo>
                    <a:pt x="5777729" y="1225016"/>
                  </a:lnTo>
                  <a:lnTo>
                    <a:pt x="5848074" y="1226420"/>
                  </a:lnTo>
                  <a:lnTo>
                    <a:pt x="5918418" y="1227764"/>
                  </a:lnTo>
                  <a:lnTo>
                    <a:pt x="5988763" y="12290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1.67 (1.15-2.43), p = 0.007  |  per IQR decline (Δ = 29.5 %): 4.54 (1.50-13.73)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52217"/>
            </a:xfrm>
            <a:custGeom>
              <a:avLst/>
              <a:pathLst>
                <a:path w="6964104" h="1252217">
                  <a:moveTo>
                    <a:pt x="1932277" y="0"/>
                  </a:moveTo>
                  <a:lnTo>
                    <a:pt x="1969645" y="51476"/>
                  </a:lnTo>
                  <a:lnTo>
                    <a:pt x="2039990" y="141170"/>
                  </a:lnTo>
                  <a:lnTo>
                    <a:pt x="2110334" y="224191"/>
                  </a:lnTo>
                  <a:lnTo>
                    <a:pt x="2180679" y="301037"/>
                  </a:lnTo>
                  <a:lnTo>
                    <a:pt x="2251023" y="372166"/>
                  </a:lnTo>
                  <a:lnTo>
                    <a:pt x="2321368" y="438004"/>
                  </a:lnTo>
                  <a:lnTo>
                    <a:pt x="2391712" y="498944"/>
                  </a:lnTo>
                  <a:lnTo>
                    <a:pt x="2462057" y="555351"/>
                  </a:lnTo>
                  <a:lnTo>
                    <a:pt x="2532401" y="607562"/>
                  </a:lnTo>
                  <a:lnTo>
                    <a:pt x="2602746" y="655888"/>
                  </a:lnTo>
                  <a:lnTo>
                    <a:pt x="2673090" y="700620"/>
                  </a:lnTo>
                  <a:lnTo>
                    <a:pt x="2743435" y="742024"/>
                  </a:lnTo>
                  <a:lnTo>
                    <a:pt x="2813779" y="780348"/>
                  </a:lnTo>
                  <a:lnTo>
                    <a:pt x="2884124" y="815821"/>
                  </a:lnTo>
                  <a:lnTo>
                    <a:pt x="2954468" y="848656"/>
                  </a:lnTo>
                  <a:lnTo>
                    <a:pt x="3024813" y="879047"/>
                  </a:lnTo>
                  <a:lnTo>
                    <a:pt x="3095157" y="907178"/>
                  </a:lnTo>
                  <a:lnTo>
                    <a:pt x="3165502" y="933217"/>
                  </a:lnTo>
                  <a:lnTo>
                    <a:pt x="3235846" y="957318"/>
                  </a:lnTo>
                  <a:lnTo>
                    <a:pt x="3306191" y="961337"/>
                  </a:lnTo>
                  <a:lnTo>
                    <a:pt x="3376535" y="964849"/>
                  </a:lnTo>
                  <a:lnTo>
                    <a:pt x="3446880" y="968319"/>
                  </a:lnTo>
                  <a:lnTo>
                    <a:pt x="3517224" y="971748"/>
                  </a:lnTo>
                  <a:lnTo>
                    <a:pt x="3587569" y="975137"/>
                  </a:lnTo>
                  <a:lnTo>
                    <a:pt x="3657913" y="978485"/>
                  </a:lnTo>
                  <a:lnTo>
                    <a:pt x="3728257" y="981793"/>
                  </a:lnTo>
                  <a:lnTo>
                    <a:pt x="3798602" y="985062"/>
                  </a:lnTo>
                  <a:lnTo>
                    <a:pt x="3868946" y="988292"/>
                  </a:lnTo>
                  <a:lnTo>
                    <a:pt x="3939291" y="991484"/>
                  </a:lnTo>
                  <a:lnTo>
                    <a:pt x="4009635" y="994638"/>
                  </a:lnTo>
                  <a:lnTo>
                    <a:pt x="4079980" y="997755"/>
                  </a:lnTo>
                  <a:lnTo>
                    <a:pt x="4150324" y="1000835"/>
                  </a:lnTo>
                  <a:lnTo>
                    <a:pt x="4220669" y="1003878"/>
                  </a:lnTo>
                  <a:lnTo>
                    <a:pt x="4291013" y="1006885"/>
                  </a:lnTo>
                  <a:lnTo>
                    <a:pt x="4361358" y="1009856"/>
                  </a:lnTo>
                  <a:lnTo>
                    <a:pt x="4431702" y="1012792"/>
                  </a:lnTo>
                  <a:lnTo>
                    <a:pt x="4502047" y="1015693"/>
                  </a:lnTo>
                  <a:lnTo>
                    <a:pt x="4572391" y="1018560"/>
                  </a:lnTo>
                  <a:lnTo>
                    <a:pt x="4642736" y="1021393"/>
                  </a:lnTo>
                  <a:lnTo>
                    <a:pt x="4713080" y="1024192"/>
                  </a:lnTo>
                  <a:lnTo>
                    <a:pt x="4783425" y="1026957"/>
                  </a:lnTo>
                  <a:lnTo>
                    <a:pt x="4853769" y="1029690"/>
                  </a:lnTo>
                  <a:lnTo>
                    <a:pt x="4924114" y="1032391"/>
                  </a:lnTo>
                  <a:lnTo>
                    <a:pt x="4994458" y="1035059"/>
                  </a:lnTo>
                  <a:lnTo>
                    <a:pt x="5064803" y="1037696"/>
                  </a:lnTo>
                  <a:lnTo>
                    <a:pt x="5135147" y="1040302"/>
                  </a:lnTo>
                  <a:lnTo>
                    <a:pt x="5205492" y="1042876"/>
                  </a:lnTo>
                  <a:lnTo>
                    <a:pt x="5275836" y="1045420"/>
                  </a:lnTo>
                  <a:lnTo>
                    <a:pt x="5346181" y="1047934"/>
                  </a:lnTo>
                  <a:lnTo>
                    <a:pt x="5416525" y="1050418"/>
                  </a:lnTo>
                  <a:lnTo>
                    <a:pt x="5486870" y="1052873"/>
                  </a:lnTo>
                  <a:lnTo>
                    <a:pt x="5557214" y="1055298"/>
                  </a:lnTo>
                  <a:lnTo>
                    <a:pt x="5627559" y="1057695"/>
                  </a:lnTo>
                  <a:lnTo>
                    <a:pt x="5697903" y="1060063"/>
                  </a:lnTo>
                  <a:lnTo>
                    <a:pt x="5768248" y="1062403"/>
                  </a:lnTo>
                  <a:lnTo>
                    <a:pt x="5838592" y="1064715"/>
                  </a:lnTo>
                  <a:lnTo>
                    <a:pt x="5908937" y="1067000"/>
                  </a:lnTo>
                  <a:lnTo>
                    <a:pt x="5979281" y="1069258"/>
                  </a:lnTo>
                  <a:lnTo>
                    <a:pt x="6049626" y="1071489"/>
                  </a:lnTo>
                  <a:lnTo>
                    <a:pt x="6119970" y="1073693"/>
                  </a:lnTo>
                  <a:lnTo>
                    <a:pt x="6190315" y="1075871"/>
                  </a:lnTo>
                  <a:lnTo>
                    <a:pt x="6260659" y="1078024"/>
                  </a:lnTo>
                  <a:lnTo>
                    <a:pt x="6331004" y="1080151"/>
                  </a:lnTo>
                  <a:lnTo>
                    <a:pt x="6401348" y="1082252"/>
                  </a:lnTo>
                  <a:lnTo>
                    <a:pt x="6471693" y="1084329"/>
                  </a:lnTo>
                  <a:lnTo>
                    <a:pt x="6542037" y="1086381"/>
                  </a:lnTo>
                  <a:lnTo>
                    <a:pt x="6612382" y="1088408"/>
                  </a:lnTo>
                  <a:lnTo>
                    <a:pt x="6682726" y="1090412"/>
                  </a:lnTo>
                  <a:lnTo>
                    <a:pt x="6753071" y="1092392"/>
                  </a:lnTo>
                  <a:lnTo>
                    <a:pt x="6823415" y="1094348"/>
                  </a:lnTo>
                  <a:lnTo>
                    <a:pt x="6893760" y="1096281"/>
                  </a:lnTo>
                  <a:lnTo>
                    <a:pt x="6964104" y="1098191"/>
                  </a:lnTo>
                  <a:lnTo>
                    <a:pt x="6964104" y="1252217"/>
                  </a:lnTo>
                  <a:lnTo>
                    <a:pt x="6893760" y="1251816"/>
                  </a:lnTo>
                  <a:lnTo>
                    <a:pt x="6823415" y="1251384"/>
                  </a:lnTo>
                  <a:lnTo>
                    <a:pt x="6753071" y="1250916"/>
                  </a:lnTo>
                  <a:lnTo>
                    <a:pt x="6682726" y="1250411"/>
                  </a:lnTo>
                  <a:lnTo>
                    <a:pt x="6612382" y="1249865"/>
                  </a:lnTo>
                  <a:lnTo>
                    <a:pt x="6542037" y="1249275"/>
                  </a:lnTo>
                  <a:lnTo>
                    <a:pt x="6471693" y="1248638"/>
                  </a:lnTo>
                  <a:lnTo>
                    <a:pt x="6401348" y="1247950"/>
                  </a:lnTo>
                  <a:lnTo>
                    <a:pt x="6331004" y="1247207"/>
                  </a:lnTo>
                  <a:lnTo>
                    <a:pt x="6260659" y="1246403"/>
                  </a:lnTo>
                  <a:lnTo>
                    <a:pt x="6190315" y="1245536"/>
                  </a:lnTo>
                  <a:lnTo>
                    <a:pt x="6119970" y="1244598"/>
                  </a:lnTo>
                  <a:lnTo>
                    <a:pt x="6049626" y="1243585"/>
                  </a:lnTo>
                  <a:lnTo>
                    <a:pt x="5979281" y="1242491"/>
                  </a:lnTo>
                  <a:lnTo>
                    <a:pt x="5908937" y="1241308"/>
                  </a:lnTo>
                  <a:lnTo>
                    <a:pt x="5838592" y="1240031"/>
                  </a:lnTo>
                  <a:lnTo>
                    <a:pt x="5768248" y="1238651"/>
                  </a:lnTo>
                  <a:lnTo>
                    <a:pt x="5697903" y="1237160"/>
                  </a:lnTo>
                  <a:lnTo>
                    <a:pt x="5627559" y="1235549"/>
                  </a:lnTo>
                  <a:lnTo>
                    <a:pt x="5557214" y="1233809"/>
                  </a:lnTo>
                  <a:lnTo>
                    <a:pt x="5486870" y="1231929"/>
                  </a:lnTo>
                  <a:lnTo>
                    <a:pt x="5416525" y="1229898"/>
                  </a:lnTo>
                  <a:lnTo>
                    <a:pt x="5346181" y="1227704"/>
                  </a:lnTo>
                  <a:lnTo>
                    <a:pt x="5275836" y="1225333"/>
                  </a:lnTo>
                  <a:lnTo>
                    <a:pt x="5205492" y="1222772"/>
                  </a:lnTo>
                  <a:lnTo>
                    <a:pt x="5135147" y="1220005"/>
                  </a:lnTo>
                  <a:lnTo>
                    <a:pt x="5064803" y="1217015"/>
                  </a:lnTo>
                  <a:lnTo>
                    <a:pt x="4994458" y="1213785"/>
                  </a:lnTo>
                  <a:lnTo>
                    <a:pt x="4924114" y="1210296"/>
                  </a:lnTo>
                  <a:lnTo>
                    <a:pt x="4853769" y="1206526"/>
                  </a:lnTo>
                  <a:lnTo>
                    <a:pt x="4783425" y="1202454"/>
                  </a:lnTo>
                  <a:lnTo>
                    <a:pt x="4713080" y="1198054"/>
                  </a:lnTo>
                  <a:lnTo>
                    <a:pt x="4642736" y="1193300"/>
                  </a:lnTo>
                  <a:lnTo>
                    <a:pt x="4572391" y="1188164"/>
                  </a:lnTo>
                  <a:lnTo>
                    <a:pt x="4502047" y="1182616"/>
                  </a:lnTo>
                  <a:lnTo>
                    <a:pt x="4431702" y="1176621"/>
                  </a:lnTo>
                  <a:lnTo>
                    <a:pt x="4361358" y="1170145"/>
                  </a:lnTo>
                  <a:lnTo>
                    <a:pt x="4291013" y="1163149"/>
                  </a:lnTo>
                  <a:lnTo>
                    <a:pt x="4220669" y="1155590"/>
                  </a:lnTo>
                  <a:lnTo>
                    <a:pt x="4150324" y="1147423"/>
                  </a:lnTo>
                  <a:lnTo>
                    <a:pt x="4079980" y="1138600"/>
                  </a:lnTo>
                  <a:lnTo>
                    <a:pt x="4009635" y="1129069"/>
                  </a:lnTo>
                  <a:lnTo>
                    <a:pt x="3939291" y="1118771"/>
                  </a:lnTo>
                  <a:lnTo>
                    <a:pt x="3868946" y="1107645"/>
                  </a:lnTo>
                  <a:lnTo>
                    <a:pt x="3798602" y="1095626"/>
                  </a:lnTo>
                  <a:lnTo>
                    <a:pt x="3728257" y="1082640"/>
                  </a:lnTo>
                  <a:lnTo>
                    <a:pt x="3657913" y="1068611"/>
                  </a:lnTo>
                  <a:lnTo>
                    <a:pt x="3587569" y="1053454"/>
                  </a:lnTo>
                  <a:lnTo>
                    <a:pt x="3517224" y="1037079"/>
                  </a:lnTo>
                  <a:lnTo>
                    <a:pt x="3446880" y="1019388"/>
                  </a:lnTo>
                  <a:lnTo>
                    <a:pt x="3376535" y="1000275"/>
                  </a:lnTo>
                  <a:lnTo>
                    <a:pt x="3306191" y="979626"/>
                  </a:lnTo>
                  <a:lnTo>
                    <a:pt x="3235846" y="957783"/>
                  </a:lnTo>
                  <a:lnTo>
                    <a:pt x="3165502" y="954186"/>
                  </a:lnTo>
                  <a:lnTo>
                    <a:pt x="3095157" y="950546"/>
                  </a:lnTo>
                  <a:lnTo>
                    <a:pt x="3024813" y="946862"/>
                  </a:lnTo>
                  <a:lnTo>
                    <a:pt x="2954468" y="943135"/>
                  </a:lnTo>
                  <a:lnTo>
                    <a:pt x="2884124" y="939362"/>
                  </a:lnTo>
                  <a:lnTo>
                    <a:pt x="2813779" y="935544"/>
                  </a:lnTo>
                  <a:lnTo>
                    <a:pt x="2743435" y="931680"/>
                  </a:lnTo>
                  <a:lnTo>
                    <a:pt x="2673090" y="927769"/>
                  </a:lnTo>
                  <a:lnTo>
                    <a:pt x="2602746" y="923812"/>
                  </a:lnTo>
                  <a:lnTo>
                    <a:pt x="2532401" y="919807"/>
                  </a:lnTo>
                  <a:lnTo>
                    <a:pt x="2462057" y="915754"/>
                  </a:lnTo>
                  <a:lnTo>
                    <a:pt x="2391712" y="911653"/>
                  </a:lnTo>
                  <a:lnTo>
                    <a:pt x="2321368" y="907502"/>
                  </a:lnTo>
                  <a:lnTo>
                    <a:pt x="2251023" y="903301"/>
                  </a:lnTo>
                  <a:lnTo>
                    <a:pt x="2180679" y="899050"/>
                  </a:lnTo>
                  <a:lnTo>
                    <a:pt x="2110334" y="894747"/>
                  </a:lnTo>
                  <a:lnTo>
                    <a:pt x="2039990" y="890393"/>
                  </a:lnTo>
                  <a:lnTo>
                    <a:pt x="1969645" y="885987"/>
                  </a:lnTo>
                  <a:lnTo>
                    <a:pt x="1899301" y="881528"/>
                  </a:lnTo>
                  <a:lnTo>
                    <a:pt x="1828956" y="877015"/>
                  </a:lnTo>
                  <a:lnTo>
                    <a:pt x="1758612" y="872448"/>
                  </a:lnTo>
                  <a:lnTo>
                    <a:pt x="1688267" y="867826"/>
                  </a:lnTo>
                  <a:lnTo>
                    <a:pt x="1617923" y="863148"/>
                  </a:lnTo>
                  <a:lnTo>
                    <a:pt x="1547578" y="858415"/>
                  </a:lnTo>
                  <a:lnTo>
                    <a:pt x="1477234" y="853624"/>
                  </a:lnTo>
                  <a:lnTo>
                    <a:pt x="1406889" y="848776"/>
                  </a:lnTo>
                  <a:lnTo>
                    <a:pt x="1336545" y="843870"/>
                  </a:lnTo>
                  <a:lnTo>
                    <a:pt x="1266200" y="838905"/>
                  </a:lnTo>
                  <a:lnTo>
                    <a:pt x="1195856" y="833880"/>
                  </a:lnTo>
                  <a:lnTo>
                    <a:pt x="1125511" y="828795"/>
                  </a:lnTo>
                  <a:lnTo>
                    <a:pt x="1055167" y="823649"/>
                  </a:lnTo>
                  <a:lnTo>
                    <a:pt x="984822" y="818441"/>
                  </a:lnTo>
                  <a:lnTo>
                    <a:pt x="914478" y="813170"/>
                  </a:lnTo>
                  <a:lnTo>
                    <a:pt x="844133" y="807836"/>
                  </a:lnTo>
                  <a:lnTo>
                    <a:pt x="773789" y="802438"/>
                  </a:lnTo>
                  <a:lnTo>
                    <a:pt x="703444" y="796975"/>
                  </a:lnTo>
                  <a:lnTo>
                    <a:pt x="633100" y="791447"/>
                  </a:lnTo>
                  <a:lnTo>
                    <a:pt x="562755" y="785852"/>
                  </a:lnTo>
                  <a:lnTo>
                    <a:pt x="492411" y="780190"/>
                  </a:lnTo>
                  <a:lnTo>
                    <a:pt x="422066" y="774459"/>
                  </a:lnTo>
                  <a:lnTo>
                    <a:pt x="351722" y="768660"/>
                  </a:lnTo>
                  <a:lnTo>
                    <a:pt x="281377" y="762792"/>
                  </a:lnTo>
                  <a:lnTo>
                    <a:pt x="211033" y="756853"/>
                  </a:lnTo>
                  <a:lnTo>
                    <a:pt x="140688" y="750842"/>
                  </a:lnTo>
                  <a:lnTo>
                    <a:pt x="70344" y="744759"/>
                  </a:lnTo>
                  <a:lnTo>
                    <a:pt x="0" y="7386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167589" y="4336484"/>
              <a:ext cx="5031826" cy="1098191"/>
            </a:xfrm>
            <a:custGeom>
              <a:avLst/>
              <a:pathLst>
                <a:path w="5031826" h="1098191">
                  <a:moveTo>
                    <a:pt x="0" y="0"/>
                  </a:moveTo>
                  <a:lnTo>
                    <a:pt x="37368" y="51476"/>
                  </a:lnTo>
                  <a:lnTo>
                    <a:pt x="107712" y="141170"/>
                  </a:lnTo>
                  <a:lnTo>
                    <a:pt x="178057" y="224191"/>
                  </a:lnTo>
                  <a:lnTo>
                    <a:pt x="248401" y="301037"/>
                  </a:lnTo>
                  <a:lnTo>
                    <a:pt x="318746" y="372166"/>
                  </a:lnTo>
                  <a:lnTo>
                    <a:pt x="389090" y="438004"/>
                  </a:lnTo>
                  <a:lnTo>
                    <a:pt x="459435" y="498944"/>
                  </a:lnTo>
                  <a:lnTo>
                    <a:pt x="529779" y="555351"/>
                  </a:lnTo>
                  <a:lnTo>
                    <a:pt x="600124" y="607562"/>
                  </a:lnTo>
                  <a:lnTo>
                    <a:pt x="670468" y="655888"/>
                  </a:lnTo>
                  <a:lnTo>
                    <a:pt x="740813" y="700620"/>
                  </a:lnTo>
                  <a:lnTo>
                    <a:pt x="811157" y="742024"/>
                  </a:lnTo>
                  <a:lnTo>
                    <a:pt x="881502" y="780348"/>
                  </a:lnTo>
                  <a:lnTo>
                    <a:pt x="951846" y="815821"/>
                  </a:lnTo>
                  <a:lnTo>
                    <a:pt x="1022190" y="848656"/>
                  </a:lnTo>
                  <a:lnTo>
                    <a:pt x="1092535" y="879047"/>
                  </a:lnTo>
                  <a:lnTo>
                    <a:pt x="1162879" y="907178"/>
                  </a:lnTo>
                  <a:lnTo>
                    <a:pt x="1233224" y="933217"/>
                  </a:lnTo>
                  <a:lnTo>
                    <a:pt x="1303568" y="957318"/>
                  </a:lnTo>
                  <a:lnTo>
                    <a:pt x="1373913" y="961337"/>
                  </a:lnTo>
                  <a:lnTo>
                    <a:pt x="1444257" y="964849"/>
                  </a:lnTo>
                  <a:lnTo>
                    <a:pt x="1514602" y="968319"/>
                  </a:lnTo>
                  <a:lnTo>
                    <a:pt x="1584946" y="971748"/>
                  </a:lnTo>
                  <a:lnTo>
                    <a:pt x="1655291" y="975137"/>
                  </a:lnTo>
                  <a:lnTo>
                    <a:pt x="1725635" y="978485"/>
                  </a:lnTo>
                  <a:lnTo>
                    <a:pt x="1795980" y="981793"/>
                  </a:lnTo>
                  <a:lnTo>
                    <a:pt x="1866324" y="985062"/>
                  </a:lnTo>
                  <a:lnTo>
                    <a:pt x="1936669" y="988292"/>
                  </a:lnTo>
                  <a:lnTo>
                    <a:pt x="2007013" y="991484"/>
                  </a:lnTo>
                  <a:lnTo>
                    <a:pt x="2077358" y="994638"/>
                  </a:lnTo>
                  <a:lnTo>
                    <a:pt x="2147702" y="997755"/>
                  </a:lnTo>
                  <a:lnTo>
                    <a:pt x="2218047" y="1000835"/>
                  </a:lnTo>
                  <a:lnTo>
                    <a:pt x="2288391" y="1003878"/>
                  </a:lnTo>
                  <a:lnTo>
                    <a:pt x="2358736" y="1006885"/>
                  </a:lnTo>
                  <a:lnTo>
                    <a:pt x="2429080" y="1009856"/>
                  </a:lnTo>
                  <a:lnTo>
                    <a:pt x="2499425" y="1012792"/>
                  </a:lnTo>
                  <a:lnTo>
                    <a:pt x="2569769" y="1015693"/>
                  </a:lnTo>
                  <a:lnTo>
                    <a:pt x="2640114" y="1018560"/>
                  </a:lnTo>
                  <a:lnTo>
                    <a:pt x="2710458" y="1021393"/>
                  </a:lnTo>
                  <a:lnTo>
                    <a:pt x="2780803" y="1024192"/>
                  </a:lnTo>
                  <a:lnTo>
                    <a:pt x="2851147" y="1026957"/>
                  </a:lnTo>
                  <a:lnTo>
                    <a:pt x="2921492" y="1029690"/>
                  </a:lnTo>
                  <a:lnTo>
                    <a:pt x="2991836" y="1032391"/>
                  </a:lnTo>
                  <a:lnTo>
                    <a:pt x="3062181" y="1035059"/>
                  </a:lnTo>
                  <a:lnTo>
                    <a:pt x="3132525" y="1037696"/>
                  </a:lnTo>
                  <a:lnTo>
                    <a:pt x="3202870" y="1040302"/>
                  </a:lnTo>
                  <a:lnTo>
                    <a:pt x="3273214" y="1042876"/>
                  </a:lnTo>
                  <a:lnTo>
                    <a:pt x="3343559" y="1045420"/>
                  </a:lnTo>
                  <a:lnTo>
                    <a:pt x="3413903" y="1047934"/>
                  </a:lnTo>
                  <a:lnTo>
                    <a:pt x="3484248" y="1050418"/>
                  </a:lnTo>
                  <a:lnTo>
                    <a:pt x="3554592" y="1052873"/>
                  </a:lnTo>
                  <a:lnTo>
                    <a:pt x="3624937" y="1055298"/>
                  </a:lnTo>
                  <a:lnTo>
                    <a:pt x="3695281" y="1057695"/>
                  </a:lnTo>
                  <a:lnTo>
                    <a:pt x="3765626" y="1060063"/>
                  </a:lnTo>
                  <a:lnTo>
                    <a:pt x="3835970" y="1062403"/>
                  </a:lnTo>
                  <a:lnTo>
                    <a:pt x="3906315" y="1064715"/>
                  </a:lnTo>
                  <a:lnTo>
                    <a:pt x="3976659" y="1067000"/>
                  </a:lnTo>
                  <a:lnTo>
                    <a:pt x="4047004" y="1069258"/>
                  </a:lnTo>
                  <a:lnTo>
                    <a:pt x="4117348" y="1071489"/>
                  </a:lnTo>
                  <a:lnTo>
                    <a:pt x="4187693" y="1073693"/>
                  </a:lnTo>
                  <a:lnTo>
                    <a:pt x="4258037" y="1075871"/>
                  </a:lnTo>
                  <a:lnTo>
                    <a:pt x="4328382" y="1078024"/>
                  </a:lnTo>
                  <a:lnTo>
                    <a:pt x="4398726" y="1080151"/>
                  </a:lnTo>
                  <a:lnTo>
                    <a:pt x="4469071" y="1082252"/>
                  </a:lnTo>
                  <a:lnTo>
                    <a:pt x="4539415" y="1084329"/>
                  </a:lnTo>
                  <a:lnTo>
                    <a:pt x="4609760" y="1086381"/>
                  </a:lnTo>
                  <a:lnTo>
                    <a:pt x="4680104" y="1088408"/>
                  </a:lnTo>
                  <a:lnTo>
                    <a:pt x="4750448" y="1090412"/>
                  </a:lnTo>
                  <a:lnTo>
                    <a:pt x="4820793" y="1092392"/>
                  </a:lnTo>
                  <a:lnTo>
                    <a:pt x="4891137" y="1094348"/>
                  </a:lnTo>
                  <a:lnTo>
                    <a:pt x="4961482" y="1096281"/>
                  </a:lnTo>
                  <a:lnTo>
                    <a:pt x="5031826" y="1098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075088"/>
              <a:ext cx="6964104" cy="513613"/>
            </a:xfrm>
            <a:custGeom>
              <a:avLst/>
              <a:pathLst>
                <a:path w="6964104" h="513613">
                  <a:moveTo>
                    <a:pt x="6964104" y="513613"/>
                  </a:moveTo>
                  <a:lnTo>
                    <a:pt x="6893760" y="513212"/>
                  </a:lnTo>
                  <a:lnTo>
                    <a:pt x="6823415" y="512779"/>
                  </a:lnTo>
                  <a:lnTo>
                    <a:pt x="6753071" y="512312"/>
                  </a:lnTo>
                  <a:lnTo>
                    <a:pt x="6682726" y="511807"/>
                  </a:lnTo>
                  <a:lnTo>
                    <a:pt x="6612382" y="511261"/>
                  </a:lnTo>
                  <a:lnTo>
                    <a:pt x="6542037" y="510671"/>
                  </a:lnTo>
                  <a:lnTo>
                    <a:pt x="6471693" y="510034"/>
                  </a:lnTo>
                  <a:lnTo>
                    <a:pt x="6401348" y="509346"/>
                  </a:lnTo>
                  <a:lnTo>
                    <a:pt x="6331004" y="508603"/>
                  </a:lnTo>
                  <a:lnTo>
                    <a:pt x="6260659" y="507799"/>
                  </a:lnTo>
                  <a:lnTo>
                    <a:pt x="6190315" y="506931"/>
                  </a:lnTo>
                  <a:lnTo>
                    <a:pt x="6119970" y="505994"/>
                  </a:lnTo>
                  <a:lnTo>
                    <a:pt x="6049626" y="504981"/>
                  </a:lnTo>
                  <a:lnTo>
                    <a:pt x="5979281" y="503886"/>
                  </a:lnTo>
                  <a:lnTo>
                    <a:pt x="5908937" y="502704"/>
                  </a:lnTo>
                  <a:lnTo>
                    <a:pt x="5838592" y="501427"/>
                  </a:lnTo>
                  <a:lnTo>
                    <a:pt x="5768248" y="500047"/>
                  </a:lnTo>
                  <a:lnTo>
                    <a:pt x="5697903" y="498556"/>
                  </a:lnTo>
                  <a:lnTo>
                    <a:pt x="5627559" y="496945"/>
                  </a:lnTo>
                  <a:lnTo>
                    <a:pt x="5557214" y="495205"/>
                  </a:lnTo>
                  <a:lnTo>
                    <a:pt x="5486870" y="493325"/>
                  </a:lnTo>
                  <a:lnTo>
                    <a:pt x="5416525" y="491294"/>
                  </a:lnTo>
                  <a:lnTo>
                    <a:pt x="5346181" y="489099"/>
                  </a:lnTo>
                  <a:lnTo>
                    <a:pt x="5275836" y="486729"/>
                  </a:lnTo>
                  <a:lnTo>
                    <a:pt x="5205492" y="484168"/>
                  </a:lnTo>
                  <a:lnTo>
                    <a:pt x="5135147" y="481400"/>
                  </a:lnTo>
                  <a:lnTo>
                    <a:pt x="5064803" y="478411"/>
                  </a:lnTo>
                  <a:lnTo>
                    <a:pt x="4994458" y="475181"/>
                  </a:lnTo>
                  <a:lnTo>
                    <a:pt x="4924114" y="471692"/>
                  </a:lnTo>
                  <a:lnTo>
                    <a:pt x="4853769" y="467922"/>
                  </a:lnTo>
                  <a:lnTo>
                    <a:pt x="4783425" y="463849"/>
                  </a:lnTo>
                  <a:lnTo>
                    <a:pt x="4713080" y="459449"/>
                  </a:lnTo>
                  <a:lnTo>
                    <a:pt x="4642736" y="454696"/>
                  </a:lnTo>
                  <a:lnTo>
                    <a:pt x="4572391" y="449560"/>
                  </a:lnTo>
                  <a:lnTo>
                    <a:pt x="4502047" y="444012"/>
                  </a:lnTo>
                  <a:lnTo>
                    <a:pt x="4431702" y="438017"/>
                  </a:lnTo>
                  <a:lnTo>
                    <a:pt x="4361358" y="431541"/>
                  </a:lnTo>
                  <a:lnTo>
                    <a:pt x="4291013" y="424544"/>
                  </a:lnTo>
                  <a:lnTo>
                    <a:pt x="4220669" y="416985"/>
                  </a:lnTo>
                  <a:lnTo>
                    <a:pt x="4150324" y="408819"/>
                  </a:lnTo>
                  <a:lnTo>
                    <a:pt x="4079980" y="399996"/>
                  </a:lnTo>
                  <a:lnTo>
                    <a:pt x="4009635" y="390464"/>
                  </a:lnTo>
                  <a:lnTo>
                    <a:pt x="3939291" y="380167"/>
                  </a:lnTo>
                  <a:lnTo>
                    <a:pt x="3868946" y="369041"/>
                  </a:lnTo>
                  <a:lnTo>
                    <a:pt x="3798602" y="357021"/>
                  </a:lnTo>
                  <a:lnTo>
                    <a:pt x="3728257" y="344036"/>
                  </a:lnTo>
                  <a:lnTo>
                    <a:pt x="3657913" y="330006"/>
                  </a:lnTo>
                  <a:lnTo>
                    <a:pt x="3587569" y="314850"/>
                  </a:lnTo>
                  <a:lnTo>
                    <a:pt x="3517224" y="298475"/>
                  </a:lnTo>
                  <a:lnTo>
                    <a:pt x="3446880" y="280784"/>
                  </a:lnTo>
                  <a:lnTo>
                    <a:pt x="3376535" y="261671"/>
                  </a:lnTo>
                  <a:lnTo>
                    <a:pt x="3306191" y="241022"/>
                  </a:lnTo>
                  <a:lnTo>
                    <a:pt x="3235846" y="219179"/>
                  </a:lnTo>
                  <a:lnTo>
                    <a:pt x="3165502" y="215582"/>
                  </a:lnTo>
                  <a:lnTo>
                    <a:pt x="3095157" y="211942"/>
                  </a:lnTo>
                  <a:lnTo>
                    <a:pt x="3024813" y="208258"/>
                  </a:lnTo>
                  <a:lnTo>
                    <a:pt x="2954468" y="204530"/>
                  </a:lnTo>
                  <a:lnTo>
                    <a:pt x="2884124" y="200758"/>
                  </a:lnTo>
                  <a:lnTo>
                    <a:pt x="2813779" y="196939"/>
                  </a:lnTo>
                  <a:lnTo>
                    <a:pt x="2743435" y="193076"/>
                  </a:lnTo>
                  <a:lnTo>
                    <a:pt x="2673090" y="189165"/>
                  </a:lnTo>
                  <a:lnTo>
                    <a:pt x="2602746" y="185208"/>
                  </a:lnTo>
                  <a:lnTo>
                    <a:pt x="2532401" y="181203"/>
                  </a:lnTo>
                  <a:lnTo>
                    <a:pt x="2462057" y="177150"/>
                  </a:lnTo>
                  <a:lnTo>
                    <a:pt x="2391712" y="173048"/>
                  </a:lnTo>
                  <a:lnTo>
                    <a:pt x="2321368" y="168897"/>
                  </a:lnTo>
                  <a:lnTo>
                    <a:pt x="2251023" y="164697"/>
                  </a:lnTo>
                  <a:lnTo>
                    <a:pt x="2180679" y="160445"/>
                  </a:lnTo>
                  <a:lnTo>
                    <a:pt x="2110334" y="156143"/>
                  </a:lnTo>
                  <a:lnTo>
                    <a:pt x="2039990" y="151789"/>
                  </a:lnTo>
                  <a:lnTo>
                    <a:pt x="1969645" y="147383"/>
                  </a:lnTo>
                  <a:lnTo>
                    <a:pt x="1899301" y="142923"/>
                  </a:lnTo>
                  <a:lnTo>
                    <a:pt x="1828956" y="138411"/>
                  </a:lnTo>
                  <a:lnTo>
                    <a:pt x="1758612" y="133844"/>
                  </a:lnTo>
                  <a:lnTo>
                    <a:pt x="1688267" y="129222"/>
                  </a:lnTo>
                  <a:lnTo>
                    <a:pt x="1617923" y="124544"/>
                  </a:lnTo>
                  <a:lnTo>
                    <a:pt x="1547578" y="119811"/>
                  </a:lnTo>
                  <a:lnTo>
                    <a:pt x="1477234" y="115020"/>
                  </a:lnTo>
                  <a:lnTo>
                    <a:pt x="1406889" y="110172"/>
                  </a:lnTo>
                  <a:lnTo>
                    <a:pt x="1336545" y="105266"/>
                  </a:lnTo>
                  <a:lnTo>
                    <a:pt x="1266200" y="100301"/>
                  </a:lnTo>
                  <a:lnTo>
                    <a:pt x="1195856" y="95276"/>
                  </a:lnTo>
                  <a:lnTo>
                    <a:pt x="1125511" y="90191"/>
                  </a:lnTo>
                  <a:lnTo>
                    <a:pt x="1055167" y="85045"/>
                  </a:lnTo>
                  <a:lnTo>
                    <a:pt x="984822" y="79836"/>
                  </a:lnTo>
                  <a:lnTo>
                    <a:pt x="914478" y="74566"/>
                  </a:lnTo>
                  <a:lnTo>
                    <a:pt x="844133" y="69232"/>
                  </a:lnTo>
                  <a:lnTo>
                    <a:pt x="773789" y="63834"/>
                  </a:lnTo>
                  <a:lnTo>
                    <a:pt x="703444" y="58371"/>
                  </a:lnTo>
                  <a:lnTo>
                    <a:pt x="633100" y="52842"/>
                  </a:lnTo>
                  <a:lnTo>
                    <a:pt x="562755" y="47247"/>
                  </a:lnTo>
                  <a:lnTo>
                    <a:pt x="492411" y="41585"/>
                  </a:lnTo>
                  <a:lnTo>
                    <a:pt x="422066" y="35855"/>
                  </a:lnTo>
                  <a:lnTo>
                    <a:pt x="351722" y="30056"/>
                  </a:lnTo>
                  <a:lnTo>
                    <a:pt x="281377" y="24188"/>
                  </a:lnTo>
                  <a:lnTo>
                    <a:pt x="211033" y="18248"/>
                  </a:lnTo>
                  <a:lnTo>
                    <a:pt x="140688" y="12238"/>
                  </a:lnTo>
                  <a:lnTo>
                    <a:pt x="70344" y="6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210653" y="4336484"/>
              <a:ext cx="5988763" cy="1229048"/>
            </a:xfrm>
            <a:custGeom>
              <a:avLst/>
              <a:pathLst>
                <a:path w="5988763" h="1229048">
                  <a:moveTo>
                    <a:pt x="0" y="0"/>
                  </a:moveTo>
                  <a:lnTo>
                    <a:pt x="9481" y="7685"/>
                  </a:lnTo>
                  <a:lnTo>
                    <a:pt x="79825" y="62215"/>
                  </a:lnTo>
                  <a:lnTo>
                    <a:pt x="150170" y="114365"/>
                  </a:lnTo>
                  <a:lnTo>
                    <a:pt x="220514" y="164239"/>
                  </a:lnTo>
                  <a:lnTo>
                    <a:pt x="290859" y="211937"/>
                  </a:lnTo>
                  <a:lnTo>
                    <a:pt x="361203" y="257553"/>
                  </a:lnTo>
                  <a:lnTo>
                    <a:pt x="431548" y="301178"/>
                  </a:lnTo>
                  <a:lnTo>
                    <a:pt x="501892" y="342900"/>
                  </a:lnTo>
                  <a:lnTo>
                    <a:pt x="572237" y="382801"/>
                  </a:lnTo>
                  <a:lnTo>
                    <a:pt x="642581" y="420960"/>
                  </a:lnTo>
                  <a:lnTo>
                    <a:pt x="712926" y="457454"/>
                  </a:lnTo>
                  <a:lnTo>
                    <a:pt x="783270" y="492356"/>
                  </a:lnTo>
                  <a:lnTo>
                    <a:pt x="853615" y="525734"/>
                  </a:lnTo>
                  <a:lnTo>
                    <a:pt x="923959" y="557656"/>
                  </a:lnTo>
                  <a:lnTo>
                    <a:pt x="994304" y="588185"/>
                  </a:lnTo>
                  <a:lnTo>
                    <a:pt x="1064648" y="617381"/>
                  </a:lnTo>
                  <a:lnTo>
                    <a:pt x="1134993" y="645304"/>
                  </a:lnTo>
                  <a:lnTo>
                    <a:pt x="1205337" y="672007"/>
                  </a:lnTo>
                  <a:lnTo>
                    <a:pt x="1275682" y="697546"/>
                  </a:lnTo>
                  <a:lnTo>
                    <a:pt x="1346026" y="721969"/>
                  </a:lnTo>
                  <a:lnTo>
                    <a:pt x="1416371" y="745327"/>
                  </a:lnTo>
                  <a:lnTo>
                    <a:pt x="1486715" y="767666"/>
                  </a:lnTo>
                  <a:lnTo>
                    <a:pt x="1557060" y="789030"/>
                  </a:lnTo>
                  <a:lnTo>
                    <a:pt x="1627404" y="809461"/>
                  </a:lnTo>
                  <a:lnTo>
                    <a:pt x="1697749" y="829001"/>
                  </a:lnTo>
                  <a:lnTo>
                    <a:pt x="1768093" y="847688"/>
                  </a:lnTo>
                  <a:lnTo>
                    <a:pt x="1838438" y="865559"/>
                  </a:lnTo>
                  <a:lnTo>
                    <a:pt x="1908782" y="882651"/>
                  </a:lnTo>
                  <a:lnTo>
                    <a:pt x="1979127" y="898997"/>
                  </a:lnTo>
                  <a:lnTo>
                    <a:pt x="2049471" y="914629"/>
                  </a:lnTo>
                  <a:lnTo>
                    <a:pt x="2119816" y="929579"/>
                  </a:lnTo>
                  <a:lnTo>
                    <a:pt x="2190160" y="943877"/>
                  </a:lnTo>
                  <a:lnTo>
                    <a:pt x="2260505" y="957550"/>
                  </a:lnTo>
                  <a:lnTo>
                    <a:pt x="2330849" y="970628"/>
                  </a:lnTo>
                  <a:lnTo>
                    <a:pt x="2401194" y="983134"/>
                  </a:lnTo>
                  <a:lnTo>
                    <a:pt x="2471538" y="995094"/>
                  </a:lnTo>
                  <a:lnTo>
                    <a:pt x="2541883" y="1006533"/>
                  </a:lnTo>
                  <a:lnTo>
                    <a:pt x="2612227" y="1017472"/>
                  </a:lnTo>
                  <a:lnTo>
                    <a:pt x="2682572" y="1027934"/>
                  </a:lnTo>
                  <a:lnTo>
                    <a:pt x="2752916" y="1037940"/>
                  </a:lnTo>
                  <a:lnTo>
                    <a:pt x="2823261" y="1047508"/>
                  </a:lnTo>
                  <a:lnTo>
                    <a:pt x="2893605" y="1056660"/>
                  </a:lnTo>
                  <a:lnTo>
                    <a:pt x="2963950" y="1065411"/>
                  </a:lnTo>
                  <a:lnTo>
                    <a:pt x="3034294" y="1073781"/>
                  </a:lnTo>
                  <a:lnTo>
                    <a:pt x="3104639" y="1081786"/>
                  </a:lnTo>
                  <a:lnTo>
                    <a:pt x="3174983" y="1089441"/>
                  </a:lnTo>
                  <a:lnTo>
                    <a:pt x="3245328" y="1096762"/>
                  </a:lnTo>
                  <a:lnTo>
                    <a:pt x="3315672" y="1103764"/>
                  </a:lnTo>
                  <a:lnTo>
                    <a:pt x="3386017" y="1110460"/>
                  </a:lnTo>
                  <a:lnTo>
                    <a:pt x="3456361" y="1116864"/>
                  </a:lnTo>
                  <a:lnTo>
                    <a:pt x="3526705" y="1122989"/>
                  </a:lnTo>
                  <a:lnTo>
                    <a:pt x="3597050" y="1128846"/>
                  </a:lnTo>
                  <a:lnTo>
                    <a:pt x="3667394" y="1134447"/>
                  </a:lnTo>
                  <a:lnTo>
                    <a:pt x="3737739" y="1139804"/>
                  </a:lnTo>
                  <a:lnTo>
                    <a:pt x="3808083" y="1144928"/>
                  </a:lnTo>
                  <a:lnTo>
                    <a:pt x="3878428" y="1149827"/>
                  </a:lnTo>
                  <a:lnTo>
                    <a:pt x="3948772" y="1154513"/>
                  </a:lnTo>
                  <a:lnTo>
                    <a:pt x="4019117" y="1158995"/>
                  </a:lnTo>
                  <a:lnTo>
                    <a:pt x="4089461" y="1163281"/>
                  </a:lnTo>
                  <a:lnTo>
                    <a:pt x="4159806" y="1167379"/>
                  </a:lnTo>
                  <a:lnTo>
                    <a:pt x="4230150" y="1171299"/>
                  </a:lnTo>
                  <a:lnTo>
                    <a:pt x="4300495" y="1175048"/>
                  </a:lnTo>
                  <a:lnTo>
                    <a:pt x="4370839" y="1178633"/>
                  </a:lnTo>
                  <a:lnTo>
                    <a:pt x="4441184" y="1182062"/>
                  </a:lnTo>
                  <a:lnTo>
                    <a:pt x="4511528" y="1185341"/>
                  </a:lnTo>
                  <a:lnTo>
                    <a:pt x="4581873" y="1188477"/>
                  </a:lnTo>
                  <a:lnTo>
                    <a:pt x="4652217" y="1191477"/>
                  </a:lnTo>
                  <a:lnTo>
                    <a:pt x="4722562" y="1194345"/>
                  </a:lnTo>
                  <a:lnTo>
                    <a:pt x="4792906" y="1197088"/>
                  </a:lnTo>
                  <a:lnTo>
                    <a:pt x="4863251" y="1199711"/>
                  </a:lnTo>
                  <a:lnTo>
                    <a:pt x="4933595" y="1202220"/>
                  </a:lnTo>
                  <a:lnTo>
                    <a:pt x="5003940" y="1204620"/>
                  </a:lnTo>
                  <a:lnTo>
                    <a:pt x="5074284" y="1206914"/>
                  </a:lnTo>
                  <a:lnTo>
                    <a:pt x="5144629" y="1209109"/>
                  </a:lnTo>
                  <a:lnTo>
                    <a:pt x="5214973" y="1211208"/>
                  </a:lnTo>
                  <a:lnTo>
                    <a:pt x="5285318" y="1213215"/>
                  </a:lnTo>
                  <a:lnTo>
                    <a:pt x="5355662" y="1215135"/>
                  </a:lnTo>
                  <a:lnTo>
                    <a:pt x="5426007" y="1216971"/>
                  </a:lnTo>
                  <a:lnTo>
                    <a:pt x="5496351" y="1218726"/>
                  </a:lnTo>
                  <a:lnTo>
                    <a:pt x="5566696" y="1220405"/>
                  </a:lnTo>
                  <a:lnTo>
                    <a:pt x="5637040" y="1222011"/>
                  </a:lnTo>
                  <a:lnTo>
                    <a:pt x="5707385" y="1223547"/>
                  </a:lnTo>
                  <a:lnTo>
                    <a:pt x="5777729" y="1225016"/>
                  </a:lnTo>
                  <a:lnTo>
                    <a:pt x="5848074" y="1226420"/>
                  </a:lnTo>
                  <a:lnTo>
                    <a:pt x="5918418" y="1227764"/>
                  </a:lnTo>
                  <a:lnTo>
                    <a:pt x="5988763" y="12290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1.67 (1.15-2.43), p = 0.007  |  per IQR decline (Δ = 29.5 %): 4.54 (1.50-13.73)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2026-07-22T08:00:16Z</dcterms:modified>
  <cp:category/>
</cp:coreProperties>
</file>