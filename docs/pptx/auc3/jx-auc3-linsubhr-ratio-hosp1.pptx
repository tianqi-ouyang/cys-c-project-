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1896563"/>
              <a:ext cx="7392041" cy="3638161"/>
            </a:xfrm>
            <a:custGeom>
              <a:avLst/>
              <a:pathLst>
                <a:path w="7392041" h="3638161">
                  <a:moveTo>
                    <a:pt x="1866714" y="0"/>
                  </a:moveTo>
                  <a:lnTo>
                    <a:pt x="1907747" y="149557"/>
                  </a:lnTo>
                  <a:lnTo>
                    <a:pt x="1984991" y="410152"/>
                  </a:lnTo>
                  <a:lnTo>
                    <a:pt x="2062234" y="651361"/>
                  </a:lnTo>
                  <a:lnTo>
                    <a:pt x="2139478" y="874626"/>
                  </a:lnTo>
                  <a:lnTo>
                    <a:pt x="2216721" y="1081283"/>
                  </a:lnTo>
                  <a:lnTo>
                    <a:pt x="2293965" y="1272566"/>
                  </a:lnTo>
                  <a:lnTo>
                    <a:pt x="2371209" y="1449620"/>
                  </a:lnTo>
                  <a:lnTo>
                    <a:pt x="2448452" y="1613503"/>
                  </a:lnTo>
                  <a:lnTo>
                    <a:pt x="2525696" y="1765195"/>
                  </a:lnTo>
                  <a:lnTo>
                    <a:pt x="2602939" y="1905602"/>
                  </a:lnTo>
                  <a:lnTo>
                    <a:pt x="2680183" y="2035565"/>
                  </a:lnTo>
                  <a:lnTo>
                    <a:pt x="2757426" y="2155859"/>
                  </a:lnTo>
                  <a:lnTo>
                    <a:pt x="2834670" y="2267205"/>
                  </a:lnTo>
                  <a:lnTo>
                    <a:pt x="2911914" y="2370268"/>
                  </a:lnTo>
                  <a:lnTo>
                    <a:pt x="2989157" y="2465664"/>
                  </a:lnTo>
                  <a:lnTo>
                    <a:pt x="3066401" y="2553963"/>
                  </a:lnTo>
                  <a:lnTo>
                    <a:pt x="3143644" y="2635694"/>
                  </a:lnTo>
                  <a:lnTo>
                    <a:pt x="3220888" y="2711345"/>
                  </a:lnTo>
                  <a:lnTo>
                    <a:pt x="3298131" y="2781368"/>
                  </a:lnTo>
                  <a:lnTo>
                    <a:pt x="3375375" y="2793045"/>
                  </a:lnTo>
                  <a:lnTo>
                    <a:pt x="3452619" y="2803249"/>
                  </a:lnTo>
                  <a:lnTo>
                    <a:pt x="3529862" y="2813331"/>
                  </a:lnTo>
                  <a:lnTo>
                    <a:pt x="3607106" y="2823294"/>
                  </a:lnTo>
                  <a:lnTo>
                    <a:pt x="3684349" y="2833138"/>
                  </a:lnTo>
                  <a:lnTo>
                    <a:pt x="3761593" y="2842866"/>
                  </a:lnTo>
                  <a:lnTo>
                    <a:pt x="3838836" y="2852478"/>
                  </a:lnTo>
                  <a:lnTo>
                    <a:pt x="3916080" y="2861976"/>
                  </a:lnTo>
                  <a:lnTo>
                    <a:pt x="3993324" y="2871361"/>
                  </a:lnTo>
                  <a:lnTo>
                    <a:pt x="4070567" y="2880635"/>
                  </a:lnTo>
                  <a:lnTo>
                    <a:pt x="4147811" y="2889798"/>
                  </a:lnTo>
                  <a:lnTo>
                    <a:pt x="4225054" y="2898853"/>
                  </a:lnTo>
                  <a:lnTo>
                    <a:pt x="4302298" y="2907801"/>
                  </a:lnTo>
                  <a:lnTo>
                    <a:pt x="4379541" y="2916642"/>
                  </a:lnTo>
                  <a:lnTo>
                    <a:pt x="4456785" y="2925379"/>
                  </a:lnTo>
                  <a:lnTo>
                    <a:pt x="4534029" y="2934011"/>
                  </a:lnTo>
                  <a:lnTo>
                    <a:pt x="4611272" y="2942541"/>
                  </a:lnTo>
                  <a:lnTo>
                    <a:pt x="4688516" y="2950970"/>
                  </a:lnTo>
                  <a:lnTo>
                    <a:pt x="4765759" y="2959299"/>
                  </a:lnTo>
                  <a:lnTo>
                    <a:pt x="4843003" y="2967529"/>
                  </a:lnTo>
                  <a:lnTo>
                    <a:pt x="4920246" y="2975661"/>
                  </a:lnTo>
                  <a:lnTo>
                    <a:pt x="4997490" y="2983697"/>
                  </a:lnTo>
                  <a:lnTo>
                    <a:pt x="5074734" y="2991637"/>
                  </a:lnTo>
                  <a:lnTo>
                    <a:pt x="5151977" y="2999484"/>
                  </a:lnTo>
                  <a:lnTo>
                    <a:pt x="5229221" y="3007237"/>
                  </a:lnTo>
                  <a:lnTo>
                    <a:pt x="5306464" y="3014898"/>
                  </a:lnTo>
                  <a:lnTo>
                    <a:pt x="5383708" y="3022468"/>
                  </a:lnTo>
                  <a:lnTo>
                    <a:pt x="5460951" y="3029948"/>
                  </a:lnTo>
                  <a:lnTo>
                    <a:pt x="5538195" y="3037339"/>
                  </a:lnTo>
                  <a:lnTo>
                    <a:pt x="5615439" y="3044643"/>
                  </a:lnTo>
                  <a:lnTo>
                    <a:pt x="5692682" y="3051860"/>
                  </a:lnTo>
                  <a:lnTo>
                    <a:pt x="5769926" y="3058991"/>
                  </a:lnTo>
                  <a:lnTo>
                    <a:pt x="5847169" y="3066038"/>
                  </a:lnTo>
                  <a:lnTo>
                    <a:pt x="5924413" y="3073001"/>
                  </a:lnTo>
                  <a:lnTo>
                    <a:pt x="6001656" y="3079881"/>
                  </a:lnTo>
                  <a:lnTo>
                    <a:pt x="6078900" y="3086680"/>
                  </a:lnTo>
                  <a:lnTo>
                    <a:pt x="6156144" y="3093398"/>
                  </a:lnTo>
                  <a:lnTo>
                    <a:pt x="6233387" y="3100036"/>
                  </a:lnTo>
                  <a:lnTo>
                    <a:pt x="6310631" y="3106595"/>
                  </a:lnTo>
                  <a:lnTo>
                    <a:pt x="6387874" y="3113077"/>
                  </a:lnTo>
                  <a:lnTo>
                    <a:pt x="6465118" y="3119482"/>
                  </a:lnTo>
                  <a:lnTo>
                    <a:pt x="6542361" y="3125810"/>
                  </a:lnTo>
                  <a:lnTo>
                    <a:pt x="6619605" y="3132064"/>
                  </a:lnTo>
                  <a:lnTo>
                    <a:pt x="6696849" y="3138243"/>
                  </a:lnTo>
                  <a:lnTo>
                    <a:pt x="6774092" y="3144349"/>
                  </a:lnTo>
                  <a:lnTo>
                    <a:pt x="6851336" y="3150382"/>
                  </a:lnTo>
                  <a:lnTo>
                    <a:pt x="6928579" y="3156344"/>
                  </a:lnTo>
                  <a:lnTo>
                    <a:pt x="7005823" y="3162235"/>
                  </a:lnTo>
                  <a:lnTo>
                    <a:pt x="7083066" y="3168056"/>
                  </a:lnTo>
                  <a:lnTo>
                    <a:pt x="7160310" y="3173809"/>
                  </a:lnTo>
                  <a:lnTo>
                    <a:pt x="7237554" y="3179492"/>
                  </a:lnTo>
                  <a:lnTo>
                    <a:pt x="7314797" y="3185109"/>
                  </a:lnTo>
                  <a:lnTo>
                    <a:pt x="7392041" y="3190658"/>
                  </a:lnTo>
                  <a:lnTo>
                    <a:pt x="7392041" y="3638161"/>
                  </a:lnTo>
                  <a:lnTo>
                    <a:pt x="7314797" y="3636997"/>
                  </a:lnTo>
                  <a:lnTo>
                    <a:pt x="7237554" y="3635739"/>
                  </a:lnTo>
                  <a:lnTo>
                    <a:pt x="7160310" y="3634381"/>
                  </a:lnTo>
                  <a:lnTo>
                    <a:pt x="7083066" y="3632913"/>
                  </a:lnTo>
                  <a:lnTo>
                    <a:pt x="7005823" y="3631328"/>
                  </a:lnTo>
                  <a:lnTo>
                    <a:pt x="6928579" y="3629614"/>
                  </a:lnTo>
                  <a:lnTo>
                    <a:pt x="6851336" y="3627764"/>
                  </a:lnTo>
                  <a:lnTo>
                    <a:pt x="6774092" y="3625764"/>
                  </a:lnTo>
                  <a:lnTo>
                    <a:pt x="6696849" y="3623604"/>
                  </a:lnTo>
                  <a:lnTo>
                    <a:pt x="6619605" y="3621270"/>
                  </a:lnTo>
                  <a:lnTo>
                    <a:pt x="6542361" y="3618749"/>
                  </a:lnTo>
                  <a:lnTo>
                    <a:pt x="6465118" y="3616024"/>
                  </a:lnTo>
                  <a:lnTo>
                    <a:pt x="6387874" y="3613081"/>
                  </a:lnTo>
                  <a:lnTo>
                    <a:pt x="6310631" y="3609902"/>
                  </a:lnTo>
                  <a:lnTo>
                    <a:pt x="6233387" y="3606467"/>
                  </a:lnTo>
                  <a:lnTo>
                    <a:pt x="6156144" y="3602756"/>
                  </a:lnTo>
                  <a:lnTo>
                    <a:pt x="6078900" y="3598746"/>
                  </a:lnTo>
                  <a:lnTo>
                    <a:pt x="6001656" y="3594415"/>
                  </a:lnTo>
                  <a:lnTo>
                    <a:pt x="5924413" y="3589735"/>
                  </a:lnTo>
                  <a:lnTo>
                    <a:pt x="5847169" y="3584679"/>
                  </a:lnTo>
                  <a:lnTo>
                    <a:pt x="5769926" y="3579217"/>
                  </a:lnTo>
                  <a:lnTo>
                    <a:pt x="5692682" y="3573316"/>
                  </a:lnTo>
                  <a:lnTo>
                    <a:pt x="5615439" y="3566940"/>
                  </a:lnTo>
                  <a:lnTo>
                    <a:pt x="5538195" y="3560052"/>
                  </a:lnTo>
                  <a:lnTo>
                    <a:pt x="5460951" y="3552611"/>
                  </a:lnTo>
                  <a:lnTo>
                    <a:pt x="5383708" y="3544572"/>
                  </a:lnTo>
                  <a:lnTo>
                    <a:pt x="5306464" y="3535886"/>
                  </a:lnTo>
                  <a:lnTo>
                    <a:pt x="5229221" y="3526502"/>
                  </a:lnTo>
                  <a:lnTo>
                    <a:pt x="5151977" y="3516365"/>
                  </a:lnTo>
                  <a:lnTo>
                    <a:pt x="5074734" y="3505412"/>
                  </a:lnTo>
                  <a:lnTo>
                    <a:pt x="4997490" y="3493579"/>
                  </a:lnTo>
                  <a:lnTo>
                    <a:pt x="4920246" y="3480795"/>
                  </a:lnTo>
                  <a:lnTo>
                    <a:pt x="4843003" y="3466984"/>
                  </a:lnTo>
                  <a:lnTo>
                    <a:pt x="4765759" y="3452063"/>
                  </a:lnTo>
                  <a:lnTo>
                    <a:pt x="4688516" y="3435943"/>
                  </a:lnTo>
                  <a:lnTo>
                    <a:pt x="4611272" y="3418527"/>
                  </a:lnTo>
                  <a:lnTo>
                    <a:pt x="4534029" y="3399711"/>
                  </a:lnTo>
                  <a:lnTo>
                    <a:pt x="4456785" y="3379383"/>
                  </a:lnTo>
                  <a:lnTo>
                    <a:pt x="4379541" y="3357422"/>
                  </a:lnTo>
                  <a:lnTo>
                    <a:pt x="4302298" y="3333695"/>
                  </a:lnTo>
                  <a:lnTo>
                    <a:pt x="4225054" y="3308062"/>
                  </a:lnTo>
                  <a:lnTo>
                    <a:pt x="4147811" y="3280368"/>
                  </a:lnTo>
                  <a:lnTo>
                    <a:pt x="4070567" y="3250449"/>
                  </a:lnTo>
                  <a:lnTo>
                    <a:pt x="3993324" y="3218125"/>
                  </a:lnTo>
                  <a:lnTo>
                    <a:pt x="3916080" y="3183204"/>
                  </a:lnTo>
                  <a:lnTo>
                    <a:pt x="3838836" y="3145475"/>
                  </a:lnTo>
                  <a:lnTo>
                    <a:pt x="3761593" y="3104715"/>
                  </a:lnTo>
                  <a:lnTo>
                    <a:pt x="3684349" y="3060679"/>
                  </a:lnTo>
                  <a:lnTo>
                    <a:pt x="3607106" y="3013103"/>
                  </a:lnTo>
                  <a:lnTo>
                    <a:pt x="3529862" y="2961705"/>
                  </a:lnTo>
                  <a:lnTo>
                    <a:pt x="3452619" y="2906175"/>
                  </a:lnTo>
                  <a:lnTo>
                    <a:pt x="3375375" y="2846182"/>
                  </a:lnTo>
                  <a:lnTo>
                    <a:pt x="3298131" y="2782720"/>
                  </a:lnTo>
                  <a:lnTo>
                    <a:pt x="3220888" y="2772269"/>
                  </a:lnTo>
                  <a:lnTo>
                    <a:pt x="3143644" y="2761694"/>
                  </a:lnTo>
                  <a:lnTo>
                    <a:pt x="3066401" y="2750991"/>
                  </a:lnTo>
                  <a:lnTo>
                    <a:pt x="2989157" y="2740160"/>
                  </a:lnTo>
                  <a:lnTo>
                    <a:pt x="2911914" y="2729199"/>
                  </a:lnTo>
                  <a:lnTo>
                    <a:pt x="2834670" y="2718106"/>
                  </a:lnTo>
                  <a:lnTo>
                    <a:pt x="2757426" y="2706880"/>
                  </a:lnTo>
                  <a:lnTo>
                    <a:pt x="2680183" y="2695519"/>
                  </a:lnTo>
                  <a:lnTo>
                    <a:pt x="2602939" y="2684021"/>
                  </a:lnTo>
                  <a:lnTo>
                    <a:pt x="2525696" y="2672385"/>
                  </a:lnTo>
                  <a:lnTo>
                    <a:pt x="2448452" y="2660610"/>
                  </a:lnTo>
                  <a:lnTo>
                    <a:pt x="2371209" y="2648693"/>
                  </a:lnTo>
                  <a:lnTo>
                    <a:pt x="2293965" y="2636633"/>
                  </a:lnTo>
                  <a:lnTo>
                    <a:pt x="2216721" y="2624428"/>
                  </a:lnTo>
                  <a:lnTo>
                    <a:pt x="2139478" y="2612077"/>
                  </a:lnTo>
                  <a:lnTo>
                    <a:pt x="2062234" y="2599577"/>
                  </a:lnTo>
                  <a:lnTo>
                    <a:pt x="1984991" y="2586927"/>
                  </a:lnTo>
                  <a:lnTo>
                    <a:pt x="1907747" y="2574125"/>
                  </a:lnTo>
                  <a:lnTo>
                    <a:pt x="1830504" y="2561169"/>
                  </a:lnTo>
                  <a:lnTo>
                    <a:pt x="1753260" y="2548058"/>
                  </a:lnTo>
                  <a:lnTo>
                    <a:pt x="1676016" y="2534789"/>
                  </a:lnTo>
                  <a:lnTo>
                    <a:pt x="1598773" y="2521360"/>
                  </a:lnTo>
                  <a:lnTo>
                    <a:pt x="1521529" y="2507771"/>
                  </a:lnTo>
                  <a:lnTo>
                    <a:pt x="1444286" y="2494018"/>
                  </a:lnTo>
                  <a:lnTo>
                    <a:pt x="1367042" y="2480100"/>
                  </a:lnTo>
                  <a:lnTo>
                    <a:pt x="1289799" y="2466015"/>
                  </a:lnTo>
                  <a:lnTo>
                    <a:pt x="1212555" y="2451760"/>
                  </a:lnTo>
                  <a:lnTo>
                    <a:pt x="1135311" y="2437334"/>
                  </a:lnTo>
                  <a:lnTo>
                    <a:pt x="1058068" y="2422735"/>
                  </a:lnTo>
                  <a:lnTo>
                    <a:pt x="980824" y="2407961"/>
                  </a:lnTo>
                  <a:lnTo>
                    <a:pt x="903581" y="2393009"/>
                  </a:lnTo>
                  <a:lnTo>
                    <a:pt x="826337" y="2377878"/>
                  </a:lnTo>
                  <a:lnTo>
                    <a:pt x="749094" y="2362564"/>
                  </a:lnTo>
                  <a:lnTo>
                    <a:pt x="671850" y="2347067"/>
                  </a:lnTo>
                  <a:lnTo>
                    <a:pt x="594606" y="2331384"/>
                  </a:lnTo>
                  <a:lnTo>
                    <a:pt x="517363" y="2315512"/>
                  </a:lnTo>
                  <a:lnTo>
                    <a:pt x="440119" y="2299450"/>
                  </a:lnTo>
                  <a:lnTo>
                    <a:pt x="362876" y="2283195"/>
                  </a:lnTo>
                  <a:lnTo>
                    <a:pt x="285632" y="2266744"/>
                  </a:lnTo>
                  <a:lnTo>
                    <a:pt x="208389" y="2250096"/>
                  </a:lnTo>
                  <a:lnTo>
                    <a:pt x="131145" y="2233247"/>
                  </a:lnTo>
                  <a:lnTo>
                    <a:pt x="53901" y="2216197"/>
                  </a:lnTo>
                  <a:lnTo>
                    <a:pt x="0" y="220415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84232" y="1896563"/>
              <a:ext cx="5525326" cy="3190658"/>
            </a:xfrm>
            <a:custGeom>
              <a:avLst/>
              <a:pathLst>
                <a:path w="5525326" h="3190658">
                  <a:moveTo>
                    <a:pt x="0" y="0"/>
                  </a:moveTo>
                  <a:lnTo>
                    <a:pt x="41033" y="149557"/>
                  </a:lnTo>
                  <a:lnTo>
                    <a:pt x="118276" y="410152"/>
                  </a:lnTo>
                  <a:lnTo>
                    <a:pt x="195520" y="651361"/>
                  </a:lnTo>
                  <a:lnTo>
                    <a:pt x="272763" y="874626"/>
                  </a:lnTo>
                  <a:lnTo>
                    <a:pt x="350007" y="1081283"/>
                  </a:lnTo>
                  <a:lnTo>
                    <a:pt x="427250" y="1272566"/>
                  </a:lnTo>
                  <a:lnTo>
                    <a:pt x="504494" y="1449620"/>
                  </a:lnTo>
                  <a:lnTo>
                    <a:pt x="581738" y="1613503"/>
                  </a:lnTo>
                  <a:lnTo>
                    <a:pt x="658981" y="1765195"/>
                  </a:lnTo>
                  <a:lnTo>
                    <a:pt x="736225" y="1905602"/>
                  </a:lnTo>
                  <a:lnTo>
                    <a:pt x="813468" y="2035565"/>
                  </a:lnTo>
                  <a:lnTo>
                    <a:pt x="890712" y="2155859"/>
                  </a:lnTo>
                  <a:lnTo>
                    <a:pt x="967955" y="2267205"/>
                  </a:lnTo>
                  <a:lnTo>
                    <a:pt x="1045199" y="2370268"/>
                  </a:lnTo>
                  <a:lnTo>
                    <a:pt x="1122443" y="2465664"/>
                  </a:lnTo>
                  <a:lnTo>
                    <a:pt x="1199686" y="2553963"/>
                  </a:lnTo>
                  <a:lnTo>
                    <a:pt x="1276930" y="2635694"/>
                  </a:lnTo>
                  <a:lnTo>
                    <a:pt x="1354173" y="2711345"/>
                  </a:lnTo>
                  <a:lnTo>
                    <a:pt x="1431417" y="2781368"/>
                  </a:lnTo>
                  <a:lnTo>
                    <a:pt x="1508660" y="2793045"/>
                  </a:lnTo>
                  <a:lnTo>
                    <a:pt x="1585904" y="2803249"/>
                  </a:lnTo>
                  <a:lnTo>
                    <a:pt x="1663148" y="2813331"/>
                  </a:lnTo>
                  <a:lnTo>
                    <a:pt x="1740391" y="2823294"/>
                  </a:lnTo>
                  <a:lnTo>
                    <a:pt x="1817635" y="2833138"/>
                  </a:lnTo>
                  <a:lnTo>
                    <a:pt x="1894878" y="2842866"/>
                  </a:lnTo>
                  <a:lnTo>
                    <a:pt x="1972122" y="2852478"/>
                  </a:lnTo>
                  <a:lnTo>
                    <a:pt x="2049365" y="2861976"/>
                  </a:lnTo>
                  <a:lnTo>
                    <a:pt x="2126609" y="2871361"/>
                  </a:lnTo>
                  <a:lnTo>
                    <a:pt x="2203853" y="2880635"/>
                  </a:lnTo>
                  <a:lnTo>
                    <a:pt x="2281096" y="2889798"/>
                  </a:lnTo>
                  <a:lnTo>
                    <a:pt x="2358340" y="2898853"/>
                  </a:lnTo>
                  <a:lnTo>
                    <a:pt x="2435583" y="2907801"/>
                  </a:lnTo>
                  <a:lnTo>
                    <a:pt x="2512827" y="2916642"/>
                  </a:lnTo>
                  <a:lnTo>
                    <a:pt x="2590070" y="2925379"/>
                  </a:lnTo>
                  <a:lnTo>
                    <a:pt x="2667314" y="2934011"/>
                  </a:lnTo>
                  <a:lnTo>
                    <a:pt x="2744558" y="2942541"/>
                  </a:lnTo>
                  <a:lnTo>
                    <a:pt x="2821801" y="2950970"/>
                  </a:lnTo>
                  <a:lnTo>
                    <a:pt x="2899045" y="2959299"/>
                  </a:lnTo>
                  <a:lnTo>
                    <a:pt x="2976288" y="2967529"/>
                  </a:lnTo>
                  <a:lnTo>
                    <a:pt x="3053532" y="2975661"/>
                  </a:lnTo>
                  <a:lnTo>
                    <a:pt x="3130775" y="2983697"/>
                  </a:lnTo>
                  <a:lnTo>
                    <a:pt x="3208019" y="2991637"/>
                  </a:lnTo>
                  <a:lnTo>
                    <a:pt x="3285263" y="2999484"/>
                  </a:lnTo>
                  <a:lnTo>
                    <a:pt x="3362506" y="3007237"/>
                  </a:lnTo>
                  <a:lnTo>
                    <a:pt x="3439750" y="3014898"/>
                  </a:lnTo>
                  <a:lnTo>
                    <a:pt x="3516993" y="3022468"/>
                  </a:lnTo>
                  <a:lnTo>
                    <a:pt x="3594237" y="3029948"/>
                  </a:lnTo>
                  <a:lnTo>
                    <a:pt x="3671480" y="3037339"/>
                  </a:lnTo>
                  <a:lnTo>
                    <a:pt x="3748724" y="3044643"/>
                  </a:lnTo>
                  <a:lnTo>
                    <a:pt x="3825968" y="3051860"/>
                  </a:lnTo>
                  <a:lnTo>
                    <a:pt x="3903211" y="3058991"/>
                  </a:lnTo>
                  <a:lnTo>
                    <a:pt x="3980455" y="3066038"/>
                  </a:lnTo>
                  <a:lnTo>
                    <a:pt x="4057698" y="3073001"/>
                  </a:lnTo>
                  <a:lnTo>
                    <a:pt x="4134942" y="3079881"/>
                  </a:lnTo>
                  <a:lnTo>
                    <a:pt x="4212185" y="3086680"/>
                  </a:lnTo>
                  <a:lnTo>
                    <a:pt x="4289429" y="3093398"/>
                  </a:lnTo>
                  <a:lnTo>
                    <a:pt x="4366673" y="3100036"/>
                  </a:lnTo>
                  <a:lnTo>
                    <a:pt x="4443916" y="3106595"/>
                  </a:lnTo>
                  <a:lnTo>
                    <a:pt x="4521160" y="3113077"/>
                  </a:lnTo>
                  <a:lnTo>
                    <a:pt x="4598403" y="3119482"/>
                  </a:lnTo>
                  <a:lnTo>
                    <a:pt x="4675647" y="3125810"/>
                  </a:lnTo>
                  <a:lnTo>
                    <a:pt x="4752890" y="3132064"/>
                  </a:lnTo>
                  <a:lnTo>
                    <a:pt x="4830134" y="3138243"/>
                  </a:lnTo>
                  <a:lnTo>
                    <a:pt x="4907378" y="3144349"/>
                  </a:lnTo>
                  <a:lnTo>
                    <a:pt x="4984621" y="3150382"/>
                  </a:lnTo>
                  <a:lnTo>
                    <a:pt x="5061865" y="3156344"/>
                  </a:lnTo>
                  <a:lnTo>
                    <a:pt x="5139108" y="3162235"/>
                  </a:lnTo>
                  <a:lnTo>
                    <a:pt x="5216352" y="3168056"/>
                  </a:lnTo>
                  <a:lnTo>
                    <a:pt x="5293595" y="3173809"/>
                  </a:lnTo>
                  <a:lnTo>
                    <a:pt x="5370839" y="3179492"/>
                  </a:lnTo>
                  <a:lnTo>
                    <a:pt x="5448083" y="3185109"/>
                  </a:lnTo>
                  <a:lnTo>
                    <a:pt x="5525326" y="31906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100719"/>
              <a:ext cx="7392041" cy="1434005"/>
            </a:xfrm>
            <a:custGeom>
              <a:avLst/>
              <a:pathLst>
                <a:path w="7392041" h="1434005">
                  <a:moveTo>
                    <a:pt x="7392041" y="1434005"/>
                  </a:moveTo>
                  <a:lnTo>
                    <a:pt x="7314797" y="1432841"/>
                  </a:lnTo>
                  <a:lnTo>
                    <a:pt x="7237554" y="1431583"/>
                  </a:lnTo>
                  <a:lnTo>
                    <a:pt x="7160310" y="1430225"/>
                  </a:lnTo>
                  <a:lnTo>
                    <a:pt x="7083066" y="1428757"/>
                  </a:lnTo>
                  <a:lnTo>
                    <a:pt x="7005823" y="1427171"/>
                  </a:lnTo>
                  <a:lnTo>
                    <a:pt x="6928579" y="1425458"/>
                  </a:lnTo>
                  <a:lnTo>
                    <a:pt x="6851336" y="1423607"/>
                  </a:lnTo>
                  <a:lnTo>
                    <a:pt x="6774092" y="1421608"/>
                  </a:lnTo>
                  <a:lnTo>
                    <a:pt x="6696849" y="1419448"/>
                  </a:lnTo>
                  <a:lnTo>
                    <a:pt x="6619605" y="1417114"/>
                  </a:lnTo>
                  <a:lnTo>
                    <a:pt x="6542361" y="1414592"/>
                  </a:lnTo>
                  <a:lnTo>
                    <a:pt x="6465118" y="1411868"/>
                  </a:lnTo>
                  <a:lnTo>
                    <a:pt x="6387874" y="1408925"/>
                  </a:lnTo>
                  <a:lnTo>
                    <a:pt x="6310631" y="1405746"/>
                  </a:lnTo>
                  <a:lnTo>
                    <a:pt x="6233387" y="1402311"/>
                  </a:lnTo>
                  <a:lnTo>
                    <a:pt x="6156144" y="1398599"/>
                  </a:lnTo>
                  <a:lnTo>
                    <a:pt x="6078900" y="1394590"/>
                  </a:lnTo>
                  <a:lnTo>
                    <a:pt x="6001656" y="1390258"/>
                  </a:lnTo>
                  <a:lnTo>
                    <a:pt x="5924413" y="1385579"/>
                  </a:lnTo>
                  <a:lnTo>
                    <a:pt x="5847169" y="1380523"/>
                  </a:lnTo>
                  <a:lnTo>
                    <a:pt x="5769926" y="1375061"/>
                  </a:lnTo>
                  <a:lnTo>
                    <a:pt x="5692682" y="1369159"/>
                  </a:lnTo>
                  <a:lnTo>
                    <a:pt x="5615439" y="1362784"/>
                  </a:lnTo>
                  <a:lnTo>
                    <a:pt x="5538195" y="1355896"/>
                  </a:lnTo>
                  <a:lnTo>
                    <a:pt x="5460951" y="1348455"/>
                  </a:lnTo>
                  <a:lnTo>
                    <a:pt x="5383708" y="1340415"/>
                  </a:lnTo>
                  <a:lnTo>
                    <a:pt x="5306464" y="1331730"/>
                  </a:lnTo>
                  <a:lnTo>
                    <a:pt x="5229221" y="1322346"/>
                  </a:lnTo>
                  <a:lnTo>
                    <a:pt x="5151977" y="1312208"/>
                  </a:lnTo>
                  <a:lnTo>
                    <a:pt x="5074734" y="1301256"/>
                  </a:lnTo>
                  <a:lnTo>
                    <a:pt x="4997490" y="1289423"/>
                  </a:lnTo>
                  <a:lnTo>
                    <a:pt x="4920246" y="1276639"/>
                  </a:lnTo>
                  <a:lnTo>
                    <a:pt x="4843003" y="1262828"/>
                  </a:lnTo>
                  <a:lnTo>
                    <a:pt x="4765759" y="1247907"/>
                  </a:lnTo>
                  <a:lnTo>
                    <a:pt x="4688516" y="1231787"/>
                  </a:lnTo>
                  <a:lnTo>
                    <a:pt x="4611272" y="1214371"/>
                  </a:lnTo>
                  <a:lnTo>
                    <a:pt x="4534029" y="1195555"/>
                  </a:lnTo>
                  <a:lnTo>
                    <a:pt x="4456785" y="1175227"/>
                  </a:lnTo>
                  <a:lnTo>
                    <a:pt x="4379541" y="1153266"/>
                  </a:lnTo>
                  <a:lnTo>
                    <a:pt x="4302298" y="1129539"/>
                  </a:lnTo>
                  <a:lnTo>
                    <a:pt x="4225054" y="1103906"/>
                  </a:lnTo>
                  <a:lnTo>
                    <a:pt x="4147811" y="1076212"/>
                  </a:lnTo>
                  <a:lnTo>
                    <a:pt x="4070567" y="1046293"/>
                  </a:lnTo>
                  <a:lnTo>
                    <a:pt x="3993324" y="1013969"/>
                  </a:lnTo>
                  <a:lnTo>
                    <a:pt x="3916080" y="979047"/>
                  </a:lnTo>
                  <a:lnTo>
                    <a:pt x="3838836" y="941319"/>
                  </a:lnTo>
                  <a:lnTo>
                    <a:pt x="3761593" y="900559"/>
                  </a:lnTo>
                  <a:lnTo>
                    <a:pt x="3684349" y="856523"/>
                  </a:lnTo>
                  <a:lnTo>
                    <a:pt x="3607106" y="808947"/>
                  </a:lnTo>
                  <a:lnTo>
                    <a:pt x="3529862" y="757548"/>
                  </a:lnTo>
                  <a:lnTo>
                    <a:pt x="3452619" y="702019"/>
                  </a:lnTo>
                  <a:lnTo>
                    <a:pt x="3375375" y="642026"/>
                  </a:lnTo>
                  <a:lnTo>
                    <a:pt x="3298131" y="578563"/>
                  </a:lnTo>
                  <a:lnTo>
                    <a:pt x="3220888" y="568113"/>
                  </a:lnTo>
                  <a:lnTo>
                    <a:pt x="3143644" y="557538"/>
                  </a:lnTo>
                  <a:lnTo>
                    <a:pt x="3066401" y="546835"/>
                  </a:lnTo>
                  <a:lnTo>
                    <a:pt x="2989157" y="536004"/>
                  </a:lnTo>
                  <a:lnTo>
                    <a:pt x="2911914" y="525043"/>
                  </a:lnTo>
                  <a:lnTo>
                    <a:pt x="2834670" y="513950"/>
                  </a:lnTo>
                  <a:lnTo>
                    <a:pt x="2757426" y="502724"/>
                  </a:lnTo>
                  <a:lnTo>
                    <a:pt x="2680183" y="491362"/>
                  </a:lnTo>
                  <a:lnTo>
                    <a:pt x="2602939" y="479865"/>
                  </a:lnTo>
                  <a:lnTo>
                    <a:pt x="2525696" y="468229"/>
                  </a:lnTo>
                  <a:lnTo>
                    <a:pt x="2448452" y="456454"/>
                  </a:lnTo>
                  <a:lnTo>
                    <a:pt x="2371209" y="444537"/>
                  </a:lnTo>
                  <a:lnTo>
                    <a:pt x="2293965" y="432477"/>
                  </a:lnTo>
                  <a:lnTo>
                    <a:pt x="2216721" y="420272"/>
                  </a:lnTo>
                  <a:lnTo>
                    <a:pt x="2139478" y="407921"/>
                  </a:lnTo>
                  <a:lnTo>
                    <a:pt x="2062234" y="395421"/>
                  </a:lnTo>
                  <a:lnTo>
                    <a:pt x="1984991" y="382771"/>
                  </a:lnTo>
                  <a:lnTo>
                    <a:pt x="1907747" y="369969"/>
                  </a:lnTo>
                  <a:lnTo>
                    <a:pt x="1830504" y="357013"/>
                  </a:lnTo>
                  <a:lnTo>
                    <a:pt x="1753260" y="343901"/>
                  </a:lnTo>
                  <a:lnTo>
                    <a:pt x="1676016" y="330632"/>
                  </a:lnTo>
                  <a:lnTo>
                    <a:pt x="1598773" y="317204"/>
                  </a:lnTo>
                  <a:lnTo>
                    <a:pt x="1521529" y="303615"/>
                  </a:lnTo>
                  <a:lnTo>
                    <a:pt x="1444286" y="289862"/>
                  </a:lnTo>
                  <a:lnTo>
                    <a:pt x="1367042" y="275944"/>
                  </a:lnTo>
                  <a:lnTo>
                    <a:pt x="1289799" y="261858"/>
                  </a:lnTo>
                  <a:lnTo>
                    <a:pt x="1212555" y="247604"/>
                  </a:lnTo>
                  <a:lnTo>
                    <a:pt x="1135311" y="233178"/>
                  </a:lnTo>
                  <a:lnTo>
                    <a:pt x="1058068" y="218579"/>
                  </a:lnTo>
                  <a:lnTo>
                    <a:pt x="980824" y="203805"/>
                  </a:lnTo>
                  <a:lnTo>
                    <a:pt x="903581" y="188853"/>
                  </a:lnTo>
                  <a:lnTo>
                    <a:pt x="826337" y="173721"/>
                  </a:lnTo>
                  <a:lnTo>
                    <a:pt x="749094" y="158408"/>
                  </a:lnTo>
                  <a:lnTo>
                    <a:pt x="671850" y="142911"/>
                  </a:lnTo>
                  <a:lnTo>
                    <a:pt x="594606" y="127228"/>
                  </a:lnTo>
                  <a:lnTo>
                    <a:pt x="517363" y="111356"/>
                  </a:lnTo>
                  <a:lnTo>
                    <a:pt x="440119" y="95294"/>
                  </a:lnTo>
                  <a:lnTo>
                    <a:pt x="362876" y="79038"/>
                  </a:lnTo>
                  <a:lnTo>
                    <a:pt x="285632" y="62588"/>
                  </a:lnTo>
                  <a:lnTo>
                    <a:pt x="208389" y="45939"/>
                  </a:lnTo>
                  <a:lnTo>
                    <a:pt x="131145" y="29091"/>
                  </a:lnTo>
                  <a:lnTo>
                    <a:pt x="53901" y="120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33444" y="1896563"/>
              <a:ext cx="6576114" cy="3570847"/>
            </a:xfrm>
            <a:custGeom>
              <a:avLst/>
              <a:pathLst>
                <a:path w="6576114" h="3570847">
                  <a:moveTo>
                    <a:pt x="0" y="0"/>
                  </a:moveTo>
                  <a:lnTo>
                    <a:pt x="10411" y="22328"/>
                  </a:lnTo>
                  <a:lnTo>
                    <a:pt x="87654" y="180758"/>
                  </a:lnTo>
                  <a:lnTo>
                    <a:pt x="164898" y="332273"/>
                  </a:lnTo>
                  <a:lnTo>
                    <a:pt x="242142" y="477177"/>
                  </a:lnTo>
                  <a:lnTo>
                    <a:pt x="319385" y="615757"/>
                  </a:lnTo>
                  <a:lnTo>
                    <a:pt x="396629" y="748289"/>
                  </a:lnTo>
                  <a:lnTo>
                    <a:pt x="473872" y="875037"/>
                  </a:lnTo>
                  <a:lnTo>
                    <a:pt x="551116" y="996254"/>
                  </a:lnTo>
                  <a:lnTo>
                    <a:pt x="628359" y="1112181"/>
                  </a:lnTo>
                  <a:lnTo>
                    <a:pt x="705603" y="1223048"/>
                  </a:lnTo>
                  <a:lnTo>
                    <a:pt x="782847" y="1329078"/>
                  </a:lnTo>
                  <a:lnTo>
                    <a:pt x="860090" y="1430480"/>
                  </a:lnTo>
                  <a:lnTo>
                    <a:pt x="937334" y="1527457"/>
                  </a:lnTo>
                  <a:lnTo>
                    <a:pt x="1014577" y="1620201"/>
                  </a:lnTo>
                  <a:lnTo>
                    <a:pt x="1091821" y="1708899"/>
                  </a:lnTo>
                  <a:lnTo>
                    <a:pt x="1169064" y="1793725"/>
                  </a:lnTo>
                  <a:lnTo>
                    <a:pt x="1246308" y="1874850"/>
                  </a:lnTo>
                  <a:lnTo>
                    <a:pt x="1323552" y="1952434"/>
                  </a:lnTo>
                  <a:lnTo>
                    <a:pt x="1400795" y="2026632"/>
                  </a:lnTo>
                  <a:lnTo>
                    <a:pt x="1478039" y="2097593"/>
                  </a:lnTo>
                  <a:lnTo>
                    <a:pt x="1555282" y="2165456"/>
                  </a:lnTo>
                  <a:lnTo>
                    <a:pt x="1632526" y="2230358"/>
                  </a:lnTo>
                  <a:lnTo>
                    <a:pt x="1709769" y="2292428"/>
                  </a:lnTo>
                  <a:lnTo>
                    <a:pt x="1787013" y="2351789"/>
                  </a:lnTo>
                  <a:lnTo>
                    <a:pt x="1864257" y="2408559"/>
                  </a:lnTo>
                  <a:lnTo>
                    <a:pt x="1941500" y="2462852"/>
                  </a:lnTo>
                  <a:lnTo>
                    <a:pt x="2018744" y="2514775"/>
                  </a:lnTo>
                  <a:lnTo>
                    <a:pt x="2095987" y="2564433"/>
                  </a:lnTo>
                  <a:lnTo>
                    <a:pt x="2173231" y="2611923"/>
                  </a:lnTo>
                  <a:lnTo>
                    <a:pt x="2250474" y="2657341"/>
                  </a:lnTo>
                  <a:lnTo>
                    <a:pt x="2327718" y="2700776"/>
                  </a:lnTo>
                  <a:lnTo>
                    <a:pt x="2404962" y="2742317"/>
                  </a:lnTo>
                  <a:lnTo>
                    <a:pt x="2482205" y="2782044"/>
                  </a:lnTo>
                  <a:lnTo>
                    <a:pt x="2559449" y="2820038"/>
                  </a:lnTo>
                  <a:lnTo>
                    <a:pt x="2636692" y="2856373"/>
                  </a:lnTo>
                  <a:lnTo>
                    <a:pt x="2713936" y="2891123"/>
                  </a:lnTo>
                  <a:lnTo>
                    <a:pt x="2791179" y="2924356"/>
                  </a:lnTo>
                  <a:lnTo>
                    <a:pt x="2868423" y="2956139"/>
                  </a:lnTo>
                  <a:lnTo>
                    <a:pt x="2945667" y="2986535"/>
                  </a:lnTo>
                  <a:lnTo>
                    <a:pt x="3022910" y="3015605"/>
                  </a:lnTo>
                  <a:lnTo>
                    <a:pt x="3100154" y="3043406"/>
                  </a:lnTo>
                  <a:lnTo>
                    <a:pt x="3177397" y="3069993"/>
                  </a:lnTo>
                  <a:lnTo>
                    <a:pt x="3254641" y="3095420"/>
                  </a:lnTo>
                  <a:lnTo>
                    <a:pt x="3331884" y="3119738"/>
                  </a:lnTo>
                  <a:lnTo>
                    <a:pt x="3409128" y="3142994"/>
                  </a:lnTo>
                  <a:lnTo>
                    <a:pt x="3486372" y="3165236"/>
                  </a:lnTo>
                  <a:lnTo>
                    <a:pt x="3563615" y="3186507"/>
                  </a:lnTo>
                  <a:lnTo>
                    <a:pt x="3640859" y="3206849"/>
                  </a:lnTo>
                  <a:lnTo>
                    <a:pt x="3718102" y="3226304"/>
                  </a:lnTo>
                  <a:lnTo>
                    <a:pt x="3795346" y="3244910"/>
                  </a:lnTo>
                  <a:lnTo>
                    <a:pt x="3872589" y="3262704"/>
                  </a:lnTo>
                  <a:lnTo>
                    <a:pt x="3949833" y="3279721"/>
                  </a:lnTo>
                  <a:lnTo>
                    <a:pt x="4027077" y="3295995"/>
                  </a:lnTo>
                  <a:lnTo>
                    <a:pt x="4104320" y="3311560"/>
                  </a:lnTo>
                  <a:lnTo>
                    <a:pt x="4181564" y="3326445"/>
                  </a:lnTo>
                  <a:lnTo>
                    <a:pt x="4258807" y="3340681"/>
                  </a:lnTo>
                  <a:lnTo>
                    <a:pt x="4336051" y="3354295"/>
                  </a:lnTo>
                  <a:lnTo>
                    <a:pt x="4413294" y="3367315"/>
                  </a:lnTo>
                  <a:lnTo>
                    <a:pt x="4490538" y="3379767"/>
                  </a:lnTo>
                  <a:lnTo>
                    <a:pt x="4567782" y="3391675"/>
                  </a:lnTo>
                  <a:lnTo>
                    <a:pt x="4645025" y="3403064"/>
                  </a:lnTo>
                  <a:lnTo>
                    <a:pt x="4722269" y="3413956"/>
                  </a:lnTo>
                  <a:lnTo>
                    <a:pt x="4799512" y="3424373"/>
                  </a:lnTo>
                  <a:lnTo>
                    <a:pt x="4876756" y="3434334"/>
                  </a:lnTo>
                  <a:lnTo>
                    <a:pt x="4953999" y="3443862"/>
                  </a:lnTo>
                  <a:lnTo>
                    <a:pt x="5031243" y="3452973"/>
                  </a:lnTo>
                  <a:lnTo>
                    <a:pt x="5108487" y="3461687"/>
                  </a:lnTo>
                  <a:lnTo>
                    <a:pt x="5185730" y="3470020"/>
                  </a:lnTo>
                  <a:lnTo>
                    <a:pt x="5262974" y="3477990"/>
                  </a:lnTo>
                  <a:lnTo>
                    <a:pt x="5340217" y="3485612"/>
                  </a:lnTo>
                  <a:lnTo>
                    <a:pt x="5417461" y="3492901"/>
                  </a:lnTo>
                  <a:lnTo>
                    <a:pt x="5494704" y="3499873"/>
                  </a:lnTo>
                  <a:lnTo>
                    <a:pt x="5571948" y="3506540"/>
                  </a:lnTo>
                  <a:lnTo>
                    <a:pt x="5649192" y="3512916"/>
                  </a:lnTo>
                  <a:lnTo>
                    <a:pt x="5726435" y="3519014"/>
                  </a:lnTo>
                  <a:lnTo>
                    <a:pt x="5803679" y="3524845"/>
                  </a:lnTo>
                  <a:lnTo>
                    <a:pt x="5880922" y="3530423"/>
                  </a:lnTo>
                  <a:lnTo>
                    <a:pt x="5958166" y="3535756"/>
                  </a:lnTo>
                  <a:lnTo>
                    <a:pt x="6035409" y="3540857"/>
                  </a:lnTo>
                  <a:lnTo>
                    <a:pt x="6112653" y="3545736"/>
                  </a:lnTo>
                  <a:lnTo>
                    <a:pt x="6189897" y="3550401"/>
                  </a:lnTo>
                  <a:lnTo>
                    <a:pt x="6267140" y="3554863"/>
                  </a:lnTo>
                  <a:lnTo>
                    <a:pt x="6344384" y="3559130"/>
                  </a:lnTo>
                  <a:lnTo>
                    <a:pt x="6421627" y="3563211"/>
                  </a:lnTo>
                  <a:lnTo>
                    <a:pt x="6498871" y="3567114"/>
                  </a:lnTo>
                  <a:lnTo>
                    <a:pt x="6576114" y="357084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19244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2026-05-27T10:06:50Z</dcterms:modified>
  <cp:category/>
</cp:coreProperties>
</file>