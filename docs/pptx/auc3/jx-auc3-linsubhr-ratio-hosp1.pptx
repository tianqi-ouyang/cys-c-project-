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69934"/>
            </a:xfrm>
            <a:custGeom>
              <a:avLst/>
              <a:pathLst>
                <a:path w="7392041" h="3469934">
                  <a:moveTo>
                    <a:pt x="1866714" y="0"/>
                  </a:moveTo>
                  <a:lnTo>
                    <a:pt x="1907747" y="142642"/>
                  </a:lnTo>
                  <a:lnTo>
                    <a:pt x="1984991" y="391186"/>
                  </a:lnTo>
                  <a:lnTo>
                    <a:pt x="2062234" y="621242"/>
                  </a:lnTo>
                  <a:lnTo>
                    <a:pt x="2139478" y="834184"/>
                  </a:lnTo>
                  <a:lnTo>
                    <a:pt x="2216721" y="1031285"/>
                  </a:lnTo>
                  <a:lnTo>
                    <a:pt x="2293965" y="1213723"/>
                  </a:lnTo>
                  <a:lnTo>
                    <a:pt x="2371209" y="1382590"/>
                  </a:lnTo>
                  <a:lnTo>
                    <a:pt x="2448452" y="1538895"/>
                  </a:lnTo>
                  <a:lnTo>
                    <a:pt x="2525696" y="1683573"/>
                  </a:lnTo>
                  <a:lnTo>
                    <a:pt x="2602939" y="1817488"/>
                  </a:lnTo>
                  <a:lnTo>
                    <a:pt x="2680183" y="1941441"/>
                  </a:lnTo>
                  <a:lnTo>
                    <a:pt x="2757426" y="2056173"/>
                  </a:lnTo>
                  <a:lnTo>
                    <a:pt x="2834670" y="2162370"/>
                  </a:lnTo>
                  <a:lnTo>
                    <a:pt x="2911914" y="2260667"/>
                  </a:lnTo>
                  <a:lnTo>
                    <a:pt x="2989157" y="2351652"/>
                  </a:lnTo>
                  <a:lnTo>
                    <a:pt x="3066401" y="2435869"/>
                  </a:lnTo>
                  <a:lnTo>
                    <a:pt x="3143644" y="2513820"/>
                  </a:lnTo>
                  <a:lnTo>
                    <a:pt x="3220888" y="2585973"/>
                  </a:lnTo>
                  <a:lnTo>
                    <a:pt x="3298131" y="2652758"/>
                  </a:lnTo>
                  <a:lnTo>
                    <a:pt x="3375375" y="2663896"/>
                  </a:lnTo>
                  <a:lnTo>
                    <a:pt x="3452619" y="2673628"/>
                  </a:lnTo>
                  <a:lnTo>
                    <a:pt x="3529862" y="2683244"/>
                  </a:lnTo>
                  <a:lnTo>
                    <a:pt x="3607106" y="2692746"/>
                  </a:lnTo>
                  <a:lnTo>
                    <a:pt x="3684349" y="2702135"/>
                  </a:lnTo>
                  <a:lnTo>
                    <a:pt x="3761593" y="2711413"/>
                  </a:lnTo>
                  <a:lnTo>
                    <a:pt x="3838836" y="2720580"/>
                  </a:lnTo>
                  <a:lnTo>
                    <a:pt x="3916080" y="2729639"/>
                  </a:lnTo>
                  <a:lnTo>
                    <a:pt x="3993324" y="2738590"/>
                  </a:lnTo>
                  <a:lnTo>
                    <a:pt x="4070567" y="2747435"/>
                  </a:lnTo>
                  <a:lnTo>
                    <a:pt x="4147811" y="2756175"/>
                  </a:lnTo>
                  <a:lnTo>
                    <a:pt x="4225054" y="2764812"/>
                  </a:lnTo>
                  <a:lnTo>
                    <a:pt x="4302298" y="2773345"/>
                  </a:lnTo>
                  <a:lnTo>
                    <a:pt x="4379541" y="2781778"/>
                  </a:lnTo>
                  <a:lnTo>
                    <a:pt x="4456785" y="2790110"/>
                  </a:lnTo>
                  <a:lnTo>
                    <a:pt x="4534029" y="2798344"/>
                  </a:lnTo>
                  <a:lnTo>
                    <a:pt x="4611272" y="2806479"/>
                  </a:lnTo>
                  <a:lnTo>
                    <a:pt x="4688516" y="2814518"/>
                  </a:lnTo>
                  <a:lnTo>
                    <a:pt x="4765759" y="2822462"/>
                  </a:lnTo>
                  <a:lnTo>
                    <a:pt x="4843003" y="2830312"/>
                  </a:lnTo>
                  <a:lnTo>
                    <a:pt x="4920246" y="2838068"/>
                  </a:lnTo>
                  <a:lnTo>
                    <a:pt x="4997490" y="2845732"/>
                  </a:lnTo>
                  <a:lnTo>
                    <a:pt x="5074734" y="2853305"/>
                  </a:lnTo>
                  <a:lnTo>
                    <a:pt x="5151977" y="2860789"/>
                  </a:lnTo>
                  <a:lnTo>
                    <a:pt x="5229221" y="2868183"/>
                  </a:lnTo>
                  <a:lnTo>
                    <a:pt x="5306464" y="2875490"/>
                  </a:lnTo>
                  <a:lnTo>
                    <a:pt x="5383708" y="2882710"/>
                  </a:lnTo>
                  <a:lnTo>
                    <a:pt x="5460951" y="2889844"/>
                  </a:lnTo>
                  <a:lnTo>
                    <a:pt x="5538195" y="2896894"/>
                  </a:lnTo>
                  <a:lnTo>
                    <a:pt x="5615439" y="2903860"/>
                  </a:lnTo>
                  <a:lnTo>
                    <a:pt x="5692682" y="2910743"/>
                  </a:lnTo>
                  <a:lnTo>
                    <a:pt x="5769926" y="2917544"/>
                  </a:lnTo>
                  <a:lnTo>
                    <a:pt x="5847169" y="2924265"/>
                  </a:lnTo>
                  <a:lnTo>
                    <a:pt x="5924413" y="2930906"/>
                  </a:lnTo>
                  <a:lnTo>
                    <a:pt x="6001656" y="2937469"/>
                  </a:lnTo>
                  <a:lnTo>
                    <a:pt x="6078900" y="2943953"/>
                  </a:lnTo>
                  <a:lnTo>
                    <a:pt x="6156144" y="2950360"/>
                  </a:lnTo>
                  <a:lnTo>
                    <a:pt x="6233387" y="2956691"/>
                  </a:lnTo>
                  <a:lnTo>
                    <a:pt x="6310631" y="2962948"/>
                  </a:lnTo>
                  <a:lnTo>
                    <a:pt x="6387874" y="2969129"/>
                  </a:lnTo>
                  <a:lnTo>
                    <a:pt x="6465118" y="2975238"/>
                  </a:lnTo>
                  <a:lnTo>
                    <a:pt x="6542361" y="2981274"/>
                  </a:lnTo>
                  <a:lnTo>
                    <a:pt x="6619605" y="2987238"/>
                  </a:lnTo>
                  <a:lnTo>
                    <a:pt x="6696849" y="2993132"/>
                  </a:lnTo>
                  <a:lnTo>
                    <a:pt x="6774092" y="2998955"/>
                  </a:lnTo>
                  <a:lnTo>
                    <a:pt x="6851336" y="3004710"/>
                  </a:lnTo>
                  <a:lnTo>
                    <a:pt x="6928579" y="3010396"/>
                  </a:lnTo>
                  <a:lnTo>
                    <a:pt x="7005823" y="3016015"/>
                  </a:lnTo>
                  <a:lnTo>
                    <a:pt x="7083066" y="3021567"/>
                  </a:lnTo>
                  <a:lnTo>
                    <a:pt x="7160310" y="3027053"/>
                  </a:lnTo>
                  <a:lnTo>
                    <a:pt x="7237554" y="3032474"/>
                  </a:lnTo>
                  <a:lnTo>
                    <a:pt x="7314797" y="3037830"/>
                  </a:lnTo>
                  <a:lnTo>
                    <a:pt x="7392041" y="3043123"/>
                  </a:lnTo>
                  <a:lnTo>
                    <a:pt x="7392041" y="3469934"/>
                  </a:lnTo>
                  <a:lnTo>
                    <a:pt x="7314797" y="3468824"/>
                  </a:lnTo>
                  <a:lnTo>
                    <a:pt x="7237554" y="3467624"/>
                  </a:lnTo>
                  <a:lnTo>
                    <a:pt x="7160310" y="3466328"/>
                  </a:lnTo>
                  <a:lnTo>
                    <a:pt x="7083066" y="3464929"/>
                  </a:lnTo>
                  <a:lnTo>
                    <a:pt x="7005823" y="3463416"/>
                  </a:lnTo>
                  <a:lnTo>
                    <a:pt x="6928579" y="3461782"/>
                  </a:lnTo>
                  <a:lnTo>
                    <a:pt x="6851336" y="3460017"/>
                  </a:lnTo>
                  <a:lnTo>
                    <a:pt x="6774092" y="3458110"/>
                  </a:lnTo>
                  <a:lnTo>
                    <a:pt x="6696849" y="3456050"/>
                  </a:lnTo>
                  <a:lnTo>
                    <a:pt x="6619605" y="3453824"/>
                  </a:lnTo>
                  <a:lnTo>
                    <a:pt x="6542361" y="3451419"/>
                  </a:lnTo>
                  <a:lnTo>
                    <a:pt x="6465118" y="3448821"/>
                  </a:lnTo>
                  <a:lnTo>
                    <a:pt x="6387874" y="3446014"/>
                  </a:lnTo>
                  <a:lnTo>
                    <a:pt x="6310631" y="3442981"/>
                  </a:lnTo>
                  <a:lnTo>
                    <a:pt x="6233387" y="3439705"/>
                  </a:lnTo>
                  <a:lnTo>
                    <a:pt x="6156144" y="3436166"/>
                  </a:lnTo>
                  <a:lnTo>
                    <a:pt x="6078900" y="3432342"/>
                  </a:lnTo>
                  <a:lnTo>
                    <a:pt x="6001656" y="3428210"/>
                  </a:lnTo>
                  <a:lnTo>
                    <a:pt x="5924413" y="3423747"/>
                  </a:lnTo>
                  <a:lnTo>
                    <a:pt x="5847169" y="3418925"/>
                  </a:lnTo>
                  <a:lnTo>
                    <a:pt x="5769926" y="3413715"/>
                  </a:lnTo>
                  <a:lnTo>
                    <a:pt x="5692682" y="3408087"/>
                  </a:lnTo>
                  <a:lnTo>
                    <a:pt x="5615439" y="3402006"/>
                  </a:lnTo>
                  <a:lnTo>
                    <a:pt x="5538195" y="3395437"/>
                  </a:lnTo>
                  <a:lnTo>
                    <a:pt x="5460951" y="3388340"/>
                  </a:lnTo>
                  <a:lnTo>
                    <a:pt x="5383708" y="3380672"/>
                  </a:lnTo>
                  <a:lnTo>
                    <a:pt x="5306464" y="3372388"/>
                  </a:lnTo>
                  <a:lnTo>
                    <a:pt x="5229221" y="3363438"/>
                  </a:lnTo>
                  <a:lnTo>
                    <a:pt x="5151977" y="3353769"/>
                  </a:lnTo>
                  <a:lnTo>
                    <a:pt x="5074734" y="3343323"/>
                  </a:lnTo>
                  <a:lnTo>
                    <a:pt x="4997490" y="3332037"/>
                  </a:lnTo>
                  <a:lnTo>
                    <a:pt x="4920246" y="3319845"/>
                  </a:lnTo>
                  <a:lnTo>
                    <a:pt x="4843003" y="3306672"/>
                  </a:lnTo>
                  <a:lnTo>
                    <a:pt x="4765759" y="3292441"/>
                  </a:lnTo>
                  <a:lnTo>
                    <a:pt x="4688516" y="3277066"/>
                  </a:lnTo>
                  <a:lnTo>
                    <a:pt x="4611272" y="3260455"/>
                  </a:lnTo>
                  <a:lnTo>
                    <a:pt x="4534029" y="3242510"/>
                  </a:lnTo>
                  <a:lnTo>
                    <a:pt x="4456785" y="3223122"/>
                  </a:lnTo>
                  <a:lnTo>
                    <a:pt x="4379541" y="3202176"/>
                  </a:lnTo>
                  <a:lnTo>
                    <a:pt x="4302298" y="3179546"/>
                  </a:lnTo>
                  <a:lnTo>
                    <a:pt x="4225054" y="3155098"/>
                  </a:lnTo>
                  <a:lnTo>
                    <a:pt x="4147811" y="3128685"/>
                  </a:lnTo>
                  <a:lnTo>
                    <a:pt x="4070567" y="3100150"/>
                  </a:lnTo>
                  <a:lnTo>
                    <a:pt x="3993324" y="3069320"/>
                  </a:lnTo>
                  <a:lnTo>
                    <a:pt x="3916080" y="3036014"/>
                  </a:lnTo>
                  <a:lnTo>
                    <a:pt x="3838836" y="3000030"/>
                  </a:lnTo>
                  <a:lnTo>
                    <a:pt x="3761593" y="2961154"/>
                  </a:lnTo>
                  <a:lnTo>
                    <a:pt x="3684349" y="2919154"/>
                  </a:lnTo>
                  <a:lnTo>
                    <a:pt x="3607106" y="2873779"/>
                  </a:lnTo>
                  <a:lnTo>
                    <a:pt x="3529862" y="2824756"/>
                  </a:lnTo>
                  <a:lnTo>
                    <a:pt x="3452619" y="2771794"/>
                  </a:lnTo>
                  <a:lnTo>
                    <a:pt x="3375375" y="2714576"/>
                  </a:lnTo>
                  <a:lnTo>
                    <a:pt x="3298131" y="2654048"/>
                  </a:lnTo>
                  <a:lnTo>
                    <a:pt x="3220888" y="2644081"/>
                  </a:lnTo>
                  <a:lnTo>
                    <a:pt x="3143644" y="2633994"/>
                  </a:lnTo>
                  <a:lnTo>
                    <a:pt x="3066401" y="2623786"/>
                  </a:lnTo>
                  <a:lnTo>
                    <a:pt x="2989157" y="2613456"/>
                  </a:lnTo>
                  <a:lnTo>
                    <a:pt x="2911914" y="2603002"/>
                  </a:lnTo>
                  <a:lnTo>
                    <a:pt x="2834670" y="2592422"/>
                  </a:lnTo>
                  <a:lnTo>
                    <a:pt x="2757426" y="2581715"/>
                  </a:lnTo>
                  <a:lnTo>
                    <a:pt x="2680183" y="2570879"/>
                  </a:lnTo>
                  <a:lnTo>
                    <a:pt x="2602939" y="2559913"/>
                  </a:lnTo>
                  <a:lnTo>
                    <a:pt x="2525696" y="2548815"/>
                  </a:lnTo>
                  <a:lnTo>
                    <a:pt x="2448452" y="2537584"/>
                  </a:lnTo>
                  <a:lnTo>
                    <a:pt x="2371209" y="2526219"/>
                  </a:lnTo>
                  <a:lnTo>
                    <a:pt x="2293965" y="2514716"/>
                  </a:lnTo>
                  <a:lnTo>
                    <a:pt x="2216721" y="2503076"/>
                  </a:lnTo>
                  <a:lnTo>
                    <a:pt x="2139478" y="2491295"/>
                  </a:lnTo>
                  <a:lnTo>
                    <a:pt x="2062234" y="2479373"/>
                  </a:lnTo>
                  <a:lnTo>
                    <a:pt x="1984991" y="2467308"/>
                  </a:lnTo>
                  <a:lnTo>
                    <a:pt x="1907747" y="2455098"/>
                  </a:lnTo>
                  <a:lnTo>
                    <a:pt x="1830504" y="2442741"/>
                  </a:lnTo>
                  <a:lnTo>
                    <a:pt x="1753260" y="2430236"/>
                  </a:lnTo>
                  <a:lnTo>
                    <a:pt x="1676016" y="2417581"/>
                  </a:lnTo>
                  <a:lnTo>
                    <a:pt x="1598773" y="2404774"/>
                  </a:lnTo>
                  <a:lnTo>
                    <a:pt x="1521529" y="2391812"/>
                  </a:lnTo>
                  <a:lnTo>
                    <a:pt x="1444286" y="2378695"/>
                  </a:lnTo>
                  <a:lnTo>
                    <a:pt x="1367042" y="2365421"/>
                  </a:lnTo>
                  <a:lnTo>
                    <a:pt x="1289799" y="2351987"/>
                  </a:lnTo>
                  <a:lnTo>
                    <a:pt x="1212555" y="2338392"/>
                  </a:lnTo>
                  <a:lnTo>
                    <a:pt x="1135311" y="2324633"/>
                  </a:lnTo>
                  <a:lnTo>
                    <a:pt x="1058068" y="2310709"/>
                  </a:lnTo>
                  <a:lnTo>
                    <a:pt x="980824" y="2296618"/>
                  </a:lnTo>
                  <a:lnTo>
                    <a:pt x="903581" y="2282357"/>
                  </a:lnTo>
                  <a:lnTo>
                    <a:pt x="826337" y="2267925"/>
                  </a:lnTo>
                  <a:lnTo>
                    <a:pt x="749094" y="2253320"/>
                  </a:lnTo>
                  <a:lnTo>
                    <a:pt x="671850" y="2238540"/>
                  </a:lnTo>
                  <a:lnTo>
                    <a:pt x="594606" y="2223582"/>
                  </a:lnTo>
                  <a:lnTo>
                    <a:pt x="517363" y="2208444"/>
                  </a:lnTo>
                  <a:lnTo>
                    <a:pt x="440119" y="2193124"/>
                  </a:lnTo>
                  <a:lnTo>
                    <a:pt x="362876" y="2177620"/>
                  </a:lnTo>
                  <a:lnTo>
                    <a:pt x="285632" y="2161930"/>
                  </a:lnTo>
                  <a:lnTo>
                    <a:pt x="208389" y="2146052"/>
                  </a:lnTo>
                  <a:lnTo>
                    <a:pt x="131145" y="2129983"/>
                  </a:lnTo>
                  <a:lnTo>
                    <a:pt x="53901" y="2113721"/>
                  </a:lnTo>
                  <a:lnTo>
                    <a:pt x="0" y="210223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684232" y="2073503"/>
              <a:ext cx="5525326" cy="3043123"/>
            </a:xfrm>
            <a:custGeom>
              <a:avLst/>
              <a:pathLst>
                <a:path w="5525326" h="3043123">
                  <a:moveTo>
                    <a:pt x="0" y="0"/>
                  </a:moveTo>
                  <a:lnTo>
                    <a:pt x="41033" y="142642"/>
                  </a:lnTo>
                  <a:lnTo>
                    <a:pt x="118276" y="391186"/>
                  </a:lnTo>
                  <a:lnTo>
                    <a:pt x="195520" y="621242"/>
                  </a:lnTo>
                  <a:lnTo>
                    <a:pt x="272763" y="834184"/>
                  </a:lnTo>
                  <a:lnTo>
                    <a:pt x="350007" y="1031285"/>
                  </a:lnTo>
                  <a:lnTo>
                    <a:pt x="427250" y="1213723"/>
                  </a:lnTo>
                  <a:lnTo>
                    <a:pt x="504494" y="1382590"/>
                  </a:lnTo>
                  <a:lnTo>
                    <a:pt x="581738" y="1538895"/>
                  </a:lnTo>
                  <a:lnTo>
                    <a:pt x="658981" y="1683573"/>
                  </a:lnTo>
                  <a:lnTo>
                    <a:pt x="736225" y="1817488"/>
                  </a:lnTo>
                  <a:lnTo>
                    <a:pt x="813468" y="1941441"/>
                  </a:lnTo>
                  <a:lnTo>
                    <a:pt x="890712" y="2056173"/>
                  </a:lnTo>
                  <a:lnTo>
                    <a:pt x="967955" y="2162370"/>
                  </a:lnTo>
                  <a:lnTo>
                    <a:pt x="1045199" y="2260667"/>
                  </a:lnTo>
                  <a:lnTo>
                    <a:pt x="1122443" y="2351652"/>
                  </a:lnTo>
                  <a:lnTo>
                    <a:pt x="1199686" y="2435869"/>
                  </a:lnTo>
                  <a:lnTo>
                    <a:pt x="1276930" y="2513820"/>
                  </a:lnTo>
                  <a:lnTo>
                    <a:pt x="1354173" y="2585973"/>
                  </a:lnTo>
                  <a:lnTo>
                    <a:pt x="1431417" y="2652758"/>
                  </a:lnTo>
                  <a:lnTo>
                    <a:pt x="1508660" y="2663896"/>
                  </a:lnTo>
                  <a:lnTo>
                    <a:pt x="1585904" y="2673628"/>
                  </a:lnTo>
                  <a:lnTo>
                    <a:pt x="1663148" y="2683244"/>
                  </a:lnTo>
                  <a:lnTo>
                    <a:pt x="1740391" y="2692746"/>
                  </a:lnTo>
                  <a:lnTo>
                    <a:pt x="1817635" y="2702135"/>
                  </a:lnTo>
                  <a:lnTo>
                    <a:pt x="1894878" y="2711413"/>
                  </a:lnTo>
                  <a:lnTo>
                    <a:pt x="1972122" y="2720580"/>
                  </a:lnTo>
                  <a:lnTo>
                    <a:pt x="2049365" y="2729639"/>
                  </a:lnTo>
                  <a:lnTo>
                    <a:pt x="2126609" y="2738590"/>
                  </a:lnTo>
                  <a:lnTo>
                    <a:pt x="2203853" y="2747435"/>
                  </a:lnTo>
                  <a:lnTo>
                    <a:pt x="2281096" y="2756175"/>
                  </a:lnTo>
                  <a:lnTo>
                    <a:pt x="2358340" y="2764812"/>
                  </a:lnTo>
                  <a:lnTo>
                    <a:pt x="2435583" y="2773345"/>
                  </a:lnTo>
                  <a:lnTo>
                    <a:pt x="2512827" y="2781778"/>
                  </a:lnTo>
                  <a:lnTo>
                    <a:pt x="2590070" y="2790110"/>
                  </a:lnTo>
                  <a:lnTo>
                    <a:pt x="2667314" y="2798344"/>
                  </a:lnTo>
                  <a:lnTo>
                    <a:pt x="2744558" y="2806479"/>
                  </a:lnTo>
                  <a:lnTo>
                    <a:pt x="2821801" y="2814518"/>
                  </a:lnTo>
                  <a:lnTo>
                    <a:pt x="2899045" y="2822462"/>
                  </a:lnTo>
                  <a:lnTo>
                    <a:pt x="2976288" y="2830312"/>
                  </a:lnTo>
                  <a:lnTo>
                    <a:pt x="3053532" y="2838068"/>
                  </a:lnTo>
                  <a:lnTo>
                    <a:pt x="3130775" y="2845732"/>
                  </a:lnTo>
                  <a:lnTo>
                    <a:pt x="3208019" y="2853305"/>
                  </a:lnTo>
                  <a:lnTo>
                    <a:pt x="3285263" y="2860789"/>
                  </a:lnTo>
                  <a:lnTo>
                    <a:pt x="3362506" y="2868183"/>
                  </a:lnTo>
                  <a:lnTo>
                    <a:pt x="3439750" y="2875490"/>
                  </a:lnTo>
                  <a:lnTo>
                    <a:pt x="3516993" y="2882710"/>
                  </a:lnTo>
                  <a:lnTo>
                    <a:pt x="3594237" y="2889844"/>
                  </a:lnTo>
                  <a:lnTo>
                    <a:pt x="3671480" y="2896894"/>
                  </a:lnTo>
                  <a:lnTo>
                    <a:pt x="3748724" y="2903860"/>
                  </a:lnTo>
                  <a:lnTo>
                    <a:pt x="3825968" y="2910743"/>
                  </a:lnTo>
                  <a:lnTo>
                    <a:pt x="3903211" y="2917544"/>
                  </a:lnTo>
                  <a:lnTo>
                    <a:pt x="3980455" y="2924265"/>
                  </a:lnTo>
                  <a:lnTo>
                    <a:pt x="4057698" y="2930906"/>
                  </a:lnTo>
                  <a:lnTo>
                    <a:pt x="4134942" y="2937469"/>
                  </a:lnTo>
                  <a:lnTo>
                    <a:pt x="4212185" y="2943953"/>
                  </a:lnTo>
                  <a:lnTo>
                    <a:pt x="4289429" y="2950360"/>
                  </a:lnTo>
                  <a:lnTo>
                    <a:pt x="4366673" y="2956691"/>
                  </a:lnTo>
                  <a:lnTo>
                    <a:pt x="4443916" y="2962948"/>
                  </a:lnTo>
                  <a:lnTo>
                    <a:pt x="4521160" y="2969129"/>
                  </a:lnTo>
                  <a:lnTo>
                    <a:pt x="4598403" y="2975238"/>
                  </a:lnTo>
                  <a:lnTo>
                    <a:pt x="4675647" y="2981274"/>
                  </a:lnTo>
                  <a:lnTo>
                    <a:pt x="4752890" y="2987238"/>
                  </a:lnTo>
                  <a:lnTo>
                    <a:pt x="4830134" y="2993132"/>
                  </a:lnTo>
                  <a:lnTo>
                    <a:pt x="4907378" y="2998955"/>
                  </a:lnTo>
                  <a:lnTo>
                    <a:pt x="4984621" y="3004710"/>
                  </a:lnTo>
                  <a:lnTo>
                    <a:pt x="5061865" y="3010396"/>
                  </a:lnTo>
                  <a:lnTo>
                    <a:pt x="5139108" y="3016015"/>
                  </a:lnTo>
                  <a:lnTo>
                    <a:pt x="5216352" y="3021567"/>
                  </a:lnTo>
                  <a:lnTo>
                    <a:pt x="5293595" y="3027053"/>
                  </a:lnTo>
                  <a:lnTo>
                    <a:pt x="5370839" y="3032474"/>
                  </a:lnTo>
                  <a:lnTo>
                    <a:pt x="5448083" y="3037830"/>
                  </a:lnTo>
                  <a:lnTo>
                    <a:pt x="5525326" y="304312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175739"/>
              <a:ext cx="7392041" cy="1367697"/>
            </a:xfrm>
            <a:custGeom>
              <a:avLst/>
              <a:pathLst>
                <a:path w="7392041" h="1367697">
                  <a:moveTo>
                    <a:pt x="7392041" y="1367697"/>
                  </a:moveTo>
                  <a:lnTo>
                    <a:pt x="7314797" y="1366587"/>
                  </a:lnTo>
                  <a:lnTo>
                    <a:pt x="7237554" y="1365387"/>
                  </a:lnTo>
                  <a:lnTo>
                    <a:pt x="7160310" y="1364092"/>
                  </a:lnTo>
                  <a:lnTo>
                    <a:pt x="7083066" y="1362692"/>
                  </a:lnTo>
                  <a:lnTo>
                    <a:pt x="7005823" y="1361179"/>
                  </a:lnTo>
                  <a:lnTo>
                    <a:pt x="6928579" y="1359546"/>
                  </a:lnTo>
                  <a:lnTo>
                    <a:pt x="6851336" y="1357780"/>
                  </a:lnTo>
                  <a:lnTo>
                    <a:pt x="6774092" y="1355873"/>
                  </a:lnTo>
                  <a:lnTo>
                    <a:pt x="6696849" y="1353813"/>
                  </a:lnTo>
                  <a:lnTo>
                    <a:pt x="6619605" y="1351587"/>
                  </a:lnTo>
                  <a:lnTo>
                    <a:pt x="6542361" y="1349182"/>
                  </a:lnTo>
                  <a:lnTo>
                    <a:pt x="6465118" y="1346584"/>
                  </a:lnTo>
                  <a:lnTo>
                    <a:pt x="6387874" y="1343777"/>
                  </a:lnTo>
                  <a:lnTo>
                    <a:pt x="6310631" y="1340745"/>
                  </a:lnTo>
                  <a:lnTo>
                    <a:pt x="6233387" y="1337468"/>
                  </a:lnTo>
                  <a:lnTo>
                    <a:pt x="6156144" y="1333929"/>
                  </a:lnTo>
                  <a:lnTo>
                    <a:pt x="6078900" y="1330105"/>
                  </a:lnTo>
                  <a:lnTo>
                    <a:pt x="6001656" y="1325973"/>
                  </a:lnTo>
                  <a:lnTo>
                    <a:pt x="5924413" y="1321510"/>
                  </a:lnTo>
                  <a:lnTo>
                    <a:pt x="5847169" y="1316688"/>
                  </a:lnTo>
                  <a:lnTo>
                    <a:pt x="5769926" y="1311478"/>
                  </a:lnTo>
                  <a:lnTo>
                    <a:pt x="5692682" y="1305850"/>
                  </a:lnTo>
                  <a:lnTo>
                    <a:pt x="5615439" y="1299769"/>
                  </a:lnTo>
                  <a:lnTo>
                    <a:pt x="5538195" y="1293200"/>
                  </a:lnTo>
                  <a:lnTo>
                    <a:pt x="5460951" y="1286103"/>
                  </a:lnTo>
                  <a:lnTo>
                    <a:pt x="5383708" y="1278435"/>
                  </a:lnTo>
                  <a:lnTo>
                    <a:pt x="5306464" y="1270151"/>
                  </a:lnTo>
                  <a:lnTo>
                    <a:pt x="5229221" y="1261201"/>
                  </a:lnTo>
                  <a:lnTo>
                    <a:pt x="5151977" y="1251532"/>
                  </a:lnTo>
                  <a:lnTo>
                    <a:pt x="5074734" y="1241086"/>
                  </a:lnTo>
                  <a:lnTo>
                    <a:pt x="4997490" y="1229801"/>
                  </a:lnTo>
                  <a:lnTo>
                    <a:pt x="4920246" y="1217608"/>
                  </a:lnTo>
                  <a:lnTo>
                    <a:pt x="4843003" y="1204435"/>
                  </a:lnTo>
                  <a:lnTo>
                    <a:pt x="4765759" y="1190204"/>
                  </a:lnTo>
                  <a:lnTo>
                    <a:pt x="4688516" y="1174829"/>
                  </a:lnTo>
                  <a:lnTo>
                    <a:pt x="4611272" y="1158219"/>
                  </a:lnTo>
                  <a:lnTo>
                    <a:pt x="4534029" y="1140273"/>
                  </a:lnTo>
                  <a:lnTo>
                    <a:pt x="4456785" y="1120885"/>
                  </a:lnTo>
                  <a:lnTo>
                    <a:pt x="4379541" y="1099939"/>
                  </a:lnTo>
                  <a:lnTo>
                    <a:pt x="4302298" y="1077310"/>
                  </a:lnTo>
                  <a:lnTo>
                    <a:pt x="4225054" y="1052861"/>
                  </a:lnTo>
                  <a:lnTo>
                    <a:pt x="4147811" y="1026448"/>
                  </a:lnTo>
                  <a:lnTo>
                    <a:pt x="4070567" y="997913"/>
                  </a:lnTo>
                  <a:lnTo>
                    <a:pt x="3993324" y="967084"/>
                  </a:lnTo>
                  <a:lnTo>
                    <a:pt x="3916080" y="933777"/>
                  </a:lnTo>
                  <a:lnTo>
                    <a:pt x="3838836" y="897793"/>
                  </a:lnTo>
                  <a:lnTo>
                    <a:pt x="3761593" y="858917"/>
                  </a:lnTo>
                  <a:lnTo>
                    <a:pt x="3684349" y="816917"/>
                  </a:lnTo>
                  <a:lnTo>
                    <a:pt x="3607106" y="771542"/>
                  </a:lnTo>
                  <a:lnTo>
                    <a:pt x="3529862" y="722520"/>
                  </a:lnTo>
                  <a:lnTo>
                    <a:pt x="3452619" y="669557"/>
                  </a:lnTo>
                  <a:lnTo>
                    <a:pt x="3375375" y="612339"/>
                  </a:lnTo>
                  <a:lnTo>
                    <a:pt x="3298131" y="551811"/>
                  </a:lnTo>
                  <a:lnTo>
                    <a:pt x="3220888" y="541844"/>
                  </a:lnTo>
                  <a:lnTo>
                    <a:pt x="3143644" y="531757"/>
                  </a:lnTo>
                  <a:lnTo>
                    <a:pt x="3066401" y="521550"/>
                  </a:lnTo>
                  <a:lnTo>
                    <a:pt x="2989157" y="511219"/>
                  </a:lnTo>
                  <a:lnTo>
                    <a:pt x="2911914" y="500765"/>
                  </a:lnTo>
                  <a:lnTo>
                    <a:pt x="2834670" y="490185"/>
                  </a:lnTo>
                  <a:lnTo>
                    <a:pt x="2757426" y="479478"/>
                  </a:lnTo>
                  <a:lnTo>
                    <a:pt x="2680183" y="468642"/>
                  </a:lnTo>
                  <a:lnTo>
                    <a:pt x="2602939" y="457676"/>
                  </a:lnTo>
                  <a:lnTo>
                    <a:pt x="2525696" y="446579"/>
                  </a:lnTo>
                  <a:lnTo>
                    <a:pt x="2448452" y="435348"/>
                  </a:lnTo>
                  <a:lnTo>
                    <a:pt x="2371209" y="423982"/>
                  </a:lnTo>
                  <a:lnTo>
                    <a:pt x="2293965" y="412479"/>
                  </a:lnTo>
                  <a:lnTo>
                    <a:pt x="2216721" y="400839"/>
                  </a:lnTo>
                  <a:lnTo>
                    <a:pt x="2139478" y="389058"/>
                  </a:lnTo>
                  <a:lnTo>
                    <a:pt x="2062234" y="377137"/>
                  </a:lnTo>
                  <a:lnTo>
                    <a:pt x="1984991" y="365071"/>
                  </a:lnTo>
                  <a:lnTo>
                    <a:pt x="1907747" y="352861"/>
                  </a:lnTo>
                  <a:lnTo>
                    <a:pt x="1830504" y="340505"/>
                  </a:lnTo>
                  <a:lnTo>
                    <a:pt x="1753260" y="328000"/>
                  </a:lnTo>
                  <a:lnTo>
                    <a:pt x="1676016" y="315344"/>
                  </a:lnTo>
                  <a:lnTo>
                    <a:pt x="1598773" y="302537"/>
                  </a:lnTo>
                  <a:lnTo>
                    <a:pt x="1521529" y="289575"/>
                  </a:lnTo>
                  <a:lnTo>
                    <a:pt x="1444286" y="276459"/>
                  </a:lnTo>
                  <a:lnTo>
                    <a:pt x="1367042" y="263184"/>
                  </a:lnTo>
                  <a:lnTo>
                    <a:pt x="1289799" y="249750"/>
                  </a:lnTo>
                  <a:lnTo>
                    <a:pt x="1212555" y="236155"/>
                  </a:lnTo>
                  <a:lnTo>
                    <a:pt x="1135311" y="222396"/>
                  </a:lnTo>
                  <a:lnTo>
                    <a:pt x="1058068" y="208472"/>
                  </a:lnTo>
                  <a:lnTo>
                    <a:pt x="980824" y="194381"/>
                  </a:lnTo>
                  <a:lnTo>
                    <a:pt x="903581" y="180120"/>
                  </a:lnTo>
                  <a:lnTo>
                    <a:pt x="826337" y="165689"/>
                  </a:lnTo>
                  <a:lnTo>
                    <a:pt x="749094" y="151084"/>
                  </a:lnTo>
                  <a:lnTo>
                    <a:pt x="671850" y="136303"/>
                  </a:lnTo>
                  <a:lnTo>
                    <a:pt x="594606" y="121345"/>
                  </a:lnTo>
                  <a:lnTo>
                    <a:pt x="517363" y="106207"/>
                  </a:lnTo>
                  <a:lnTo>
                    <a:pt x="440119" y="90887"/>
                  </a:lnTo>
                  <a:lnTo>
                    <a:pt x="362876" y="75384"/>
                  </a:lnTo>
                  <a:lnTo>
                    <a:pt x="285632" y="59694"/>
                  </a:lnTo>
                  <a:lnTo>
                    <a:pt x="208389" y="43815"/>
                  </a:lnTo>
                  <a:lnTo>
                    <a:pt x="131145" y="27746"/>
                  </a:lnTo>
                  <a:lnTo>
                    <a:pt x="53901" y="1148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633444" y="2073503"/>
              <a:ext cx="6576114" cy="3405732"/>
            </a:xfrm>
            <a:custGeom>
              <a:avLst/>
              <a:pathLst>
                <a:path w="6576114" h="3405732">
                  <a:moveTo>
                    <a:pt x="0" y="0"/>
                  </a:moveTo>
                  <a:lnTo>
                    <a:pt x="10411" y="21296"/>
                  </a:lnTo>
                  <a:lnTo>
                    <a:pt x="87654" y="172400"/>
                  </a:lnTo>
                  <a:lnTo>
                    <a:pt x="164898" y="316909"/>
                  </a:lnTo>
                  <a:lnTo>
                    <a:pt x="242142" y="455112"/>
                  </a:lnTo>
                  <a:lnTo>
                    <a:pt x="319385" y="587284"/>
                  </a:lnTo>
                  <a:lnTo>
                    <a:pt x="396629" y="713688"/>
                  </a:lnTo>
                  <a:lnTo>
                    <a:pt x="473872" y="834575"/>
                  </a:lnTo>
                  <a:lnTo>
                    <a:pt x="551116" y="950187"/>
                  </a:lnTo>
                  <a:lnTo>
                    <a:pt x="628359" y="1060754"/>
                  </a:lnTo>
                  <a:lnTo>
                    <a:pt x="705603" y="1166495"/>
                  </a:lnTo>
                  <a:lnTo>
                    <a:pt x="782847" y="1267622"/>
                  </a:lnTo>
                  <a:lnTo>
                    <a:pt x="860090" y="1364335"/>
                  </a:lnTo>
                  <a:lnTo>
                    <a:pt x="937334" y="1456828"/>
                  </a:lnTo>
                  <a:lnTo>
                    <a:pt x="1014577" y="1545284"/>
                  </a:lnTo>
                  <a:lnTo>
                    <a:pt x="1091821" y="1629880"/>
                  </a:lnTo>
                  <a:lnTo>
                    <a:pt x="1169064" y="1710784"/>
                  </a:lnTo>
                  <a:lnTo>
                    <a:pt x="1246308" y="1788157"/>
                  </a:lnTo>
                  <a:lnTo>
                    <a:pt x="1323552" y="1862154"/>
                  </a:lnTo>
                  <a:lnTo>
                    <a:pt x="1400795" y="1932922"/>
                  </a:lnTo>
                  <a:lnTo>
                    <a:pt x="1478039" y="2000601"/>
                  </a:lnTo>
                  <a:lnTo>
                    <a:pt x="1555282" y="2065326"/>
                  </a:lnTo>
                  <a:lnTo>
                    <a:pt x="1632526" y="2127227"/>
                  </a:lnTo>
                  <a:lnTo>
                    <a:pt x="1709769" y="2186427"/>
                  </a:lnTo>
                  <a:lnTo>
                    <a:pt x="1787013" y="2243043"/>
                  </a:lnTo>
                  <a:lnTo>
                    <a:pt x="1864257" y="2297188"/>
                  </a:lnTo>
                  <a:lnTo>
                    <a:pt x="1941500" y="2348970"/>
                  </a:lnTo>
                  <a:lnTo>
                    <a:pt x="2018744" y="2398493"/>
                  </a:lnTo>
                  <a:lnTo>
                    <a:pt x="2095987" y="2445854"/>
                  </a:lnTo>
                  <a:lnTo>
                    <a:pt x="2173231" y="2491149"/>
                  </a:lnTo>
                  <a:lnTo>
                    <a:pt x="2250474" y="2534466"/>
                  </a:lnTo>
                  <a:lnTo>
                    <a:pt x="2327718" y="2575894"/>
                  </a:lnTo>
                  <a:lnTo>
                    <a:pt x="2404962" y="2615513"/>
                  </a:lnTo>
                  <a:lnTo>
                    <a:pt x="2482205" y="2653403"/>
                  </a:lnTo>
                  <a:lnTo>
                    <a:pt x="2559449" y="2689640"/>
                  </a:lnTo>
                  <a:lnTo>
                    <a:pt x="2636692" y="2724295"/>
                  </a:lnTo>
                  <a:lnTo>
                    <a:pt x="2713936" y="2757438"/>
                  </a:lnTo>
                  <a:lnTo>
                    <a:pt x="2791179" y="2789135"/>
                  </a:lnTo>
                  <a:lnTo>
                    <a:pt x="2868423" y="2819448"/>
                  </a:lnTo>
                  <a:lnTo>
                    <a:pt x="2945667" y="2848439"/>
                  </a:lnTo>
                  <a:lnTo>
                    <a:pt x="3022910" y="2876164"/>
                  </a:lnTo>
                  <a:lnTo>
                    <a:pt x="3100154" y="2902680"/>
                  </a:lnTo>
                  <a:lnTo>
                    <a:pt x="3177397" y="2928038"/>
                  </a:lnTo>
                  <a:lnTo>
                    <a:pt x="3254641" y="2952289"/>
                  </a:lnTo>
                  <a:lnTo>
                    <a:pt x="3331884" y="2975482"/>
                  </a:lnTo>
                  <a:lnTo>
                    <a:pt x="3409128" y="2997664"/>
                  </a:lnTo>
                  <a:lnTo>
                    <a:pt x="3486372" y="3018877"/>
                  </a:lnTo>
                  <a:lnTo>
                    <a:pt x="3563615" y="3039164"/>
                  </a:lnTo>
                  <a:lnTo>
                    <a:pt x="3640859" y="3058566"/>
                  </a:lnTo>
                  <a:lnTo>
                    <a:pt x="3718102" y="3077121"/>
                  </a:lnTo>
                  <a:lnTo>
                    <a:pt x="3795346" y="3094866"/>
                  </a:lnTo>
                  <a:lnTo>
                    <a:pt x="3872589" y="3111837"/>
                  </a:lnTo>
                  <a:lnTo>
                    <a:pt x="3949833" y="3128068"/>
                  </a:lnTo>
                  <a:lnTo>
                    <a:pt x="4027077" y="3143590"/>
                  </a:lnTo>
                  <a:lnTo>
                    <a:pt x="4104320" y="3158435"/>
                  </a:lnTo>
                  <a:lnTo>
                    <a:pt x="4181564" y="3172631"/>
                  </a:lnTo>
                  <a:lnTo>
                    <a:pt x="4258807" y="3186209"/>
                  </a:lnTo>
                  <a:lnTo>
                    <a:pt x="4336051" y="3199193"/>
                  </a:lnTo>
                  <a:lnTo>
                    <a:pt x="4413294" y="3211612"/>
                  </a:lnTo>
                  <a:lnTo>
                    <a:pt x="4490538" y="3223488"/>
                  </a:lnTo>
                  <a:lnTo>
                    <a:pt x="4567782" y="3234846"/>
                  </a:lnTo>
                  <a:lnTo>
                    <a:pt x="4645025" y="3245708"/>
                  </a:lnTo>
                  <a:lnTo>
                    <a:pt x="4722269" y="3256096"/>
                  </a:lnTo>
                  <a:lnTo>
                    <a:pt x="4799512" y="3266031"/>
                  </a:lnTo>
                  <a:lnTo>
                    <a:pt x="4876756" y="3275532"/>
                  </a:lnTo>
                  <a:lnTo>
                    <a:pt x="4953999" y="3284619"/>
                  </a:lnTo>
                  <a:lnTo>
                    <a:pt x="5031243" y="3293309"/>
                  </a:lnTo>
                  <a:lnTo>
                    <a:pt x="5108487" y="3301620"/>
                  </a:lnTo>
                  <a:lnTo>
                    <a:pt x="5185730" y="3309568"/>
                  </a:lnTo>
                  <a:lnTo>
                    <a:pt x="5262974" y="3317169"/>
                  </a:lnTo>
                  <a:lnTo>
                    <a:pt x="5340217" y="3324439"/>
                  </a:lnTo>
                  <a:lnTo>
                    <a:pt x="5417461" y="3331391"/>
                  </a:lnTo>
                  <a:lnTo>
                    <a:pt x="5494704" y="3338040"/>
                  </a:lnTo>
                  <a:lnTo>
                    <a:pt x="5571948" y="3344399"/>
                  </a:lnTo>
                  <a:lnTo>
                    <a:pt x="5649192" y="3350480"/>
                  </a:lnTo>
                  <a:lnTo>
                    <a:pt x="5726435" y="3356296"/>
                  </a:lnTo>
                  <a:lnTo>
                    <a:pt x="5803679" y="3361858"/>
                  </a:lnTo>
                  <a:lnTo>
                    <a:pt x="5880922" y="3367177"/>
                  </a:lnTo>
                  <a:lnTo>
                    <a:pt x="5958166" y="3372264"/>
                  </a:lnTo>
                  <a:lnTo>
                    <a:pt x="6035409" y="3377129"/>
                  </a:lnTo>
                  <a:lnTo>
                    <a:pt x="6112653" y="3381782"/>
                  </a:lnTo>
                  <a:lnTo>
                    <a:pt x="6189897" y="3386232"/>
                  </a:lnTo>
                  <a:lnTo>
                    <a:pt x="6267140" y="3390488"/>
                  </a:lnTo>
                  <a:lnTo>
                    <a:pt x="6344384" y="3394558"/>
                  </a:lnTo>
                  <a:lnTo>
                    <a:pt x="6421627" y="3398450"/>
                  </a:lnTo>
                  <a:lnTo>
                    <a:pt x="6498871" y="3402172"/>
                  </a:lnTo>
                  <a:lnTo>
                    <a:pt x="6576114" y="340573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29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1.67 (1.15-2.43), p = 0.007  |  per IQR decline (Δ = 0.30): 4.54 (1.50-13.73)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19244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Nausea/Vomiting/GI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2026-07-07T08:52:21Z</dcterms:modified>
  <cp:category/>
</cp:coreProperties>
</file>