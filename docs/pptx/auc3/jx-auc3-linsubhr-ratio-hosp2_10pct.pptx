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154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7372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591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809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2027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0246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464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682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901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119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263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1482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700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918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6136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35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573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79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9010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398227"/>
            </a:xfrm>
            <a:custGeom>
              <a:avLst/>
              <a:pathLst>
                <a:path w="7090630" h="3398227">
                  <a:moveTo>
                    <a:pt x="900132" y="0"/>
                  </a:moveTo>
                  <a:lnTo>
                    <a:pt x="931092" y="64764"/>
                  </a:lnTo>
                  <a:lnTo>
                    <a:pt x="1002715" y="208297"/>
                  </a:lnTo>
                  <a:lnTo>
                    <a:pt x="1074337" y="345804"/>
                  </a:lnTo>
                  <a:lnTo>
                    <a:pt x="1145960" y="477539"/>
                  </a:lnTo>
                  <a:lnTo>
                    <a:pt x="1217582" y="603743"/>
                  </a:lnTo>
                  <a:lnTo>
                    <a:pt x="1289205" y="724649"/>
                  </a:lnTo>
                  <a:lnTo>
                    <a:pt x="1360827" y="840479"/>
                  </a:lnTo>
                  <a:lnTo>
                    <a:pt x="1432450" y="951447"/>
                  </a:lnTo>
                  <a:lnTo>
                    <a:pt x="1504073" y="1057756"/>
                  </a:lnTo>
                  <a:lnTo>
                    <a:pt x="1575695" y="1159602"/>
                  </a:lnTo>
                  <a:lnTo>
                    <a:pt x="1647318" y="1257172"/>
                  </a:lnTo>
                  <a:lnTo>
                    <a:pt x="1718940" y="1350647"/>
                  </a:lnTo>
                  <a:lnTo>
                    <a:pt x="1790563" y="1440197"/>
                  </a:lnTo>
                  <a:lnTo>
                    <a:pt x="1862185" y="1525987"/>
                  </a:lnTo>
                  <a:lnTo>
                    <a:pt x="1933808" y="1608176"/>
                  </a:lnTo>
                  <a:lnTo>
                    <a:pt x="2005430" y="1686915"/>
                  </a:lnTo>
                  <a:lnTo>
                    <a:pt x="2077053" y="1762348"/>
                  </a:lnTo>
                  <a:lnTo>
                    <a:pt x="2148675" y="1834615"/>
                  </a:lnTo>
                  <a:lnTo>
                    <a:pt x="2220298" y="1903847"/>
                  </a:lnTo>
                  <a:lnTo>
                    <a:pt x="2291920" y="1970173"/>
                  </a:lnTo>
                  <a:lnTo>
                    <a:pt x="2363543" y="2033715"/>
                  </a:lnTo>
                  <a:lnTo>
                    <a:pt x="2435165" y="2094589"/>
                  </a:lnTo>
                  <a:lnTo>
                    <a:pt x="2506788" y="2152908"/>
                  </a:lnTo>
                  <a:lnTo>
                    <a:pt x="2578410" y="2208778"/>
                  </a:lnTo>
                  <a:lnTo>
                    <a:pt x="2650033" y="2262303"/>
                  </a:lnTo>
                  <a:lnTo>
                    <a:pt x="2721655" y="2313580"/>
                  </a:lnTo>
                  <a:lnTo>
                    <a:pt x="2793278" y="2362705"/>
                  </a:lnTo>
                  <a:lnTo>
                    <a:pt x="2864901" y="2409768"/>
                  </a:lnTo>
                  <a:lnTo>
                    <a:pt x="2936523" y="2454855"/>
                  </a:lnTo>
                  <a:lnTo>
                    <a:pt x="3008146" y="2498049"/>
                  </a:lnTo>
                  <a:lnTo>
                    <a:pt x="3079768" y="2539430"/>
                  </a:lnTo>
                  <a:lnTo>
                    <a:pt x="3151391" y="2579073"/>
                  </a:lnTo>
                  <a:lnTo>
                    <a:pt x="3223013" y="2617053"/>
                  </a:lnTo>
                  <a:lnTo>
                    <a:pt x="3294636" y="2653437"/>
                  </a:lnTo>
                  <a:lnTo>
                    <a:pt x="3366258" y="2655711"/>
                  </a:lnTo>
                  <a:lnTo>
                    <a:pt x="3437881" y="2657171"/>
                  </a:lnTo>
                  <a:lnTo>
                    <a:pt x="3509503" y="2658629"/>
                  </a:lnTo>
                  <a:lnTo>
                    <a:pt x="3581126" y="2660085"/>
                  </a:lnTo>
                  <a:lnTo>
                    <a:pt x="3652748" y="2661537"/>
                  </a:lnTo>
                  <a:lnTo>
                    <a:pt x="3724371" y="2662987"/>
                  </a:lnTo>
                  <a:lnTo>
                    <a:pt x="3795993" y="2664435"/>
                  </a:lnTo>
                  <a:lnTo>
                    <a:pt x="3867616" y="2665880"/>
                  </a:lnTo>
                  <a:lnTo>
                    <a:pt x="3939238" y="2667322"/>
                  </a:lnTo>
                  <a:lnTo>
                    <a:pt x="4010861" y="2668762"/>
                  </a:lnTo>
                  <a:lnTo>
                    <a:pt x="4082483" y="2670200"/>
                  </a:lnTo>
                  <a:lnTo>
                    <a:pt x="4154106" y="2671635"/>
                  </a:lnTo>
                  <a:lnTo>
                    <a:pt x="4225729" y="2673067"/>
                  </a:lnTo>
                  <a:lnTo>
                    <a:pt x="4297351" y="2674497"/>
                  </a:lnTo>
                  <a:lnTo>
                    <a:pt x="4368974" y="2675924"/>
                  </a:lnTo>
                  <a:lnTo>
                    <a:pt x="4440596" y="2677349"/>
                  </a:lnTo>
                  <a:lnTo>
                    <a:pt x="4512219" y="2678771"/>
                  </a:lnTo>
                  <a:lnTo>
                    <a:pt x="4583841" y="2680191"/>
                  </a:lnTo>
                  <a:lnTo>
                    <a:pt x="4655464" y="2681608"/>
                  </a:lnTo>
                  <a:lnTo>
                    <a:pt x="4727086" y="2683023"/>
                  </a:lnTo>
                  <a:lnTo>
                    <a:pt x="4798709" y="2684435"/>
                  </a:lnTo>
                  <a:lnTo>
                    <a:pt x="4870331" y="2685845"/>
                  </a:lnTo>
                  <a:lnTo>
                    <a:pt x="4941954" y="2687252"/>
                  </a:lnTo>
                  <a:lnTo>
                    <a:pt x="5013576" y="2688657"/>
                  </a:lnTo>
                  <a:lnTo>
                    <a:pt x="5085199" y="2690059"/>
                  </a:lnTo>
                  <a:lnTo>
                    <a:pt x="5156821" y="2691459"/>
                  </a:lnTo>
                  <a:lnTo>
                    <a:pt x="5228444" y="2692856"/>
                  </a:lnTo>
                  <a:lnTo>
                    <a:pt x="5300066" y="2694251"/>
                  </a:lnTo>
                  <a:lnTo>
                    <a:pt x="5371689" y="2695644"/>
                  </a:lnTo>
                  <a:lnTo>
                    <a:pt x="5443311" y="2697034"/>
                  </a:lnTo>
                  <a:lnTo>
                    <a:pt x="5514934" y="2698421"/>
                  </a:lnTo>
                  <a:lnTo>
                    <a:pt x="5586557" y="2699806"/>
                  </a:lnTo>
                  <a:lnTo>
                    <a:pt x="5658179" y="2701189"/>
                  </a:lnTo>
                  <a:lnTo>
                    <a:pt x="5729802" y="2702569"/>
                  </a:lnTo>
                  <a:lnTo>
                    <a:pt x="5801424" y="2703947"/>
                  </a:lnTo>
                  <a:lnTo>
                    <a:pt x="5873047" y="2705322"/>
                  </a:lnTo>
                  <a:lnTo>
                    <a:pt x="5944669" y="2706695"/>
                  </a:lnTo>
                  <a:lnTo>
                    <a:pt x="6016292" y="2708065"/>
                  </a:lnTo>
                  <a:lnTo>
                    <a:pt x="6087914" y="2709434"/>
                  </a:lnTo>
                  <a:lnTo>
                    <a:pt x="6159537" y="2710799"/>
                  </a:lnTo>
                  <a:lnTo>
                    <a:pt x="6231159" y="2712162"/>
                  </a:lnTo>
                  <a:lnTo>
                    <a:pt x="6302782" y="2713523"/>
                  </a:lnTo>
                  <a:lnTo>
                    <a:pt x="6374404" y="2714882"/>
                  </a:lnTo>
                  <a:lnTo>
                    <a:pt x="6446027" y="2716238"/>
                  </a:lnTo>
                  <a:lnTo>
                    <a:pt x="6517649" y="2717591"/>
                  </a:lnTo>
                  <a:lnTo>
                    <a:pt x="6589272" y="2718943"/>
                  </a:lnTo>
                  <a:lnTo>
                    <a:pt x="6660894" y="2720292"/>
                  </a:lnTo>
                  <a:lnTo>
                    <a:pt x="6732517" y="2721638"/>
                  </a:lnTo>
                  <a:lnTo>
                    <a:pt x="6804139" y="2722982"/>
                  </a:lnTo>
                  <a:lnTo>
                    <a:pt x="6875762" y="2724324"/>
                  </a:lnTo>
                  <a:lnTo>
                    <a:pt x="6947385" y="2725663"/>
                  </a:lnTo>
                  <a:lnTo>
                    <a:pt x="7019007" y="2727000"/>
                  </a:lnTo>
                  <a:lnTo>
                    <a:pt x="7090630" y="2728335"/>
                  </a:lnTo>
                  <a:lnTo>
                    <a:pt x="7090630" y="3398227"/>
                  </a:lnTo>
                  <a:lnTo>
                    <a:pt x="7019007" y="3394480"/>
                  </a:lnTo>
                  <a:lnTo>
                    <a:pt x="6947385" y="3390568"/>
                  </a:lnTo>
                  <a:lnTo>
                    <a:pt x="6875762" y="3386485"/>
                  </a:lnTo>
                  <a:lnTo>
                    <a:pt x="6804139" y="3382223"/>
                  </a:lnTo>
                  <a:lnTo>
                    <a:pt x="6732517" y="3377774"/>
                  </a:lnTo>
                  <a:lnTo>
                    <a:pt x="6660894" y="3373130"/>
                  </a:lnTo>
                  <a:lnTo>
                    <a:pt x="6589272" y="3368283"/>
                  </a:lnTo>
                  <a:lnTo>
                    <a:pt x="6517649" y="3363223"/>
                  </a:lnTo>
                  <a:lnTo>
                    <a:pt x="6446027" y="3357942"/>
                  </a:lnTo>
                  <a:lnTo>
                    <a:pt x="6374404" y="3352429"/>
                  </a:lnTo>
                  <a:lnTo>
                    <a:pt x="6302782" y="3346674"/>
                  </a:lnTo>
                  <a:lnTo>
                    <a:pt x="6231159" y="3340668"/>
                  </a:lnTo>
                  <a:lnTo>
                    <a:pt x="6159537" y="3334398"/>
                  </a:lnTo>
                  <a:lnTo>
                    <a:pt x="6087914" y="3327853"/>
                  </a:lnTo>
                  <a:lnTo>
                    <a:pt x="6016292" y="3321022"/>
                  </a:lnTo>
                  <a:lnTo>
                    <a:pt x="5944669" y="3313891"/>
                  </a:lnTo>
                  <a:lnTo>
                    <a:pt x="5873047" y="3306448"/>
                  </a:lnTo>
                  <a:lnTo>
                    <a:pt x="5801424" y="3298679"/>
                  </a:lnTo>
                  <a:lnTo>
                    <a:pt x="5729802" y="3290569"/>
                  </a:lnTo>
                  <a:lnTo>
                    <a:pt x="5658179" y="3282104"/>
                  </a:lnTo>
                  <a:lnTo>
                    <a:pt x="5586557" y="3273268"/>
                  </a:lnTo>
                  <a:lnTo>
                    <a:pt x="5514934" y="3264044"/>
                  </a:lnTo>
                  <a:lnTo>
                    <a:pt x="5443311" y="3254417"/>
                  </a:lnTo>
                  <a:lnTo>
                    <a:pt x="5371689" y="3244367"/>
                  </a:lnTo>
                  <a:lnTo>
                    <a:pt x="5300066" y="3233877"/>
                  </a:lnTo>
                  <a:lnTo>
                    <a:pt x="5228444" y="3222928"/>
                  </a:lnTo>
                  <a:lnTo>
                    <a:pt x="5156821" y="3211499"/>
                  </a:lnTo>
                  <a:lnTo>
                    <a:pt x="5085199" y="3199568"/>
                  </a:lnTo>
                  <a:lnTo>
                    <a:pt x="5013576" y="3187116"/>
                  </a:lnTo>
                  <a:lnTo>
                    <a:pt x="4941954" y="3174117"/>
                  </a:lnTo>
                  <a:lnTo>
                    <a:pt x="4870331" y="3160549"/>
                  </a:lnTo>
                  <a:lnTo>
                    <a:pt x="4798709" y="3146386"/>
                  </a:lnTo>
                  <a:lnTo>
                    <a:pt x="4727086" y="3131602"/>
                  </a:lnTo>
                  <a:lnTo>
                    <a:pt x="4655464" y="3116171"/>
                  </a:lnTo>
                  <a:lnTo>
                    <a:pt x="4583841" y="3100064"/>
                  </a:lnTo>
                  <a:lnTo>
                    <a:pt x="4512219" y="3083250"/>
                  </a:lnTo>
                  <a:lnTo>
                    <a:pt x="4440596" y="3065700"/>
                  </a:lnTo>
                  <a:lnTo>
                    <a:pt x="4368974" y="3047381"/>
                  </a:lnTo>
                  <a:lnTo>
                    <a:pt x="4297351" y="3028259"/>
                  </a:lnTo>
                  <a:lnTo>
                    <a:pt x="4225729" y="3008300"/>
                  </a:lnTo>
                  <a:lnTo>
                    <a:pt x="4154106" y="2987465"/>
                  </a:lnTo>
                  <a:lnTo>
                    <a:pt x="4082483" y="2965718"/>
                  </a:lnTo>
                  <a:lnTo>
                    <a:pt x="4010861" y="2943017"/>
                  </a:lnTo>
                  <a:lnTo>
                    <a:pt x="3939238" y="2919322"/>
                  </a:lnTo>
                  <a:lnTo>
                    <a:pt x="3867616" y="2894588"/>
                  </a:lnTo>
                  <a:lnTo>
                    <a:pt x="3795993" y="2868771"/>
                  </a:lnTo>
                  <a:lnTo>
                    <a:pt x="3724371" y="2841822"/>
                  </a:lnTo>
                  <a:lnTo>
                    <a:pt x="3652748" y="2813692"/>
                  </a:lnTo>
                  <a:lnTo>
                    <a:pt x="3581126" y="2784330"/>
                  </a:lnTo>
                  <a:lnTo>
                    <a:pt x="3509503" y="2753681"/>
                  </a:lnTo>
                  <a:lnTo>
                    <a:pt x="3437881" y="2721689"/>
                  </a:lnTo>
                  <a:lnTo>
                    <a:pt x="3366258" y="2688295"/>
                  </a:lnTo>
                  <a:lnTo>
                    <a:pt x="3294636" y="2654248"/>
                  </a:lnTo>
                  <a:lnTo>
                    <a:pt x="3223013" y="2652783"/>
                  </a:lnTo>
                  <a:lnTo>
                    <a:pt x="3151391" y="2651314"/>
                  </a:lnTo>
                  <a:lnTo>
                    <a:pt x="3079768" y="2649844"/>
                  </a:lnTo>
                  <a:lnTo>
                    <a:pt x="3008146" y="2648370"/>
                  </a:lnTo>
                  <a:lnTo>
                    <a:pt x="2936523" y="2646894"/>
                  </a:lnTo>
                  <a:lnTo>
                    <a:pt x="2864901" y="2645416"/>
                  </a:lnTo>
                  <a:lnTo>
                    <a:pt x="2793278" y="2643935"/>
                  </a:lnTo>
                  <a:lnTo>
                    <a:pt x="2721655" y="2642451"/>
                  </a:lnTo>
                  <a:lnTo>
                    <a:pt x="2650033" y="2640964"/>
                  </a:lnTo>
                  <a:lnTo>
                    <a:pt x="2578410" y="2639475"/>
                  </a:lnTo>
                  <a:lnTo>
                    <a:pt x="2506788" y="2637984"/>
                  </a:lnTo>
                  <a:lnTo>
                    <a:pt x="2435165" y="2636489"/>
                  </a:lnTo>
                  <a:lnTo>
                    <a:pt x="2363543" y="2634992"/>
                  </a:lnTo>
                  <a:lnTo>
                    <a:pt x="2291920" y="2633493"/>
                  </a:lnTo>
                  <a:lnTo>
                    <a:pt x="2220298" y="2631991"/>
                  </a:lnTo>
                  <a:lnTo>
                    <a:pt x="2148675" y="2630486"/>
                  </a:lnTo>
                  <a:lnTo>
                    <a:pt x="2077053" y="2628978"/>
                  </a:lnTo>
                  <a:lnTo>
                    <a:pt x="2005430" y="2627468"/>
                  </a:lnTo>
                  <a:lnTo>
                    <a:pt x="1933808" y="2625955"/>
                  </a:lnTo>
                  <a:lnTo>
                    <a:pt x="1862185" y="2624439"/>
                  </a:lnTo>
                  <a:lnTo>
                    <a:pt x="1790563" y="2622921"/>
                  </a:lnTo>
                  <a:lnTo>
                    <a:pt x="1718940" y="2621400"/>
                  </a:lnTo>
                  <a:lnTo>
                    <a:pt x="1647318" y="2619877"/>
                  </a:lnTo>
                  <a:lnTo>
                    <a:pt x="1575695" y="2618350"/>
                  </a:lnTo>
                  <a:lnTo>
                    <a:pt x="1504073" y="2616821"/>
                  </a:lnTo>
                  <a:lnTo>
                    <a:pt x="1432450" y="2615290"/>
                  </a:lnTo>
                  <a:lnTo>
                    <a:pt x="1360827" y="2613755"/>
                  </a:lnTo>
                  <a:lnTo>
                    <a:pt x="1289205" y="2612218"/>
                  </a:lnTo>
                  <a:lnTo>
                    <a:pt x="1217582" y="2610678"/>
                  </a:lnTo>
                  <a:lnTo>
                    <a:pt x="1145960" y="2609136"/>
                  </a:lnTo>
                  <a:lnTo>
                    <a:pt x="1074337" y="2607590"/>
                  </a:lnTo>
                  <a:lnTo>
                    <a:pt x="1002715" y="2606042"/>
                  </a:lnTo>
                  <a:lnTo>
                    <a:pt x="931092" y="2604492"/>
                  </a:lnTo>
                  <a:lnTo>
                    <a:pt x="859470" y="2602938"/>
                  </a:lnTo>
                  <a:lnTo>
                    <a:pt x="787847" y="2601382"/>
                  </a:lnTo>
                  <a:lnTo>
                    <a:pt x="716225" y="2599823"/>
                  </a:lnTo>
                  <a:lnTo>
                    <a:pt x="644602" y="2598261"/>
                  </a:lnTo>
                  <a:lnTo>
                    <a:pt x="572980" y="2596697"/>
                  </a:lnTo>
                  <a:lnTo>
                    <a:pt x="501357" y="2595130"/>
                  </a:lnTo>
                  <a:lnTo>
                    <a:pt x="429735" y="2593560"/>
                  </a:lnTo>
                  <a:lnTo>
                    <a:pt x="358112" y="2591987"/>
                  </a:lnTo>
                  <a:lnTo>
                    <a:pt x="286490" y="2590411"/>
                  </a:lnTo>
                  <a:lnTo>
                    <a:pt x="214867" y="2588833"/>
                  </a:lnTo>
                  <a:lnTo>
                    <a:pt x="143245" y="2587252"/>
                  </a:lnTo>
                  <a:lnTo>
                    <a:pt x="71622" y="2585668"/>
                  </a:lnTo>
                  <a:lnTo>
                    <a:pt x="0" y="258408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072181" y="2073503"/>
              <a:ext cx="6190497" cy="2728335"/>
            </a:xfrm>
            <a:custGeom>
              <a:avLst/>
              <a:pathLst>
                <a:path w="6190497" h="2728335">
                  <a:moveTo>
                    <a:pt x="0" y="0"/>
                  </a:moveTo>
                  <a:lnTo>
                    <a:pt x="30960" y="64764"/>
                  </a:lnTo>
                  <a:lnTo>
                    <a:pt x="102582" y="208297"/>
                  </a:lnTo>
                  <a:lnTo>
                    <a:pt x="174205" y="345804"/>
                  </a:lnTo>
                  <a:lnTo>
                    <a:pt x="245827" y="477539"/>
                  </a:lnTo>
                  <a:lnTo>
                    <a:pt x="317450" y="603743"/>
                  </a:lnTo>
                  <a:lnTo>
                    <a:pt x="389072" y="724649"/>
                  </a:lnTo>
                  <a:lnTo>
                    <a:pt x="460695" y="840479"/>
                  </a:lnTo>
                  <a:lnTo>
                    <a:pt x="532318" y="951447"/>
                  </a:lnTo>
                  <a:lnTo>
                    <a:pt x="603940" y="1057756"/>
                  </a:lnTo>
                  <a:lnTo>
                    <a:pt x="675563" y="1159602"/>
                  </a:lnTo>
                  <a:lnTo>
                    <a:pt x="747185" y="1257172"/>
                  </a:lnTo>
                  <a:lnTo>
                    <a:pt x="818808" y="1350647"/>
                  </a:lnTo>
                  <a:lnTo>
                    <a:pt x="890430" y="1440197"/>
                  </a:lnTo>
                  <a:lnTo>
                    <a:pt x="962053" y="1525987"/>
                  </a:lnTo>
                  <a:lnTo>
                    <a:pt x="1033675" y="1608176"/>
                  </a:lnTo>
                  <a:lnTo>
                    <a:pt x="1105298" y="1686915"/>
                  </a:lnTo>
                  <a:lnTo>
                    <a:pt x="1176920" y="1762348"/>
                  </a:lnTo>
                  <a:lnTo>
                    <a:pt x="1248543" y="1834615"/>
                  </a:lnTo>
                  <a:lnTo>
                    <a:pt x="1320165" y="1903847"/>
                  </a:lnTo>
                  <a:lnTo>
                    <a:pt x="1391788" y="1970173"/>
                  </a:lnTo>
                  <a:lnTo>
                    <a:pt x="1463410" y="2033715"/>
                  </a:lnTo>
                  <a:lnTo>
                    <a:pt x="1535033" y="2094589"/>
                  </a:lnTo>
                  <a:lnTo>
                    <a:pt x="1606655" y="2152908"/>
                  </a:lnTo>
                  <a:lnTo>
                    <a:pt x="1678278" y="2208778"/>
                  </a:lnTo>
                  <a:lnTo>
                    <a:pt x="1749900" y="2262303"/>
                  </a:lnTo>
                  <a:lnTo>
                    <a:pt x="1821523" y="2313580"/>
                  </a:lnTo>
                  <a:lnTo>
                    <a:pt x="1893146" y="2362705"/>
                  </a:lnTo>
                  <a:lnTo>
                    <a:pt x="1964768" y="2409768"/>
                  </a:lnTo>
                  <a:lnTo>
                    <a:pt x="2036391" y="2454855"/>
                  </a:lnTo>
                  <a:lnTo>
                    <a:pt x="2108013" y="2498049"/>
                  </a:lnTo>
                  <a:lnTo>
                    <a:pt x="2179636" y="2539430"/>
                  </a:lnTo>
                  <a:lnTo>
                    <a:pt x="2251258" y="2579073"/>
                  </a:lnTo>
                  <a:lnTo>
                    <a:pt x="2322881" y="2617053"/>
                  </a:lnTo>
                  <a:lnTo>
                    <a:pt x="2394503" y="2653437"/>
                  </a:lnTo>
                  <a:lnTo>
                    <a:pt x="2466126" y="2655711"/>
                  </a:lnTo>
                  <a:lnTo>
                    <a:pt x="2537748" y="2657171"/>
                  </a:lnTo>
                  <a:lnTo>
                    <a:pt x="2609371" y="2658629"/>
                  </a:lnTo>
                  <a:lnTo>
                    <a:pt x="2680993" y="2660085"/>
                  </a:lnTo>
                  <a:lnTo>
                    <a:pt x="2752616" y="2661537"/>
                  </a:lnTo>
                  <a:lnTo>
                    <a:pt x="2824238" y="2662987"/>
                  </a:lnTo>
                  <a:lnTo>
                    <a:pt x="2895861" y="2664435"/>
                  </a:lnTo>
                  <a:lnTo>
                    <a:pt x="2967483" y="2665880"/>
                  </a:lnTo>
                  <a:lnTo>
                    <a:pt x="3039106" y="2667322"/>
                  </a:lnTo>
                  <a:lnTo>
                    <a:pt x="3110728" y="2668762"/>
                  </a:lnTo>
                  <a:lnTo>
                    <a:pt x="3182351" y="2670200"/>
                  </a:lnTo>
                  <a:lnTo>
                    <a:pt x="3253974" y="2671635"/>
                  </a:lnTo>
                  <a:lnTo>
                    <a:pt x="3325596" y="2673067"/>
                  </a:lnTo>
                  <a:lnTo>
                    <a:pt x="3397219" y="2674497"/>
                  </a:lnTo>
                  <a:lnTo>
                    <a:pt x="3468841" y="2675924"/>
                  </a:lnTo>
                  <a:lnTo>
                    <a:pt x="3540464" y="2677349"/>
                  </a:lnTo>
                  <a:lnTo>
                    <a:pt x="3612086" y="2678771"/>
                  </a:lnTo>
                  <a:lnTo>
                    <a:pt x="3683709" y="2680191"/>
                  </a:lnTo>
                  <a:lnTo>
                    <a:pt x="3755331" y="2681608"/>
                  </a:lnTo>
                  <a:lnTo>
                    <a:pt x="3826954" y="2683023"/>
                  </a:lnTo>
                  <a:lnTo>
                    <a:pt x="3898576" y="2684435"/>
                  </a:lnTo>
                  <a:lnTo>
                    <a:pt x="3970199" y="2685845"/>
                  </a:lnTo>
                  <a:lnTo>
                    <a:pt x="4041821" y="2687252"/>
                  </a:lnTo>
                  <a:lnTo>
                    <a:pt x="4113444" y="2688657"/>
                  </a:lnTo>
                  <a:lnTo>
                    <a:pt x="4185066" y="2690059"/>
                  </a:lnTo>
                  <a:lnTo>
                    <a:pt x="4256689" y="2691459"/>
                  </a:lnTo>
                  <a:lnTo>
                    <a:pt x="4328311" y="2692856"/>
                  </a:lnTo>
                  <a:lnTo>
                    <a:pt x="4399934" y="2694251"/>
                  </a:lnTo>
                  <a:lnTo>
                    <a:pt x="4471556" y="2695644"/>
                  </a:lnTo>
                  <a:lnTo>
                    <a:pt x="4543179" y="2697034"/>
                  </a:lnTo>
                  <a:lnTo>
                    <a:pt x="4614802" y="2698421"/>
                  </a:lnTo>
                  <a:lnTo>
                    <a:pt x="4686424" y="2699806"/>
                  </a:lnTo>
                  <a:lnTo>
                    <a:pt x="4758047" y="2701189"/>
                  </a:lnTo>
                  <a:lnTo>
                    <a:pt x="4829669" y="2702569"/>
                  </a:lnTo>
                  <a:lnTo>
                    <a:pt x="4901292" y="2703947"/>
                  </a:lnTo>
                  <a:lnTo>
                    <a:pt x="4972914" y="2705322"/>
                  </a:lnTo>
                  <a:lnTo>
                    <a:pt x="5044537" y="2706695"/>
                  </a:lnTo>
                  <a:lnTo>
                    <a:pt x="5116159" y="2708065"/>
                  </a:lnTo>
                  <a:lnTo>
                    <a:pt x="5187782" y="2709434"/>
                  </a:lnTo>
                  <a:lnTo>
                    <a:pt x="5259404" y="2710799"/>
                  </a:lnTo>
                  <a:lnTo>
                    <a:pt x="5331027" y="2712162"/>
                  </a:lnTo>
                  <a:lnTo>
                    <a:pt x="5402649" y="2713523"/>
                  </a:lnTo>
                  <a:lnTo>
                    <a:pt x="5474272" y="2714882"/>
                  </a:lnTo>
                  <a:lnTo>
                    <a:pt x="5545894" y="2716238"/>
                  </a:lnTo>
                  <a:lnTo>
                    <a:pt x="5617517" y="2717591"/>
                  </a:lnTo>
                  <a:lnTo>
                    <a:pt x="5689139" y="2718943"/>
                  </a:lnTo>
                  <a:lnTo>
                    <a:pt x="5760762" y="2720292"/>
                  </a:lnTo>
                  <a:lnTo>
                    <a:pt x="5832384" y="2721638"/>
                  </a:lnTo>
                  <a:lnTo>
                    <a:pt x="5904007" y="2722982"/>
                  </a:lnTo>
                  <a:lnTo>
                    <a:pt x="5975630" y="2724324"/>
                  </a:lnTo>
                  <a:lnTo>
                    <a:pt x="6047252" y="2725663"/>
                  </a:lnTo>
                  <a:lnTo>
                    <a:pt x="6118875" y="2727000"/>
                  </a:lnTo>
                  <a:lnTo>
                    <a:pt x="6190497" y="272833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4657584"/>
              <a:ext cx="7090630" cy="814146"/>
            </a:xfrm>
            <a:custGeom>
              <a:avLst/>
              <a:pathLst>
                <a:path w="7090630" h="814146">
                  <a:moveTo>
                    <a:pt x="7090630" y="814146"/>
                  </a:moveTo>
                  <a:lnTo>
                    <a:pt x="7019007" y="810398"/>
                  </a:lnTo>
                  <a:lnTo>
                    <a:pt x="6947385" y="806487"/>
                  </a:lnTo>
                  <a:lnTo>
                    <a:pt x="6875762" y="802403"/>
                  </a:lnTo>
                  <a:lnTo>
                    <a:pt x="6804139" y="798141"/>
                  </a:lnTo>
                  <a:lnTo>
                    <a:pt x="6732517" y="793693"/>
                  </a:lnTo>
                  <a:lnTo>
                    <a:pt x="6660894" y="789049"/>
                  </a:lnTo>
                  <a:lnTo>
                    <a:pt x="6589272" y="784201"/>
                  </a:lnTo>
                  <a:lnTo>
                    <a:pt x="6517649" y="779142"/>
                  </a:lnTo>
                  <a:lnTo>
                    <a:pt x="6446027" y="773860"/>
                  </a:lnTo>
                  <a:lnTo>
                    <a:pt x="6374404" y="768347"/>
                  </a:lnTo>
                  <a:lnTo>
                    <a:pt x="6302782" y="762593"/>
                  </a:lnTo>
                  <a:lnTo>
                    <a:pt x="6231159" y="756586"/>
                  </a:lnTo>
                  <a:lnTo>
                    <a:pt x="6159537" y="750316"/>
                  </a:lnTo>
                  <a:lnTo>
                    <a:pt x="6087914" y="743772"/>
                  </a:lnTo>
                  <a:lnTo>
                    <a:pt x="6016292" y="736941"/>
                  </a:lnTo>
                  <a:lnTo>
                    <a:pt x="5944669" y="729810"/>
                  </a:lnTo>
                  <a:lnTo>
                    <a:pt x="5873047" y="722367"/>
                  </a:lnTo>
                  <a:lnTo>
                    <a:pt x="5801424" y="714597"/>
                  </a:lnTo>
                  <a:lnTo>
                    <a:pt x="5729802" y="706487"/>
                  </a:lnTo>
                  <a:lnTo>
                    <a:pt x="5658179" y="698022"/>
                  </a:lnTo>
                  <a:lnTo>
                    <a:pt x="5586557" y="689186"/>
                  </a:lnTo>
                  <a:lnTo>
                    <a:pt x="5514934" y="679963"/>
                  </a:lnTo>
                  <a:lnTo>
                    <a:pt x="5443311" y="670335"/>
                  </a:lnTo>
                  <a:lnTo>
                    <a:pt x="5371689" y="660286"/>
                  </a:lnTo>
                  <a:lnTo>
                    <a:pt x="5300066" y="649796"/>
                  </a:lnTo>
                  <a:lnTo>
                    <a:pt x="5228444" y="638846"/>
                  </a:lnTo>
                  <a:lnTo>
                    <a:pt x="5156821" y="627417"/>
                  </a:lnTo>
                  <a:lnTo>
                    <a:pt x="5085199" y="615487"/>
                  </a:lnTo>
                  <a:lnTo>
                    <a:pt x="5013576" y="603034"/>
                  </a:lnTo>
                  <a:lnTo>
                    <a:pt x="4941954" y="590035"/>
                  </a:lnTo>
                  <a:lnTo>
                    <a:pt x="4870331" y="576467"/>
                  </a:lnTo>
                  <a:lnTo>
                    <a:pt x="4798709" y="562304"/>
                  </a:lnTo>
                  <a:lnTo>
                    <a:pt x="4727086" y="547521"/>
                  </a:lnTo>
                  <a:lnTo>
                    <a:pt x="4655464" y="532090"/>
                  </a:lnTo>
                  <a:lnTo>
                    <a:pt x="4583841" y="515982"/>
                  </a:lnTo>
                  <a:lnTo>
                    <a:pt x="4512219" y="499169"/>
                  </a:lnTo>
                  <a:lnTo>
                    <a:pt x="4440596" y="481619"/>
                  </a:lnTo>
                  <a:lnTo>
                    <a:pt x="4368974" y="463300"/>
                  </a:lnTo>
                  <a:lnTo>
                    <a:pt x="4297351" y="444178"/>
                  </a:lnTo>
                  <a:lnTo>
                    <a:pt x="4225729" y="424218"/>
                  </a:lnTo>
                  <a:lnTo>
                    <a:pt x="4154106" y="403384"/>
                  </a:lnTo>
                  <a:lnTo>
                    <a:pt x="4082483" y="381636"/>
                  </a:lnTo>
                  <a:lnTo>
                    <a:pt x="4010861" y="358936"/>
                  </a:lnTo>
                  <a:lnTo>
                    <a:pt x="3939238" y="335240"/>
                  </a:lnTo>
                  <a:lnTo>
                    <a:pt x="3867616" y="310507"/>
                  </a:lnTo>
                  <a:lnTo>
                    <a:pt x="3795993" y="284689"/>
                  </a:lnTo>
                  <a:lnTo>
                    <a:pt x="3724371" y="257741"/>
                  </a:lnTo>
                  <a:lnTo>
                    <a:pt x="3652748" y="229611"/>
                  </a:lnTo>
                  <a:lnTo>
                    <a:pt x="3581126" y="200249"/>
                  </a:lnTo>
                  <a:lnTo>
                    <a:pt x="3509503" y="169600"/>
                  </a:lnTo>
                  <a:lnTo>
                    <a:pt x="3437881" y="137607"/>
                  </a:lnTo>
                  <a:lnTo>
                    <a:pt x="3366258" y="104213"/>
                  </a:lnTo>
                  <a:lnTo>
                    <a:pt x="3294636" y="70167"/>
                  </a:lnTo>
                  <a:lnTo>
                    <a:pt x="3223013" y="68701"/>
                  </a:lnTo>
                  <a:lnTo>
                    <a:pt x="3151391" y="67233"/>
                  </a:lnTo>
                  <a:lnTo>
                    <a:pt x="3079768" y="65762"/>
                  </a:lnTo>
                  <a:lnTo>
                    <a:pt x="3008146" y="64289"/>
                  </a:lnTo>
                  <a:lnTo>
                    <a:pt x="2936523" y="62813"/>
                  </a:lnTo>
                  <a:lnTo>
                    <a:pt x="2864901" y="61334"/>
                  </a:lnTo>
                  <a:lnTo>
                    <a:pt x="2793278" y="59853"/>
                  </a:lnTo>
                  <a:lnTo>
                    <a:pt x="2721655" y="58369"/>
                  </a:lnTo>
                  <a:lnTo>
                    <a:pt x="2650033" y="56883"/>
                  </a:lnTo>
                  <a:lnTo>
                    <a:pt x="2578410" y="55394"/>
                  </a:lnTo>
                  <a:lnTo>
                    <a:pt x="2506788" y="53902"/>
                  </a:lnTo>
                  <a:lnTo>
                    <a:pt x="2435165" y="52408"/>
                  </a:lnTo>
                  <a:lnTo>
                    <a:pt x="2363543" y="50911"/>
                  </a:lnTo>
                  <a:lnTo>
                    <a:pt x="2291920" y="49411"/>
                  </a:lnTo>
                  <a:lnTo>
                    <a:pt x="2220298" y="47909"/>
                  </a:lnTo>
                  <a:lnTo>
                    <a:pt x="2148675" y="46404"/>
                  </a:lnTo>
                  <a:lnTo>
                    <a:pt x="2077053" y="44897"/>
                  </a:lnTo>
                  <a:lnTo>
                    <a:pt x="2005430" y="43386"/>
                  </a:lnTo>
                  <a:lnTo>
                    <a:pt x="1933808" y="41873"/>
                  </a:lnTo>
                  <a:lnTo>
                    <a:pt x="1862185" y="40358"/>
                  </a:lnTo>
                  <a:lnTo>
                    <a:pt x="1790563" y="38840"/>
                  </a:lnTo>
                  <a:lnTo>
                    <a:pt x="1718940" y="37319"/>
                  </a:lnTo>
                  <a:lnTo>
                    <a:pt x="1647318" y="35795"/>
                  </a:lnTo>
                  <a:lnTo>
                    <a:pt x="1575695" y="34269"/>
                  </a:lnTo>
                  <a:lnTo>
                    <a:pt x="1504073" y="32740"/>
                  </a:lnTo>
                  <a:lnTo>
                    <a:pt x="1432450" y="31208"/>
                  </a:lnTo>
                  <a:lnTo>
                    <a:pt x="1360827" y="29674"/>
                  </a:lnTo>
                  <a:lnTo>
                    <a:pt x="1289205" y="28137"/>
                  </a:lnTo>
                  <a:lnTo>
                    <a:pt x="1217582" y="26597"/>
                  </a:lnTo>
                  <a:lnTo>
                    <a:pt x="1145960" y="25054"/>
                  </a:lnTo>
                  <a:lnTo>
                    <a:pt x="1074337" y="23509"/>
                  </a:lnTo>
                  <a:lnTo>
                    <a:pt x="1002715" y="21961"/>
                  </a:lnTo>
                  <a:lnTo>
                    <a:pt x="931092" y="20410"/>
                  </a:lnTo>
                  <a:lnTo>
                    <a:pt x="859470" y="18857"/>
                  </a:lnTo>
                  <a:lnTo>
                    <a:pt x="787847" y="17301"/>
                  </a:lnTo>
                  <a:lnTo>
                    <a:pt x="716225" y="15742"/>
                  </a:lnTo>
                  <a:lnTo>
                    <a:pt x="644602" y="14180"/>
                  </a:lnTo>
                  <a:lnTo>
                    <a:pt x="572980" y="12615"/>
                  </a:lnTo>
                  <a:lnTo>
                    <a:pt x="501357" y="11048"/>
                  </a:lnTo>
                  <a:lnTo>
                    <a:pt x="429735" y="9478"/>
                  </a:lnTo>
                  <a:lnTo>
                    <a:pt x="358112" y="7905"/>
                  </a:lnTo>
                  <a:lnTo>
                    <a:pt x="286490" y="6330"/>
                  </a:lnTo>
                  <a:lnTo>
                    <a:pt x="214867" y="4751"/>
                  </a:lnTo>
                  <a:lnTo>
                    <a:pt x="143245" y="3170"/>
                  </a:lnTo>
                  <a:lnTo>
                    <a:pt x="71622" y="158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3239546"/>
              <a:ext cx="7090630" cy="2063533"/>
            </a:xfrm>
            <a:custGeom>
              <a:avLst/>
              <a:pathLst>
                <a:path w="7090630" h="2063533">
                  <a:moveTo>
                    <a:pt x="0" y="0"/>
                  </a:moveTo>
                  <a:lnTo>
                    <a:pt x="71622" y="51172"/>
                  </a:lnTo>
                  <a:lnTo>
                    <a:pt x="143245" y="101216"/>
                  </a:lnTo>
                  <a:lnTo>
                    <a:pt x="214867" y="150154"/>
                  </a:lnTo>
                  <a:lnTo>
                    <a:pt x="286490" y="198012"/>
                  </a:lnTo>
                  <a:lnTo>
                    <a:pt x="358112" y="244813"/>
                  </a:lnTo>
                  <a:lnTo>
                    <a:pt x="429735" y="290580"/>
                  </a:lnTo>
                  <a:lnTo>
                    <a:pt x="501357" y="335338"/>
                  </a:lnTo>
                  <a:lnTo>
                    <a:pt x="572980" y="379107"/>
                  </a:lnTo>
                  <a:lnTo>
                    <a:pt x="644602" y="421909"/>
                  </a:lnTo>
                  <a:lnTo>
                    <a:pt x="716225" y="463767"/>
                  </a:lnTo>
                  <a:lnTo>
                    <a:pt x="787847" y="504700"/>
                  </a:lnTo>
                  <a:lnTo>
                    <a:pt x="859470" y="544730"/>
                  </a:lnTo>
                  <a:lnTo>
                    <a:pt x="931092" y="583876"/>
                  </a:lnTo>
                  <a:lnTo>
                    <a:pt x="1002715" y="622157"/>
                  </a:lnTo>
                  <a:lnTo>
                    <a:pt x="1074337" y="659593"/>
                  </a:lnTo>
                  <a:lnTo>
                    <a:pt x="1145960" y="696203"/>
                  </a:lnTo>
                  <a:lnTo>
                    <a:pt x="1217582" y="732004"/>
                  </a:lnTo>
                  <a:lnTo>
                    <a:pt x="1289205" y="767015"/>
                  </a:lnTo>
                  <a:lnTo>
                    <a:pt x="1360827" y="801253"/>
                  </a:lnTo>
                  <a:lnTo>
                    <a:pt x="1432450" y="834735"/>
                  </a:lnTo>
                  <a:lnTo>
                    <a:pt x="1504073" y="867478"/>
                  </a:lnTo>
                  <a:lnTo>
                    <a:pt x="1575695" y="899498"/>
                  </a:lnTo>
                  <a:lnTo>
                    <a:pt x="1647318" y="930810"/>
                  </a:lnTo>
                  <a:lnTo>
                    <a:pt x="1718940" y="961432"/>
                  </a:lnTo>
                  <a:lnTo>
                    <a:pt x="1790563" y="991377"/>
                  </a:lnTo>
                  <a:lnTo>
                    <a:pt x="1862185" y="1020661"/>
                  </a:lnTo>
                  <a:lnTo>
                    <a:pt x="1933808" y="1049299"/>
                  </a:lnTo>
                  <a:lnTo>
                    <a:pt x="2005430" y="1077304"/>
                  </a:lnTo>
                  <a:lnTo>
                    <a:pt x="2077053" y="1104691"/>
                  </a:lnTo>
                  <a:lnTo>
                    <a:pt x="2148675" y="1131474"/>
                  </a:lnTo>
                  <a:lnTo>
                    <a:pt x="2220298" y="1157665"/>
                  </a:lnTo>
                  <a:lnTo>
                    <a:pt x="2291920" y="1183277"/>
                  </a:lnTo>
                  <a:lnTo>
                    <a:pt x="2363543" y="1208324"/>
                  </a:lnTo>
                  <a:lnTo>
                    <a:pt x="2435165" y="1232819"/>
                  </a:lnTo>
                  <a:lnTo>
                    <a:pt x="2506788" y="1256772"/>
                  </a:lnTo>
                  <a:lnTo>
                    <a:pt x="2578410" y="1280196"/>
                  </a:lnTo>
                  <a:lnTo>
                    <a:pt x="2650033" y="1303104"/>
                  </a:lnTo>
                  <a:lnTo>
                    <a:pt x="2721655" y="1325505"/>
                  </a:lnTo>
                  <a:lnTo>
                    <a:pt x="2793278" y="1347412"/>
                  </a:lnTo>
                  <a:lnTo>
                    <a:pt x="2864901" y="1368835"/>
                  </a:lnTo>
                  <a:lnTo>
                    <a:pt x="2936523" y="1389786"/>
                  </a:lnTo>
                  <a:lnTo>
                    <a:pt x="3008146" y="1410273"/>
                  </a:lnTo>
                  <a:lnTo>
                    <a:pt x="3079768" y="1430309"/>
                  </a:lnTo>
                  <a:lnTo>
                    <a:pt x="3151391" y="1449902"/>
                  </a:lnTo>
                  <a:lnTo>
                    <a:pt x="3223013" y="1469062"/>
                  </a:lnTo>
                  <a:lnTo>
                    <a:pt x="3294636" y="1487799"/>
                  </a:lnTo>
                  <a:lnTo>
                    <a:pt x="3366258" y="1506123"/>
                  </a:lnTo>
                  <a:lnTo>
                    <a:pt x="3437881" y="1524042"/>
                  </a:lnTo>
                  <a:lnTo>
                    <a:pt x="3509503" y="1541565"/>
                  </a:lnTo>
                  <a:lnTo>
                    <a:pt x="3581126" y="1558702"/>
                  </a:lnTo>
                  <a:lnTo>
                    <a:pt x="3652748" y="1575460"/>
                  </a:lnTo>
                  <a:lnTo>
                    <a:pt x="3724371" y="1591848"/>
                  </a:lnTo>
                  <a:lnTo>
                    <a:pt x="3795993" y="1607874"/>
                  </a:lnTo>
                  <a:lnTo>
                    <a:pt x="3867616" y="1623547"/>
                  </a:lnTo>
                  <a:lnTo>
                    <a:pt x="3939238" y="1638873"/>
                  </a:lnTo>
                  <a:lnTo>
                    <a:pt x="4010861" y="1653861"/>
                  </a:lnTo>
                  <a:lnTo>
                    <a:pt x="4082483" y="1668518"/>
                  </a:lnTo>
                  <a:lnTo>
                    <a:pt x="4154106" y="1682852"/>
                  </a:lnTo>
                  <a:lnTo>
                    <a:pt x="4225729" y="1696869"/>
                  </a:lnTo>
                  <a:lnTo>
                    <a:pt x="4297351" y="1710576"/>
                  </a:lnTo>
                  <a:lnTo>
                    <a:pt x="4368974" y="1723981"/>
                  </a:lnTo>
                  <a:lnTo>
                    <a:pt x="4440596" y="1737090"/>
                  </a:lnTo>
                  <a:lnTo>
                    <a:pt x="4512219" y="1749909"/>
                  </a:lnTo>
                  <a:lnTo>
                    <a:pt x="4583841" y="1762446"/>
                  </a:lnTo>
                  <a:lnTo>
                    <a:pt x="4655464" y="1774705"/>
                  </a:lnTo>
                  <a:lnTo>
                    <a:pt x="4727086" y="1786694"/>
                  </a:lnTo>
                  <a:lnTo>
                    <a:pt x="4798709" y="1798418"/>
                  </a:lnTo>
                  <a:lnTo>
                    <a:pt x="4870331" y="1809884"/>
                  </a:lnTo>
                  <a:lnTo>
                    <a:pt x="4941954" y="1821096"/>
                  </a:lnTo>
                  <a:lnTo>
                    <a:pt x="5013576" y="1832061"/>
                  </a:lnTo>
                  <a:lnTo>
                    <a:pt x="5085199" y="1842783"/>
                  </a:lnTo>
                  <a:lnTo>
                    <a:pt x="5156821" y="1853269"/>
                  </a:lnTo>
                  <a:lnTo>
                    <a:pt x="5228444" y="1863523"/>
                  </a:lnTo>
                  <a:lnTo>
                    <a:pt x="5300066" y="1873551"/>
                  </a:lnTo>
                  <a:lnTo>
                    <a:pt x="5371689" y="1883358"/>
                  </a:lnTo>
                  <a:lnTo>
                    <a:pt x="5443311" y="1892948"/>
                  </a:lnTo>
                  <a:lnTo>
                    <a:pt x="5514934" y="1902326"/>
                  </a:lnTo>
                  <a:lnTo>
                    <a:pt x="5586557" y="1911497"/>
                  </a:lnTo>
                  <a:lnTo>
                    <a:pt x="5658179" y="1920466"/>
                  </a:lnTo>
                  <a:lnTo>
                    <a:pt x="5729802" y="1929237"/>
                  </a:lnTo>
                  <a:lnTo>
                    <a:pt x="5801424" y="1937814"/>
                  </a:lnTo>
                  <a:lnTo>
                    <a:pt x="5873047" y="1946201"/>
                  </a:lnTo>
                  <a:lnTo>
                    <a:pt x="5944669" y="1954404"/>
                  </a:lnTo>
                  <a:lnTo>
                    <a:pt x="6016292" y="1962425"/>
                  </a:lnTo>
                  <a:lnTo>
                    <a:pt x="6087914" y="1970269"/>
                  </a:lnTo>
                  <a:lnTo>
                    <a:pt x="6159537" y="1977940"/>
                  </a:lnTo>
                  <a:lnTo>
                    <a:pt x="6231159" y="1985442"/>
                  </a:lnTo>
                  <a:lnTo>
                    <a:pt x="6302782" y="1992778"/>
                  </a:lnTo>
                  <a:lnTo>
                    <a:pt x="6374404" y="1999952"/>
                  </a:lnTo>
                  <a:lnTo>
                    <a:pt x="6446027" y="2006968"/>
                  </a:lnTo>
                  <a:lnTo>
                    <a:pt x="6517649" y="2013829"/>
                  </a:lnTo>
                  <a:lnTo>
                    <a:pt x="6589272" y="2020538"/>
                  </a:lnTo>
                  <a:lnTo>
                    <a:pt x="6660894" y="2027099"/>
                  </a:lnTo>
                  <a:lnTo>
                    <a:pt x="6732517" y="2033515"/>
                  </a:lnTo>
                  <a:lnTo>
                    <a:pt x="6804139" y="2039790"/>
                  </a:lnTo>
                  <a:lnTo>
                    <a:pt x="6875762" y="2045926"/>
                  </a:lnTo>
                  <a:lnTo>
                    <a:pt x="6947385" y="2051927"/>
                  </a:lnTo>
                  <a:lnTo>
                    <a:pt x="7019007" y="2057795"/>
                  </a:lnTo>
                  <a:lnTo>
                    <a:pt x="7090630" y="206353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468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2455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67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8925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711080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826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73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9517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01700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3883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1.29 (1.02-1.64), p = 0.033  |  per IQR decline (Δ = 29.5 %): 2.13 (1.06-4.28)  |  IQR: [-15.6, 13.9]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44587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Failure to Thrive/Fatigue/Dehydration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2026-07-22T14:13:29Z</dcterms:modified>
  <cp:category/>
</cp:coreProperties>
</file>