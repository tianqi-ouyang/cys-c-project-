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448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0859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270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681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3093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2153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95651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76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38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423217"/>
              <a:ext cx="7090630" cy="2981080"/>
            </a:xfrm>
            <a:custGeom>
              <a:avLst/>
              <a:pathLst>
                <a:path w="7090630" h="2981080">
                  <a:moveTo>
                    <a:pt x="0" y="0"/>
                  </a:moveTo>
                  <a:lnTo>
                    <a:pt x="71622" y="94158"/>
                  </a:lnTo>
                  <a:lnTo>
                    <a:pt x="143245" y="185488"/>
                  </a:lnTo>
                  <a:lnTo>
                    <a:pt x="214867" y="274074"/>
                  </a:lnTo>
                  <a:lnTo>
                    <a:pt x="286490" y="359999"/>
                  </a:lnTo>
                  <a:lnTo>
                    <a:pt x="358112" y="443342"/>
                  </a:lnTo>
                  <a:lnTo>
                    <a:pt x="429735" y="524181"/>
                  </a:lnTo>
                  <a:lnTo>
                    <a:pt x="501357" y="602591"/>
                  </a:lnTo>
                  <a:lnTo>
                    <a:pt x="572980" y="678646"/>
                  </a:lnTo>
                  <a:lnTo>
                    <a:pt x="644602" y="752415"/>
                  </a:lnTo>
                  <a:lnTo>
                    <a:pt x="716225" y="823969"/>
                  </a:lnTo>
                  <a:lnTo>
                    <a:pt x="787847" y="893372"/>
                  </a:lnTo>
                  <a:lnTo>
                    <a:pt x="859470" y="960690"/>
                  </a:lnTo>
                  <a:lnTo>
                    <a:pt x="931092" y="1025986"/>
                  </a:lnTo>
                  <a:lnTo>
                    <a:pt x="1002715" y="1089320"/>
                  </a:lnTo>
                  <a:lnTo>
                    <a:pt x="1074337" y="1150752"/>
                  </a:lnTo>
                  <a:lnTo>
                    <a:pt x="1145960" y="1210337"/>
                  </a:lnTo>
                  <a:lnTo>
                    <a:pt x="1217582" y="1268133"/>
                  </a:lnTo>
                  <a:lnTo>
                    <a:pt x="1289205" y="1324192"/>
                  </a:lnTo>
                  <a:lnTo>
                    <a:pt x="1360827" y="1378567"/>
                  </a:lnTo>
                  <a:lnTo>
                    <a:pt x="1432450" y="1431308"/>
                  </a:lnTo>
                  <a:lnTo>
                    <a:pt x="1504073" y="1482464"/>
                  </a:lnTo>
                  <a:lnTo>
                    <a:pt x="1575695" y="1532084"/>
                  </a:lnTo>
                  <a:lnTo>
                    <a:pt x="1647318" y="1580213"/>
                  </a:lnTo>
                  <a:lnTo>
                    <a:pt x="1718940" y="1626896"/>
                  </a:lnTo>
                  <a:lnTo>
                    <a:pt x="1790563" y="1672176"/>
                  </a:lnTo>
                  <a:lnTo>
                    <a:pt x="1862185" y="1716096"/>
                  </a:lnTo>
                  <a:lnTo>
                    <a:pt x="1933808" y="1758697"/>
                  </a:lnTo>
                  <a:lnTo>
                    <a:pt x="2005430" y="1800017"/>
                  </a:lnTo>
                  <a:lnTo>
                    <a:pt x="2077053" y="1840096"/>
                  </a:lnTo>
                  <a:lnTo>
                    <a:pt x="2148675" y="1878971"/>
                  </a:lnTo>
                  <a:lnTo>
                    <a:pt x="2220298" y="1916678"/>
                  </a:lnTo>
                  <a:lnTo>
                    <a:pt x="2291920" y="1953252"/>
                  </a:lnTo>
                  <a:lnTo>
                    <a:pt x="2363543" y="1988728"/>
                  </a:lnTo>
                  <a:lnTo>
                    <a:pt x="2435165" y="2023137"/>
                  </a:lnTo>
                  <a:lnTo>
                    <a:pt x="2506788" y="2056513"/>
                  </a:lnTo>
                  <a:lnTo>
                    <a:pt x="2578410" y="2088886"/>
                  </a:lnTo>
                  <a:lnTo>
                    <a:pt x="2650033" y="2120286"/>
                  </a:lnTo>
                  <a:lnTo>
                    <a:pt x="2721655" y="2150743"/>
                  </a:lnTo>
                  <a:lnTo>
                    <a:pt x="2793278" y="2180285"/>
                  </a:lnTo>
                  <a:lnTo>
                    <a:pt x="2864901" y="2208940"/>
                  </a:lnTo>
                  <a:lnTo>
                    <a:pt x="2936523" y="2236733"/>
                  </a:lnTo>
                  <a:lnTo>
                    <a:pt x="3008146" y="2263691"/>
                  </a:lnTo>
                  <a:lnTo>
                    <a:pt x="3079768" y="2289840"/>
                  </a:lnTo>
                  <a:lnTo>
                    <a:pt x="3151391" y="2305195"/>
                  </a:lnTo>
                  <a:lnTo>
                    <a:pt x="3223013" y="2306673"/>
                  </a:lnTo>
                  <a:lnTo>
                    <a:pt x="3294636" y="2308148"/>
                  </a:lnTo>
                  <a:lnTo>
                    <a:pt x="3366258" y="2309621"/>
                  </a:lnTo>
                  <a:lnTo>
                    <a:pt x="3437881" y="2311092"/>
                  </a:lnTo>
                  <a:lnTo>
                    <a:pt x="3509503" y="2312559"/>
                  </a:lnTo>
                  <a:lnTo>
                    <a:pt x="3581126" y="2314024"/>
                  </a:lnTo>
                  <a:lnTo>
                    <a:pt x="3652748" y="2315487"/>
                  </a:lnTo>
                  <a:lnTo>
                    <a:pt x="3724371" y="2316947"/>
                  </a:lnTo>
                  <a:lnTo>
                    <a:pt x="3795993" y="2318404"/>
                  </a:lnTo>
                  <a:lnTo>
                    <a:pt x="3867616" y="2319859"/>
                  </a:lnTo>
                  <a:lnTo>
                    <a:pt x="3939238" y="2321311"/>
                  </a:lnTo>
                  <a:lnTo>
                    <a:pt x="4010861" y="2322760"/>
                  </a:lnTo>
                  <a:lnTo>
                    <a:pt x="4082483" y="2324207"/>
                  </a:lnTo>
                  <a:lnTo>
                    <a:pt x="4154106" y="2325651"/>
                  </a:lnTo>
                  <a:lnTo>
                    <a:pt x="4225729" y="2327093"/>
                  </a:lnTo>
                  <a:lnTo>
                    <a:pt x="4297351" y="2328532"/>
                  </a:lnTo>
                  <a:lnTo>
                    <a:pt x="4368974" y="2329969"/>
                  </a:lnTo>
                  <a:lnTo>
                    <a:pt x="4440596" y="2331403"/>
                  </a:lnTo>
                  <a:lnTo>
                    <a:pt x="4512219" y="2332834"/>
                  </a:lnTo>
                  <a:lnTo>
                    <a:pt x="4583841" y="2334263"/>
                  </a:lnTo>
                  <a:lnTo>
                    <a:pt x="4655464" y="2335689"/>
                  </a:lnTo>
                  <a:lnTo>
                    <a:pt x="4727086" y="2337113"/>
                  </a:lnTo>
                  <a:lnTo>
                    <a:pt x="4798709" y="2338535"/>
                  </a:lnTo>
                  <a:lnTo>
                    <a:pt x="4870331" y="2339953"/>
                  </a:lnTo>
                  <a:lnTo>
                    <a:pt x="4941954" y="2341370"/>
                  </a:lnTo>
                  <a:lnTo>
                    <a:pt x="5013576" y="2342783"/>
                  </a:lnTo>
                  <a:lnTo>
                    <a:pt x="5085199" y="2344194"/>
                  </a:lnTo>
                  <a:lnTo>
                    <a:pt x="5156821" y="2345603"/>
                  </a:lnTo>
                  <a:lnTo>
                    <a:pt x="5228444" y="2347009"/>
                  </a:lnTo>
                  <a:lnTo>
                    <a:pt x="5300066" y="2348413"/>
                  </a:lnTo>
                  <a:lnTo>
                    <a:pt x="5371689" y="2349814"/>
                  </a:lnTo>
                  <a:lnTo>
                    <a:pt x="5443311" y="2351213"/>
                  </a:lnTo>
                  <a:lnTo>
                    <a:pt x="5514934" y="2352609"/>
                  </a:lnTo>
                  <a:lnTo>
                    <a:pt x="5586557" y="2354002"/>
                  </a:lnTo>
                  <a:lnTo>
                    <a:pt x="5658179" y="2355393"/>
                  </a:lnTo>
                  <a:lnTo>
                    <a:pt x="5729802" y="2356782"/>
                  </a:lnTo>
                  <a:lnTo>
                    <a:pt x="5801424" y="2358168"/>
                  </a:lnTo>
                  <a:lnTo>
                    <a:pt x="5873047" y="2359552"/>
                  </a:lnTo>
                  <a:lnTo>
                    <a:pt x="5944669" y="2360933"/>
                  </a:lnTo>
                  <a:lnTo>
                    <a:pt x="6016292" y="2362312"/>
                  </a:lnTo>
                  <a:lnTo>
                    <a:pt x="6087914" y="2363688"/>
                  </a:lnTo>
                  <a:lnTo>
                    <a:pt x="6159537" y="2365062"/>
                  </a:lnTo>
                  <a:lnTo>
                    <a:pt x="6231159" y="2366434"/>
                  </a:lnTo>
                  <a:lnTo>
                    <a:pt x="6302782" y="2367803"/>
                  </a:lnTo>
                  <a:lnTo>
                    <a:pt x="6374404" y="2369169"/>
                  </a:lnTo>
                  <a:lnTo>
                    <a:pt x="6446027" y="2370533"/>
                  </a:lnTo>
                  <a:lnTo>
                    <a:pt x="6517649" y="2371895"/>
                  </a:lnTo>
                  <a:lnTo>
                    <a:pt x="6589272" y="2373254"/>
                  </a:lnTo>
                  <a:lnTo>
                    <a:pt x="6660894" y="2374611"/>
                  </a:lnTo>
                  <a:lnTo>
                    <a:pt x="6732517" y="2375965"/>
                  </a:lnTo>
                  <a:lnTo>
                    <a:pt x="6804139" y="2377317"/>
                  </a:lnTo>
                  <a:lnTo>
                    <a:pt x="6875762" y="2378667"/>
                  </a:lnTo>
                  <a:lnTo>
                    <a:pt x="6947385" y="2380014"/>
                  </a:lnTo>
                  <a:lnTo>
                    <a:pt x="7019007" y="2381359"/>
                  </a:lnTo>
                  <a:lnTo>
                    <a:pt x="7090630" y="2382701"/>
                  </a:lnTo>
                  <a:lnTo>
                    <a:pt x="7090630" y="2981080"/>
                  </a:lnTo>
                  <a:lnTo>
                    <a:pt x="7019007" y="2976342"/>
                  </a:lnTo>
                  <a:lnTo>
                    <a:pt x="6947385" y="2971458"/>
                  </a:lnTo>
                  <a:lnTo>
                    <a:pt x="6875762" y="2966422"/>
                  </a:lnTo>
                  <a:lnTo>
                    <a:pt x="6804139" y="2961231"/>
                  </a:lnTo>
                  <a:lnTo>
                    <a:pt x="6732517" y="2955878"/>
                  </a:lnTo>
                  <a:lnTo>
                    <a:pt x="6660894" y="2950360"/>
                  </a:lnTo>
                  <a:lnTo>
                    <a:pt x="6589272" y="2944671"/>
                  </a:lnTo>
                  <a:lnTo>
                    <a:pt x="6517649" y="2938805"/>
                  </a:lnTo>
                  <a:lnTo>
                    <a:pt x="6446027" y="2932758"/>
                  </a:lnTo>
                  <a:lnTo>
                    <a:pt x="6374404" y="2926524"/>
                  </a:lnTo>
                  <a:lnTo>
                    <a:pt x="6302782" y="2920096"/>
                  </a:lnTo>
                  <a:lnTo>
                    <a:pt x="6231159" y="2913470"/>
                  </a:lnTo>
                  <a:lnTo>
                    <a:pt x="6159537" y="2906638"/>
                  </a:lnTo>
                  <a:lnTo>
                    <a:pt x="6087914" y="2899595"/>
                  </a:lnTo>
                  <a:lnTo>
                    <a:pt x="6016292" y="2892333"/>
                  </a:lnTo>
                  <a:lnTo>
                    <a:pt x="5944669" y="2884847"/>
                  </a:lnTo>
                  <a:lnTo>
                    <a:pt x="5873047" y="2877128"/>
                  </a:lnTo>
                  <a:lnTo>
                    <a:pt x="5801424" y="2869171"/>
                  </a:lnTo>
                  <a:lnTo>
                    <a:pt x="5729802" y="2860967"/>
                  </a:lnTo>
                  <a:lnTo>
                    <a:pt x="5658179" y="2852509"/>
                  </a:lnTo>
                  <a:lnTo>
                    <a:pt x="5586557" y="2843788"/>
                  </a:lnTo>
                  <a:lnTo>
                    <a:pt x="5514934" y="2834798"/>
                  </a:lnTo>
                  <a:lnTo>
                    <a:pt x="5443311" y="2825530"/>
                  </a:lnTo>
                  <a:lnTo>
                    <a:pt x="5371689" y="2815974"/>
                  </a:lnTo>
                  <a:lnTo>
                    <a:pt x="5300066" y="2806122"/>
                  </a:lnTo>
                  <a:lnTo>
                    <a:pt x="5228444" y="2795965"/>
                  </a:lnTo>
                  <a:lnTo>
                    <a:pt x="5156821" y="2785494"/>
                  </a:lnTo>
                  <a:lnTo>
                    <a:pt x="5085199" y="2774698"/>
                  </a:lnTo>
                  <a:lnTo>
                    <a:pt x="5013576" y="2763568"/>
                  </a:lnTo>
                  <a:lnTo>
                    <a:pt x="4941954" y="2752093"/>
                  </a:lnTo>
                  <a:lnTo>
                    <a:pt x="4870331" y="2740262"/>
                  </a:lnTo>
                  <a:lnTo>
                    <a:pt x="4798709" y="2728066"/>
                  </a:lnTo>
                  <a:lnTo>
                    <a:pt x="4727086" y="2715491"/>
                  </a:lnTo>
                  <a:lnTo>
                    <a:pt x="4655464" y="2702527"/>
                  </a:lnTo>
                  <a:lnTo>
                    <a:pt x="4583841" y="2689161"/>
                  </a:lnTo>
                  <a:lnTo>
                    <a:pt x="4512219" y="2675381"/>
                  </a:lnTo>
                  <a:lnTo>
                    <a:pt x="4440596" y="2661175"/>
                  </a:lnTo>
                  <a:lnTo>
                    <a:pt x="4368974" y="2646528"/>
                  </a:lnTo>
                  <a:lnTo>
                    <a:pt x="4297351" y="2631428"/>
                  </a:lnTo>
                  <a:lnTo>
                    <a:pt x="4225729" y="2615860"/>
                  </a:lnTo>
                  <a:lnTo>
                    <a:pt x="4154106" y="2599810"/>
                  </a:lnTo>
                  <a:lnTo>
                    <a:pt x="4082483" y="2583263"/>
                  </a:lnTo>
                  <a:lnTo>
                    <a:pt x="4010861" y="2566203"/>
                  </a:lnTo>
                  <a:lnTo>
                    <a:pt x="3939238" y="2548614"/>
                  </a:lnTo>
                  <a:lnTo>
                    <a:pt x="3867616" y="2530481"/>
                  </a:lnTo>
                  <a:lnTo>
                    <a:pt x="3795993" y="2511787"/>
                  </a:lnTo>
                  <a:lnTo>
                    <a:pt x="3724371" y="2492513"/>
                  </a:lnTo>
                  <a:lnTo>
                    <a:pt x="3652748" y="2472642"/>
                  </a:lnTo>
                  <a:lnTo>
                    <a:pt x="3581126" y="2452156"/>
                  </a:lnTo>
                  <a:lnTo>
                    <a:pt x="3509503" y="2431035"/>
                  </a:lnTo>
                  <a:lnTo>
                    <a:pt x="3437881" y="2409260"/>
                  </a:lnTo>
                  <a:lnTo>
                    <a:pt x="3366258" y="2386810"/>
                  </a:lnTo>
                  <a:lnTo>
                    <a:pt x="3294636" y="2363666"/>
                  </a:lnTo>
                  <a:lnTo>
                    <a:pt x="3223013" y="2339804"/>
                  </a:lnTo>
                  <a:lnTo>
                    <a:pt x="3151391" y="2315203"/>
                  </a:lnTo>
                  <a:lnTo>
                    <a:pt x="3079768" y="2303714"/>
                  </a:lnTo>
                  <a:lnTo>
                    <a:pt x="3008146" y="2302230"/>
                  </a:lnTo>
                  <a:lnTo>
                    <a:pt x="2936523" y="2300744"/>
                  </a:lnTo>
                  <a:lnTo>
                    <a:pt x="2864901" y="2299255"/>
                  </a:lnTo>
                  <a:lnTo>
                    <a:pt x="2793278" y="2297764"/>
                  </a:lnTo>
                  <a:lnTo>
                    <a:pt x="2721655" y="2296270"/>
                  </a:lnTo>
                  <a:lnTo>
                    <a:pt x="2650033" y="2294773"/>
                  </a:lnTo>
                  <a:lnTo>
                    <a:pt x="2578410" y="2293274"/>
                  </a:lnTo>
                  <a:lnTo>
                    <a:pt x="2506788" y="2291772"/>
                  </a:lnTo>
                  <a:lnTo>
                    <a:pt x="2435165" y="2290267"/>
                  </a:lnTo>
                  <a:lnTo>
                    <a:pt x="2363543" y="2288759"/>
                  </a:lnTo>
                  <a:lnTo>
                    <a:pt x="2291920" y="2287249"/>
                  </a:lnTo>
                  <a:lnTo>
                    <a:pt x="2220298" y="2285736"/>
                  </a:lnTo>
                  <a:lnTo>
                    <a:pt x="2148675" y="2284220"/>
                  </a:lnTo>
                  <a:lnTo>
                    <a:pt x="2077053" y="2282702"/>
                  </a:lnTo>
                  <a:lnTo>
                    <a:pt x="2005430" y="2281181"/>
                  </a:lnTo>
                  <a:lnTo>
                    <a:pt x="1933808" y="2279657"/>
                  </a:lnTo>
                  <a:lnTo>
                    <a:pt x="1862185" y="2278131"/>
                  </a:lnTo>
                  <a:lnTo>
                    <a:pt x="1790563" y="2276602"/>
                  </a:lnTo>
                  <a:lnTo>
                    <a:pt x="1718940" y="2275070"/>
                  </a:lnTo>
                  <a:lnTo>
                    <a:pt x="1647318" y="2273535"/>
                  </a:lnTo>
                  <a:lnTo>
                    <a:pt x="1575695" y="2271998"/>
                  </a:lnTo>
                  <a:lnTo>
                    <a:pt x="1504073" y="2270458"/>
                  </a:lnTo>
                  <a:lnTo>
                    <a:pt x="1432450" y="2268915"/>
                  </a:lnTo>
                  <a:lnTo>
                    <a:pt x="1360827" y="2267369"/>
                  </a:lnTo>
                  <a:lnTo>
                    <a:pt x="1289205" y="2265821"/>
                  </a:lnTo>
                  <a:lnTo>
                    <a:pt x="1217582" y="2264269"/>
                  </a:lnTo>
                  <a:lnTo>
                    <a:pt x="1145960" y="2262715"/>
                  </a:lnTo>
                  <a:lnTo>
                    <a:pt x="1074337" y="2261159"/>
                  </a:lnTo>
                  <a:lnTo>
                    <a:pt x="1002715" y="2259599"/>
                  </a:lnTo>
                  <a:lnTo>
                    <a:pt x="931092" y="2258037"/>
                  </a:lnTo>
                  <a:lnTo>
                    <a:pt x="859470" y="2256472"/>
                  </a:lnTo>
                  <a:lnTo>
                    <a:pt x="787847" y="2254904"/>
                  </a:lnTo>
                  <a:lnTo>
                    <a:pt x="716225" y="2253333"/>
                  </a:lnTo>
                  <a:lnTo>
                    <a:pt x="644602" y="2251760"/>
                  </a:lnTo>
                  <a:lnTo>
                    <a:pt x="572980" y="2250183"/>
                  </a:lnTo>
                  <a:lnTo>
                    <a:pt x="501357" y="2248604"/>
                  </a:lnTo>
                  <a:lnTo>
                    <a:pt x="429735" y="2247022"/>
                  </a:lnTo>
                  <a:lnTo>
                    <a:pt x="358112" y="2245438"/>
                  </a:lnTo>
                  <a:lnTo>
                    <a:pt x="286490" y="2243850"/>
                  </a:lnTo>
                  <a:lnTo>
                    <a:pt x="214867" y="2242259"/>
                  </a:lnTo>
                  <a:lnTo>
                    <a:pt x="143245" y="2240666"/>
                  </a:lnTo>
                  <a:lnTo>
                    <a:pt x="71622" y="2239070"/>
                  </a:lnTo>
                  <a:lnTo>
                    <a:pt x="0" y="223747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423217"/>
              <a:ext cx="7090630" cy="2382701"/>
            </a:xfrm>
            <a:custGeom>
              <a:avLst/>
              <a:pathLst>
                <a:path w="7090630" h="2382701">
                  <a:moveTo>
                    <a:pt x="0" y="0"/>
                  </a:moveTo>
                  <a:lnTo>
                    <a:pt x="71622" y="94158"/>
                  </a:lnTo>
                  <a:lnTo>
                    <a:pt x="143245" y="185488"/>
                  </a:lnTo>
                  <a:lnTo>
                    <a:pt x="214867" y="274074"/>
                  </a:lnTo>
                  <a:lnTo>
                    <a:pt x="286490" y="359999"/>
                  </a:lnTo>
                  <a:lnTo>
                    <a:pt x="358112" y="443342"/>
                  </a:lnTo>
                  <a:lnTo>
                    <a:pt x="429735" y="524181"/>
                  </a:lnTo>
                  <a:lnTo>
                    <a:pt x="501357" y="602591"/>
                  </a:lnTo>
                  <a:lnTo>
                    <a:pt x="572980" y="678646"/>
                  </a:lnTo>
                  <a:lnTo>
                    <a:pt x="644602" y="752415"/>
                  </a:lnTo>
                  <a:lnTo>
                    <a:pt x="716225" y="823969"/>
                  </a:lnTo>
                  <a:lnTo>
                    <a:pt x="787847" y="893372"/>
                  </a:lnTo>
                  <a:lnTo>
                    <a:pt x="859470" y="960690"/>
                  </a:lnTo>
                  <a:lnTo>
                    <a:pt x="931092" y="1025986"/>
                  </a:lnTo>
                  <a:lnTo>
                    <a:pt x="1002715" y="1089320"/>
                  </a:lnTo>
                  <a:lnTo>
                    <a:pt x="1074337" y="1150752"/>
                  </a:lnTo>
                  <a:lnTo>
                    <a:pt x="1145960" y="1210337"/>
                  </a:lnTo>
                  <a:lnTo>
                    <a:pt x="1217582" y="1268133"/>
                  </a:lnTo>
                  <a:lnTo>
                    <a:pt x="1289205" y="1324192"/>
                  </a:lnTo>
                  <a:lnTo>
                    <a:pt x="1360827" y="1378567"/>
                  </a:lnTo>
                  <a:lnTo>
                    <a:pt x="1432450" y="1431308"/>
                  </a:lnTo>
                  <a:lnTo>
                    <a:pt x="1504073" y="1482464"/>
                  </a:lnTo>
                  <a:lnTo>
                    <a:pt x="1575695" y="1532084"/>
                  </a:lnTo>
                  <a:lnTo>
                    <a:pt x="1647318" y="1580213"/>
                  </a:lnTo>
                  <a:lnTo>
                    <a:pt x="1718940" y="1626896"/>
                  </a:lnTo>
                  <a:lnTo>
                    <a:pt x="1790563" y="1672176"/>
                  </a:lnTo>
                  <a:lnTo>
                    <a:pt x="1862185" y="1716096"/>
                  </a:lnTo>
                  <a:lnTo>
                    <a:pt x="1933808" y="1758697"/>
                  </a:lnTo>
                  <a:lnTo>
                    <a:pt x="2005430" y="1800017"/>
                  </a:lnTo>
                  <a:lnTo>
                    <a:pt x="2077053" y="1840096"/>
                  </a:lnTo>
                  <a:lnTo>
                    <a:pt x="2148675" y="1878971"/>
                  </a:lnTo>
                  <a:lnTo>
                    <a:pt x="2220298" y="1916678"/>
                  </a:lnTo>
                  <a:lnTo>
                    <a:pt x="2291920" y="1953252"/>
                  </a:lnTo>
                  <a:lnTo>
                    <a:pt x="2363543" y="1988728"/>
                  </a:lnTo>
                  <a:lnTo>
                    <a:pt x="2435165" y="2023137"/>
                  </a:lnTo>
                  <a:lnTo>
                    <a:pt x="2506788" y="2056513"/>
                  </a:lnTo>
                  <a:lnTo>
                    <a:pt x="2578410" y="2088886"/>
                  </a:lnTo>
                  <a:lnTo>
                    <a:pt x="2650033" y="2120286"/>
                  </a:lnTo>
                  <a:lnTo>
                    <a:pt x="2721655" y="2150743"/>
                  </a:lnTo>
                  <a:lnTo>
                    <a:pt x="2793278" y="2180285"/>
                  </a:lnTo>
                  <a:lnTo>
                    <a:pt x="2864901" y="2208940"/>
                  </a:lnTo>
                  <a:lnTo>
                    <a:pt x="2936523" y="2236733"/>
                  </a:lnTo>
                  <a:lnTo>
                    <a:pt x="3008146" y="2263691"/>
                  </a:lnTo>
                  <a:lnTo>
                    <a:pt x="3079768" y="2289840"/>
                  </a:lnTo>
                  <a:lnTo>
                    <a:pt x="3151391" y="2305195"/>
                  </a:lnTo>
                  <a:lnTo>
                    <a:pt x="3223013" y="2306673"/>
                  </a:lnTo>
                  <a:lnTo>
                    <a:pt x="3294636" y="2308148"/>
                  </a:lnTo>
                  <a:lnTo>
                    <a:pt x="3366258" y="2309621"/>
                  </a:lnTo>
                  <a:lnTo>
                    <a:pt x="3437881" y="2311092"/>
                  </a:lnTo>
                  <a:lnTo>
                    <a:pt x="3509503" y="2312559"/>
                  </a:lnTo>
                  <a:lnTo>
                    <a:pt x="3581126" y="2314024"/>
                  </a:lnTo>
                  <a:lnTo>
                    <a:pt x="3652748" y="2315487"/>
                  </a:lnTo>
                  <a:lnTo>
                    <a:pt x="3724371" y="2316947"/>
                  </a:lnTo>
                  <a:lnTo>
                    <a:pt x="3795993" y="2318404"/>
                  </a:lnTo>
                  <a:lnTo>
                    <a:pt x="3867616" y="2319859"/>
                  </a:lnTo>
                  <a:lnTo>
                    <a:pt x="3939238" y="2321311"/>
                  </a:lnTo>
                  <a:lnTo>
                    <a:pt x="4010861" y="2322760"/>
                  </a:lnTo>
                  <a:lnTo>
                    <a:pt x="4082483" y="2324207"/>
                  </a:lnTo>
                  <a:lnTo>
                    <a:pt x="4154106" y="2325651"/>
                  </a:lnTo>
                  <a:lnTo>
                    <a:pt x="4225729" y="2327093"/>
                  </a:lnTo>
                  <a:lnTo>
                    <a:pt x="4297351" y="2328532"/>
                  </a:lnTo>
                  <a:lnTo>
                    <a:pt x="4368974" y="2329969"/>
                  </a:lnTo>
                  <a:lnTo>
                    <a:pt x="4440596" y="2331403"/>
                  </a:lnTo>
                  <a:lnTo>
                    <a:pt x="4512219" y="2332834"/>
                  </a:lnTo>
                  <a:lnTo>
                    <a:pt x="4583841" y="2334263"/>
                  </a:lnTo>
                  <a:lnTo>
                    <a:pt x="4655464" y="2335689"/>
                  </a:lnTo>
                  <a:lnTo>
                    <a:pt x="4727086" y="2337113"/>
                  </a:lnTo>
                  <a:lnTo>
                    <a:pt x="4798709" y="2338535"/>
                  </a:lnTo>
                  <a:lnTo>
                    <a:pt x="4870331" y="2339953"/>
                  </a:lnTo>
                  <a:lnTo>
                    <a:pt x="4941954" y="2341370"/>
                  </a:lnTo>
                  <a:lnTo>
                    <a:pt x="5013576" y="2342783"/>
                  </a:lnTo>
                  <a:lnTo>
                    <a:pt x="5085199" y="2344194"/>
                  </a:lnTo>
                  <a:lnTo>
                    <a:pt x="5156821" y="2345603"/>
                  </a:lnTo>
                  <a:lnTo>
                    <a:pt x="5228444" y="2347009"/>
                  </a:lnTo>
                  <a:lnTo>
                    <a:pt x="5300066" y="2348413"/>
                  </a:lnTo>
                  <a:lnTo>
                    <a:pt x="5371689" y="2349814"/>
                  </a:lnTo>
                  <a:lnTo>
                    <a:pt x="5443311" y="2351213"/>
                  </a:lnTo>
                  <a:lnTo>
                    <a:pt x="5514934" y="2352609"/>
                  </a:lnTo>
                  <a:lnTo>
                    <a:pt x="5586557" y="2354002"/>
                  </a:lnTo>
                  <a:lnTo>
                    <a:pt x="5658179" y="2355393"/>
                  </a:lnTo>
                  <a:lnTo>
                    <a:pt x="5729802" y="2356782"/>
                  </a:lnTo>
                  <a:lnTo>
                    <a:pt x="5801424" y="2358168"/>
                  </a:lnTo>
                  <a:lnTo>
                    <a:pt x="5873047" y="2359552"/>
                  </a:lnTo>
                  <a:lnTo>
                    <a:pt x="5944669" y="2360933"/>
                  </a:lnTo>
                  <a:lnTo>
                    <a:pt x="6016292" y="2362312"/>
                  </a:lnTo>
                  <a:lnTo>
                    <a:pt x="6087914" y="2363688"/>
                  </a:lnTo>
                  <a:lnTo>
                    <a:pt x="6159537" y="2365062"/>
                  </a:lnTo>
                  <a:lnTo>
                    <a:pt x="6231159" y="2366434"/>
                  </a:lnTo>
                  <a:lnTo>
                    <a:pt x="6302782" y="2367803"/>
                  </a:lnTo>
                  <a:lnTo>
                    <a:pt x="6374404" y="2369169"/>
                  </a:lnTo>
                  <a:lnTo>
                    <a:pt x="6446027" y="2370533"/>
                  </a:lnTo>
                  <a:lnTo>
                    <a:pt x="6517649" y="2371895"/>
                  </a:lnTo>
                  <a:lnTo>
                    <a:pt x="6589272" y="2373254"/>
                  </a:lnTo>
                  <a:lnTo>
                    <a:pt x="6660894" y="2374611"/>
                  </a:lnTo>
                  <a:lnTo>
                    <a:pt x="6732517" y="2375965"/>
                  </a:lnTo>
                  <a:lnTo>
                    <a:pt x="6804139" y="2377317"/>
                  </a:lnTo>
                  <a:lnTo>
                    <a:pt x="6875762" y="2378667"/>
                  </a:lnTo>
                  <a:lnTo>
                    <a:pt x="6947385" y="2380014"/>
                  </a:lnTo>
                  <a:lnTo>
                    <a:pt x="7019007" y="2381359"/>
                  </a:lnTo>
                  <a:lnTo>
                    <a:pt x="7090630" y="238270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660688"/>
              <a:ext cx="7090630" cy="743608"/>
            </a:xfrm>
            <a:custGeom>
              <a:avLst/>
              <a:pathLst>
                <a:path w="7090630" h="743608">
                  <a:moveTo>
                    <a:pt x="7090630" y="743608"/>
                  </a:moveTo>
                  <a:lnTo>
                    <a:pt x="7019007" y="738871"/>
                  </a:lnTo>
                  <a:lnTo>
                    <a:pt x="6947385" y="733986"/>
                  </a:lnTo>
                  <a:lnTo>
                    <a:pt x="6875762" y="728951"/>
                  </a:lnTo>
                  <a:lnTo>
                    <a:pt x="6804139" y="723759"/>
                  </a:lnTo>
                  <a:lnTo>
                    <a:pt x="6732517" y="718407"/>
                  </a:lnTo>
                  <a:lnTo>
                    <a:pt x="6660894" y="712888"/>
                  </a:lnTo>
                  <a:lnTo>
                    <a:pt x="6589272" y="707199"/>
                  </a:lnTo>
                  <a:lnTo>
                    <a:pt x="6517649" y="701334"/>
                  </a:lnTo>
                  <a:lnTo>
                    <a:pt x="6446027" y="695287"/>
                  </a:lnTo>
                  <a:lnTo>
                    <a:pt x="6374404" y="689052"/>
                  </a:lnTo>
                  <a:lnTo>
                    <a:pt x="6302782" y="682625"/>
                  </a:lnTo>
                  <a:lnTo>
                    <a:pt x="6231159" y="675998"/>
                  </a:lnTo>
                  <a:lnTo>
                    <a:pt x="6159537" y="669166"/>
                  </a:lnTo>
                  <a:lnTo>
                    <a:pt x="6087914" y="662123"/>
                  </a:lnTo>
                  <a:lnTo>
                    <a:pt x="6016292" y="654861"/>
                  </a:lnTo>
                  <a:lnTo>
                    <a:pt x="5944669" y="647375"/>
                  </a:lnTo>
                  <a:lnTo>
                    <a:pt x="5873047" y="639656"/>
                  </a:lnTo>
                  <a:lnTo>
                    <a:pt x="5801424" y="631699"/>
                  </a:lnTo>
                  <a:lnTo>
                    <a:pt x="5729802" y="623495"/>
                  </a:lnTo>
                  <a:lnTo>
                    <a:pt x="5658179" y="615037"/>
                  </a:lnTo>
                  <a:lnTo>
                    <a:pt x="5586557" y="606317"/>
                  </a:lnTo>
                  <a:lnTo>
                    <a:pt x="5514934" y="597327"/>
                  </a:lnTo>
                  <a:lnTo>
                    <a:pt x="5443311" y="588058"/>
                  </a:lnTo>
                  <a:lnTo>
                    <a:pt x="5371689" y="578502"/>
                  </a:lnTo>
                  <a:lnTo>
                    <a:pt x="5300066" y="568651"/>
                  </a:lnTo>
                  <a:lnTo>
                    <a:pt x="5228444" y="558494"/>
                  </a:lnTo>
                  <a:lnTo>
                    <a:pt x="5156821" y="548022"/>
                  </a:lnTo>
                  <a:lnTo>
                    <a:pt x="5085199" y="537226"/>
                  </a:lnTo>
                  <a:lnTo>
                    <a:pt x="5013576" y="526096"/>
                  </a:lnTo>
                  <a:lnTo>
                    <a:pt x="4941954" y="514621"/>
                  </a:lnTo>
                  <a:lnTo>
                    <a:pt x="4870331" y="502791"/>
                  </a:lnTo>
                  <a:lnTo>
                    <a:pt x="4798709" y="490594"/>
                  </a:lnTo>
                  <a:lnTo>
                    <a:pt x="4727086" y="478019"/>
                  </a:lnTo>
                  <a:lnTo>
                    <a:pt x="4655464" y="465055"/>
                  </a:lnTo>
                  <a:lnTo>
                    <a:pt x="4583841" y="451689"/>
                  </a:lnTo>
                  <a:lnTo>
                    <a:pt x="4512219" y="437910"/>
                  </a:lnTo>
                  <a:lnTo>
                    <a:pt x="4440596" y="423703"/>
                  </a:lnTo>
                  <a:lnTo>
                    <a:pt x="4368974" y="409057"/>
                  </a:lnTo>
                  <a:lnTo>
                    <a:pt x="4297351" y="393956"/>
                  </a:lnTo>
                  <a:lnTo>
                    <a:pt x="4225729" y="378388"/>
                  </a:lnTo>
                  <a:lnTo>
                    <a:pt x="4154106" y="362338"/>
                  </a:lnTo>
                  <a:lnTo>
                    <a:pt x="4082483" y="345791"/>
                  </a:lnTo>
                  <a:lnTo>
                    <a:pt x="4010861" y="328731"/>
                  </a:lnTo>
                  <a:lnTo>
                    <a:pt x="3939238" y="311143"/>
                  </a:lnTo>
                  <a:lnTo>
                    <a:pt x="3867616" y="293010"/>
                  </a:lnTo>
                  <a:lnTo>
                    <a:pt x="3795993" y="274315"/>
                  </a:lnTo>
                  <a:lnTo>
                    <a:pt x="3724371" y="255041"/>
                  </a:lnTo>
                  <a:lnTo>
                    <a:pt x="3652748" y="235170"/>
                  </a:lnTo>
                  <a:lnTo>
                    <a:pt x="3581126" y="214684"/>
                  </a:lnTo>
                  <a:lnTo>
                    <a:pt x="3509503" y="193563"/>
                  </a:lnTo>
                  <a:lnTo>
                    <a:pt x="3437881" y="171788"/>
                  </a:lnTo>
                  <a:lnTo>
                    <a:pt x="3366258" y="149339"/>
                  </a:lnTo>
                  <a:lnTo>
                    <a:pt x="3294636" y="126194"/>
                  </a:lnTo>
                  <a:lnTo>
                    <a:pt x="3223013" y="102332"/>
                  </a:lnTo>
                  <a:lnTo>
                    <a:pt x="3151391" y="77731"/>
                  </a:lnTo>
                  <a:lnTo>
                    <a:pt x="3079768" y="66242"/>
                  </a:lnTo>
                  <a:lnTo>
                    <a:pt x="3008146" y="64759"/>
                  </a:lnTo>
                  <a:lnTo>
                    <a:pt x="2936523" y="63273"/>
                  </a:lnTo>
                  <a:lnTo>
                    <a:pt x="2864901" y="61784"/>
                  </a:lnTo>
                  <a:lnTo>
                    <a:pt x="2793278" y="60292"/>
                  </a:lnTo>
                  <a:lnTo>
                    <a:pt x="2721655" y="58798"/>
                  </a:lnTo>
                  <a:lnTo>
                    <a:pt x="2650033" y="57302"/>
                  </a:lnTo>
                  <a:lnTo>
                    <a:pt x="2578410" y="55802"/>
                  </a:lnTo>
                  <a:lnTo>
                    <a:pt x="2506788" y="54300"/>
                  </a:lnTo>
                  <a:lnTo>
                    <a:pt x="2435165" y="52795"/>
                  </a:lnTo>
                  <a:lnTo>
                    <a:pt x="2363543" y="51288"/>
                  </a:lnTo>
                  <a:lnTo>
                    <a:pt x="2291920" y="49777"/>
                  </a:lnTo>
                  <a:lnTo>
                    <a:pt x="2220298" y="48264"/>
                  </a:lnTo>
                  <a:lnTo>
                    <a:pt x="2148675" y="46749"/>
                  </a:lnTo>
                  <a:lnTo>
                    <a:pt x="2077053" y="45231"/>
                  </a:lnTo>
                  <a:lnTo>
                    <a:pt x="2005430" y="43710"/>
                  </a:lnTo>
                  <a:lnTo>
                    <a:pt x="1933808" y="42186"/>
                  </a:lnTo>
                  <a:lnTo>
                    <a:pt x="1862185" y="40659"/>
                  </a:lnTo>
                  <a:lnTo>
                    <a:pt x="1790563" y="39130"/>
                  </a:lnTo>
                  <a:lnTo>
                    <a:pt x="1718940" y="37598"/>
                  </a:lnTo>
                  <a:lnTo>
                    <a:pt x="1647318" y="36064"/>
                  </a:lnTo>
                  <a:lnTo>
                    <a:pt x="1575695" y="34526"/>
                  </a:lnTo>
                  <a:lnTo>
                    <a:pt x="1504073" y="32986"/>
                  </a:lnTo>
                  <a:lnTo>
                    <a:pt x="1432450" y="31443"/>
                  </a:lnTo>
                  <a:lnTo>
                    <a:pt x="1360827" y="29897"/>
                  </a:lnTo>
                  <a:lnTo>
                    <a:pt x="1289205" y="28349"/>
                  </a:lnTo>
                  <a:lnTo>
                    <a:pt x="1217582" y="26798"/>
                  </a:lnTo>
                  <a:lnTo>
                    <a:pt x="1145960" y="25244"/>
                  </a:lnTo>
                  <a:lnTo>
                    <a:pt x="1074337" y="23687"/>
                  </a:lnTo>
                  <a:lnTo>
                    <a:pt x="1002715" y="22128"/>
                  </a:lnTo>
                  <a:lnTo>
                    <a:pt x="931092" y="20565"/>
                  </a:lnTo>
                  <a:lnTo>
                    <a:pt x="859470" y="19000"/>
                  </a:lnTo>
                  <a:lnTo>
                    <a:pt x="787847" y="17432"/>
                  </a:lnTo>
                  <a:lnTo>
                    <a:pt x="716225" y="15862"/>
                  </a:lnTo>
                  <a:lnTo>
                    <a:pt x="644602" y="14288"/>
                  </a:lnTo>
                  <a:lnTo>
                    <a:pt x="572980" y="12712"/>
                  </a:lnTo>
                  <a:lnTo>
                    <a:pt x="501357" y="11133"/>
                  </a:lnTo>
                  <a:lnTo>
                    <a:pt x="429735" y="9551"/>
                  </a:lnTo>
                  <a:lnTo>
                    <a:pt x="358112" y="7966"/>
                  </a:lnTo>
                  <a:lnTo>
                    <a:pt x="286490" y="6378"/>
                  </a:lnTo>
                  <a:lnTo>
                    <a:pt x="214867" y="4788"/>
                  </a:lnTo>
                  <a:lnTo>
                    <a:pt x="143245" y="3195"/>
                  </a:lnTo>
                  <a:lnTo>
                    <a:pt x="71622" y="159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3880988"/>
              <a:ext cx="7090630" cy="1337266"/>
            </a:xfrm>
            <a:custGeom>
              <a:avLst/>
              <a:pathLst>
                <a:path w="7090630" h="1337266">
                  <a:moveTo>
                    <a:pt x="0" y="0"/>
                  </a:moveTo>
                  <a:lnTo>
                    <a:pt x="71622" y="26845"/>
                  </a:lnTo>
                  <a:lnTo>
                    <a:pt x="143245" y="53261"/>
                  </a:lnTo>
                  <a:lnTo>
                    <a:pt x="214867" y="79253"/>
                  </a:lnTo>
                  <a:lnTo>
                    <a:pt x="286490" y="104830"/>
                  </a:lnTo>
                  <a:lnTo>
                    <a:pt x="358112" y="129996"/>
                  </a:lnTo>
                  <a:lnTo>
                    <a:pt x="429735" y="154760"/>
                  </a:lnTo>
                  <a:lnTo>
                    <a:pt x="501357" y="179127"/>
                  </a:lnTo>
                  <a:lnTo>
                    <a:pt x="572980" y="203104"/>
                  </a:lnTo>
                  <a:lnTo>
                    <a:pt x="644602" y="226697"/>
                  </a:lnTo>
                  <a:lnTo>
                    <a:pt x="716225" y="249912"/>
                  </a:lnTo>
                  <a:lnTo>
                    <a:pt x="787847" y="272755"/>
                  </a:lnTo>
                  <a:lnTo>
                    <a:pt x="859470" y="295233"/>
                  </a:lnTo>
                  <a:lnTo>
                    <a:pt x="931092" y="317350"/>
                  </a:lnTo>
                  <a:lnTo>
                    <a:pt x="1002715" y="339113"/>
                  </a:lnTo>
                  <a:lnTo>
                    <a:pt x="1074337" y="360528"/>
                  </a:lnTo>
                  <a:lnTo>
                    <a:pt x="1145960" y="381600"/>
                  </a:lnTo>
                  <a:lnTo>
                    <a:pt x="1217582" y="402334"/>
                  </a:lnTo>
                  <a:lnTo>
                    <a:pt x="1289205" y="422736"/>
                  </a:lnTo>
                  <a:lnTo>
                    <a:pt x="1360827" y="442811"/>
                  </a:lnTo>
                  <a:lnTo>
                    <a:pt x="1432450" y="462565"/>
                  </a:lnTo>
                  <a:lnTo>
                    <a:pt x="1504073" y="482003"/>
                  </a:lnTo>
                  <a:lnTo>
                    <a:pt x="1575695" y="501129"/>
                  </a:lnTo>
                  <a:lnTo>
                    <a:pt x="1647318" y="519949"/>
                  </a:lnTo>
                  <a:lnTo>
                    <a:pt x="1718940" y="538468"/>
                  </a:lnTo>
                  <a:lnTo>
                    <a:pt x="1790563" y="556689"/>
                  </a:lnTo>
                  <a:lnTo>
                    <a:pt x="1862185" y="574620"/>
                  </a:lnTo>
                  <a:lnTo>
                    <a:pt x="1933808" y="592263"/>
                  </a:lnTo>
                  <a:lnTo>
                    <a:pt x="2005430" y="609623"/>
                  </a:lnTo>
                  <a:lnTo>
                    <a:pt x="2077053" y="626705"/>
                  </a:lnTo>
                  <a:lnTo>
                    <a:pt x="2148675" y="643514"/>
                  </a:lnTo>
                  <a:lnTo>
                    <a:pt x="2220298" y="660054"/>
                  </a:lnTo>
                  <a:lnTo>
                    <a:pt x="2291920" y="676329"/>
                  </a:lnTo>
                  <a:lnTo>
                    <a:pt x="2363543" y="692343"/>
                  </a:lnTo>
                  <a:lnTo>
                    <a:pt x="2435165" y="708100"/>
                  </a:lnTo>
                  <a:lnTo>
                    <a:pt x="2506788" y="723605"/>
                  </a:lnTo>
                  <a:lnTo>
                    <a:pt x="2578410" y="738862"/>
                  </a:lnTo>
                  <a:lnTo>
                    <a:pt x="2650033" y="753875"/>
                  </a:lnTo>
                  <a:lnTo>
                    <a:pt x="2721655" y="768647"/>
                  </a:lnTo>
                  <a:lnTo>
                    <a:pt x="2793278" y="783183"/>
                  </a:lnTo>
                  <a:lnTo>
                    <a:pt x="2864901" y="797486"/>
                  </a:lnTo>
                  <a:lnTo>
                    <a:pt x="2936523" y="811559"/>
                  </a:lnTo>
                  <a:lnTo>
                    <a:pt x="3008146" y="825408"/>
                  </a:lnTo>
                  <a:lnTo>
                    <a:pt x="3079768" y="839034"/>
                  </a:lnTo>
                  <a:lnTo>
                    <a:pt x="3151391" y="852443"/>
                  </a:lnTo>
                  <a:lnTo>
                    <a:pt x="3223013" y="865636"/>
                  </a:lnTo>
                  <a:lnTo>
                    <a:pt x="3294636" y="878618"/>
                  </a:lnTo>
                  <a:lnTo>
                    <a:pt x="3366258" y="891393"/>
                  </a:lnTo>
                  <a:lnTo>
                    <a:pt x="3437881" y="903963"/>
                  </a:lnTo>
                  <a:lnTo>
                    <a:pt x="3509503" y="916331"/>
                  </a:lnTo>
                  <a:lnTo>
                    <a:pt x="3581126" y="928501"/>
                  </a:lnTo>
                  <a:lnTo>
                    <a:pt x="3652748" y="940477"/>
                  </a:lnTo>
                  <a:lnTo>
                    <a:pt x="3724371" y="952261"/>
                  </a:lnTo>
                  <a:lnTo>
                    <a:pt x="3795993" y="963856"/>
                  </a:lnTo>
                  <a:lnTo>
                    <a:pt x="3867616" y="975265"/>
                  </a:lnTo>
                  <a:lnTo>
                    <a:pt x="3939238" y="986492"/>
                  </a:lnTo>
                  <a:lnTo>
                    <a:pt x="4010861" y="997538"/>
                  </a:lnTo>
                  <a:lnTo>
                    <a:pt x="4082483" y="1008408"/>
                  </a:lnTo>
                  <a:lnTo>
                    <a:pt x="4154106" y="1019104"/>
                  </a:lnTo>
                  <a:lnTo>
                    <a:pt x="4225729" y="1029628"/>
                  </a:lnTo>
                  <a:lnTo>
                    <a:pt x="4297351" y="1039984"/>
                  </a:lnTo>
                  <a:lnTo>
                    <a:pt x="4368974" y="1050174"/>
                  </a:lnTo>
                  <a:lnTo>
                    <a:pt x="4440596" y="1060201"/>
                  </a:lnTo>
                  <a:lnTo>
                    <a:pt x="4512219" y="1070068"/>
                  </a:lnTo>
                  <a:lnTo>
                    <a:pt x="4583841" y="1079776"/>
                  </a:lnTo>
                  <a:lnTo>
                    <a:pt x="4655464" y="1089329"/>
                  </a:lnTo>
                  <a:lnTo>
                    <a:pt x="4727086" y="1098729"/>
                  </a:lnTo>
                  <a:lnTo>
                    <a:pt x="4798709" y="1107978"/>
                  </a:lnTo>
                  <a:lnTo>
                    <a:pt x="4870331" y="1117079"/>
                  </a:lnTo>
                  <a:lnTo>
                    <a:pt x="4941954" y="1126034"/>
                  </a:lnTo>
                  <a:lnTo>
                    <a:pt x="5013576" y="1134846"/>
                  </a:lnTo>
                  <a:lnTo>
                    <a:pt x="5085199" y="1143517"/>
                  </a:lnTo>
                  <a:lnTo>
                    <a:pt x="5156821" y="1152049"/>
                  </a:lnTo>
                  <a:lnTo>
                    <a:pt x="5228444" y="1160444"/>
                  </a:lnTo>
                  <a:lnTo>
                    <a:pt x="5300066" y="1168705"/>
                  </a:lnTo>
                  <a:lnTo>
                    <a:pt x="5371689" y="1176834"/>
                  </a:lnTo>
                  <a:lnTo>
                    <a:pt x="5443311" y="1184832"/>
                  </a:lnTo>
                  <a:lnTo>
                    <a:pt x="5514934" y="1192703"/>
                  </a:lnTo>
                  <a:lnTo>
                    <a:pt x="5586557" y="1200447"/>
                  </a:lnTo>
                  <a:lnTo>
                    <a:pt x="5658179" y="1208067"/>
                  </a:lnTo>
                  <a:lnTo>
                    <a:pt x="5729802" y="1215565"/>
                  </a:lnTo>
                  <a:lnTo>
                    <a:pt x="5801424" y="1222943"/>
                  </a:lnTo>
                  <a:lnTo>
                    <a:pt x="5873047" y="1230203"/>
                  </a:lnTo>
                  <a:lnTo>
                    <a:pt x="5944669" y="1237347"/>
                  </a:lnTo>
                  <a:lnTo>
                    <a:pt x="6016292" y="1244376"/>
                  </a:lnTo>
                  <a:lnTo>
                    <a:pt x="6087914" y="1251293"/>
                  </a:lnTo>
                  <a:lnTo>
                    <a:pt x="6159537" y="1258099"/>
                  </a:lnTo>
                  <a:lnTo>
                    <a:pt x="6231159" y="1264796"/>
                  </a:lnTo>
                  <a:lnTo>
                    <a:pt x="6302782" y="1271386"/>
                  </a:lnTo>
                  <a:lnTo>
                    <a:pt x="6374404" y="1277870"/>
                  </a:lnTo>
                  <a:lnTo>
                    <a:pt x="6446027" y="1284250"/>
                  </a:lnTo>
                  <a:lnTo>
                    <a:pt x="6517649" y="1290528"/>
                  </a:lnTo>
                  <a:lnTo>
                    <a:pt x="6589272" y="1296706"/>
                  </a:lnTo>
                  <a:lnTo>
                    <a:pt x="6660894" y="1302784"/>
                  </a:lnTo>
                  <a:lnTo>
                    <a:pt x="6732517" y="1308766"/>
                  </a:lnTo>
                  <a:lnTo>
                    <a:pt x="6804139" y="1314651"/>
                  </a:lnTo>
                  <a:lnTo>
                    <a:pt x="6875762" y="1320442"/>
                  </a:lnTo>
                  <a:lnTo>
                    <a:pt x="6947385" y="1326141"/>
                  </a:lnTo>
                  <a:lnTo>
                    <a:pt x="7019007" y="1331748"/>
                  </a:lnTo>
                  <a:lnTo>
                    <a:pt x="7090630" y="133726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931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743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51858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137719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878840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619961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361081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2691419" y="5925448"/>
              <a:ext cx="405188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Ratio (CKD-EPI 2012 CysC / CKD-EPI 2021 Cr)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833128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0.1 ratio decline: 1.22 (1.02-1.45), p_Bonf = 0.165 (n = 6)  |  per IQR decline (Δ = 0.28): 1.73 (1.06-2.83)  |  IQR: [0.70, 0.98]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376037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2026-07-03T08:05:29Z</dcterms:modified>
  <cp:category/>
</cp:coreProperties>
</file>