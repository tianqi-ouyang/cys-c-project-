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501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1506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512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351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452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6004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00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801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901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269295"/>
              <a:ext cx="6964104" cy="1075801"/>
            </a:xfrm>
            <a:custGeom>
              <a:avLst/>
              <a:pathLst>
                <a:path w="6964104" h="1075801">
                  <a:moveTo>
                    <a:pt x="0" y="0"/>
                  </a:moveTo>
                  <a:lnTo>
                    <a:pt x="70344" y="33979"/>
                  </a:lnTo>
                  <a:lnTo>
                    <a:pt x="140688" y="66938"/>
                  </a:lnTo>
                  <a:lnTo>
                    <a:pt x="211033" y="98907"/>
                  </a:lnTo>
                  <a:lnTo>
                    <a:pt x="281377" y="129915"/>
                  </a:lnTo>
                  <a:lnTo>
                    <a:pt x="351722" y="159991"/>
                  </a:lnTo>
                  <a:lnTo>
                    <a:pt x="422066" y="189164"/>
                  </a:lnTo>
                  <a:lnTo>
                    <a:pt x="492411" y="217461"/>
                  </a:lnTo>
                  <a:lnTo>
                    <a:pt x="562755" y="244907"/>
                  </a:lnTo>
                  <a:lnTo>
                    <a:pt x="633100" y="271529"/>
                  </a:lnTo>
                  <a:lnTo>
                    <a:pt x="703444" y="297351"/>
                  </a:lnTo>
                  <a:lnTo>
                    <a:pt x="773789" y="322397"/>
                  </a:lnTo>
                  <a:lnTo>
                    <a:pt x="844133" y="346690"/>
                  </a:lnTo>
                  <a:lnTo>
                    <a:pt x="914478" y="370254"/>
                  </a:lnTo>
                  <a:lnTo>
                    <a:pt x="984822" y="393110"/>
                  </a:lnTo>
                  <a:lnTo>
                    <a:pt x="1055167" y="415279"/>
                  </a:lnTo>
                  <a:lnTo>
                    <a:pt x="1125511" y="436782"/>
                  </a:lnTo>
                  <a:lnTo>
                    <a:pt x="1195856" y="457639"/>
                  </a:lnTo>
                  <a:lnTo>
                    <a:pt x="1266200" y="477869"/>
                  </a:lnTo>
                  <a:lnTo>
                    <a:pt x="1336545" y="497492"/>
                  </a:lnTo>
                  <a:lnTo>
                    <a:pt x="1406889" y="516525"/>
                  </a:lnTo>
                  <a:lnTo>
                    <a:pt x="1477234" y="534986"/>
                  </a:lnTo>
                  <a:lnTo>
                    <a:pt x="1547578" y="552893"/>
                  </a:lnTo>
                  <a:lnTo>
                    <a:pt x="1617923" y="570261"/>
                  </a:lnTo>
                  <a:lnTo>
                    <a:pt x="1688267" y="587108"/>
                  </a:lnTo>
                  <a:lnTo>
                    <a:pt x="1758612" y="603449"/>
                  </a:lnTo>
                  <a:lnTo>
                    <a:pt x="1828956" y="619298"/>
                  </a:lnTo>
                  <a:lnTo>
                    <a:pt x="1899301" y="634672"/>
                  </a:lnTo>
                  <a:lnTo>
                    <a:pt x="1969645" y="649584"/>
                  </a:lnTo>
                  <a:lnTo>
                    <a:pt x="2039990" y="664047"/>
                  </a:lnTo>
                  <a:lnTo>
                    <a:pt x="2110334" y="678076"/>
                  </a:lnTo>
                  <a:lnTo>
                    <a:pt x="2180679" y="691684"/>
                  </a:lnTo>
                  <a:lnTo>
                    <a:pt x="2251023" y="704883"/>
                  </a:lnTo>
                  <a:lnTo>
                    <a:pt x="2321368" y="717685"/>
                  </a:lnTo>
                  <a:lnTo>
                    <a:pt x="2391712" y="730102"/>
                  </a:lnTo>
                  <a:lnTo>
                    <a:pt x="2462057" y="742147"/>
                  </a:lnTo>
                  <a:lnTo>
                    <a:pt x="2532401" y="753829"/>
                  </a:lnTo>
                  <a:lnTo>
                    <a:pt x="2602746" y="765161"/>
                  </a:lnTo>
                  <a:lnTo>
                    <a:pt x="2673090" y="776152"/>
                  </a:lnTo>
                  <a:lnTo>
                    <a:pt x="2743435" y="786813"/>
                  </a:lnTo>
                  <a:lnTo>
                    <a:pt x="2813779" y="797154"/>
                  </a:lnTo>
                  <a:lnTo>
                    <a:pt x="2884124" y="807184"/>
                  </a:lnTo>
                  <a:lnTo>
                    <a:pt x="2954468" y="816913"/>
                  </a:lnTo>
                  <a:lnTo>
                    <a:pt x="3024813" y="826349"/>
                  </a:lnTo>
                  <a:lnTo>
                    <a:pt x="3095157" y="831890"/>
                  </a:lnTo>
                  <a:lnTo>
                    <a:pt x="3165502" y="832424"/>
                  </a:lnTo>
                  <a:lnTo>
                    <a:pt x="3235846" y="832956"/>
                  </a:lnTo>
                  <a:lnTo>
                    <a:pt x="3306191" y="833488"/>
                  </a:lnTo>
                  <a:lnTo>
                    <a:pt x="3376535" y="834018"/>
                  </a:lnTo>
                  <a:lnTo>
                    <a:pt x="3446880" y="834548"/>
                  </a:lnTo>
                  <a:lnTo>
                    <a:pt x="3517224" y="835077"/>
                  </a:lnTo>
                  <a:lnTo>
                    <a:pt x="3587569" y="835604"/>
                  </a:lnTo>
                  <a:lnTo>
                    <a:pt x="3657913" y="836131"/>
                  </a:lnTo>
                  <a:lnTo>
                    <a:pt x="3728257" y="836657"/>
                  </a:lnTo>
                  <a:lnTo>
                    <a:pt x="3798602" y="837182"/>
                  </a:lnTo>
                  <a:lnTo>
                    <a:pt x="3868946" y="837706"/>
                  </a:lnTo>
                  <a:lnTo>
                    <a:pt x="3939291" y="838229"/>
                  </a:lnTo>
                  <a:lnTo>
                    <a:pt x="4009635" y="838751"/>
                  </a:lnTo>
                  <a:lnTo>
                    <a:pt x="4079980" y="839273"/>
                  </a:lnTo>
                  <a:lnTo>
                    <a:pt x="4150324" y="839793"/>
                  </a:lnTo>
                  <a:lnTo>
                    <a:pt x="4220669" y="840312"/>
                  </a:lnTo>
                  <a:lnTo>
                    <a:pt x="4291013" y="840831"/>
                  </a:lnTo>
                  <a:lnTo>
                    <a:pt x="4361358" y="841348"/>
                  </a:lnTo>
                  <a:lnTo>
                    <a:pt x="4431702" y="841865"/>
                  </a:lnTo>
                  <a:lnTo>
                    <a:pt x="4502047" y="842380"/>
                  </a:lnTo>
                  <a:lnTo>
                    <a:pt x="4572391" y="842895"/>
                  </a:lnTo>
                  <a:lnTo>
                    <a:pt x="4642736" y="843409"/>
                  </a:lnTo>
                  <a:lnTo>
                    <a:pt x="4713080" y="843922"/>
                  </a:lnTo>
                  <a:lnTo>
                    <a:pt x="4783425" y="844434"/>
                  </a:lnTo>
                  <a:lnTo>
                    <a:pt x="4853769" y="844945"/>
                  </a:lnTo>
                  <a:lnTo>
                    <a:pt x="4924114" y="845455"/>
                  </a:lnTo>
                  <a:lnTo>
                    <a:pt x="4994458" y="845964"/>
                  </a:lnTo>
                  <a:lnTo>
                    <a:pt x="5064803" y="846473"/>
                  </a:lnTo>
                  <a:lnTo>
                    <a:pt x="5135147" y="846980"/>
                  </a:lnTo>
                  <a:lnTo>
                    <a:pt x="5205492" y="847487"/>
                  </a:lnTo>
                  <a:lnTo>
                    <a:pt x="5275836" y="847992"/>
                  </a:lnTo>
                  <a:lnTo>
                    <a:pt x="5346181" y="848497"/>
                  </a:lnTo>
                  <a:lnTo>
                    <a:pt x="5416525" y="849001"/>
                  </a:lnTo>
                  <a:lnTo>
                    <a:pt x="5486870" y="849504"/>
                  </a:lnTo>
                  <a:lnTo>
                    <a:pt x="5557214" y="850006"/>
                  </a:lnTo>
                  <a:lnTo>
                    <a:pt x="5627559" y="850507"/>
                  </a:lnTo>
                  <a:lnTo>
                    <a:pt x="5697903" y="851007"/>
                  </a:lnTo>
                  <a:lnTo>
                    <a:pt x="5768248" y="851506"/>
                  </a:lnTo>
                  <a:lnTo>
                    <a:pt x="5838592" y="852005"/>
                  </a:lnTo>
                  <a:lnTo>
                    <a:pt x="5908937" y="852503"/>
                  </a:lnTo>
                  <a:lnTo>
                    <a:pt x="5979281" y="852999"/>
                  </a:lnTo>
                  <a:lnTo>
                    <a:pt x="6049626" y="853495"/>
                  </a:lnTo>
                  <a:lnTo>
                    <a:pt x="6119970" y="853990"/>
                  </a:lnTo>
                  <a:lnTo>
                    <a:pt x="6190315" y="854484"/>
                  </a:lnTo>
                  <a:lnTo>
                    <a:pt x="6260659" y="854977"/>
                  </a:lnTo>
                  <a:lnTo>
                    <a:pt x="6331004" y="855469"/>
                  </a:lnTo>
                  <a:lnTo>
                    <a:pt x="6401348" y="855961"/>
                  </a:lnTo>
                  <a:lnTo>
                    <a:pt x="6471693" y="856451"/>
                  </a:lnTo>
                  <a:lnTo>
                    <a:pt x="6542037" y="856941"/>
                  </a:lnTo>
                  <a:lnTo>
                    <a:pt x="6612382" y="857430"/>
                  </a:lnTo>
                  <a:lnTo>
                    <a:pt x="6682726" y="857918"/>
                  </a:lnTo>
                  <a:lnTo>
                    <a:pt x="6753071" y="858405"/>
                  </a:lnTo>
                  <a:lnTo>
                    <a:pt x="6823415" y="858891"/>
                  </a:lnTo>
                  <a:lnTo>
                    <a:pt x="6893760" y="859376"/>
                  </a:lnTo>
                  <a:lnTo>
                    <a:pt x="6964104" y="859861"/>
                  </a:lnTo>
                  <a:lnTo>
                    <a:pt x="6964104" y="1075801"/>
                  </a:lnTo>
                  <a:lnTo>
                    <a:pt x="6893760" y="1074092"/>
                  </a:lnTo>
                  <a:lnTo>
                    <a:pt x="6823415" y="1072329"/>
                  </a:lnTo>
                  <a:lnTo>
                    <a:pt x="6753071" y="1070512"/>
                  </a:lnTo>
                  <a:lnTo>
                    <a:pt x="6682726" y="1068638"/>
                  </a:lnTo>
                  <a:lnTo>
                    <a:pt x="6612382" y="1066707"/>
                  </a:lnTo>
                  <a:lnTo>
                    <a:pt x="6542037" y="1064715"/>
                  </a:lnTo>
                  <a:lnTo>
                    <a:pt x="6471693" y="1062662"/>
                  </a:lnTo>
                  <a:lnTo>
                    <a:pt x="6401348" y="1060545"/>
                  </a:lnTo>
                  <a:lnTo>
                    <a:pt x="6331004" y="1058363"/>
                  </a:lnTo>
                  <a:lnTo>
                    <a:pt x="6260659" y="1056113"/>
                  </a:lnTo>
                  <a:lnTo>
                    <a:pt x="6190315" y="1053794"/>
                  </a:lnTo>
                  <a:lnTo>
                    <a:pt x="6119970" y="1051402"/>
                  </a:lnTo>
                  <a:lnTo>
                    <a:pt x="6049626" y="1048937"/>
                  </a:lnTo>
                  <a:lnTo>
                    <a:pt x="5979281" y="1046395"/>
                  </a:lnTo>
                  <a:lnTo>
                    <a:pt x="5908937" y="1043775"/>
                  </a:lnTo>
                  <a:lnTo>
                    <a:pt x="5838592" y="1041073"/>
                  </a:lnTo>
                  <a:lnTo>
                    <a:pt x="5768248" y="1038288"/>
                  </a:lnTo>
                  <a:lnTo>
                    <a:pt x="5697903" y="1035416"/>
                  </a:lnTo>
                  <a:lnTo>
                    <a:pt x="5627559" y="1032455"/>
                  </a:lnTo>
                  <a:lnTo>
                    <a:pt x="5557214" y="1029403"/>
                  </a:lnTo>
                  <a:lnTo>
                    <a:pt x="5486870" y="1026256"/>
                  </a:lnTo>
                  <a:lnTo>
                    <a:pt x="5416525" y="1023012"/>
                  </a:lnTo>
                  <a:lnTo>
                    <a:pt x="5346181" y="1019667"/>
                  </a:lnTo>
                  <a:lnTo>
                    <a:pt x="5275836" y="1016218"/>
                  </a:lnTo>
                  <a:lnTo>
                    <a:pt x="5205492" y="1012663"/>
                  </a:lnTo>
                  <a:lnTo>
                    <a:pt x="5135147" y="1008998"/>
                  </a:lnTo>
                  <a:lnTo>
                    <a:pt x="5064803" y="1005219"/>
                  </a:lnTo>
                  <a:lnTo>
                    <a:pt x="4994458" y="1001323"/>
                  </a:lnTo>
                  <a:lnTo>
                    <a:pt x="4924114" y="997306"/>
                  </a:lnTo>
                  <a:lnTo>
                    <a:pt x="4853769" y="993165"/>
                  </a:lnTo>
                  <a:lnTo>
                    <a:pt x="4783425" y="988896"/>
                  </a:lnTo>
                  <a:lnTo>
                    <a:pt x="4713080" y="984494"/>
                  </a:lnTo>
                  <a:lnTo>
                    <a:pt x="4642736" y="979956"/>
                  </a:lnTo>
                  <a:lnTo>
                    <a:pt x="4572391" y="975278"/>
                  </a:lnTo>
                  <a:lnTo>
                    <a:pt x="4502047" y="970455"/>
                  </a:lnTo>
                  <a:lnTo>
                    <a:pt x="4431702" y="965482"/>
                  </a:lnTo>
                  <a:lnTo>
                    <a:pt x="4361358" y="960355"/>
                  </a:lnTo>
                  <a:lnTo>
                    <a:pt x="4291013" y="955069"/>
                  </a:lnTo>
                  <a:lnTo>
                    <a:pt x="4220669" y="949620"/>
                  </a:lnTo>
                  <a:lnTo>
                    <a:pt x="4150324" y="944002"/>
                  </a:lnTo>
                  <a:lnTo>
                    <a:pt x="4079980" y="938210"/>
                  </a:lnTo>
                  <a:lnTo>
                    <a:pt x="4009635" y="932238"/>
                  </a:lnTo>
                  <a:lnTo>
                    <a:pt x="3939291" y="926082"/>
                  </a:lnTo>
                  <a:lnTo>
                    <a:pt x="3868946" y="919735"/>
                  </a:lnTo>
                  <a:lnTo>
                    <a:pt x="3798602" y="913191"/>
                  </a:lnTo>
                  <a:lnTo>
                    <a:pt x="3728257" y="906444"/>
                  </a:lnTo>
                  <a:lnTo>
                    <a:pt x="3657913" y="899489"/>
                  </a:lnTo>
                  <a:lnTo>
                    <a:pt x="3587569" y="892318"/>
                  </a:lnTo>
                  <a:lnTo>
                    <a:pt x="3517224" y="884925"/>
                  </a:lnTo>
                  <a:lnTo>
                    <a:pt x="3446880" y="877303"/>
                  </a:lnTo>
                  <a:lnTo>
                    <a:pt x="3376535" y="869445"/>
                  </a:lnTo>
                  <a:lnTo>
                    <a:pt x="3306191" y="861343"/>
                  </a:lnTo>
                  <a:lnTo>
                    <a:pt x="3235846" y="852991"/>
                  </a:lnTo>
                  <a:lnTo>
                    <a:pt x="3165502" y="844380"/>
                  </a:lnTo>
                  <a:lnTo>
                    <a:pt x="3095157" y="835502"/>
                  </a:lnTo>
                  <a:lnTo>
                    <a:pt x="3024813" y="831356"/>
                  </a:lnTo>
                  <a:lnTo>
                    <a:pt x="2954468" y="830820"/>
                  </a:lnTo>
                  <a:lnTo>
                    <a:pt x="2884124" y="830284"/>
                  </a:lnTo>
                  <a:lnTo>
                    <a:pt x="2813779" y="829747"/>
                  </a:lnTo>
                  <a:lnTo>
                    <a:pt x="2743435" y="829209"/>
                  </a:lnTo>
                  <a:lnTo>
                    <a:pt x="2673090" y="828669"/>
                  </a:lnTo>
                  <a:lnTo>
                    <a:pt x="2602746" y="828129"/>
                  </a:lnTo>
                  <a:lnTo>
                    <a:pt x="2532401" y="827588"/>
                  </a:lnTo>
                  <a:lnTo>
                    <a:pt x="2462057" y="827046"/>
                  </a:lnTo>
                  <a:lnTo>
                    <a:pt x="2391712" y="826503"/>
                  </a:lnTo>
                  <a:lnTo>
                    <a:pt x="2321368" y="825959"/>
                  </a:lnTo>
                  <a:lnTo>
                    <a:pt x="2251023" y="825414"/>
                  </a:lnTo>
                  <a:lnTo>
                    <a:pt x="2180679" y="824868"/>
                  </a:lnTo>
                  <a:lnTo>
                    <a:pt x="2110334" y="824321"/>
                  </a:lnTo>
                  <a:lnTo>
                    <a:pt x="2039990" y="823773"/>
                  </a:lnTo>
                  <a:lnTo>
                    <a:pt x="1969645" y="823224"/>
                  </a:lnTo>
                  <a:lnTo>
                    <a:pt x="1899301" y="822674"/>
                  </a:lnTo>
                  <a:lnTo>
                    <a:pt x="1828956" y="822124"/>
                  </a:lnTo>
                  <a:lnTo>
                    <a:pt x="1758612" y="821572"/>
                  </a:lnTo>
                  <a:lnTo>
                    <a:pt x="1688267" y="821019"/>
                  </a:lnTo>
                  <a:lnTo>
                    <a:pt x="1617923" y="820465"/>
                  </a:lnTo>
                  <a:lnTo>
                    <a:pt x="1547578" y="819910"/>
                  </a:lnTo>
                  <a:lnTo>
                    <a:pt x="1477234" y="819354"/>
                  </a:lnTo>
                  <a:lnTo>
                    <a:pt x="1406889" y="818798"/>
                  </a:lnTo>
                  <a:lnTo>
                    <a:pt x="1336545" y="818240"/>
                  </a:lnTo>
                  <a:lnTo>
                    <a:pt x="1266200" y="817681"/>
                  </a:lnTo>
                  <a:lnTo>
                    <a:pt x="1195856" y="817121"/>
                  </a:lnTo>
                  <a:lnTo>
                    <a:pt x="1125511" y="816560"/>
                  </a:lnTo>
                  <a:lnTo>
                    <a:pt x="1055167" y="815999"/>
                  </a:lnTo>
                  <a:lnTo>
                    <a:pt x="984822" y="815436"/>
                  </a:lnTo>
                  <a:lnTo>
                    <a:pt x="914478" y="814872"/>
                  </a:lnTo>
                  <a:lnTo>
                    <a:pt x="844133" y="814307"/>
                  </a:lnTo>
                  <a:lnTo>
                    <a:pt x="773789" y="813741"/>
                  </a:lnTo>
                  <a:lnTo>
                    <a:pt x="703444" y="813175"/>
                  </a:lnTo>
                  <a:lnTo>
                    <a:pt x="633100" y="812607"/>
                  </a:lnTo>
                  <a:lnTo>
                    <a:pt x="562755" y="812038"/>
                  </a:lnTo>
                  <a:lnTo>
                    <a:pt x="492411" y="811468"/>
                  </a:lnTo>
                  <a:lnTo>
                    <a:pt x="422066" y="810897"/>
                  </a:lnTo>
                  <a:lnTo>
                    <a:pt x="351722" y="810325"/>
                  </a:lnTo>
                  <a:lnTo>
                    <a:pt x="281377" y="809752"/>
                  </a:lnTo>
                  <a:lnTo>
                    <a:pt x="211033" y="809178"/>
                  </a:lnTo>
                  <a:lnTo>
                    <a:pt x="140688" y="808603"/>
                  </a:lnTo>
                  <a:lnTo>
                    <a:pt x="70344" y="808027"/>
                  </a:lnTo>
                  <a:lnTo>
                    <a:pt x="0" y="8074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269295"/>
              <a:ext cx="6964104" cy="859861"/>
            </a:xfrm>
            <a:custGeom>
              <a:avLst/>
              <a:pathLst>
                <a:path w="6964104" h="859861">
                  <a:moveTo>
                    <a:pt x="0" y="0"/>
                  </a:moveTo>
                  <a:lnTo>
                    <a:pt x="70344" y="33979"/>
                  </a:lnTo>
                  <a:lnTo>
                    <a:pt x="140688" y="66938"/>
                  </a:lnTo>
                  <a:lnTo>
                    <a:pt x="211033" y="98907"/>
                  </a:lnTo>
                  <a:lnTo>
                    <a:pt x="281377" y="129915"/>
                  </a:lnTo>
                  <a:lnTo>
                    <a:pt x="351722" y="159991"/>
                  </a:lnTo>
                  <a:lnTo>
                    <a:pt x="422066" y="189164"/>
                  </a:lnTo>
                  <a:lnTo>
                    <a:pt x="492411" y="217461"/>
                  </a:lnTo>
                  <a:lnTo>
                    <a:pt x="562755" y="244907"/>
                  </a:lnTo>
                  <a:lnTo>
                    <a:pt x="633100" y="271529"/>
                  </a:lnTo>
                  <a:lnTo>
                    <a:pt x="703444" y="297351"/>
                  </a:lnTo>
                  <a:lnTo>
                    <a:pt x="773789" y="322397"/>
                  </a:lnTo>
                  <a:lnTo>
                    <a:pt x="844133" y="346690"/>
                  </a:lnTo>
                  <a:lnTo>
                    <a:pt x="914478" y="370254"/>
                  </a:lnTo>
                  <a:lnTo>
                    <a:pt x="984822" y="393110"/>
                  </a:lnTo>
                  <a:lnTo>
                    <a:pt x="1055167" y="415279"/>
                  </a:lnTo>
                  <a:lnTo>
                    <a:pt x="1125511" y="436782"/>
                  </a:lnTo>
                  <a:lnTo>
                    <a:pt x="1195856" y="457639"/>
                  </a:lnTo>
                  <a:lnTo>
                    <a:pt x="1266200" y="477869"/>
                  </a:lnTo>
                  <a:lnTo>
                    <a:pt x="1336545" y="497492"/>
                  </a:lnTo>
                  <a:lnTo>
                    <a:pt x="1406889" y="516525"/>
                  </a:lnTo>
                  <a:lnTo>
                    <a:pt x="1477234" y="534986"/>
                  </a:lnTo>
                  <a:lnTo>
                    <a:pt x="1547578" y="552893"/>
                  </a:lnTo>
                  <a:lnTo>
                    <a:pt x="1617923" y="570261"/>
                  </a:lnTo>
                  <a:lnTo>
                    <a:pt x="1688267" y="587108"/>
                  </a:lnTo>
                  <a:lnTo>
                    <a:pt x="1758612" y="603449"/>
                  </a:lnTo>
                  <a:lnTo>
                    <a:pt x="1828956" y="619298"/>
                  </a:lnTo>
                  <a:lnTo>
                    <a:pt x="1899301" y="634672"/>
                  </a:lnTo>
                  <a:lnTo>
                    <a:pt x="1969645" y="649584"/>
                  </a:lnTo>
                  <a:lnTo>
                    <a:pt x="2039990" y="664047"/>
                  </a:lnTo>
                  <a:lnTo>
                    <a:pt x="2110334" y="678076"/>
                  </a:lnTo>
                  <a:lnTo>
                    <a:pt x="2180679" y="691684"/>
                  </a:lnTo>
                  <a:lnTo>
                    <a:pt x="2251023" y="704883"/>
                  </a:lnTo>
                  <a:lnTo>
                    <a:pt x="2321368" y="717685"/>
                  </a:lnTo>
                  <a:lnTo>
                    <a:pt x="2391712" y="730102"/>
                  </a:lnTo>
                  <a:lnTo>
                    <a:pt x="2462057" y="742147"/>
                  </a:lnTo>
                  <a:lnTo>
                    <a:pt x="2532401" y="753829"/>
                  </a:lnTo>
                  <a:lnTo>
                    <a:pt x="2602746" y="765161"/>
                  </a:lnTo>
                  <a:lnTo>
                    <a:pt x="2673090" y="776152"/>
                  </a:lnTo>
                  <a:lnTo>
                    <a:pt x="2743435" y="786813"/>
                  </a:lnTo>
                  <a:lnTo>
                    <a:pt x="2813779" y="797154"/>
                  </a:lnTo>
                  <a:lnTo>
                    <a:pt x="2884124" y="807184"/>
                  </a:lnTo>
                  <a:lnTo>
                    <a:pt x="2954468" y="816913"/>
                  </a:lnTo>
                  <a:lnTo>
                    <a:pt x="3024813" y="826349"/>
                  </a:lnTo>
                  <a:lnTo>
                    <a:pt x="3095157" y="831890"/>
                  </a:lnTo>
                  <a:lnTo>
                    <a:pt x="3165502" y="832424"/>
                  </a:lnTo>
                  <a:lnTo>
                    <a:pt x="3235846" y="832956"/>
                  </a:lnTo>
                  <a:lnTo>
                    <a:pt x="3306191" y="833488"/>
                  </a:lnTo>
                  <a:lnTo>
                    <a:pt x="3376535" y="834018"/>
                  </a:lnTo>
                  <a:lnTo>
                    <a:pt x="3446880" y="834548"/>
                  </a:lnTo>
                  <a:lnTo>
                    <a:pt x="3517224" y="835077"/>
                  </a:lnTo>
                  <a:lnTo>
                    <a:pt x="3587569" y="835604"/>
                  </a:lnTo>
                  <a:lnTo>
                    <a:pt x="3657913" y="836131"/>
                  </a:lnTo>
                  <a:lnTo>
                    <a:pt x="3728257" y="836657"/>
                  </a:lnTo>
                  <a:lnTo>
                    <a:pt x="3798602" y="837182"/>
                  </a:lnTo>
                  <a:lnTo>
                    <a:pt x="3868946" y="837706"/>
                  </a:lnTo>
                  <a:lnTo>
                    <a:pt x="3939291" y="838229"/>
                  </a:lnTo>
                  <a:lnTo>
                    <a:pt x="4009635" y="838751"/>
                  </a:lnTo>
                  <a:lnTo>
                    <a:pt x="4079980" y="839273"/>
                  </a:lnTo>
                  <a:lnTo>
                    <a:pt x="4150324" y="839793"/>
                  </a:lnTo>
                  <a:lnTo>
                    <a:pt x="4220669" y="840312"/>
                  </a:lnTo>
                  <a:lnTo>
                    <a:pt x="4291013" y="840831"/>
                  </a:lnTo>
                  <a:lnTo>
                    <a:pt x="4361358" y="841348"/>
                  </a:lnTo>
                  <a:lnTo>
                    <a:pt x="4431702" y="841865"/>
                  </a:lnTo>
                  <a:lnTo>
                    <a:pt x="4502047" y="842380"/>
                  </a:lnTo>
                  <a:lnTo>
                    <a:pt x="4572391" y="842895"/>
                  </a:lnTo>
                  <a:lnTo>
                    <a:pt x="4642736" y="843409"/>
                  </a:lnTo>
                  <a:lnTo>
                    <a:pt x="4713080" y="843922"/>
                  </a:lnTo>
                  <a:lnTo>
                    <a:pt x="4783425" y="844434"/>
                  </a:lnTo>
                  <a:lnTo>
                    <a:pt x="4853769" y="844945"/>
                  </a:lnTo>
                  <a:lnTo>
                    <a:pt x="4924114" y="845455"/>
                  </a:lnTo>
                  <a:lnTo>
                    <a:pt x="4994458" y="845964"/>
                  </a:lnTo>
                  <a:lnTo>
                    <a:pt x="5064803" y="846473"/>
                  </a:lnTo>
                  <a:lnTo>
                    <a:pt x="5135147" y="846980"/>
                  </a:lnTo>
                  <a:lnTo>
                    <a:pt x="5205492" y="847487"/>
                  </a:lnTo>
                  <a:lnTo>
                    <a:pt x="5275836" y="847992"/>
                  </a:lnTo>
                  <a:lnTo>
                    <a:pt x="5346181" y="848497"/>
                  </a:lnTo>
                  <a:lnTo>
                    <a:pt x="5416525" y="849001"/>
                  </a:lnTo>
                  <a:lnTo>
                    <a:pt x="5486870" y="849504"/>
                  </a:lnTo>
                  <a:lnTo>
                    <a:pt x="5557214" y="850006"/>
                  </a:lnTo>
                  <a:lnTo>
                    <a:pt x="5627559" y="850507"/>
                  </a:lnTo>
                  <a:lnTo>
                    <a:pt x="5697903" y="851007"/>
                  </a:lnTo>
                  <a:lnTo>
                    <a:pt x="5768248" y="851506"/>
                  </a:lnTo>
                  <a:lnTo>
                    <a:pt x="5838592" y="852005"/>
                  </a:lnTo>
                  <a:lnTo>
                    <a:pt x="5908937" y="852503"/>
                  </a:lnTo>
                  <a:lnTo>
                    <a:pt x="5979281" y="852999"/>
                  </a:lnTo>
                  <a:lnTo>
                    <a:pt x="6049626" y="853495"/>
                  </a:lnTo>
                  <a:lnTo>
                    <a:pt x="6119970" y="853990"/>
                  </a:lnTo>
                  <a:lnTo>
                    <a:pt x="6190315" y="854484"/>
                  </a:lnTo>
                  <a:lnTo>
                    <a:pt x="6260659" y="854977"/>
                  </a:lnTo>
                  <a:lnTo>
                    <a:pt x="6331004" y="855469"/>
                  </a:lnTo>
                  <a:lnTo>
                    <a:pt x="6401348" y="855961"/>
                  </a:lnTo>
                  <a:lnTo>
                    <a:pt x="6471693" y="856451"/>
                  </a:lnTo>
                  <a:lnTo>
                    <a:pt x="6542037" y="856941"/>
                  </a:lnTo>
                  <a:lnTo>
                    <a:pt x="6612382" y="857430"/>
                  </a:lnTo>
                  <a:lnTo>
                    <a:pt x="6682726" y="857918"/>
                  </a:lnTo>
                  <a:lnTo>
                    <a:pt x="6753071" y="858405"/>
                  </a:lnTo>
                  <a:lnTo>
                    <a:pt x="6823415" y="858891"/>
                  </a:lnTo>
                  <a:lnTo>
                    <a:pt x="6893760" y="859376"/>
                  </a:lnTo>
                  <a:lnTo>
                    <a:pt x="6964104" y="859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76746"/>
              <a:ext cx="6964104" cy="268350"/>
            </a:xfrm>
            <a:custGeom>
              <a:avLst/>
              <a:pathLst>
                <a:path w="6964104" h="268350">
                  <a:moveTo>
                    <a:pt x="6964104" y="268350"/>
                  </a:moveTo>
                  <a:lnTo>
                    <a:pt x="6893760" y="266641"/>
                  </a:lnTo>
                  <a:lnTo>
                    <a:pt x="6823415" y="264878"/>
                  </a:lnTo>
                  <a:lnTo>
                    <a:pt x="6753071" y="263061"/>
                  </a:lnTo>
                  <a:lnTo>
                    <a:pt x="6682726" y="261187"/>
                  </a:lnTo>
                  <a:lnTo>
                    <a:pt x="6612382" y="259256"/>
                  </a:lnTo>
                  <a:lnTo>
                    <a:pt x="6542037" y="257264"/>
                  </a:lnTo>
                  <a:lnTo>
                    <a:pt x="6471693" y="255211"/>
                  </a:lnTo>
                  <a:lnTo>
                    <a:pt x="6401348" y="253095"/>
                  </a:lnTo>
                  <a:lnTo>
                    <a:pt x="6331004" y="250912"/>
                  </a:lnTo>
                  <a:lnTo>
                    <a:pt x="6260659" y="248662"/>
                  </a:lnTo>
                  <a:lnTo>
                    <a:pt x="6190315" y="246343"/>
                  </a:lnTo>
                  <a:lnTo>
                    <a:pt x="6119970" y="243952"/>
                  </a:lnTo>
                  <a:lnTo>
                    <a:pt x="6049626" y="241486"/>
                  </a:lnTo>
                  <a:lnTo>
                    <a:pt x="5979281" y="238944"/>
                  </a:lnTo>
                  <a:lnTo>
                    <a:pt x="5908937" y="236324"/>
                  </a:lnTo>
                  <a:lnTo>
                    <a:pt x="5838592" y="233622"/>
                  </a:lnTo>
                  <a:lnTo>
                    <a:pt x="5768248" y="230837"/>
                  </a:lnTo>
                  <a:lnTo>
                    <a:pt x="5697903" y="227965"/>
                  </a:lnTo>
                  <a:lnTo>
                    <a:pt x="5627559" y="225004"/>
                  </a:lnTo>
                  <a:lnTo>
                    <a:pt x="5557214" y="221952"/>
                  </a:lnTo>
                  <a:lnTo>
                    <a:pt x="5486870" y="218805"/>
                  </a:lnTo>
                  <a:lnTo>
                    <a:pt x="5416525" y="215561"/>
                  </a:lnTo>
                  <a:lnTo>
                    <a:pt x="5346181" y="212216"/>
                  </a:lnTo>
                  <a:lnTo>
                    <a:pt x="5275836" y="208768"/>
                  </a:lnTo>
                  <a:lnTo>
                    <a:pt x="5205492" y="205212"/>
                  </a:lnTo>
                  <a:lnTo>
                    <a:pt x="5135147" y="201547"/>
                  </a:lnTo>
                  <a:lnTo>
                    <a:pt x="5064803" y="197768"/>
                  </a:lnTo>
                  <a:lnTo>
                    <a:pt x="4994458" y="193872"/>
                  </a:lnTo>
                  <a:lnTo>
                    <a:pt x="4924114" y="189855"/>
                  </a:lnTo>
                  <a:lnTo>
                    <a:pt x="4853769" y="185714"/>
                  </a:lnTo>
                  <a:lnTo>
                    <a:pt x="4783425" y="181445"/>
                  </a:lnTo>
                  <a:lnTo>
                    <a:pt x="4713080" y="177043"/>
                  </a:lnTo>
                  <a:lnTo>
                    <a:pt x="4642736" y="172506"/>
                  </a:lnTo>
                  <a:lnTo>
                    <a:pt x="4572391" y="167827"/>
                  </a:lnTo>
                  <a:lnTo>
                    <a:pt x="4502047" y="163004"/>
                  </a:lnTo>
                  <a:lnTo>
                    <a:pt x="4431702" y="158031"/>
                  </a:lnTo>
                  <a:lnTo>
                    <a:pt x="4361358" y="152904"/>
                  </a:lnTo>
                  <a:lnTo>
                    <a:pt x="4291013" y="147619"/>
                  </a:lnTo>
                  <a:lnTo>
                    <a:pt x="4220669" y="142169"/>
                  </a:lnTo>
                  <a:lnTo>
                    <a:pt x="4150324" y="136551"/>
                  </a:lnTo>
                  <a:lnTo>
                    <a:pt x="4079980" y="130759"/>
                  </a:lnTo>
                  <a:lnTo>
                    <a:pt x="4009635" y="124788"/>
                  </a:lnTo>
                  <a:lnTo>
                    <a:pt x="3939291" y="118631"/>
                  </a:lnTo>
                  <a:lnTo>
                    <a:pt x="3868946" y="112284"/>
                  </a:lnTo>
                  <a:lnTo>
                    <a:pt x="3798602" y="105740"/>
                  </a:lnTo>
                  <a:lnTo>
                    <a:pt x="3728257" y="98994"/>
                  </a:lnTo>
                  <a:lnTo>
                    <a:pt x="3657913" y="92038"/>
                  </a:lnTo>
                  <a:lnTo>
                    <a:pt x="3587569" y="84867"/>
                  </a:lnTo>
                  <a:lnTo>
                    <a:pt x="3517224" y="77474"/>
                  </a:lnTo>
                  <a:lnTo>
                    <a:pt x="3446880" y="69852"/>
                  </a:lnTo>
                  <a:lnTo>
                    <a:pt x="3376535" y="61994"/>
                  </a:lnTo>
                  <a:lnTo>
                    <a:pt x="3306191" y="53893"/>
                  </a:lnTo>
                  <a:lnTo>
                    <a:pt x="3235846" y="45540"/>
                  </a:lnTo>
                  <a:lnTo>
                    <a:pt x="3165502" y="36929"/>
                  </a:lnTo>
                  <a:lnTo>
                    <a:pt x="3095157" y="28051"/>
                  </a:lnTo>
                  <a:lnTo>
                    <a:pt x="3024813" y="23905"/>
                  </a:lnTo>
                  <a:lnTo>
                    <a:pt x="2954468" y="23370"/>
                  </a:lnTo>
                  <a:lnTo>
                    <a:pt x="2884124" y="22833"/>
                  </a:lnTo>
                  <a:lnTo>
                    <a:pt x="2813779" y="22296"/>
                  </a:lnTo>
                  <a:lnTo>
                    <a:pt x="2743435" y="21758"/>
                  </a:lnTo>
                  <a:lnTo>
                    <a:pt x="2673090" y="21219"/>
                  </a:lnTo>
                  <a:lnTo>
                    <a:pt x="2602746" y="20678"/>
                  </a:lnTo>
                  <a:lnTo>
                    <a:pt x="2532401" y="20137"/>
                  </a:lnTo>
                  <a:lnTo>
                    <a:pt x="2462057" y="19595"/>
                  </a:lnTo>
                  <a:lnTo>
                    <a:pt x="2391712" y="19052"/>
                  </a:lnTo>
                  <a:lnTo>
                    <a:pt x="2321368" y="18508"/>
                  </a:lnTo>
                  <a:lnTo>
                    <a:pt x="2251023" y="17963"/>
                  </a:lnTo>
                  <a:lnTo>
                    <a:pt x="2180679" y="17417"/>
                  </a:lnTo>
                  <a:lnTo>
                    <a:pt x="2110334" y="16870"/>
                  </a:lnTo>
                  <a:lnTo>
                    <a:pt x="2039990" y="16322"/>
                  </a:lnTo>
                  <a:lnTo>
                    <a:pt x="1969645" y="15773"/>
                  </a:lnTo>
                  <a:lnTo>
                    <a:pt x="1899301" y="15224"/>
                  </a:lnTo>
                  <a:lnTo>
                    <a:pt x="1828956" y="14673"/>
                  </a:lnTo>
                  <a:lnTo>
                    <a:pt x="1758612" y="14121"/>
                  </a:lnTo>
                  <a:lnTo>
                    <a:pt x="1688267" y="13568"/>
                  </a:lnTo>
                  <a:lnTo>
                    <a:pt x="1617923" y="13014"/>
                  </a:lnTo>
                  <a:lnTo>
                    <a:pt x="1547578" y="12459"/>
                  </a:lnTo>
                  <a:lnTo>
                    <a:pt x="1477234" y="11904"/>
                  </a:lnTo>
                  <a:lnTo>
                    <a:pt x="1406889" y="11347"/>
                  </a:lnTo>
                  <a:lnTo>
                    <a:pt x="1336545" y="10789"/>
                  </a:lnTo>
                  <a:lnTo>
                    <a:pt x="1266200" y="10230"/>
                  </a:lnTo>
                  <a:lnTo>
                    <a:pt x="1195856" y="9670"/>
                  </a:lnTo>
                  <a:lnTo>
                    <a:pt x="1125511" y="9110"/>
                  </a:lnTo>
                  <a:lnTo>
                    <a:pt x="1055167" y="8548"/>
                  </a:lnTo>
                  <a:lnTo>
                    <a:pt x="984822" y="7985"/>
                  </a:lnTo>
                  <a:lnTo>
                    <a:pt x="914478" y="7421"/>
                  </a:lnTo>
                  <a:lnTo>
                    <a:pt x="844133" y="6856"/>
                  </a:lnTo>
                  <a:lnTo>
                    <a:pt x="773789" y="6291"/>
                  </a:lnTo>
                  <a:lnTo>
                    <a:pt x="703444" y="5724"/>
                  </a:lnTo>
                  <a:lnTo>
                    <a:pt x="633100" y="5156"/>
                  </a:lnTo>
                  <a:lnTo>
                    <a:pt x="562755" y="4587"/>
                  </a:lnTo>
                  <a:lnTo>
                    <a:pt x="492411" y="4017"/>
                  </a:lnTo>
                  <a:lnTo>
                    <a:pt x="422066" y="3446"/>
                  </a:lnTo>
                  <a:lnTo>
                    <a:pt x="351722" y="2874"/>
                  </a:lnTo>
                  <a:lnTo>
                    <a:pt x="281377" y="2301"/>
                  </a:lnTo>
                  <a:lnTo>
                    <a:pt x="211033" y="1728"/>
                  </a:lnTo>
                  <a:lnTo>
                    <a:pt x="140688" y="1153"/>
                  </a:lnTo>
                  <a:lnTo>
                    <a:pt x="70344" y="5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795371"/>
              <a:ext cx="6964104" cy="482587"/>
            </a:xfrm>
            <a:custGeom>
              <a:avLst/>
              <a:pathLst>
                <a:path w="6964104" h="482587">
                  <a:moveTo>
                    <a:pt x="0" y="0"/>
                  </a:moveTo>
                  <a:lnTo>
                    <a:pt x="70344" y="9687"/>
                  </a:lnTo>
                  <a:lnTo>
                    <a:pt x="140688" y="19220"/>
                  </a:lnTo>
                  <a:lnTo>
                    <a:pt x="211033" y="28600"/>
                  </a:lnTo>
                  <a:lnTo>
                    <a:pt x="281377" y="37830"/>
                  </a:lnTo>
                  <a:lnTo>
                    <a:pt x="351722" y="46912"/>
                  </a:lnTo>
                  <a:lnTo>
                    <a:pt x="422066" y="55849"/>
                  </a:lnTo>
                  <a:lnTo>
                    <a:pt x="492411" y="64643"/>
                  </a:lnTo>
                  <a:lnTo>
                    <a:pt x="562755" y="73295"/>
                  </a:lnTo>
                  <a:lnTo>
                    <a:pt x="633100" y="81809"/>
                  </a:lnTo>
                  <a:lnTo>
                    <a:pt x="703444" y="90187"/>
                  </a:lnTo>
                  <a:lnTo>
                    <a:pt x="773789" y="98431"/>
                  </a:lnTo>
                  <a:lnTo>
                    <a:pt x="844133" y="106542"/>
                  </a:lnTo>
                  <a:lnTo>
                    <a:pt x="914478" y="114524"/>
                  </a:lnTo>
                  <a:lnTo>
                    <a:pt x="984822" y="122378"/>
                  </a:lnTo>
                  <a:lnTo>
                    <a:pt x="1055167" y="130106"/>
                  </a:lnTo>
                  <a:lnTo>
                    <a:pt x="1125511" y="137710"/>
                  </a:lnTo>
                  <a:lnTo>
                    <a:pt x="1195856" y="145192"/>
                  </a:lnTo>
                  <a:lnTo>
                    <a:pt x="1266200" y="152555"/>
                  </a:lnTo>
                  <a:lnTo>
                    <a:pt x="1336545" y="159800"/>
                  </a:lnTo>
                  <a:lnTo>
                    <a:pt x="1406889" y="166929"/>
                  </a:lnTo>
                  <a:lnTo>
                    <a:pt x="1477234" y="173943"/>
                  </a:lnTo>
                  <a:lnTo>
                    <a:pt x="1547578" y="180845"/>
                  </a:lnTo>
                  <a:lnTo>
                    <a:pt x="1617923" y="187637"/>
                  </a:lnTo>
                  <a:lnTo>
                    <a:pt x="1688267" y="194320"/>
                  </a:lnTo>
                  <a:lnTo>
                    <a:pt x="1758612" y="200896"/>
                  </a:lnTo>
                  <a:lnTo>
                    <a:pt x="1828956" y="207366"/>
                  </a:lnTo>
                  <a:lnTo>
                    <a:pt x="1899301" y="213733"/>
                  </a:lnTo>
                  <a:lnTo>
                    <a:pt x="1969645" y="219998"/>
                  </a:lnTo>
                  <a:lnTo>
                    <a:pt x="2039990" y="226163"/>
                  </a:lnTo>
                  <a:lnTo>
                    <a:pt x="2110334" y="232229"/>
                  </a:lnTo>
                  <a:lnTo>
                    <a:pt x="2180679" y="238198"/>
                  </a:lnTo>
                  <a:lnTo>
                    <a:pt x="2251023" y="244071"/>
                  </a:lnTo>
                  <a:lnTo>
                    <a:pt x="2321368" y="249850"/>
                  </a:lnTo>
                  <a:lnTo>
                    <a:pt x="2391712" y="255536"/>
                  </a:lnTo>
                  <a:lnTo>
                    <a:pt x="2462057" y="261132"/>
                  </a:lnTo>
                  <a:lnTo>
                    <a:pt x="2532401" y="266638"/>
                  </a:lnTo>
                  <a:lnTo>
                    <a:pt x="2602746" y="272055"/>
                  </a:lnTo>
                  <a:lnTo>
                    <a:pt x="2673090" y="277386"/>
                  </a:lnTo>
                  <a:lnTo>
                    <a:pt x="2743435" y="282632"/>
                  </a:lnTo>
                  <a:lnTo>
                    <a:pt x="2813779" y="287793"/>
                  </a:lnTo>
                  <a:lnTo>
                    <a:pt x="2884124" y="292872"/>
                  </a:lnTo>
                  <a:lnTo>
                    <a:pt x="2954468" y="297870"/>
                  </a:lnTo>
                  <a:lnTo>
                    <a:pt x="3024813" y="302787"/>
                  </a:lnTo>
                  <a:lnTo>
                    <a:pt x="3095157" y="307626"/>
                  </a:lnTo>
                  <a:lnTo>
                    <a:pt x="3165502" y="312387"/>
                  </a:lnTo>
                  <a:lnTo>
                    <a:pt x="3235846" y="317072"/>
                  </a:lnTo>
                  <a:lnTo>
                    <a:pt x="3306191" y="321682"/>
                  </a:lnTo>
                  <a:lnTo>
                    <a:pt x="3376535" y="326219"/>
                  </a:lnTo>
                  <a:lnTo>
                    <a:pt x="3446880" y="330682"/>
                  </a:lnTo>
                  <a:lnTo>
                    <a:pt x="3517224" y="335074"/>
                  </a:lnTo>
                  <a:lnTo>
                    <a:pt x="3587569" y="339396"/>
                  </a:lnTo>
                  <a:lnTo>
                    <a:pt x="3657913" y="343648"/>
                  </a:lnTo>
                  <a:lnTo>
                    <a:pt x="3728257" y="347833"/>
                  </a:lnTo>
                  <a:lnTo>
                    <a:pt x="3798602" y="351950"/>
                  </a:lnTo>
                  <a:lnTo>
                    <a:pt x="3868946" y="356001"/>
                  </a:lnTo>
                  <a:lnTo>
                    <a:pt x="3939291" y="359988"/>
                  </a:lnTo>
                  <a:lnTo>
                    <a:pt x="4009635" y="363910"/>
                  </a:lnTo>
                  <a:lnTo>
                    <a:pt x="4079980" y="367770"/>
                  </a:lnTo>
                  <a:lnTo>
                    <a:pt x="4150324" y="371568"/>
                  </a:lnTo>
                  <a:lnTo>
                    <a:pt x="4220669" y="375306"/>
                  </a:lnTo>
                  <a:lnTo>
                    <a:pt x="4291013" y="378983"/>
                  </a:lnTo>
                  <a:lnTo>
                    <a:pt x="4361358" y="382601"/>
                  </a:lnTo>
                  <a:lnTo>
                    <a:pt x="4431702" y="386162"/>
                  </a:lnTo>
                  <a:lnTo>
                    <a:pt x="4502047" y="389665"/>
                  </a:lnTo>
                  <a:lnTo>
                    <a:pt x="4572391" y="393113"/>
                  </a:lnTo>
                  <a:lnTo>
                    <a:pt x="4642736" y="396505"/>
                  </a:lnTo>
                  <a:lnTo>
                    <a:pt x="4713080" y="399843"/>
                  </a:lnTo>
                  <a:lnTo>
                    <a:pt x="4783425" y="403127"/>
                  </a:lnTo>
                  <a:lnTo>
                    <a:pt x="4853769" y="406359"/>
                  </a:lnTo>
                  <a:lnTo>
                    <a:pt x="4924114" y="409539"/>
                  </a:lnTo>
                  <a:lnTo>
                    <a:pt x="4994458" y="412668"/>
                  </a:lnTo>
                  <a:lnTo>
                    <a:pt x="5064803" y="415747"/>
                  </a:lnTo>
                  <a:lnTo>
                    <a:pt x="5135147" y="418777"/>
                  </a:lnTo>
                  <a:lnTo>
                    <a:pt x="5205492" y="421758"/>
                  </a:lnTo>
                  <a:lnTo>
                    <a:pt x="5275836" y="424691"/>
                  </a:lnTo>
                  <a:lnTo>
                    <a:pt x="5346181" y="427578"/>
                  </a:lnTo>
                  <a:lnTo>
                    <a:pt x="5416525" y="430418"/>
                  </a:lnTo>
                  <a:lnTo>
                    <a:pt x="5486870" y="433213"/>
                  </a:lnTo>
                  <a:lnTo>
                    <a:pt x="5557214" y="435963"/>
                  </a:lnTo>
                  <a:lnTo>
                    <a:pt x="5627559" y="438669"/>
                  </a:lnTo>
                  <a:lnTo>
                    <a:pt x="5697903" y="441331"/>
                  </a:lnTo>
                  <a:lnTo>
                    <a:pt x="5768248" y="443951"/>
                  </a:lnTo>
                  <a:lnTo>
                    <a:pt x="5838592" y="446529"/>
                  </a:lnTo>
                  <a:lnTo>
                    <a:pt x="5908937" y="449066"/>
                  </a:lnTo>
                  <a:lnTo>
                    <a:pt x="5979281" y="451562"/>
                  </a:lnTo>
                  <a:lnTo>
                    <a:pt x="6049626" y="454018"/>
                  </a:lnTo>
                  <a:lnTo>
                    <a:pt x="6119970" y="456435"/>
                  </a:lnTo>
                  <a:lnTo>
                    <a:pt x="6190315" y="458813"/>
                  </a:lnTo>
                  <a:lnTo>
                    <a:pt x="6260659" y="461153"/>
                  </a:lnTo>
                  <a:lnTo>
                    <a:pt x="6331004" y="463455"/>
                  </a:lnTo>
                  <a:lnTo>
                    <a:pt x="6401348" y="465721"/>
                  </a:lnTo>
                  <a:lnTo>
                    <a:pt x="6471693" y="467950"/>
                  </a:lnTo>
                  <a:lnTo>
                    <a:pt x="6542037" y="470144"/>
                  </a:lnTo>
                  <a:lnTo>
                    <a:pt x="6612382" y="472302"/>
                  </a:lnTo>
                  <a:lnTo>
                    <a:pt x="6682726" y="474426"/>
                  </a:lnTo>
                  <a:lnTo>
                    <a:pt x="6753071" y="476516"/>
                  </a:lnTo>
                  <a:lnTo>
                    <a:pt x="6823415" y="478573"/>
                  </a:lnTo>
                  <a:lnTo>
                    <a:pt x="6893760" y="480596"/>
                  </a:lnTo>
                  <a:lnTo>
                    <a:pt x="6964104" y="4825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30071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037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428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7925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89308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9057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28020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(1.02-1.45), p_Bonf = 0.165 (n = 6)  |  per IQR decline (Δ = 28.1 %): 1.73 (1.06-2.83)  |  IQR: [-30.1, -2.1]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775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325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875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425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39760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2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766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6268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1771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0501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6004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1506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00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512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801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351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901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452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462688"/>
              <a:ext cx="6964104" cy="1075801"/>
            </a:xfrm>
            <a:custGeom>
              <a:avLst/>
              <a:pathLst>
                <a:path w="6964104" h="1075801">
                  <a:moveTo>
                    <a:pt x="0" y="0"/>
                  </a:moveTo>
                  <a:lnTo>
                    <a:pt x="70344" y="33979"/>
                  </a:lnTo>
                  <a:lnTo>
                    <a:pt x="140688" y="66938"/>
                  </a:lnTo>
                  <a:lnTo>
                    <a:pt x="211033" y="98907"/>
                  </a:lnTo>
                  <a:lnTo>
                    <a:pt x="281377" y="129915"/>
                  </a:lnTo>
                  <a:lnTo>
                    <a:pt x="351722" y="159991"/>
                  </a:lnTo>
                  <a:lnTo>
                    <a:pt x="422066" y="189164"/>
                  </a:lnTo>
                  <a:lnTo>
                    <a:pt x="492411" y="217461"/>
                  </a:lnTo>
                  <a:lnTo>
                    <a:pt x="562755" y="244907"/>
                  </a:lnTo>
                  <a:lnTo>
                    <a:pt x="633100" y="271529"/>
                  </a:lnTo>
                  <a:lnTo>
                    <a:pt x="703444" y="297351"/>
                  </a:lnTo>
                  <a:lnTo>
                    <a:pt x="773789" y="322397"/>
                  </a:lnTo>
                  <a:lnTo>
                    <a:pt x="844133" y="346690"/>
                  </a:lnTo>
                  <a:lnTo>
                    <a:pt x="914478" y="370254"/>
                  </a:lnTo>
                  <a:lnTo>
                    <a:pt x="984822" y="393110"/>
                  </a:lnTo>
                  <a:lnTo>
                    <a:pt x="1055167" y="415279"/>
                  </a:lnTo>
                  <a:lnTo>
                    <a:pt x="1125511" y="436782"/>
                  </a:lnTo>
                  <a:lnTo>
                    <a:pt x="1195856" y="457639"/>
                  </a:lnTo>
                  <a:lnTo>
                    <a:pt x="1266200" y="477869"/>
                  </a:lnTo>
                  <a:lnTo>
                    <a:pt x="1336545" y="497492"/>
                  </a:lnTo>
                  <a:lnTo>
                    <a:pt x="1406889" y="516525"/>
                  </a:lnTo>
                  <a:lnTo>
                    <a:pt x="1477234" y="534986"/>
                  </a:lnTo>
                  <a:lnTo>
                    <a:pt x="1547578" y="552893"/>
                  </a:lnTo>
                  <a:lnTo>
                    <a:pt x="1617923" y="570261"/>
                  </a:lnTo>
                  <a:lnTo>
                    <a:pt x="1688267" y="587108"/>
                  </a:lnTo>
                  <a:lnTo>
                    <a:pt x="1758612" y="603449"/>
                  </a:lnTo>
                  <a:lnTo>
                    <a:pt x="1828956" y="619298"/>
                  </a:lnTo>
                  <a:lnTo>
                    <a:pt x="1899301" y="634672"/>
                  </a:lnTo>
                  <a:lnTo>
                    <a:pt x="1969645" y="649584"/>
                  </a:lnTo>
                  <a:lnTo>
                    <a:pt x="2039990" y="664047"/>
                  </a:lnTo>
                  <a:lnTo>
                    <a:pt x="2110334" y="678076"/>
                  </a:lnTo>
                  <a:lnTo>
                    <a:pt x="2180679" y="691684"/>
                  </a:lnTo>
                  <a:lnTo>
                    <a:pt x="2251023" y="704883"/>
                  </a:lnTo>
                  <a:lnTo>
                    <a:pt x="2321368" y="717685"/>
                  </a:lnTo>
                  <a:lnTo>
                    <a:pt x="2391712" y="730102"/>
                  </a:lnTo>
                  <a:lnTo>
                    <a:pt x="2462057" y="742147"/>
                  </a:lnTo>
                  <a:lnTo>
                    <a:pt x="2532401" y="753829"/>
                  </a:lnTo>
                  <a:lnTo>
                    <a:pt x="2602746" y="765161"/>
                  </a:lnTo>
                  <a:lnTo>
                    <a:pt x="2673090" y="776152"/>
                  </a:lnTo>
                  <a:lnTo>
                    <a:pt x="2743435" y="786813"/>
                  </a:lnTo>
                  <a:lnTo>
                    <a:pt x="2813779" y="797154"/>
                  </a:lnTo>
                  <a:lnTo>
                    <a:pt x="2884124" y="807184"/>
                  </a:lnTo>
                  <a:lnTo>
                    <a:pt x="2954468" y="816913"/>
                  </a:lnTo>
                  <a:lnTo>
                    <a:pt x="3024813" y="826349"/>
                  </a:lnTo>
                  <a:lnTo>
                    <a:pt x="3095157" y="831890"/>
                  </a:lnTo>
                  <a:lnTo>
                    <a:pt x="3165502" y="832424"/>
                  </a:lnTo>
                  <a:lnTo>
                    <a:pt x="3235846" y="832956"/>
                  </a:lnTo>
                  <a:lnTo>
                    <a:pt x="3306191" y="833488"/>
                  </a:lnTo>
                  <a:lnTo>
                    <a:pt x="3376535" y="834018"/>
                  </a:lnTo>
                  <a:lnTo>
                    <a:pt x="3446880" y="834548"/>
                  </a:lnTo>
                  <a:lnTo>
                    <a:pt x="3517224" y="835077"/>
                  </a:lnTo>
                  <a:lnTo>
                    <a:pt x="3587569" y="835604"/>
                  </a:lnTo>
                  <a:lnTo>
                    <a:pt x="3657913" y="836131"/>
                  </a:lnTo>
                  <a:lnTo>
                    <a:pt x="3728257" y="836657"/>
                  </a:lnTo>
                  <a:lnTo>
                    <a:pt x="3798602" y="837182"/>
                  </a:lnTo>
                  <a:lnTo>
                    <a:pt x="3868946" y="837706"/>
                  </a:lnTo>
                  <a:lnTo>
                    <a:pt x="3939291" y="838229"/>
                  </a:lnTo>
                  <a:lnTo>
                    <a:pt x="4009635" y="838751"/>
                  </a:lnTo>
                  <a:lnTo>
                    <a:pt x="4079980" y="839273"/>
                  </a:lnTo>
                  <a:lnTo>
                    <a:pt x="4150324" y="839793"/>
                  </a:lnTo>
                  <a:lnTo>
                    <a:pt x="4220669" y="840312"/>
                  </a:lnTo>
                  <a:lnTo>
                    <a:pt x="4291013" y="840831"/>
                  </a:lnTo>
                  <a:lnTo>
                    <a:pt x="4361358" y="841348"/>
                  </a:lnTo>
                  <a:lnTo>
                    <a:pt x="4431702" y="841865"/>
                  </a:lnTo>
                  <a:lnTo>
                    <a:pt x="4502047" y="842380"/>
                  </a:lnTo>
                  <a:lnTo>
                    <a:pt x="4572391" y="842895"/>
                  </a:lnTo>
                  <a:lnTo>
                    <a:pt x="4642736" y="843409"/>
                  </a:lnTo>
                  <a:lnTo>
                    <a:pt x="4713080" y="843922"/>
                  </a:lnTo>
                  <a:lnTo>
                    <a:pt x="4783425" y="844434"/>
                  </a:lnTo>
                  <a:lnTo>
                    <a:pt x="4853769" y="844945"/>
                  </a:lnTo>
                  <a:lnTo>
                    <a:pt x="4924114" y="845455"/>
                  </a:lnTo>
                  <a:lnTo>
                    <a:pt x="4994458" y="845964"/>
                  </a:lnTo>
                  <a:lnTo>
                    <a:pt x="5064803" y="846473"/>
                  </a:lnTo>
                  <a:lnTo>
                    <a:pt x="5135147" y="846980"/>
                  </a:lnTo>
                  <a:lnTo>
                    <a:pt x="5205492" y="847487"/>
                  </a:lnTo>
                  <a:lnTo>
                    <a:pt x="5275836" y="847992"/>
                  </a:lnTo>
                  <a:lnTo>
                    <a:pt x="5346181" y="848497"/>
                  </a:lnTo>
                  <a:lnTo>
                    <a:pt x="5416525" y="849001"/>
                  </a:lnTo>
                  <a:lnTo>
                    <a:pt x="5486870" y="849504"/>
                  </a:lnTo>
                  <a:lnTo>
                    <a:pt x="5557214" y="850006"/>
                  </a:lnTo>
                  <a:lnTo>
                    <a:pt x="5627559" y="850507"/>
                  </a:lnTo>
                  <a:lnTo>
                    <a:pt x="5697903" y="851007"/>
                  </a:lnTo>
                  <a:lnTo>
                    <a:pt x="5768248" y="851506"/>
                  </a:lnTo>
                  <a:lnTo>
                    <a:pt x="5838592" y="852005"/>
                  </a:lnTo>
                  <a:lnTo>
                    <a:pt x="5908937" y="852503"/>
                  </a:lnTo>
                  <a:lnTo>
                    <a:pt x="5979281" y="852999"/>
                  </a:lnTo>
                  <a:lnTo>
                    <a:pt x="6049626" y="853495"/>
                  </a:lnTo>
                  <a:lnTo>
                    <a:pt x="6119970" y="853990"/>
                  </a:lnTo>
                  <a:lnTo>
                    <a:pt x="6190315" y="854484"/>
                  </a:lnTo>
                  <a:lnTo>
                    <a:pt x="6260659" y="854977"/>
                  </a:lnTo>
                  <a:lnTo>
                    <a:pt x="6331004" y="855469"/>
                  </a:lnTo>
                  <a:lnTo>
                    <a:pt x="6401348" y="855961"/>
                  </a:lnTo>
                  <a:lnTo>
                    <a:pt x="6471693" y="856451"/>
                  </a:lnTo>
                  <a:lnTo>
                    <a:pt x="6542037" y="856941"/>
                  </a:lnTo>
                  <a:lnTo>
                    <a:pt x="6612382" y="857430"/>
                  </a:lnTo>
                  <a:lnTo>
                    <a:pt x="6682726" y="857918"/>
                  </a:lnTo>
                  <a:lnTo>
                    <a:pt x="6753071" y="858405"/>
                  </a:lnTo>
                  <a:lnTo>
                    <a:pt x="6823415" y="858891"/>
                  </a:lnTo>
                  <a:lnTo>
                    <a:pt x="6893760" y="859376"/>
                  </a:lnTo>
                  <a:lnTo>
                    <a:pt x="6964104" y="859861"/>
                  </a:lnTo>
                  <a:lnTo>
                    <a:pt x="6964104" y="1075801"/>
                  </a:lnTo>
                  <a:lnTo>
                    <a:pt x="6893760" y="1074092"/>
                  </a:lnTo>
                  <a:lnTo>
                    <a:pt x="6823415" y="1072329"/>
                  </a:lnTo>
                  <a:lnTo>
                    <a:pt x="6753071" y="1070512"/>
                  </a:lnTo>
                  <a:lnTo>
                    <a:pt x="6682726" y="1068638"/>
                  </a:lnTo>
                  <a:lnTo>
                    <a:pt x="6612382" y="1066707"/>
                  </a:lnTo>
                  <a:lnTo>
                    <a:pt x="6542037" y="1064715"/>
                  </a:lnTo>
                  <a:lnTo>
                    <a:pt x="6471693" y="1062662"/>
                  </a:lnTo>
                  <a:lnTo>
                    <a:pt x="6401348" y="1060545"/>
                  </a:lnTo>
                  <a:lnTo>
                    <a:pt x="6331004" y="1058363"/>
                  </a:lnTo>
                  <a:lnTo>
                    <a:pt x="6260659" y="1056113"/>
                  </a:lnTo>
                  <a:lnTo>
                    <a:pt x="6190315" y="1053794"/>
                  </a:lnTo>
                  <a:lnTo>
                    <a:pt x="6119970" y="1051402"/>
                  </a:lnTo>
                  <a:lnTo>
                    <a:pt x="6049626" y="1048937"/>
                  </a:lnTo>
                  <a:lnTo>
                    <a:pt x="5979281" y="1046395"/>
                  </a:lnTo>
                  <a:lnTo>
                    <a:pt x="5908937" y="1043775"/>
                  </a:lnTo>
                  <a:lnTo>
                    <a:pt x="5838592" y="1041073"/>
                  </a:lnTo>
                  <a:lnTo>
                    <a:pt x="5768248" y="1038288"/>
                  </a:lnTo>
                  <a:lnTo>
                    <a:pt x="5697903" y="1035416"/>
                  </a:lnTo>
                  <a:lnTo>
                    <a:pt x="5627559" y="1032455"/>
                  </a:lnTo>
                  <a:lnTo>
                    <a:pt x="5557214" y="1029403"/>
                  </a:lnTo>
                  <a:lnTo>
                    <a:pt x="5486870" y="1026256"/>
                  </a:lnTo>
                  <a:lnTo>
                    <a:pt x="5416525" y="1023012"/>
                  </a:lnTo>
                  <a:lnTo>
                    <a:pt x="5346181" y="1019667"/>
                  </a:lnTo>
                  <a:lnTo>
                    <a:pt x="5275836" y="1016218"/>
                  </a:lnTo>
                  <a:lnTo>
                    <a:pt x="5205492" y="1012663"/>
                  </a:lnTo>
                  <a:lnTo>
                    <a:pt x="5135147" y="1008998"/>
                  </a:lnTo>
                  <a:lnTo>
                    <a:pt x="5064803" y="1005219"/>
                  </a:lnTo>
                  <a:lnTo>
                    <a:pt x="4994458" y="1001323"/>
                  </a:lnTo>
                  <a:lnTo>
                    <a:pt x="4924114" y="997306"/>
                  </a:lnTo>
                  <a:lnTo>
                    <a:pt x="4853769" y="993165"/>
                  </a:lnTo>
                  <a:lnTo>
                    <a:pt x="4783425" y="988896"/>
                  </a:lnTo>
                  <a:lnTo>
                    <a:pt x="4713080" y="984494"/>
                  </a:lnTo>
                  <a:lnTo>
                    <a:pt x="4642736" y="979956"/>
                  </a:lnTo>
                  <a:lnTo>
                    <a:pt x="4572391" y="975278"/>
                  </a:lnTo>
                  <a:lnTo>
                    <a:pt x="4502047" y="970455"/>
                  </a:lnTo>
                  <a:lnTo>
                    <a:pt x="4431702" y="965482"/>
                  </a:lnTo>
                  <a:lnTo>
                    <a:pt x="4361358" y="960355"/>
                  </a:lnTo>
                  <a:lnTo>
                    <a:pt x="4291013" y="955069"/>
                  </a:lnTo>
                  <a:lnTo>
                    <a:pt x="4220669" y="949620"/>
                  </a:lnTo>
                  <a:lnTo>
                    <a:pt x="4150324" y="944002"/>
                  </a:lnTo>
                  <a:lnTo>
                    <a:pt x="4079980" y="938210"/>
                  </a:lnTo>
                  <a:lnTo>
                    <a:pt x="4009635" y="932238"/>
                  </a:lnTo>
                  <a:lnTo>
                    <a:pt x="3939291" y="926082"/>
                  </a:lnTo>
                  <a:lnTo>
                    <a:pt x="3868946" y="919735"/>
                  </a:lnTo>
                  <a:lnTo>
                    <a:pt x="3798602" y="913191"/>
                  </a:lnTo>
                  <a:lnTo>
                    <a:pt x="3728257" y="906444"/>
                  </a:lnTo>
                  <a:lnTo>
                    <a:pt x="3657913" y="899489"/>
                  </a:lnTo>
                  <a:lnTo>
                    <a:pt x="3587569" y="892318"/>
                  </a:lnTo>
                  <a:lnTo>
                    <a:pt x="3517224" y="884925"/>
                  </a:lnTo>
                  <a:lnTo>
                    <a:pt x="3446880" y="877303"/>
                  </a:lnTo>
                  <a:lnTo>
                    <a:pt x="3376535" y="869445"/>
                  </a:lnTo>
                  <a:lnTo>
                    <a:pt x="3306191" y="861343"/>
                  </a:lnTo>
                  <a:lnTo>
                    <a:pt x="3235846" y="852991"/>
                  </a:lnTo>
                  <a:lnTo>
                    <a:pt x="3165502" y="844380"/>
                  </a:lnTo>
                  <a:lnTo>
                    <a:pt x="3095157" y="835502"/>
                  </a:lnTo>
                  <a:lnTo>
                    <a:pt x="3024813" y="831356"/>
                  </a:lnTo>
                  <a:lnTo>
                    <a:pt x="2954468" y="830820"/>
                  </a:lnTo>
                  <a:lnTo>
                    <a:pt x="2884124" y="830284"/>
                  </a:lnTo>
                  <a:lnTo>
                    <a:pt x="2813779" y="829747"/>
                  </a:lnTo>
                  <a:lnTo>
                    <a:pt x="2743435" y="829209"/>
                  </a:lnTo>
                  <a:lnTo>
                    <a:pt x="2673090" y="828669"/>
                  </a:lnTo>
                  <a:lnTo>
                    <a:pt x="2602746" y="828129"/>
                  </a:lnTo>
                  <a:lnTo>
                    <a:pt x="2532401" y="827588"/>
                  </a:lnTo>
                  <a:lnTo>
                    <a:pt x="2462057" y="827046"/>
                  </a:lnTo>
                  <a:lnTo>
                    <a:pt x="2391712" y="826503"/>
                  </a:lnTo>
                  <a:lnTo>
                    <a:pt x="2321368" y="825959"/>
                  </a:lnTo>
                  <a:lnTo>
                    <a:pt x="2251023" y="825414"/>
                  </a:lnTo>
                  <a:lnTo>
                    <a:pt x="2180679" y="824868"/>
                  </a:lnTo>
                  <a:lnTo>
                    <a:pt x="2110334" y="824321"/>
                  </a:lnTo>
                  <a:lnTo>
                    <a:pt x="2039990" y="823773"/>
                  </a:lnTo>
                  <a:lnTo>
                    <a:pt x="1969645" y="823224"/>
                  </a:lnTo>
                  <a:lnTo>
                    <a:pt x="1899301" y="822674"/>
                  </a:lnTo>
                  <a:lnTo>
                    <a:pt x="1828956" y="822124"/>
                  </a:lnTo>
                  <a:lnTo>
                    <a:pt x="1758612" y="821572"/>
                  </a:lnTo>
                  <a:lnTo>
                    <a:pt x="1688267" y="821019"/>
                  </a:lnTo>
                  <a:lnTo>
                    <a:pt x="1617923" y="820465"/>
                  </a:lnTo>
                  <a:lnTo>
                    <a:pt x="1547578" y="819910"/>
                  </a:lnTo>
                  <a:lnTo>
                    <a:pt x="1477234" y="819354"/>
                  </a:lnTo>
                  <a:lnTo>
                    <a:pt x="1406889" y="818798"/>
                  </a:lnTo>
                  <a:lnTo>
                    <a:pt x="1336545" y="818240"/>
                  </a:lnTo>
                  <a:lnTo>
                    <a:pt x="1266200" y="817681"/>
                  </a:lnTo>
                  <a:lnTo>
                    <a:pt x="1195856" y="817121"/>
                  </a:lnTo>
                  <a:lnTo>
                    <a:pt x="1125511" y="816560"/>
                  </a:lnTo>
                  <a:lnTo>
                    <a:pt x="1055167" y="815999"/>
                  </a:lnTo>
                  <a:lnTo>
                    <a:pt x="984822" y="815436"/>
                  </a:lnTo>
                  <a:lnTo>
                    <a:pt x="914478" y="814872"/>
                  </a:lnTo>
                  <a:lnTo>
                    <a:pt x="844133" y="814307"/>
                  </a:lnTo>
                  <a:lnTo>
                    <a:pt x="773789" y="813741"/>
                  </a:lnTo>
                  <a:lnTo>
                    <a:pt x="703444" y="813175"/>
                  </a:lnTo>
                  <a:lnTo>
                    <a:pt x="633100" y="812607"/>
                  </a:lnTo>
                  <a:lnTo>
                    <a:pt x="562755" y="812038"/>
                  </a:lnTo>
                  <a:lnTo>
                    <a:pt x="492411" y="811468"/>
                  </a:lnTo>
                  <a:lnTo>
                    <a:pt x="422066" y="810897"/>
                  </a:lnTo>
                  <a:lnTo>
                    <a:pt x="351722" y="810325"/>
                  </a:lnTo>
                  <a:lnTo>
                    <a:pt x="281377" y="809752"/>
                  </a:lnTo>
                  <a:lnTo>
                    <a:pt x="211033" y="809178"/>
                  </a:lnTo>
                  <a:lnTo>
                    <a:pt x="140688" y="808603"/>
                  </a:lnTo>
                  <a:lnTo>
                    <a:pt x="70344" y="808027"/>
                  </a:lnTo>
                  <a:lnTo>
                    <a:pt x="0" y="8074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462688"/>
              <a:ext cx="6964104" cy="859861"/>
            </a:xfrm>
            <a:custGeom>
              <a:avLst/>
              <a:pathLst>
                <a:path w="6964104" h="859861">
                  <a:moveTo>
                    <a:pt x="0" y="0"/>
                  </a:moveTo>
                  <a:lnTo>
                    <a:pt x="70344" y="33979"/>
                  </a:lnTo>
                  <a:lnTo>
                    <a:pt x="140688" y="66938"/>
                  </a:lnTo>
                  <a:lnTo>
                    <a:pt x="211033" y="98907"/>
                  </a:lnTo>
                  <a:lnTo>
                    <a:pt x="281377" y="129915"/>
                  </a:lnTo>
                  <a:lnTo>
                    <a:pt x="351722" y="159991"/>
                  </a:lnTo>
                  <a:lnTo>
                    <a:pt x="422066" y="189164"/>
                  </a:lnTo>
                  <a:lnTo>
                    <a:pt x="492411" y="217461"/>
                  </a:lnTo>
                  <a:lnTo>
                    <a:pt x="562755" y="244907"/>
                  </a:lnTo>
                  <a:lnTo>
                    <a:pt x="633100" y="271529"/>
                  </a:lnTo>
                  <a:lnTo>
                    <a:pt x="703444" y="297351"/>
                  </a:lnTo>
                  <a:lnTo>
                    <a:pt x="773789" y="322397"/>
                  </a:lnTo>
                  <a:lnTo>
                    <a:pt x="844133" y="346690"/>
                  </a:lnTo>
                  <a:lnTo>
                    <a:pt x="914478" y="370254"/>
                  </a:lnTo>
                  <a:lnTo>
                    <a:pt x="984822" y="393110"/>
                  </a:lnTo>
                  <a:lnTo>
                    <a:pt x="1055167" y="415279"/>
                  </a:lnTo>
                  <a:lnTo>
                    <a:pt x="1125511" y="436782"/>
                  </a:lnTo>
                  <a:lnTo>
                    <a:pt x="1195856" y="457639"/>
                  </a:lnTo>
                  <a:lnTo>
                    <a:pt x="1266200" y="477869"/>
                  </a:lnTo>
                  <a:lnTo>
                    <a:pt x="1336545" y="497492"/>
                  </a:lnTo>
                  <a:lnTo>
                    <a:pt x="1406889" y="516525"/>
                  </a:lnTo>
                  <a:lnTo>
                    <a:pt x="1477234" y="534986"/>
                  </a:lnTo>
                  <a:lnTo>
                    <a:pt x="1547578" y="552893"/>
                  </a:lnTo>
                  <a:lnTo>
                    <a:pt x="1617923" y="570261"/>
                  </a:lnTo>
                  <a:lnTo>
                    <a:pt x="1688267" y="587108"/>
                  </a:lnTo>
                  <a:lnTo>
                    <a:pt x="1758612" y="603449"/>
                  </a:lnTo>
                  <a:lnTo>
                    <a:pt x="1828956" y="619298"/>
                  </a:lnTo>
                  <a:lnTo>
                    <a:pt x="1899301" y="634672"/>
                  </a:lnTo>
                  <a:lnTo>
                    <a:pt x="1969645" y="649584"/>
                  </a:lnTo>
                  <a:lnTo>
                    <a:pt x="2039990" y="664047"/>
                  </a:lnTo>
                  <a:lnTo>
                    <a:pt x="2110334" y="678076"/>
                  </a:lnTo>
                  <a:lnTo>
                    <a:pt x="2180679" y="691684"/>
                  </a:lnTo>
                  <a:lnTo>
                    <a:pt x="2251023" y="704883"/>
                  </a:lnTo>
                  <a:lnTo>
                    <a:pt x="2321368" y="717685"/>
                  </a:lnTo>
                  <a:lnTo>
                    <a:pt x="2391712" y="730102"/>
                  </a:lnTo>
                  <a:lnTo>
                    <a:pt x="2462057" y="742147"/>
                  </a:lnTo>
                  <a:lnTo>
                    <a:pt x="2532401" y="753829"/>
                  </a:lnTo>
                  <a:lnTo>
                    <a:pt x="2602746" y="765161"/>
                  </a:lnTo>
                  <a:lnTo>
                    <a:pt x="2673090" y="776152"/>
                  </a:lnTo>
                  <a:lnTo>
                    <a:pt x="2743435" y="786813"/>
                  </a:lnTo>
                  <a:lnTo>
                    <a:pt x="2813779" y="797154"/>
                  </a:lnTo>
                  <a:lnTo>
                    <a:pt x="2884124" y="807184"/>
                  </a:lnTo>
                  <a:lnTo>
                    <a:pt x="2954468" y="816913"/>
                  </a:lnTo>
                  <a:lnTo>
                    <a:pt x="3024813" y="826349"/>
                  </a:lnTo>
                  <a:lnTo>
                    <a:pt x="3095157" y="831890"/>
                  </a:lnTo>
                  <a:lnTo>
                    <a:pt x="3165502" y="832424"/>
                  </a:lnTo>
                  <a:lnTo>
                    <a:pt x="3235846" y="832956"/>
                  </a:lnTo>
                  <a:lnTo>
                    <a:pt x="3306191" y="833488"/>
                  </a:lnTo>
                  <a:lnTo>
                    <a:pt x="3376535" y="834018"/>
                  </a:lnTo>
                  <a:lnTo>
                    <a:pt x="3446880" y="834548"/>
                  </a:lnTo>
                  <a:lnTo>
                    <a:pt x="3517224" y="835077"/>
                  </a:lnTo>
                  <a:lnTo>
                    <a:pt x="3587569" y="835604"/>
                  </a:lnTo>
                  <a:lnTo>
                    <a:pt x="3657913" y="836131"/>
                  </a:lnTo>
                  <a:lnTo>
                    <a:pt x="3728257" y="836657"/>
                  </a:lnTo>
                  <a:lnTo>
                    <a:pt x="3798602" y="837182"/>
                  </a:lnTo>
                  <a:lnTo>
                    <a:pt x="3868946" y="837706"/>
                  </a:lnTo>
                  <a:lnTo>
                    <a:pt x="3939291" y="838229"/>
                  </a:lnTo>
                  <a:lnTo>
                    <a:pt x="4009635" y="838751"/>
                  </a:lnTo>
                  <a:lnTo>
                    <a:pt x="4079980" y="839273"/>
                  </a:lnTo>
                  <a:lnTo>
                    <a:pt x="4150324" y="839793"/>
                  </a:lnTo>
                  <a:lnTo>
                    <a:pt x="4220669" y="840312"/>
                  </a:lnTo>
                  <a:lnTo>
                    <a:pt x="4291013" y="840831"/>
                  </a:lnTo>
                  <a:lnTo>
                    <a:pt x="4361358" y="841348"/>
                  </a:lnTo>
                  <a:lnTo>
                    <a:pt x="4431702" y="841865"/>
                  </a:lnTo>
                  <a:lnTo>
                    <a:pt x="4502047" y="842380"/>
                  </a:lnTo>
                  <a:lnTo>
                    <a:pt x="4572391" y="842895"/>
                  </a:lnTo>
                  <a:lnTo>
                    <a:pt x="4642736" y="843409"/>
                  </a:lnTo>
                  <a:lnTo>
                    <a:pt x="4713080" y="843922"/>
                  </a:lnTo>
                  <a:lnTo>
                    <a:pt x="4783425" y="844434"/>
                  </a:lnTo>
                  <a:lnTo>
                    <a:pt x="4853769" y="844945"/>
                  </a:lnTo>
                  <a:lnTo>
                    <a:pt x="4924114" y="845455"/>
                  </a:lnTo>
                  <a:lnTo>
                    <a:pt x="4994458" y="845964"/>
                  </a:lnTo>
                  <a:lnTo>
                    <a:pt x="5064803" y="846473"/>
                  </a:lnTo>
                  <a:lnTo>
                    <a:pt x="5135147" y="846980"/>
                  </a:lnTo>
                  <a:lnTo>
                    <a:pt x="5205492" y="847487"/>
                  </a:lnTo>
                  <a:lnTo>
                    <a:pt x="5275836" y="847992"/>
                  </a:lnTo>
                  <a:lnTo>
                    <a:pt x="5346181" y="848497"/>
                  </a:lnTo>
                  <a:lnTo>
                    <a:pt x="5416525" y="849001"/>
                  </a:lnTo>
                  <a:lnTo>
                    <a:pt x="5486870" y="849504"/>
                  </a:lnTo>
                  <a:lnTo>
                    <a:pt x="5557214" y="850006"/>
                  </a:lnTo>
                  <a:lnTo>
                    <a:pt x="5627559" y="850507"/>
                  </a:lnTo>
                  <a:lnTo>
                    <a:pt x="5697903" y="851007"/>
                  </a:lnTo>
                  <a:lnTo>
                    <a:pt x="5768248" y="851506"/>
                  </a:lnTo>
                  <a:lnTo>
                    <a:pt x="5838592" y="852005"/>
                  </a:lnTo>
                  <a:lnTo>
                    <a:pt x="5908937" y="852503"/>
                  </a:lnTo>
                  <a:lnTo>
                    <a:pt x="5979281" y="852999"/>
                  </a:lnTo>
                  <a:lnTo>
                    <a:pt x="6049626" y="853495"/>
                  </a:lnTo>
                  <a:lnTo>
                    <a:pt x="6119970" y="853990"/>
                  </a:lnTo>
                  <a:lnTo>
                    <a:pt x="6190315" y="854484"/>
                  </a:lnTo>
                  <a:lnTo>
                    <a:pt x="6260659" y="854977"/>
                  </a:lnTo>
                  <a:lnTo>
                    <a:pt x="6331004" y="855469"/>
                  </a:lnTo>
                  <a:lnTo>
                    <a:pt x="6401348" y="855961"/>
                  </a:lnTo>
                  <a:lnTo>
                    <a:pt x="6471693" y="856451"/>
                  </a:lnTo>
                  <a:lnTo>
                    <a:pt x="6542037" y="856941"/>
                  </a:lnTo>
                  <a:lnTo>
                    <a:pt x="6612382" y="857430"/>
                  </a:lnTo>
                  <a:lnTo>
                    <a:pt x="6682726" y="857918"/>
                  </a:lnTo>
                  <a:lnTo>
                    <a:pt x="6753071" y="858405"/>
                  </a:lnTo>
                  <a:lnTo>
                    <a:pt x="6823415" y="858891"/>
                  </a:lnTo>
                  <a:lnTo>
                    <a:pt x="6893760" y="859376"/>
                  </a:lnTo>
                  <a:lnTo>
                    <a:pt x="6964104" y="859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270139"/>
              <a:ext cx="6964104" cy="268350"/>
            </a:xfrm>
            <a:custGeom>
              <a:avLst/>
              <a:pathLst>
                <a:path w="6964104" h="268350">
                  <a:moveTo>
                    <a:pt x="6964104" y="268350"/>
                  </a:moveTo>
                  <a:lnTo>
                    <a:pt x="6893760" y="266641"/>
                  </a:lnTo>
                  <a:lnTo>
                    <a:pt x="6823415" y="264878"/>
                  </a:lnTo>
                  <a:lnTo>
                    <a:pt x="6753071" y="263061"/>
                  </a:lnTo>
                  <a:lnTo>
                    <a:pt x="6682726" y="261187"/>
                  </a:lnTo>
                  <a:lnTo>
                    <a:pt x="6612382" y="259256"/>
                  </a:lnTo>
                  <a:lnTo>
                    <a:pt x="6542037" y="257264"/>
                  </a:lnTo>
                  <a:lnTo>
                    <a:pt x="6471693" y="255211"/>
                  </a:lnTo>
                  <a:lnTo>
                    <a:pt x="6401348" y="253095"/>
                  </a:lnTo>
                  <a:lnTo>
                    <a:pt x="6331004" y="250912"/>
                  </a:lnTo>
                  <a:lnTo>
                    <a:pt x="6260659" y="248662"/>
                  </a:lnTo>
                  <a:lnTo>
                    <a:pt x="6190315" y="246343"/>
                  </a:lnTo>
                  <a:lnTo>
                    <a:pt x="6119970" y="243952"/>
                  </a:lnTo>
                  <a:lnTo>
                    <a:pt x="6049626" y="241486"/>
                  </a:lnTo>
                  <a:lnTo>
                    <a:pt x="5979281" y="238944"/>
                  </a:lnTo>
                  <a:lnTo>
                    <a:pt x="5908937" y="236324"/>
                  </a:lnTo>
                  <a:lnTo>
                    <a:pt x="5838592" y="233622"/>
                  </a:lnTo>
                  <a:lnTo>
                    <a:pt x="5768248" y="230837"/>
                  </a:lnTo>
                  <a:lnTo>
                    <a:pt x="5697903" y="227965"/>
                  </a:lnTo>
                  <a:lnTo>
                    <a:pt x="5627559" y="225004"/>
                  </a:lnTo>
                  <a:lnTo>
                    <a:pt x="5557214" y="221952"/>
                  </a:lnTo>
                  <a:lnTo>
                    <a:pt x="5486870" y="218805"/>
                  </a:lnTo>
                  <a:lnTo>
                    <a:pt x="5416525" y="215561"/>
                  </a:lnTo>
                  <a:lnTo>
                    <a:pt x="5346181" y="212216"/>
                  </a:lnTo>
                  <a:lnTo>
                    <a:pt x="5275836" y="208768"/>
                  </a:lnTo>
                  <a:lnTo>
                    <a:pt x="5205492" y="205212"/>
                  </a:lnTo>
                  <a:lnTo>
                    <a:pt x="5135147" y="201547"/>
                  </a:lnTo>
                  <a:lnTo>
                    <a:pt x="5064803" y="197768"/>
                  </a:lnTo>
                  <a:lnTo>
                    <a:pt x="4994458" y="193872"/>
                  </a:lnTo>
                  <a:lnTo>
                    <a:pt x="4924114" y="189855"/>
                  </a:lnTo>
                  <a:lnTo>
                    <a:pt x="4853769" y="185714"/>
                  </a:lnTo>
                  <a:lnTo>
                    <a:pt x="4783425" y="181445"/>
                  </a:lnTo>
                  <a:lnTo>
                    <a:pt x="4713080" y="177043"/>
                  </a:lnTo>
                  <a:lnTo>
                    <a:pt x="4642736" y="172506"/>
                  </a:lnTo>
                  <a:lnTo>
                    <a:pt x="4572391" y="167827"/>
                  </a:lnTo>
                  <a:lnTo>
                    <a:pt x="4502047" y="163004"/>
                  </a:lnTo>
                  <a:lnTo>
                    <a:pt x="4431702" y="158031"/>
                  </a:lnTo>
                  <a:lnTo>
                    <a:pt x="4361358" y="152904"/>
                  </a:lnTo>
                  <a:lnTo>
                    <a:pt x="4291013" y="147619"/>
                  </a:lnTo>
                  <a:lnTo>
                    <a:pt x="4220669" y="142169"/>
                  </a:lnTo>
                  <a:lnTo>
                    <a:pt x="4150324" y="136551"/>
                  </a:lnTo>
                  <a:lnTo>
                    <a:pt x="4079980" y="130759"/>
                  </a:lnTo>
                  <a:lnTo>
                    <a:pt x="4009635" y="124788"/>
                  </a:lnTo>
                  <a:lnTo>
                    <a:pt x="3939291" y="118631"/>
                  </a:lnTo>
                  <a:lnTo>
                    <a:pt x="3868946" y="112284"/>
                  </a:lnTo>
                  <a:lnTo>
                    <a:pt x="3798602" y="105740"/>
                  </a:lnTo>
                  <a:lnTo>
                    <a:pt x="3728257" y="98994"/>
                  </a:lnTo>
                  <a:lnTo>
                    <a:pt x="3657913" y="92038"/>
                  </a:lnTo>
                  <a:lnTo>
                    <a:pt x="3587569" y="84867"/>
                  </a:lnTo>
                  <a:lnTo>
                    <a:pt x="3517224" y="77474"/>
                  </a:lnTo>
                  <a:lnTo>
                    <a:pt x="3446880" y="69852"/>
                  </a:lnTo>
                  <a:lnTo>
                    <a:pt x="3376535" y="61994"/>
                  </a:lnTo>
                  <a:lnTo>
                    <a:pt x="3306191" y="53893"/>
                  </a:lnTo>
                  <a:lnTo>
                    <a:pt x="3235846" y="45540"/>
                  </a:lnTo>
                  <a:lnTo>
                    <a:pt x="3165502" y="36929"/>
                  </a:lnTo>
                  <a:lnTo>
                    <a:pt x="3095157" y="28051"/>
                  </a:lnTo>
                  <a:lnTo>
                    <a:pt x="3024813" y="23905"/>
                  </a:lnTo>
                  <a:lnTo>
                    <a:pt x="2954468" y="23370"/>
                  </a:lnTo>
                  <a:lnTo>
                    <a:pt x="2884124" y="22833"/>
                  </a:lnTo>
                  <a:lnTo>
                    <a:pt x="2813779" y="22296"/>
                  </a:lnTo>
                  <a:lnTo>
                    <a:pt x="2743435" y="21758"/>
                  </a:lnTo>
                  <a:lnTo>
                    <a:pt x="2673090" y="21219"/>
                  </a:lnTo>
                  <a:lnTo>
                    <a:pt x="2602746" y="20678"/>
                  </a:lnTo>
                  <a:lnTo>
                    <a:pt x="2532401" y="20137"/>
                  </a:lnTo>
                  <a:lnTo>
                    <a:pt x="2462057" y="19595"/>
                  </a:lnTo>
                  <a:lnTo>
                    <a:pt x="2391712" y="19052"/>
                  </a:lnTo>
                  <a:lnTo>
                    <a:pt x="2321368" y="18508"/>
                  </a:lnTo>
                  <a:lnTo>
                    <a:pt x="2251023" y="17963"/>
                  </a:lnTo>
                  <a:lnTo>
                    <a:pt x="2180679" y="17417"/>
                  </a:lnTo>
                  <a:lnTo>
                    <a:pt x="2110334" y="16870"/>
                  </a:lnTo>
                  <a:lnTo>
                    <a:pt x="2039990" y="16322"/>
                  </a:lnTo>
                  <a:lnTo>
                    <a:pt x="1969645" y="15773"/>
                  </a:lnTo>
                  <a:lnTo>
                    <a:pt x="1899301" y="15224"/>
                  </a:lnTo>
                  <a:lnTo>
                    <a:pt x="1828956" y="14673"/>
                  </a:lnTo>
                  <a:lnTo>
                    <a:pt x="1758612" y="14121"/>
                  </a:lnTo>
                  <a:lnTo>
                    <a:pt x="1688267" y="13568"/>
                  </a:lnTo>
                  <a:lnTo>
                    <a:pt x="1617923" y="13014"/>
                  </a:lnTo>
                  <a:lnTo>
                    <a:pt x="1547578" y="12459"/>
                  </a:lnTo>
                  <a:lnTo>
                    <a:pt x="1477234" y="11904"/>
                  </a:lnTo>
                  <a:lnTo>
                    <a:pt x="1406889" y="11347"/>
                  </a:lnTo>
                  <a:lnTo>
                    <a:pt x="1336545" y="10789"/>
                  </a:lnTo>
                  <a:lnTo>
                    <a:pt x="1266200" y="10230"/>
                  </a:lnTo>
                  <a:lnTo>
                    <a:pt x="1195856" y="9670"/>
                  </a:lnTo>
                  <a:lnTo>
                    <a:pt x="1125511" y="9110"/>
                  </a:lnTo>
                  <a:lnTo>
                    <a:pt x="1055167" y="8548"/>
                  </a:lnTo>
                  <a:lnTo>
                    <a:pt x="984822" y="7985"/>
                  </a:lnTo>
                  <a:lnTo>
                    <a:pt x="914478" y="7421"/>
                  </a:lnTo>
                  <a:lnTo>
                    <a:pt x="844133" y="6856"/>
                  </a:lnTo>
                  <a:lnTo>
                    <a:pt x="773789" y="6291"/>
                  </a:lnTo>
                  <a:lnTo>
                    <a:pt x="703444" y="5724"/>
                  </a:lnTo>
                  <a:lnTo>
                    <a:pt x="633100" y="5156"/>
                  </a:lnTo>
                  <a:lnTo>
                    <a:pt x="562755" y="4587"/>
                  </a:lnTo>
                  <a:lnTo>
                    <a:pt x="492411" y="4017"/>
                  </a:lnTo>
                  <a:lnTo>
                    <a:pt x="422066" y="3446"/>
                  </a:lnTo>
                  <a:lnTo>
                    <a:pt x="351722" y="2874"/>
                  </a:lnTo>
                  <a:lnTo>
                    <a:pt x="281377" y="2301"/>
                  </a:lnTo>
                  <a:lnTo>
                    <a:pt x="211033" y="1728"/>
                  </a:lnTo>
                  <a:lnTo>
                    <a:pt x="140688" y="1153"/>
                  </a:lnTo>
                  <a:lnTo>
                    <a:pt x="70344" y="5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4988763"/>
              <a:ext cx="6964104" cy="482587"/>
            </a:xfrm>
            <a:custGeom>
              <a:avLst/>
              <a:pathLst>
                <a:path w="6964104" h="482587">
                  <a:moveTo>
                    <a:pt x="0" y="0"/>
                  </a:moveTo>
                  <a:lnTo>
                    <a:pt x="70344" y="9687"/>
                  </a:lnTo>
                  <a:lnTo>
                    <a:pt x="140688" y="19220"/>
                  </a:lnTo>
                  <a:lnTo>
                    <a:pt x="211033" y="28600"/>
                  </a:lnTo>
                  <a:lnTo>
                    <a:pt x="281377" y="37830"/>
                  </a:lnTo>
                  <a:lnTo>
                    <a:pt x="351722" y="46912"/>
                  </a:lnTo>
                  <a:lnTo>
                    <a:pt x="422066" y="55849"/>
                  </a:lnTo>
                  <a:lnTo>
                    <a:pt x="492411" y="64643"/>
                  </a:lnTo>
                  <a:lnTo>
                    <a:pt x="562755" y="73295"/>
                  </a:lnTo>
                  <a:lnTo>
                    <a:pt x="633100" y="81809"/>
                  </a:lnTo>
                  <a:lnTo>
                    <a:pt x="703444" y="90187"/>
                  </a:lnTo>
                  <a:lnTo>
                    <a:pt x="773789" y="98431"/>
                  </a:lnTo>
                  <a:lnTo>
                    <a:pt x="844133" y="106542"/>
                  </a:lnTo>
                  <a:lnTo>
                    <a:pt x="914478" y="114524"/>
                  </a:lnTo>
                  <a:lnTo>
                    <a:pt x="984822" y="122378"/>
                  </a:lnTo>
                  <a:lnTo>
                    <a:pt x="1055167" y="130106"/>
                  </a:lnTo>
                  <a:lnTo>
                    <a:pt x="1125511" y="137710"/>
                  </a:lnTo>
                  <a:lnTo>
                    <a:pt x="1195856" y="145192"/>
                  </a:lnTo>
                  <a:lnTo>
                    <a:pt x="1266200" y="152555"/>
                  </a:lnTo>
                  <a:lnTo>
                    <a:pt x="1336545" y="159800"/>
                  </a:lnTo>
                  <a:lnTo>
                    <a:pt x="1406889" y="166929"/>
                  </a:lnTo>
                  <a:lnTo>
                    <a:pt x="1477234" y="173943"/>
                  </a:lnTo>
                  <a:lnTo>
                    <a:pt x="1547578" y="180845"/>
                  </a:lnTo>
                  <a:lnTo>
                    <a:pt x="1617923" y="187637"/>
                  </a:lnTo>
                  <a:lnTo>
                    <a:pt x="1688267" y="194320"/>
                  </a:lnTo>
                  <a:lnTo>
                    <a:pt x="1758612" y="200896"/>
                  </a:lnTo>
                  <a:lnTo>
                    <a:pt x="1828956" y="207366"/>
                  </a:lnTo>
                  <a:lnTo>
                    <a:pt x="1899301" y="213733"/>
                  </a:lnTo>
                  <a:lnTo>
                    <a:pt x="1969645" y="219998"/>
                  </a:lnTo>
                  <a:lnTo>
                    <a:pt x="2039990" y="226163"/>
                  </a:lnTo>
                  <a:lnTo>
                    <a:pt x="2110334" y="232229"/>
                  </a:lnTo>
                  <a:lnTo>
                    <a:pt x="2180679" y="238198"/>
                  </a:lnTo>
                  <a:lnTo>
                    <a:pt x="2251023" y="244071"/>
                  </a:lnTo>
                  <a:lnTo>
                    <a:pt x="2321368" y="249850"/>
                  </a:lnTo>
                  <a:lnTo>
                    <a:pt x="2391712" y="255536"/>
                  </a:lnTo>
                  <a:lnTo>
                    <a:pt x="2462057" y="261132"/>
                  </a:lnTo>
                  <a:lnTo>
                    <a:pt x="2532401" y="266638"/>
                  </a:lnTo>
                  <a:lnTo>
                    <a:pt x="2602746" y="272055"/>
                  </a:lnTo>
                  <a:lnTo>
                    <a:pt x="2673090" y="277386"/>
                  </a:lnTo>
                  <a:lnTo>
                    <a:pt x="2743435" y="282632"/>
                  </a:lnTo>
                  <a:lnTo>
                    <a:pt x="2813779" y="287793"/>
                  </a:lnTo>
                  <a:lnTo>
                    <a:pt x="2884124" y="292872"/>
                  </a:lnTo>
                  <a:lnTo>
                    <a:pt x="2954468" y="297870"/>
                  </a:lnTo>
                  <a:lnTo>
                    <a:pt x="3024813" y="302787"/>
                  </a:lnTo>
                  <a:lnTo>
                    <a:pt x="3095157" y="307626"/>
                  </a:lnTo>
                  <a:lnTo>
                    <a:pt x="3165502" y="312387"/>
                  </a:lnTo>
                  <a:lnTo>
                    <a:pt x="3235846" y="317072"/>
                  </a:lnTo>
                  <a:lnTo>
                    <a:pt x="3306191" y="321682"/>
                  </a:lnTo>
                  <a:lnTo>
                    <a:pt x="3376535" y="326219"/>
                  </a:lnTo>
                  <a:lnTo>
                    <a:pt x="3446880" y="330682"/>
                  </a:lnTo>
                  <a:lnTo>
                    <a:pt x="3517224" y="335074"/>
                  </a:lnTo>
                  <a:lnTo>
                    <a:pt x="3587569" y="339396"/>
                  </a:lnTo>
                  <a:lnTo>
                    <a:pt x="3657913" y="343648"/>
                  </a:lnTo>
                  <a:lnTo>
                    <a:pt x="3728257" y="347833"/>
                  </a:lnTo>
                  <a:lnTo>
                    <a:pt x="3798602" y="351950"/>
                  </a:lnTo>
                  <a:lnTo>
                    <a:pt x="3868946" y="356001"/>
                  </a:lnTo>
                  <a:lnTo>
                    <a:pt x="3939291" y="359988"/>
                  </a:lnTo>
                  <a:lnTo>
                    <a:pt x="4009635" y="363910"/>
                  </a:lnTo>
                  <a:lnTo>
                    <a:pt x="4079980" y="367770"/>
                  </a:lnTo>
                  <a:lnTo>
                    <a:pt x="4150324" y="371568"/>
                  </a:lnTo>
                  <a:lnTo>
                    <a:pt x="4220669" y="375306"/>
                  </a:lnTo>
                  <a:lnTo>
                    <a:pt x="4291013" y="378983"/>
                  </a:lnTo>
                  <a:lnTo>
                    <a:pt x="4361358" y="382601"/>
                  </a:lnTo>
                  <a:lnTo>
                    <a:pt x="4431702" y="386162"/>
                  </a:lnTo>
                  <a:lnTo>
                    <a:pt x="4502047" y="389665"/>
                  </a:lnTo>
                  <a:lnTo>
                    <a:pt x="4572391" y="393113"/>
                  </a:lnTo>
                  <a:lnTo>
                    <a:pt x="4642736" y="396505"/>
                  </a:lnTo>
                  <a:lnTo>
                    <a:pt x="4713080" y="399843"/>
                  </a:lnTo>
                  <a:lnTo>
                    <a:pt x="4783425" y="403127"/>
                  </a:lnTo>
                  <a:lnTo>
                    <a:pt x="4853769" y="406359"/>
                  </a:lnTo>
                  <a:lnTo>
                    <a:pt x="4924114" y="409539"/>
                  </a:lnTo>
                  <a:lnTo>
                    <a:pt x="4994458" y="412668"/>
                  </a:lnTo>
                  <a:lnTo>
                    <a:pt x="5064803" y="415747"/>
                  </a:lnTo>
                  <a:lnTo>
                    <a:pt x="5135147" y="418777"/>
                  </a:lnTo>
                  <a:lnTo>
                    <a:pt x="5205492" y="421758"/>
                  </a:lnTo>
                  <a:lnTo>
                    <a:pt x="5275836" y="424691"/>
                  </a:lnTo>
                  <a:lnTo>
                    <a:pt x="5346181" y="427578"/>
                  </a:lnTo>
                  <a:lnTo>
                    <a:pt x="5416525" y="430418"/>
                  </a:lnTo>
                  <a:lnTo>
                    <a:pt x="5486870" y="433213"/>
                  </a:lnTo>
                  <a:lnTo>
                    <a:pt x="5557214" y="435963"/>
                  </a:lnTo>
                  <a:lnTo>
                    <a:pt x="5627559" y="438669"/>
                  </a:lnTo>
                  <a:lnTo>
                    <a:pt x="5697903" y="441331"/>
                  </a:lnTo>
                  <a:lnTo>
                    <a:pt x="5768248" y="443951"/>
                  </a:lnTo>
                  <a:lnTo>
                    <a:pt x="5838592" y="446529"/>
                  </a:lnTo>
                  <a:lnTo>
                    <a:pt x="5908937" y="449066"/>
                  </a:lnTo>
                  <a:lnTo>
                    <a:pt x="5979281" y="451562"/>
                  </a:lnTo>
                  <a:lnTo>
                    <a:pt x="6049626" y="454018"/>
                  </a:lnTo>
                  <a:lnTo>
                    <a:pt x="6119970" y="456435"/>
                  </a:lnTo>
                  <a:lnTo>
                    <a:pt x="6190315" y="458813"/>
                  </a:lnTo>
                  <a:lnTo>
                    <a:pt x="6260659" y="461153"/>
                  </a:lnTo>
                  <a:lnTo>
                    <a:pt x="6331004" y="463455"/>
                  </a:lnTo>
                  <a:lnTo>
                    <a:pt x="6401348" y="465721"/>
                  </a:lnTo>
                  <a:lnTo>
                    <a:pt x="6471693" y="467950"/>
                  </a:lnTo>
                  <a:lnTo>
                    <a:pt x="6542037" y="470144"/>
                  </a:lnTo>
                  <a:lnTo>
                    <a:pt x="6612382" y="472302"/>
                  </a:lnTo>
                  <a:lnTo>
                    <a:pt x="6682726" y="474426"/>
                  </a:lnTo>
                  <a:lnTo>
                    <a:pt x="6753071" y="476516"/>
                  </a:lnTo>
                  <a:lnTo>
                    <a:pt x="6823415" y="478573"/>
                  </a:lnTo>
                  <a:lnTo>
                    <a:pt x="6893760" y="480596"/>
                  </a:lnTo>
                  <a:lnTo>
                    <a:pt x="6964104" y="4825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300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037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42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24230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7925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3428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8930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433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9057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7299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2802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830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(1.02-1.45), p_Bonf = 0.165 (n = 6)  |  per IQR decline (Δ = 28.1 %): 1.73 (1.06-2.83)  |  IQR: [-30.1, -2.1]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2026-07-22T08:00:22Z</dcterms:modified>
  <cp:category/>
</cp:coreProperties>
</file>