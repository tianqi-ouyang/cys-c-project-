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99147"/>
            </a:xfrm>
            <a:custGeom>
              <a:avLst/>
              <a:pathLst>
                <a:path w="7090630" h="3399147">
                  <a:moveTo>
                    <a:pt x="911415" y="0"/>
                  </a:moveTo>
                  <a:lnTo>
                    <a:pt x="931092" y="41641"/>
                  </a:lnTo>
                  <a:lnTo>
                    <a:pt x="1002715" y="186818"/>
                  </a:lnTo>
                  <a:lnTo>
                    <a:pt x="1074337" y="325872"/>
                  </a:lnTo>
                  <a:lnTo>
                    <a:pt x="1145960" y="459061"/>
                  </a:lnTo>
                  <a:lnTo>
                    <a:pt x="1217582" y="586632"/>
                  </a:lnTo>
                  <a:lnTo>
                    <a:pt x="1289205" y="708823"/>
                  </a:lnTo>
                  <a:lnTo>
                    <a:pt x="1360827" y="825860"/>
                  </a:lnTo>
                  <a:lnTo>
                    <a:pt x="1432450" y="937961"/>
                  </a:lnTo>
                  <a:lnTo>
                    <a:pt x="1504073" y="1045334"/>
                  </a:lnTo>
                  <a:lnTo>
                    <a:pt x="1575695" y="1148178"/>
                  </a:lnTo>
                  <a:lnTo>
                    <a:pt x="1647318" y="1246685"/>
                  </a:lnTo>
                  <a:lnTo>
                    <a:pt x="1718940" y="1341037"/>
                  </a:lnTo>
                  <a:lnTo>
                    <a:pt x="1790563" y="1431409"/>
                  </a:lnTo>
                  <a:lnTo>
                    <a:pt x="1862185" y="1517970"/>
                  </a:lnTo>
                  <a:lnTo>
                    <a:pt x="1933808" y="1600880"/>
                  </a:lnTo>
                  <a:lnTo>
                    <a:pt x="2005430" y="1680293"/>
                  </a:lnTo>
                  <a:lnTo>
                    <a:pt x="2077053" y="1756357"/>
                  </a:lnTo>
                  <a:lnTo>
                    <a:pt x="2148675" y="1829213"/>
                  </a:lnTo>
                  <a:lnTo>
                    <a:pt x="2220298" y="1898995"/>
                  </a:lnTo>
                  <a:lnTo>
                    <a:pt x="2291920" y="1965835"/>
                  </a:lnTo>
                  <a:lnTo>
                    <a:pt x="2363543" y="2029856"/>
                  </a:lnTo>
                  <a:lnTo>
                    <a:pt x="2435165" y="2091176"/>
                  </a:lnTo>
                  <a:lnTo>
                    <a:pt x="2506788" y="2149910"/>
                  </a:lnTo>
                  <a:lnTo>
                    <a:pt x="2578410" y="2206167"/>
                  </a:lnTo>
                  <a:lnTo>
                    <a:pt x="2650033" y="2260051"/>
                  </a:lnTo>
                  <a:lnTo>
                    <a:pt x="2721655" y="2311662"/>
                  </a:lnTo>
                  <a:lnTo>
                    <a:pt x="2793278" y="2361097"/>
                  </a:lnTo>
                  <a:lnTo>
                    <a:pt x="2864901" y="2408447"/>
                  </a:lnTo>
                  <a:lnTo>
                    <a:pt x="2936523" y="2453799"/>
                  </a:lnTo>
                  <a:lnTo>
                    <a:pt x="3008146" y="2497239"/>
                  </a:lnTo>
                  <a:lnTo>
                    <a:pt x="3079768" y="2538847"/>
                  </a:lnTo>
                  <a:lnTo>
                    <a:pt x="3151391" y="2578700"/>
                  </a:lnTo>
                  <a:lnTo>
                    <a:pt x="3223013" y="2616871"/>
                  </a:lnTo>
                  <a:lnTo>
                    <a:pt x="3294636" y="2653433"/>
                  </a:lnTo>
                  <a:lnTo>
                    <a:pt x="3366258" y="2658452"/>
                  </a:lnTo>
                  <a:lnTo>
                    <a:pt x="3437881" y="2662700"/>
                  </a:lnTo>
                  <a:lnTo>
                    <a:pt x="3509503" y="2666927"/>
                  </a:lnTo>
                  <a:lnTo>
                    <a:pt x="3581126" y="2671132"/>
                  </a:lnTo>
                  <a:lnTo>
                    <a:pt x="3652748" y="2675315"/>
                  </a:lnTo>
                  <a:lnTo>
                    <a:pt x="3724371" y="2679476"/>
                  </a:lnTo>
                  <a:lnTo>
                    <a:pt x="3795993" y="2683617"/>
                  </a:lnTo>
                  <a:lnTo>
                    <a:pt x="3867616" y="2687736"/>
                  </a:lnTo>
                  <a:lnTo>
                    <a:pt x="3939238" y="2691833"/>
                  </a:lnTo>
                  <a:lnTo>
                    <a:pt x="4010861" y="2695910"/>
                  </a:lnTo>
                  <a:lnTo>
                    <a:pt x="4082483" y="2699966"/>
                  </a:lnTo>
                  <a:lnTo>
                    <a:pt x="4154106" y="2704000"/>
                  </a:lnTo>
                  <a:lnTo>
                    <a:pt x="4225729" y="2708014"/>
                  </a:lnTo>
                  <a:lnTo>
                    <a:pt x="4297351" y="2712008"/>
                  </a:lnTo>
                  <a:lnTo>
                    <a:pt x="4368974" y="2715980"/>
                  </a:lnTo>
                  <a:lnTo>
                    <a:pt x="4440596" y="2719933"/>
                  </a:lnTo>
                  <a:lnTo>
                    <a:pt x="4512219" y="2723865"/>
                  </a:lnTo>
                  <a:lnTo>
                    <a:pt x="4583841" y="2727776"/>
                  </a:lnTo>
                  <a:lnTo>
                    <a:pt x="4655464" y="2731668"/>
                  </a:lnTo>
                  <a:lnTo>
                    <a:pt x="4727086" y="2735540"/>
                  </a:lnTo>
                  <a:lnTo>
                    <a:pt x="4798709" y="2739391"/>
                  </a:lnTo>
                  <a:lnTo>
                    <a:pt x="4870331" y="2743223"/>
                  </a:lnTo>
                  <a:lnTo>
                    <a:pt x="4941954" y="2747035"/>
                  </a:lnTo>
                  <a:lnTo>
                    <a:pt x="5013576" y="2750828"/>
                  </a:lnTo>
                  <a:lnTo>
                    <a:pt x="5085199" y="2754600"/>
                  </a:lnTo>
                  <a:lnTo>
                    <a:pt x="5156821" y="2758354"/>
                  </a:lnTo>
                  <a:lnTo>
                    <a:pt x="5228444" y="2762088"/>
                  </a:lnTo>
                  <a:lnTo>
                    <a:pt x="5300066" y="2765803"/>
                  </a:lnTo>
                  <a:lnTo>
                    <a:pt x="5371689" y="2769499"/>
                  </a:lnTo>
                  <a:lnTo>
                    <a:pt x="5443311" y="2773176"/>
                  </a:lnTo>
                  <a:lnTo>
                    <a:pt x="5514934" y="2776834"/>
                  </a:lnTo>
                  <a:lnTo>
                    <a:pt x="5586557" y="2780473"/>
                  </a:lnTo>
                  <a:lnTo>
                    <a:pt x="5658179" y="2784093"/>
                  </a:lnTo>
                  <a:lnTo>
                    <a:pt x="5729802" y="2787695"/>
                  </a:lnTo>
                  <a:lnTo>
                    <a:pt x="5801424" y="2791278"/>
                  </a:lnTo>
                  <a:lnTo>
                    <a:pt x="5873047" y="2794843"/>
                  </a:lnTo>
                  <a:lnTo>
                    <a:pt x="5944669" y="2798389"/>
                  </a:lnTo>
                  <a:lnTo>
                    <a:pt x="6016292" y="2801917"/>
                  </a:lnTo>
                  <a:lnTo>
                    <a:pt x="6087914" y="2805427"/>
                  </a:lnTo>
                  <a:lnTo>
                    <a:pt x="6159537" y="2808919"/>
                  </a:lnTo>
                  <a:lnTo>
                    <a:pt x="6231159" y="2812393"/>
                  </a:lnTo>
                  <a:lnTo>
                    <a:pt x="6302782" y="2815849"/>
                  </a:lnTo>
                  <a:lnTo>
                    <a:pt x="6374404" y="2819287"/>
                  </a:lnTo>
                  <a:lnTo>
                    <a:pt x="6446027" y="2822707"/>
                  </a:lnTo>
                  <a:lnTo>
                    <a:pt x="6517649" y="2826110"/>
                  </a:lnTo>
                  <a:lnTo>
                    <a:pt x="6589272" y="2829496"/>
                  </a:lnTo>
                  <a:lnTo>
                    <a:pt x="6660894" y="2832864"/>
                  </a:lnTo>
                  <a:lnTo>
                    <a:pt x="6732517" y="2836214"/>
                  </a:lnTo>
                  <a:lnTo>
                    <a:pt x="6804139" y="2839548"/>
                  </a:lnTo>
                  <a:lnTo>
                    <a:pt x="6875762" y="2842864"/>
                  </a:lnTo>
                  <a:lnTo>
                    <a:pt x="6947385" y="2846163"/>
                  </a:lnTo>
                  <a:lnTo>
                    <a:pt x="7019007" y="2849445"/>
                  </a:lnTo>
                  <a:lnTo>
                    <a:pt x="7090630" y="2852710"/>
                  </a:lnTo>
                  <a:lnTo>
                    <a:pt x="7090630" y="3399147"/>
                  </a:lnTo>
                  <a:lnTo>
                    <a:pt x="7019007" y="3395422"/>
                  </a:lnTo>
                  <a:lnTo>
                    <a:pt x="6947385" y="3391532"/>
                  </a:lnTo>
                  <a:lnTo>
                    <a:pt x="6875762" y="3387472"/>
                  </a:lnTo>
                  <a:lnTo>
                    <a:pt x="6804139" y="3383233"/>
                  </a:lnTo>
                  <a:lnTo>
                    <a:pt x="6732517" y="3378807"/>
                  </a:lnTo>
                  <a:lnTo>
                    <a:pt x="6660894" y="3374186"/>
                  </a:lnTo>
                  <a:lnTo>
                    <a:pt x="6589272" y="3369361"/>
                  </a:lnTo>
                  <a:lnTo>
                    <a:pt x="6517649" y="3364324"/>
                  </a:lnTo>
                  <a:lnTo>
                    <a:pt x="6446027" y="3359066"/>
                  </a:lnTo>
                  <a:lnTo>
                    <a:pt x="6374404" y="3353576"/>
                  </a:lnTo>
                  <a:lnTo>
                    <a:pt x="6302782" y="3347844"/>
                  </a:lnTo>
                  <a:lnTo>
                    <a:pt x="6231159" y="3341859"/>
                  </a:lnTo>
                  <a:lnTo>
                    <a:pt x="6159537" y="3335612"/>
                  </a:lnTo>
                  <a:lnTo>
                    <a:pt x="6087914" y="3329089"/>
                  </a:lnTo>
                  <a:lnTo>
                    <a:pt x="6016292" y="3322278"/>
                  </a:lnTo>
                  <a:lnTo>
                    <a:pt x="5944669" y="3315168"/>
                  </a:lnTo>
                  <a:lnTo>
                    <a:pt x="5873047" y="3307745"/>
                  </a:lnTo>
                  <a:lnTo>
                    <a:pt x="5801424" y="3299995"/>
                  </a:lnTo>
                  <a:lnTo>
                    <a:pt x="5729802" y="3291904"/>
                  </a:lnTo>
                  <a:lnTo>
                    <a:pt x="5658179" y="3283456"/>
                  </a:lnTo>
                  <a:lnTo>
                    <a:pt x="5586557" y="3274637"/>
                  </a:lnTo>
                  <a:lnTo>
                    <a:pt x="5514934" y="3265429"/>
                  </a:lnTo>
                  <a:lnTo>
                    <a:pt x="5443311" y="3255815"/>
                  </a:lnTo>
                  <a:lnTo>
                    <a:pt x="5371689" y="3245779"/>
                  </a:lnTo>
                  <a:lnTo>
                    <a:pt x="5300066" y="3235300"/>
                  </a:lnTo>
                  <a:lnTo>
                    <a:pt x="5228444" y="3224360"/>
                  </a:lnTo>
                  <a:lnTo>
                    <a:pt x="5156821" y="3212938"/>
                  </a:lnTo>
                  <a:lnTo>
                    <a:pt x="5085199" y="3201013"/>
                  </a:lnTo>
                  <a:lnTo>
                    <a:pt x="5013576" y="3188564"/>
                  </a:lnTo>
                  <a:lnTo>
                    <a:pt x="4941954" y="3175566"/>
                  </a:lnTo>
                  <a:lnTo>
                    <a:pt x="4870331" y="3161995"/>
                  </a:lnTo>
                  <a:lnTo>
                    <a:pt x="4798709" y="3147827"/>
                  </a:lnTo>
                  <a:lnTo>
                    <a:pt x="4727086" y="3133035"/>
                  </a:lnTo>
                  <a:lnTo>
                    <a:pt x="4655464" y="3117592"/>
                  </a:lnTo>
                  <a:lnTo>
                    <a:pt x="4583841" y="3101469"/>
                  </a:lnTo>
                  <a:lnTo>
                    <a:pt x="4512219" y="3084636"/>
                  </a:lnTo>
                  <a:lnTo>
                    <a:pt x="4440596" y="3067061"/>
                  </a:lnTo>
                  <a:lnTo>
                    <a:pt x="4368974" y="3048713"/>
                  </a:lnTo>
                  <a:lnTo>
                    <a:pt x="4297351" y="3029557"/>
                  </a:lnTo>
                  <a:lnTo>
                    <a:pt x="4225729" y="3009557"/>
                  </a:lnTo>
                  <a:lnTo>
                    <a:pt x="4154106" y="2988677"/>
                  </a:lnTo>
                  <a:lnTo>
                    <a:pt x="4082483" y="2966877"/>
                  </a:lnTo>
                  <a:lnTo>
                    <a:pt x="4010861" y="2944117"/>
                  </a:lnTo>
                  <a:lnTo>
                    <a:pt x="3939238" y="2920355"/>
                  </a:lnTo>
                  <a:lnTo>
                    <a:pt x="3867616" y="2895547"/>
                  </a:lnTo>
                  <a:lnTo>
                    <a:pt x="3795993" y="2869646"/>
                  </a:lnTo>
                  <a:lnTo>
                    <a:pt x="3724371" y="2842605"/>
                  </a:lnTo>
                  <a:lnTo>
                    <a:pt x="3652748" y="2814373"/>
                  </a:lnTo>
                  <a:lnTo>
                    <a:pt x="3581126" y="2784897"/>
                  </a:lnTo>
                  <a:lnTo>
                    <a:pt x="3509503" y="2754124"/>
                  </a:lnTo>
                  <a:lnTo>
                    <a:pt x="3437881" y="2721996"/>
                  </a:lnTo>
                  <a:lnTo>
                    <a:pt x="3366258" y="2688453"/>
                  </a:lnTo>
                  <a:lnTo>
                    <a:pt x="3294636" y="2654181"/>
                  </a:lnTo>
                  <a:lnTo>
                    <a:pt x="3223013" y="2649889"/>
                  </a:lnTo>
                  <a:lnTo>
                    <a:pt x="3151391" y="2645574"/>
                  </a:lnTo>
                  <a:lnTo>
                    <a:pt x="3079768" y="2641237"/>
                  </a:lnTo>
                  <a:lnTo>
                    <a:pt x="3008146" y="2636877"/>
                  </a:lnTo>
                  <a:lnTo>
                    <a:pt x="2936523" y="2632495"/>
                  </a:lnTo>
                  <a:lnTo>
                    <a:pt x="2864901" y="2628090"/>
                  </a:lnTo>
                  <a:lnTo>
                    <a:pt x="2793278" y="2623663"/>
                  </a:lnTo>
                  <a:lnTo>
                    <a:pt x="2721655" y="2619212"/>
                  </a:lnTo>
                  <a:lnTo>
                    <a:pt x="2650033" y="2614739"/>
                  </a:lnTo>
                  <a:lnTo>
                    <a:pt x="2578410" y="2610242"/>
                  </a:lnTo>
                  <a:lnTo>
                    <a:pt x="2506788" y="2605722"/>
                  </a:lnTo>
                  <a:lnTo>
                    <a:pt x="2435165" y="2601179"/>
                  </a:lnTo>
                  <a:lnTo>
                    <a:pt x="2363543" y="2596612"/>
                  </a:lnTo>
                  <a:lnTo>
                    <a:pt x="2291920" y="2592022"/>
                  </a:lnTo>
                  <a:lnTo>
                    <a:pt x="2220298" y="2587408"/>
                  </a:lnTo>
                  <a:lnTo>
                    <a:pt x="2148675" y="2582770"/>
                  </a:lnTo>
                  <a:lnTo>
                    <a:pt x="2077053" y="2578108"/>
                  </a:lnTo>
                  <a:lnTo>
                    <a:pt x="2005430" y="2573421"/>
                  </a:lnTo>
                  <a:lnTo>
                    <a:pt x="1933808" y="2568711"/>
                  </a:lnTo>
                  <a:lnTo>
                    <a:pt x="1862185" y="2563976"/>
                  </a:lnTo>
                  <a:lnTo>
                    <a:pt x="1790563" y="2559217"/>
                  </a:lnTo>
                  <a:lnTo>
                    <a:pt x="1718940" y="2554433"/>
                  </a:lnTo>
                  <a:lnTo>
                    <a:pt x="1647318" y="2549624"/>
                  </a:lnTo>
                  <a:lnTo>
                    <a:pt x="1575695" y="2544791"/>
                  </a:lnTo>
                  <a:lnTo>
                    <a:pt x="1504073" y="2539932"/>
                  </a:lnTo>
                  <a:lnTo>
                    <a:pt x="1432450" y="2535048"/>
                  </a:lnTo>
                  <a:lnTo>
                    <a:pt x="1360827" y="2530139"/>
                  </a:lnTo>
                  <a:lnTo>
                    <a:pt x="1289205" y="2525205"/>
                  </a:lnTo>
                  <a:lnTo>
                    <a:pt x="1217582" y="2520245"/>
                  </a:lnTo>
                  <a:lnTo>
                    <a:pt x="1145960" y="2515259"/>
                  </a:lnTo>
                  <a:lnTo>
                    <a:pt x="1074337" y="2510248"/>
                  </a:lnTo>
                  <a:lnTo>
                    <a:pt x="1002715" y="2505211"/>
                  </a:lnTo>
                  <a:lnTo>
                    <a:pt x="931092" y="2500147"/>
                  </a:lnTo>
                  <a:lnTo>
                    <a:pt x="859470" y="2495058"/>
                  </a:lnTo>
                  <a:lnTo>
                    <a:pt x="787847" y="2489942"/>
                  </a:lnTo>
                  <a:lnTo>
                    <a:pt x="716225" y="2484799"/>
                  </a:lnTo>
                  <a:lnTo>
                    <a:pt x="644602" y="2479630"/>
                  </a:lnTo>
                  <a:lnTo>
                    <a:pt x="572980" y="2474435"/>
                  </a:lnTo>
                  <a:lnTo>
                    <a:pt x="501357" y="2469212"/>
                  </a:lnTo>
                  <a:lnTo>
                    <a:pt x="429735" y="2463962"/>
                  </a:lnTo>
                  <a:lnTo>
                    <a:pt x="358112" y="2458685"/>
                  </a:lnTo>
                  <a:lnTo>
                    <a:pt x="286490" y="2453381"/>
                  </a:lnTo>
                  <a:lnTo>
                    <a:pt x="214867" y="2448050"/>
                  </a:lnTo>
                  <a:lnTo>
                    <a:pt x="143245" y="2442691"/>
                  </a:lnTo>
                  <a:lnTo>
                    <a:pt x="71622" y="2437304"/>
                  </a:lnTo>
                  <a:lnTo>
                    <a:pt x="0" y="24318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083464" y="2073503"/>
              <a:ext cx="6179214" cy="2852710"/>
            </a:xfrm>
            <a:custGeom>
              <a:avLst/>
              <a:pathLst>
                <a:path w="6179214" h="2852710">
                  <a:moveTo>
                    <a:pt x="0" y="0"/>
                  </a:moveTo>
                  <a:lnTo>
                    <a:pt x="19677" y="41641"/>
                  </a:lnTo>
                  <a:lnTo>
                    <a:pt x="91299" y="186818"/>
                  </a:lnTo>
                  <a:lnTo>
                    <a:pt x="162922" y="325872"/>
                  </a:lnTo>
                  <a:lnTo>
                    <a:pt x="234545" y="459061"/>
                  </a:lnTo>
                  <a:lnTo>
                    <a:pt x="306167" y="586632"/>
                  </a:lnTo>
                  <a:lnTo>
                    <a:pt x="377790" y="708823"/>
                  </a:lnTo>
                  <a:lnTo>
                    <a:pt x="449412" y="825860"/>
                  </a:lnTo>
                  <a:lnTo>
                    <a:pt x="521035" y="937961"/>
                  </a:lnTo>
                  <a:lnTo>
                    <a:pt x="592657" y="1045334"/>
                  </a:lnTo>
                  <a:lnTo>
                    <a:pt x="664280" y="1148178"/>
                  </a:lnTo>
                  <a:lnTo>
                    <a:pt x="735902" y="1246685"/>
                  </a:lnTo>
                  <a:lnTo>
                    <a:pt x="807525" y="1341037"/>
                  </a:lnTo>
                  <a:lnTo>
                    <a:pt x="879147" y="1431409"/>
                  </a:lnTo>
                  <a:lnTo>
                    <a:pt x="950770" y="1517970"/>
                  </a:lnTo>
                  <a:lnTo>
                    <a:pt x="1022392" y="1600880"/>
                  </a:lnTo>
                  <a:lnTo>
                    <a:pt x="1094015" y="1680293"/>
                  </a:lnTo>
                  <a:lnTo>
                    <a:pt x="1165637" y="1756357"/>
                  </a:lnTo>
                  <a:lnTo>
                    <a:pt x="1237260" y="1829213"/>
                  </a:lnTo>
                  <a:lnTo>
                    <a:pt x="1308882" y="1898995"/>
                  </a:lnTo>
                  <a:lnTo>
                    <a:pt x="1380505" y="1965835"/>
                  </a:lnTo>
                  <a:lnTo>
                    <a:pt x="1452127" y="2029856"/>
                  </a:lnTo>
                  <a:lnTo>
                    <a:pt x="1523750" y="2091176"/>
                  </a:lnTo>
                  <a:lnTo>
                    <a:pt x="1595373" y="2149910"/>
                  </a:lnTo>
                  <a:lnTo>
                    <a:pt x="1666995" y="2206167"/>
                  </a:lnTo>
                  <a:lnTo>
                    <a:pt x="1738618" y="2260051"/>
                  </a:lnTo>
                  <a:lnTo>
                    <a:pt x="1810240" y="2311662"/>
                  </a:lnTo>
                  <a:lnTo>
                    <a:pt x="1881863" y="2361097"/>
                  </a:lnTo>
                  <a:lnTo>
                    <a:pt x="1953485" y="2408447"/>
                  </a:lnTo>
                  <a:lnTo>
                    <a:pt x="2025108" y="2453799"/>
                  </a:lnTo>
                  <a:lnTo>
                    <a:pt x="2096730" y="2497239"/>
                  </a:lnTo>
                  <a:lnTo>
                    <a:pt x="2168353" y="2538847"/>
                  </a:lnTo>
                  <a:lnTo>
                    <a:pt x="2239975" y="2578700"/>
                  </a:lnTo>
                  <a:lnTo>
                    <a:pt x="2311598" y="2616871"/>
                  </a:lnTo>
                  <a:lnTo>
                    <a:pt x="2383220" y="2653433"/>
                  </a:lnTo>
                  <a:lnTo>
                    <a:pt x="2454843" y="2658452"/>
                  </a:lnTo>
                  <a:lnTo>
                    <a:pt x="2526465" y="2662700"/>
                  </a:lnTo>
                  <a:lnTo>
                    <a:pt x="2598088" y="2666927"/>
                  </a:lnTo>
                  <a:lnTo>
                    <a:pt x="2669710" y="2671132"/>
                  </a:lnTo>
                  <a:lnTo>
                    <a:pt x="2741333" y="2675315"/>
                  </a:lnTo>
                  <a:lnTo>
                    <a:pt x="2812955" y="2679476"/>
                  </a:lnTo>
                  <a:lnTo>
                    <a:pt x="2884578" y="2683617"/>
                  </a:lnTo>
                  <a:lnTo>
                    <a:pt x="2956201" y="2687736"/>
                  </a:lnTo>
                  <a:lnTo>
                    <a:pt x="3027823" y="2691833"/>
                  </a:lnTo>
                  <a:lnTo>
                    <a:pt x="3099446" y="2695910"/>
                  </a:lnTo>
                  <a:lnTo>
                    <a:pt x="3171068" y="2699966"/>
                  </a:lnTo>
                  <a:lnTo>
                    <a:pt x="3242691" y="2704000"/>
                  </a:lnTo>
                  <a:lnTo>
                    <a:pt x="3314313" y="2708014"/>
                  </a:lnTo>
                  <a:lnTo>
                    <a:pt x="3385936" y="2712008"/>
                  </a:lnTo>
                  <a:lnTo>
                    <a:pt x="3457558" y="2715980"/>
                  </a:lnTo>
                  <a:lnTo>
                    <a:pt x="3529181" y="2719933"/>
                  </a:lnTo>
                  <a:lnTo>
                    <a:pt x="3600803" y="2723865"/>
                  </a:lnTo>
                  <a:lnTo>
                    <a:pt x="3672426" y="2727776"/>
                  </a:lnTo>
                  <a:lnTo>
                    <a:pt x="3744048" y="2731668"/>
                  </a:lnTo>
                  <a:lnTo>
                    <a:pt x="3815671" y="2735540"/>
                  </a:lnTo>
                  <a:lnTo>
                    <a:pt x="3887293" y="2739391"/>
                  </a:lnTo>
                  <a:lnTo>
                    <a:pt x="3958916" y="2743223"/>
                  </a:lnTo>
                  <a:lnTo>
                    <a:pt x="4030538" y="2747035"/>
                  </a:lnTo>
                  <a:lnTo>
                    <a:pt x="4102161" y="2750828"/>
                  </a:lnTo>
                  <a:lnTo>
                    <a:pt x="4173783" y="2754600"/>
                  </a:lnTo>
                  <a:lnTo>
                    <a:pt x="4245406" y="2758354"/>
                  </a:lnTo>
                  <a:lnTo>
                    <a:pt x="4317029" y="2762088"/>
                  </a:lnTo>
                  <a:lnTo>
                    <a:pt x="4388651" y="2765803"/>
                  </a:lnTo>
                  <a:lnTo>
                    <a:pt x="4460274" y="2769499"/>
                  </a:lnTo>
                  <a:lnTo>
                    <a:pt x="4531896" y="2773176"/>
                  </a:lnTo>
                  <a:lnTo>
                    <a:pt x="4603519" y="2776834"/>
                  </a:lnTo>
                  <a:lnTo>
                    <a:pt x="4675141" y="2780473"/>
                  </a:lnTo>
                  <a:lnTo>
                    <a:pt x="4746764" y="2784093"/>
                  </a:lnTo>
                  <a:lnTo>
                    <a:pt x="4818386" y="2787695"/>
                  </a:lnTo>
                  <a:lnTo>
                    <a:pt x="4890009" y="2791278"/>
                  </a:lnTo>
                  <a:lnTo>
                    <a:pt x="4961631" y="2794843"/>
                  </a:lnTo>
                  <a:lnTo>
                    <a:pt x="5033254" y="2798389"/>
                  </a:lnTo>
                  <a:lnTo>
                    <a:pt x="5104876" y="2801917"/>
                  </a:lnTo>
                  <a:lnTo>
                    <a:pt x="5176499" y="2805427"/>
                  </a:lnTo>
                  <a:lnTo>
                    <a:pt x="5248121" y="2808919"/>
                  </a:lnTo>
                  <a:lnTo>
                    <a:pt x="5319744" y="2812393"/>
                  </a:lnTo>
                  <a:lnTo>
                    <a:pt x="5391366" y="2815849"/>
                  </a:lnTo>
                  <a:lnTo>
                    <a:pt x="5462989" y="2819287"/>
                  </a:lnTo>
                  <a:lnTo>
                    <a:pt x="5534611" y="2822707"/>
                  </a:lnTo>
                  <a:lnTo>
                    <a:pt x="5606234" y="2826110"/>
                  </a:lnTo>
                  <a:lnTo>
                    <a:pt x="5677857" y="2829496"/>
                  </a:lnTo>
                  <a:lnTo>
                    <a:pt x="5749479" y="2832864"/>
                  </a:lnTo>
                  <a:lnTo>
                    <a:pt x="5821102" y="2836214"/>
                  </a:lnTo>
                  <a:lnTo>
                    <a:pt x="5892724" y="2839548"/>
                  </a:lnTo>
                  <a:lnTo>
                    <a:pt x="5964347" y="2842864"/>
                  </a:lnTo>
                  <a:lnTo>
                    <a:pt x="6035969" y="2846163"/>
                  </a:lnTo>
                  <a:lnTo>
                    <a:pt x="6107592" y="2849445"/>
                  </a:lnTo>
                  <a:lnTo>
                    <a:pt x="6179214" y="28527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505392"/>
              <a:ext cx="7090630" cy="967258"/>
            </a:xfrm>
            <a:custGeom>
              <a:avLst/>
              <a:pathLst>
                <a:path w="7090630" h="967258">
                  <a:moveTo>
                    <a:pt x="7090630" y="967258"/>
                  </a:moveTo>
                  <a:lnTo>
                    <a:pt x="7019007" y="963532"/>
                  </a:lnTo>
                  <a:lnTo>
                    <a:pt x="6947385" y="959643"/>
                  </a:lnTo>
                  <a:lnTo>
                    <a:pt x="6875762" y="955583"/>
                  </a:lnTo>
                  <a:lnTo>
                    <a:pt x="6804139" y="951343"/>
                  </a:lnTo>
                  <a:lnTo>
                    <a:pt x="6732517" y="946917"/>
                  </a:lnTo>
                  <a:lnTo>
                    <a:pt x="6660894" y="942296"/>
                  </a:lnTo>
                  <a:lnTo>
                    <a:pt x="6589272" y="937472"/>
                  </a:lnTo>
                  <a:lnTo>
                    <a:pt x="6517649" y="932435"/>
                  </a:lnTo>
                  <a:lnTo>
                    <a:pt x="6446027" y="927176"/>
                  </a:lnTo>
                  <a:lnTo>
                    <a:pt x="6374404" y="921686"/>
                  </a:lnTo>
                  <a:lnTo>
                    <a:pt x="6302782" y="915954"/>
                  </a:lnTo>
                  <a:lnTo>
                    <a:pt x="6231159" y="909970"/>
                  </a:lnTo>
                  <a:lnTo>
                    <a:pt x="6159537" y="903722"/>
                  </a:lnTo>
                  <a:lnTo>
                    <a:pt x="6087914" y="897199"/>
                  </a:lnTo>
                  <a:lnTo>
                    <a:pt x="6016292" y="890389"/>
                  </a:lnTo>
                  <a:lnTo>
                    <a:pt x="5944669" y="883279"/>
                  </a:lnTo>
                  <a:lnTo>
                    <a:pt x="5873047" y="875856"/>
                  </a:lnTo>
                  <a:lnTo>
                    <a:pt x="5801424" y="868106"/>
                  </a:lnTo>
                  <a:lnTo>
                    <a:pt x="5729802" y="860014"/>
                  </a:lnTo>
                  <a:lnTo>
                    <a:pt x="5658179" y="851567"/>
                  </a:lnTo>
                  <a:lnTo>
                    <a:pt x="5586557" y="842747"/>
                  </a:lnTo>
                  <a:lnTo>
                    <a:pt x="5514934" y="833539"/>
                  </a:lnTo>
                  <a:lnTo>
                    <a:pt x="5443311" y="823926"/>
                  </a:lnTo>
                  <a:lnTo>
                    <a:pt x="5371689" y="813889"/>
                  </a:lnTo>
                  <a:lnTo>
                    <a:pt x="5300066" y="803411"/>
                  </a:lnTo>
                  <a:lnTo>
                    <a:pt x="5228444" y="792471"/>
                  </a:lnTo>
                  <a:lnTo>
                    <a:pt x="5156821" y="781049"/>
                  </a:lnTo>
                  <a:lnTo>
                    <a:pt x="5085199" y="769124"/>
                  </a:lnTo>
                  <a:lnTo>
                    <a:pt x="5013576" y="756674"/>
                  </a:lnTo>
                  <a:lnTo>
                    <a:pt x="4941954" y="743676"/>
                  </a:lnTo>
                  <a:lnTo>
                    <a:pt x="4870331" y="730106"/>
                  </a:lnTo>
                  <a:lnTo>
                    <a:pt x="4798709" y="715938"/>
                  </a:lnTo>
                  <a:lnTo>
                    <a:pt x="4727086" y="701146"/>
                  </a:lnTo>
                  <a:lnTo>
                    <a:pt x="4655464" y="685703"/>
                  </a:lnTo>
                  <a:lnTo>
                    <a:pt x="4583841" y="669579"/>
                  </a:lnTo>
                  <a:lnTo>
                    <a:pt x="4512219" y="652746"/>
                  </a:lnTo>
                  <a:lnTo>
                    <a:pt x="4440596" y="635172"/>
                  </a:lnTo>
                  <a:lnTo>
                    <a:pt x="4368974" y="616824"/>
                  </a:lnTo>
                  <a:lnTo>
                    <a:pt x="4297351" y="597667"/>
                  </a:lnTo>
                  <a:lnTo>
                    <a:pt x="4225729" y="577668"/>
                  </a:lnTo>
                  <a:lnTo>
                    <a:pt x="4154106" y="556787"/>
                  </a:lnTo>
                  <a:lnTo>
                    <a:pt x="4082483" y="534987"/>
                  </a:lnTo>
                  <a:lnTo>
                    <a:pt x="4010861" y="512228"/>
                  </a:lnTo>
                  <a:lnTo>
                    <a:pt x="3939238" y="488465"/>
                  </a:lnTo>
                  <a:lnTo>
                    <a:pt x="3867616" y="463657"/>
                  </a:lnTo>
                  <a:lnTo>
                    <a:pt x="3795993" y="437756"/>
                  </a:lnTo>
                  <a:lnTo>
                    <a:pt x="3724371" y="410715"/>
                  </a:lnTo>
                  <a:lnTo>
                    <a:pt x="3652748" y="382483"/>
                  </a:lnTo>
                  <a:lnTo>
                    <a:pt x="3581126" y="353008"/>
                  </a:lnTo>
                  <a:lnTo>
                    <a:pt x="3509503" y="322235"/>
                  </a:lnTo>
                  <a:lnTo>
                    <a:pt x="3437881" y="290107"/>
                  </a:lnTo>
                  <a:lnTo>
                    <a:pt x="3366258" y="256564"/>
                  </a:lnTo>
                  <a:lnTo>
                    <a:pt x="3294636" y="222292"/>
                  </a:lnTo>
                  <a:lnTo>
                    <a:pt x="3223013" y="217999"/>
                  </a:lnTo>
                  <a:lnTo>
                    <a:pt x="3151391" y="213684"/>
                  </a:lnTo>
                  <a:lnTo>
                    <a:pt x="3079768" y="209347"/>
                  </a:lnTo>
                  <a:lnTo>
                    <a:pt x="3008146" y="204988"/>
                  </a:lnTo>
                  <a:lnTo>
                    <a:pt x="2936523" y="200606"/>
                  </a:lnTo>
                  <a:lnTo>
                    <a:pt x="2864901" y="196201"/>
                  </a:lnTo>
                  <a:lnTo>
                    <a:pt x="2793278" y="191773"/>
                  </a:lnTo>
                  <a:lnTo>
                    <a:pt x="2721655" y="187323"/>
                  </a:lnTo>
                  <a:lnTo>
                    <a:pt x="2650033" y="182849"/>
                  </a:lnTo>
                  <a:lnTo>
                    <a:pt x="2578410" y="178353"/>
                  </a:lnTo>
                  <a:lnTo>
                    <a:pt x="2506788" y="173833"/>
                  </a:lnTo>
                  <a:lnTo>
                    <a:pt x="2435165" y="169290"/>
                  </a:lnTo>
                  <a:lnTo>
                    <a:pt x="2363543" y="164723"/>
                  </a:lnTo>
                  <a:lnTo>
                    <a:pt x="2291920" y="160132"/>
                  </a:lnTo>
                  <a:lnTo>
                    <a:pt x="2220298" y="155518"/>
                  </a:lnTo>
                  <a:lnTo>
                    <a:pt x="2148675" y="150880"/>
                  </a:lnTo>
                  <a:lnTo>
                    <a:pt x="2077053" y="146218"/>
                  </a:lnTo>
                  <a:lnTo>
                    <a:pt x="2005430" y="141532"/>
                  </a:lnTo>
                  <a:lnTo>
                    <a:pt x="1933808" y="136821"/>
                  </a:lnTo>
                  <a:lnTo>
                    <a:pt x="1862185" y="132087"/>
                  </a:lnTo>
                  <a:lnTo>
                    <a:pt x="1790563" y="127327"/>
                  </a:lnTo>
                  <a:lnTo>
                    <a:pt x="1718940" y="122543"/>
                  </a:lnTo>
                  <a:lnTo>
                    <a:pt x="1647318" y="117735"/>
                  </a:lnTo>
                  <a:lnTo>
                    <a:pt x="1575695" y="112901"/>
                  </a:lnTo>
                  <a:lnTo>
                    <a:pt x="1504073" y="108043"/>
                  </a:lnTo>
                  <a:lnTo>
                    <a:pt x="1432450" y="103159"/>
                  </a:lnTo>
                  <a:lnTo>
                    <a:pt x="1360827" y="98250"/>
                  </a:lnTo>
                  <a:lnTo>
                    <a:pt x="1289205" y="93315"/>
                  </a:lnTo>
                  <a:lnTo>
                    <a:pt x="1217582" y="88356"/>
                  </a:lnTo>
                  <a:lnTo>
                    <a:pt x="1145960" y="83370"/>
                  </a:lnTo>
                  <a:lnTo>
                    <a:pt x="1074337" y="78359"/>
                  </a:lnTo>
                  <a:lnTo>
                    <a:pt x="1002715" y="73321"/>
                  </a:lnTo>
                  <a:lnTo>
                    <a:pt x="931092" y="68258"/>
                  </a:lnTo>
                  <a:lnTo>
                    <a:pt x="859470" y="63168"/>
                  </a:lnTo>
                  <a:lnTo>
                    <a:pt x="787847" y="58052"/>
                  </a:lnTo>
                  <a:lnTo>
                    <a:pt x="716225" y="52910"/>
                  </a:lnTo>
                  <a:lnTo>
                    <a:pt x="644602" y="47741"/>
                  </a:lnTo>
                  <a:lnTo>
                    <a:pt x="572980" y="42545"/>
                  </a:lnTo>
                  <a:lnTo>
                    <a:pt x="501357" y="37323"/>
                  </a:lnTo>
                  <a:lnTo>
                    <a:pt x="429735" y="32073"/>
                  </a:lnTo>
                  <a:lnTo>
                    <a:pt x="358112" y="26796"/>
                  </a:lnTo>
                  <a:lnTo>
                    <a:pt x="286490" y="21492"/>
                  </a:lnTo>
                  <a:lnTo>
                    <a:pt x="214867" y="16160"/>
                  </a:lnTo>
                  <a:lnTo>
                    <a:pt x="143245" y="10801"/>
                  </a:lnTo>
                  <a:lnTo>
                    <a:pt x="71622" y="54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039367"/>
              <a:ext cx="7090630" cy="2286830"/>
            </a:xfrm>
            <a:custGeom>
              <a:avLst/>
              <a:pathLst>
                <a:path w="7090630" h="2286830">
                  <a:moveTo>
                    <a:pt x="0" y="0"/>
                  </a:moveTo>
                  <a:lnTo>
                    <a:pt x="71622" y="60020"/>
                  </a:lnTo>
                  <a:lnTo>
                    <a:pt x="143245" y="118610"/>
                  </a:lnTo>
                  <a:lnTo>
                    <a:pt x="214867" y="175804"/>
                  </a:lnTo>
                  <a:lnTo>
                    <a:pt x="286490" y="231634"/>
                  </a:lnTo>
                  <a:lnTo>
                    <a:pt x="358112" y="286133"/>
                  </a:lnTo>
                  <a:lnTo>
                    <a:pt x="429735" y="339333"/>
                  </a:lnTo>
                  <a:lnTo>
                    <a:pt x="501357" y="391265"/>
                  </a:lnTo>
                  <a:lnTo>
                    <a:pt x="572980" y="441959"/>
                  </a:lnTo>
                  <a:lnTo>
                    <a:pt x="644602" y="491445"/>
                  </a:lnTo>
                  <a:lnTo>
                    <a:pt x="716225" y="539751"/>
                  </a:lnTo>
                  <a:lnTo>
                    <a:pt x="787847" y="586905"/>
                  </a:lnTo>
                  <a:lnTo>
                    <a:pt x="859470" y="632935"/>
                  </a:lnTo>
                  <a:lnTo>
                    <a:pt x="931092" y="677868"/>
                  </a:lnTo>
                  <a:lnTo>
                    <a:pt x="1002715" y="721730"/>
                  </a:lnTo>
                  <a:lnTo>
                    <a:pt x="1074337" y="764547"/>
                  </a:lnTo>
                  <a:lnTo>
                    <a:pt x="1145960" y="806342"/>
                  </a:lnTo>
                  <a:lnTo>
                    <a:pt x="1217582" y="847142"/>
                  </a:lnTo>
                  <a:lnTo>
                    <a:pt x="1289205" y="886969"/>
                  </a:lnTo>
                  <a:lnTo>
                    <a:pt x="1360827" y="925846"/>
                  </a:lnTo>
                  <a:lnTo>
                    <a:pt x="1432450" y="963797"/>
                  </a:lnTo>
                  <a:lnTo>
                    <a:pt x="1504073" y="1000843"/>
                  </a:lnTo>
                  <a:lnTo>
                    <a:pt x="1575695" y="1037006"/>
                  </a:lnTo>
                  <a:lnTo>
                    <a:pt x="1647318" y="1072307"/>
                  </a:lnTo>
                  <a:lnTo>
                    <a:pt x="1718940" y="1106766"/>
                  </a:lnTo>
                  <a:lnTo>
                    <a:pt x="1790563" y="1140404"/>
                  </a:lnTo>
                  <a:lnTo>
                    <a:pt x="1862185" y="1173240"/>
                  </a:lnTo>
                  <a:lnTo>
                    <a:pt x="1933808" y="1205293"/>
                  </a:lnTo>
                  <a:lnTo>
                    <a:pt x="2005430" y="1236583"/>
                  </a:lnTo>
                  <a:lnTo>
                    <a:pt x="2077053" y="1267126"/>
                  </a:lnTo>
                  <a:lnTo>
                    <a:pt x="2148675" y="1296941"/>
                  </a:lnTo>
                  <a:lnTo>
                    <a:pt x="2220298" y="1326046"/>
                  </a:lnTo>
                  <a:lnTo>
                    <a:pt x="2291920" y="1354457"/>
                  </a:lnTo>
                  <a:lnTo>
                    <a:pt x="2363543" y="1382190"/>
                  </a:lnTo>
                  <a:lnTo>
                    <a:pt x="2435165" y="1409263"/>
                  </a:lnTo>
                  <a:lnTo>
                    <a:pt x="2506788" y="1435690"/>
                  </a:lnTo>
                  <a:lnTo>
                    <a:pt x="2578410" y="1461487"/>
                  </a:lnTo>
                  <a:lnTo>
                    <a:pt x="2650033" y="1486669"/>
                  </a:lnTo>
                  <a:lnTo>
                    <a:pt x="2721655" y="1511251"/>
                  </a:lnTo>
                  <a:lnTo>
                    <a:pt x="2793278" y="1535247"/>
                  </a:lnTo>
                  <a:lnTo>
                    <a:pt x="2864901" y="1558671"/>
                  </a:lnTo>
                  <a:lnTo>
                    <a:pt x="2936523" y="1581536"/>
                  </a:lnTo>
                  <a:lnTo>
                    <a:pt x="3008146" y="1603857"/>
                  </a:lnTo>
                  <a:lnTo>
                    <a:pt x="3079768" y="1625645"/>
                  </a:lnTo>
                  <a:lnTo>
                    <a:pt x="3151391" y="1646914"/>
                  </a:lnTo>
                  <a:lnTo>
                    <a:pt x="3223013" y="1667676"/>
                  </a:lnTo>
                  <a:lnTo>
                    <a:pt x="3294636" y="1687943"/>
                  </a:lnTo>
                  <a:lnTo>
                    <a:pt x="3366258" y="1707727"/>
                  </a:lnTo>
                  <a:lnTo>
                    <a:pt x="3437881" y="1727040"/>
                  </a:lnTo>
                  <a:lnTo>
                    <a:pt x="3509503" y="1745892"/>
                  </a:lnTo>
                  <a:lnTo>
                    <a:pt x="3581126" y="1764294"/>
                  </a:lnTo>
                  <a:lnTo>
                    <a:pt x="3652748" y="1782258"/>
                  </a:lnTo>
                  <a:lnTo>
                    <a:pt x="3724371" y="1799794"/>
                  </a:lnTo>
                  <a:lnTo>
                    <a:pt x="3795993" y="1816911"/>
                  </a:lnTo>
                  <a:lnTo>
                    <a:pt x="3867616" y="1833621"/>
                  </a:lnTo>
                  <a:lnTo>
                    <a:pt x="3939238" y="1849932"/>
                  </a:lnTo>
                  <a:lnTo>
                    <a:pt x="4010861" y="1865855"/>
                  </a:lnTo>
                  <a:lnTo>
                    <a:pt x="4082483" y="1881398"/>
                  </a:lnTo>
                  <a:lnTo>
                    <a:pt x="4154106" y="1896570"/>
                  </a:lnTo>
                  <a:lnTo>
                    <a:pt x="4225729" y="1911381"/>
                  </a:lnTo>
                  <a:lnTo>
                    <a:pt x="4297351" y="1925839"/>
                  </a:lnTo>
                  <a:lnTo>
                    <a:pt x="4368974" y="1939952"/>
                  </a:lnTo>
                  <a:lnTo>
                    <a:pt x="4440596" y="1953728"/>
                  </a:lnTo>
                  <a:lnTo>
                    <a:pt x="4512219" y="1967176"/>
                  </a:lnTo>
                  <a:lnTo>
                    <a:pt x="4583841" y="1980304"/>
                  </a:lnTo>
                  <a:lnTo>
                    <a:pt x="4655464" y="1993119"/>
                  </a:lnTo>
                  <a:lnTo>
                    <a:pt x="4727086" y="2005628"/>
                  </a:lnTo>
                  <a:lnTo>
                    <a:pt x="4798709" y="2017839"/>
                  </a:lnTo>
                  <a:lnTo>
                    <a:pt x="4870331" y="2029759"/>
                  </a:lnTo>
                  <a:lnTo>
                    <a:pt x="4941954" y="2041395"/>
                  </a:lnTo>
                  <a:lnTo>
                    <a:pt x="5013576" y="2052753"/>
                  </a:lnTo>
                  <a:lnTo>
                    <a:pt x="5085199" y="2063841"/>
                  </a:lnTo>
                  <a:lnTo>
                    <a:pt x="5156821" y="2074664"/>
                  </a:lnTo>
                  <a:lnTo>
                    <a:pt x="5228444" y="2085230"/>
                  </a:lnTo>
                  <a:lnTo>
                    <a:pt x="5300066" y="2095543"/>
                  </a:lnTo>
                  <a:lnTo>
                    <a:pt x="5371689" y="2105611"/>
                  </a:lnTo>
                  <a:lnTo>
                    <a:pt x="5443311" y="2115438"/>
                  </a:lnTo>
                  <a:lnTo>
                    <a:pt x="5514934" y="2125032"/>
                  </a:lnTo>
                  <a:lnTo>
                    <a:pt x="5586557" y="2134396"/>
                  </a:lnTo>
                  <a:lnTo>
                    <a:pt x="5658179" y="2143538"/>
                  </a:lnTo>
                  <a:lnTo>
                    <a:pt x="5729802" y="2152462"/>
                  </a:lnTo>
                  <a:lnTo>
                    <a:pt x="5801424" y="2161172"/>
                  </a:lnTo>
                  <a:lnTo>
                    <a:pt x="5873047" y="2169676"/>
                  </a:lnTo>
                  <a:lnTo>
                    <a:pt x="5944669" y="2177976"/>
                  </a:lnTo>
                  <a:lnTo>
                    <a:pt x="6016292" y="2186079"/>
                  </a:lnTo>
                  <a:lnTo>
                    <a:pt x="6087914" y="2193988"/>
                  </a:lnTo>
                  <a:lnTo>
                    <a:pt x="6159537" y="2201709"/>
                  </a:lnTo>
                  <a:lnTo>
                    <a:pt x="6231159" y="2209246"/>
                  </a:lnTo>
                  <a:lnTo>
                    <a:pt x="6302782" y="2216603"/>
                  </a:lnTo>
                  <a:lnTo>
                    <a:pt x="6374404" y="2223785"/>
                  </a:lnTo>
                  <a:lnTo>
                    <a:pt x="6446027" y="2230796"/>
                  </a:lnTo>
                  <a:lnTo>
                    <a:pt x="6517649" y="2237639"/>
                  </a:lnTo>
                  <a:lnTo>
                    <a:pt x="6589272" y="2244320"/>
                  </a:lnTo>
                  <a:lnTo>
                    <a:pt x="6660894" y="2250841"/>
                  </a:lnTo>
                  <a:lnTo>
                    <a:pt x="6732517" y="2257206"/>
                  </a:lnTo>
                  <a:lnTo>
                    <a:pt x="6804139" y="2263420"/>
                  </a:lnTo>
                  <a:lnTo>
                    <a:pt x="6875762" y="2269486"/>
                  </a:lnTo>
                  <a:lnTo>
                    <a:pt x="6947385" y="2275407"/>
                  </a:lnTo>
                  <a:lnTo>
                    <a:pt x="7019007" y="2281187"/>
                  </a:lnTo>
                  <a:lnTo>
                    <a:pt x="7090630" y="228683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(1.06-1.64), p = 0.013  |  per IQR decline (Δ = 29.5 %): 2.27 (1.19-4.31)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8759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2026-07-22T14:13:31Z</dcterms:modified>
  <cp:category/>
</cp:coreProperties>
</file>