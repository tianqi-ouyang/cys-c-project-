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72874" y="5213696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72874" y="4480245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72874" y="3746794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72874" y="3013342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878011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4022887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6167763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8312638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72874" y="5580422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72874" y="4846970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72874" y="4113519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72874" y="3380068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72874" y="2646617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950449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5095325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7240200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1320344" y="4330411"/>
              <a:ext cx="6949396" cy="1212626"/>
            </a:xfrm>
            <a:custGeom>
              <a:avLst/>
              <a:pathLst>
                <a:path w="6949396" h="1212626">
                  <a:moveTo>
                    <a:pt x="0" y="1212626"/>
                  </a:moveTo>
                  <a:lnTo>
                    <a:pt x="85795" y="1212626"/>
                  </a:lnTo>
                  <a:lnTo>
                    <a:pt x="85795" y="879490"/>
                  </a:lnTo>
                  <a:lnTo>
                    <a:pt x="171590" y="879490"/>
                  </a:lnTo>
                  <a:lnTo>
                    <a:pt x="171590" y="841784"/>
                  </a:lnTo>
                  <a:lnTo>
                    <a:pt x="257385" y="841784"/>
                  </a:lnTo>
                  <a:lnTo>
                    <a:pt x="257385" y="804151"/>
                  </a:lnTo>
                  <a:lnTo>
                    <a:pt x="428975" y="804151"/>
                  </a:lnTo>
                  <a:lnTo>
                    <a:pt x="428975" y="766553"/>
                  </a:lnTo>
                  <a:lnTo>
                    <a:pt x="943745" y="766553"/>
                  </a:lnTo>
                  <a:lnTo>
                    <a:pt x="943745" y="728784"/>
                  </a:lnTo>
                  <a:lnTo>
                    <a:pt x="1029540" y="728784"/>
                  </a:lnTo>
                  <a:lnTo>
                    <a:pt x="1029540" y="690993"/>
                  </a:lnTo>
                  <a:lnTo>
                    <a:pt x="1201130" y="690993"/>
                  </a:lnTo>
                  <a:lnTo>
                    <a:pt x="1201130" y="652853"/>
                  </a:lnTo>
                  <a:lnTo>
                    <a:pt x="1286925" y="652853"/>
                  </a:lnTo>
                  <a:lnTo>
                    <a:pt x="1286925" y="576669"/>
                  </a:lnTo>
                  <a:lnTo>
                    <a:pt x="2488055" y="576669"/>
                  </a:lnTo>
                  <a:lnTo>
                    <a:pt x="2488055" y="538592"/>
                  </a:lnTo>
                  <a:lnTo>
                    <a:pt x="3174415" y="538592"/>
                  </a:lnTo>
                  <a:lnTo>
                    <a:pt x="3174415" y="500359"/>
                  </a:lnTo>
                  <a:lnTo>
                    <a:pt x="3603390" y="500359"/>
                  </a:lnTo>
                  <a:lnTo>
                    <a:pt x="3603390" y="462155"/>
                  </a:lnTo>
                  <a:lnTo>
                    <a:pt x="3689185" y="462155"/>
                  </a:lnTo>
                  <a:lnTo>
                    <a:pt x="3689185" y="423971"/>
                  </a:lnTo>
                  <a:lnTo>
                    <a:pt x="3774981" y="423971"/>
                  </a:lnTo>
                  <a:lnTo>
                    <a:pt x="3774981" y="385540"/>
                  </a:lnTo>
                  <a:lnTo>
                    <a:pt x="4632931" y="385540"/>
                  </a:lnTo>
                  <a:lnTo>
                    <a:pt x="4632931" y="347022"/>
                  </a:lnTo>
                  <a:lnTo>
                    <a:pt x="4804521" y="347022"/>
                  </a:lnTo>
                  <a:lnTo>
                    <a:pt x="4804521" y="308465"/>
                  </a:lnTo>
                  <a:lnTo>
                    <a:pt x="4890316" y="308465"/>
                  </a:lnTo>
                  <a:lnTo>
                    <a:pt x="4890316" y="269943"/>
                  </a:lnTo>
                  <a:lnTo>
                    <a:pt x="5319291" y="269943"/>
                  </a:lnTo>
                  <a:lnTo>
                    <a:pt x="5319291" y="231466"/>
                  </a:lnTo>
                  <a:lnTo>
                    <a:pt x="5490881" y="231466"/>
                  </a:lnTo>
                  <a:lnTo>
                    <a:pt x="5490881" y="192987"/>
                  </a:lnTo>
                  <a:lnTo>
                    <a:pt x="5748266" y="192987"/>
                  </a:lnTo>
                  <a:lnTo>
                    <a:pt x="5748266" y="154542"/>
                  </a:lnTo>
                  <a:lnTo>
                    <a:pt x="6091446" y="154542"/>
                  </a:lnTo>
                  <a:lnTo>
                    <a:pt x="6091446" y="116059"/>
                  </a:lnTo>
                  <a:lnTo>
                    <a:pt x="6348831" y="116059"/>
                  </a:lnTo>
                  <a:lnTo>
                    <a:pt x="6348831" y="77570"/>
                  </a:lnTo>
                  <a:lnTo>
                    <a:pt x="6692011" y="77570"/>
                  </a:lnTo>
                  <a:lnTo>
                    <a:pt x="6692011" y="38990"/>
                  </a:lnTo>
                  <a:lnTo>
                    <a:pt x="6949396" y="38990"/>
                  </a:lnTo>
                  <a:lnTo>
                    <a:pt x="6949396" y="0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320344" y="2861938"/>
              <a:ext cx="6949396" cy="2632787"/>
            </a:xfrm>
            <a:custGeom>
              <a:avLst/>
              <a:pathLst>
                <a:path w="6949396" h="2632787">
                  <a:moveTo>
                    <a:pt x="0" y="2632787"/>
                  </a:moveTo>
                  <a:lnTo>
                    <a:pt x="85795" y="2632787"/>
                  </a:lnTo>
                  <a:lnTo>
                    <a:pt x="85795" y="1881723"/>
                  </a:lnTo>
                  <a:lnTo>
                    <a:pt x="171590" y="1881723"/>
                  </a:lnTo>
                  <a:lnTo>
                    <a:pt x="171590" y="1798104"/>
                  </a:lnTo>
                  <a:lnTo>
                    <a:pt x="257385" y="1798104"/>
                  </a:lnTo>
                  <a:lnTo>
                    <a:pt x="257385" y="1714921"/>
                  </a:lnTo>
                  <a:lnTo>
                    <a:pt x="428975" y="1714921"/>
                  </a:lnTo>
                  <a:lnTo>
                    <a:pt x="428975" y="1632089"/>
                  </a:lnTo>
                  <a:lnTo>
                    <a:pt x="943745" y="1632089"/>
                  </a:lnTo>
                  <a:lnTo>
                    <a:pt x="943745" y="1549153"/>
                  </a:lnTo>
                  <a:lnTo>
                    <a:pt x="1029540" y="1549153"/>
                  </a:lnTo>
                  <a:lnTo>
                    <a:pt x="1029540" y="1466441"/>
                  </a:lnTo>
                  <a:lnTo>
                    <a:pt x="1201130" y="1466441"/>
                  </a:lnTo>
                  <a:lnTo>
                    <a:pt x="1201130" y="1383238"/>
                  </a:lnTo>
                  <a:lnTo>
                    <a:pt x="1286925" y="1383238"/>
                  </a:lnTo>
                  <a:lnTo>
                    <a:pt x="1286925" y="1217857"/>
                  </a:lnTo>
                  <a:lnTo>
                    <a:pt x="2488055" y="1217857"/>
                  </a:lnTo>
                  <a:lnTo>
                    <a:pt x="2488055" y="1135606"/>
                  </a:lnTo>
                  <a:lnTo>
                    <a:pt x="3174415" y="1135606"/>
                  </a:lnTo>
                  <a:lnTo>
                    <a:pt x="3174415" y="1053284"/>
                  </a:lnTo>
                  <a:lnTo>
                    <a:pt x="3603390" y="1053284"/>
                  </a:lnTo>
                  <a:lnTo>
                    <a:pt x="3603390" y="971291"/>
                  </a:lnTo>
                  <a:lnTo>
                    <a:pt x="3689185" y="971291"/>
                  </a:lnTo>
                  <a:lnTo>
                    <a:pt x="3689185" y="889609"/>
                  </a:lnTo>
                  <a:lnTo>
                    <a:pt x="3774981" y="889609"/>
                  </a:lnTo>
                  <a:lnTo>
                    <a:pt x="3774981" y="807663"/>
                  </a:lnTo>
                  <a:lnTo>
                    <a:pt x="4632931" y="807663"/>
                  </a:lnTo>
                  <a:lnTo>
                    <a:pt x="4632931" y="725798"/>
                  </a:lnTo>
                  <a:lnTo>
                    <a:pt x="4804521" y="725798"/>
                  </a:lnTo>
                  <a:lnTo>
                    <a:pt x="4804521" y="644115"/>
                  </a:lnTo>
                  <a:lnTo>
                    <a:pt x="4890316" y="644115"/>
                  </a:lnTo>
                  <a:lnTo>
                    <a:pt x="4890316" y="562770"/>
                  </a:lnTo>
                  <a:lnTo>
                    <a:pt x="5319291" y="562770"/>
                  </a:lnTo>
                  <a:lnTo>
                    <a:pt x="5319291" y="481782"/>
                  </a:lnTo>
                  <a:lnTo>
                    <a:pt x="5490881" y="481782"/>
                  </a:lnTo>
                  <a:lnTo>
                    <a:pt x="5490881" y="401049"/>
                  </a:lnTo>
                  <a:lnTo>
                    <a:pt x="5748266" y="401049"/>
                  </a:lnTo>
                  <a:lnTo>
                    <a:pt x="5748266" y="320646"/>
                  </a:lnTo>
                  <a:lnTo>
                    <a:pt x="6091446" y="320646"/>
                  </a:lnTo>
                  <a:lnTo>
                    <a:pt x="6091446" y="240418"/>
                  </a:lnTo>
                  <a:lnTo>
                    <a:pt x="6348831" y="240418"/>
                  </a:lnTo>
                  <a:lnTo>
                    <a:pt x="6348831" y="160433"/>
                  </a:lnTo>
                  <a:lnTo>
                    <a:pt x="6692011" y="160433"/>
                  </a:lnTo>
                  <a:lnTo>
                    <a:pt x="6692011" y="80512"/>
                  </a:lnTo>
                  <a:lnTo>
                    <a:pt x="6949396" y="80512"/>
                  </a:lnTo>
                  <a:lnTo>
                    <a:pt x="6949396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tx22"/>
            <p:cNvSpPr/>
            <p:nvPr/>
          </p:nvSpPr>
          <p:spPr>
            <a:xfrm>
              <a:off x="692708" y="5540371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</a:t>
              </a:r>
            </a:p>
          </p:txBody>
        </p:sp>
        <p:sp>
          <p:nvSpPr>
            <p:cNvPr id="23" name="tx23"/>
            <p:cNvSpPr/>
            <p:nvPr/>
          </p:nvSpPr>
          <p:spPr>
            <a:xfrm>
              <a:off x="692708" y="4806920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0.03</a:t>
              </a:r>
            </a:p>
          </p:txBody>
        </p:sp>
        <p:sp>
          <p:nvSpPr>
            <p:cNvPr id="24" name="tx24"/>
            <p:cNvSpPr/>
            <p:nvPr/>
          </p:nvSpPr>
          <p:spPr>
            <a:xfrm>
              <a:off x="692708" y="4073468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0.06</a:t>
              </a:r>
            </a:p>
          </p:txBody>
        </p:sp>
        <p:sp>
          <p:nvSpPr>
            <p:cNvPr id="25" name="tx25"/>
            <p:cNvSpPr/>
            <p:nvPr/>
          </p:nvSpPr>
          <p:spPr>
            <a:xfrm>
              <a:off x="692708" y="3340017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0.09</a:t>
              </a:r>
            </a:p>
          </p:txBody>
        </p:sp>
        <p:sp>
          <p:nvSpPr>
            <p:cNvPr id="26" name="tx26"/>
            <p:cNvSpPr/>
            <p:nvPr/>
          </p:nvSpPr>
          <p:spPr>
            <a:xfrm>
              <a:off x="692708" y="2606566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0.12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2888270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5033146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7178021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4197162" y="5925448"/>
              <a:ext cx="1195760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Days from baseline</a:t>
              </a:r>
            </a:p>
          </p:txBody>
        </p:sp>
        <p:sp>
          <p:nvSpPr>
            <p:cNvPr id="31" name="tx31"/>
            <p:cNvSpPr/>
            <p:nvPr/>
          </p:nvSpPr>
          <p:spPr>
            <a:xfrm rot="-5400000">
              <a:off x="-87047" y="4103109"/>
              <a:ext cx="132789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Cumulative incidence</a:t>
              </a:r>
            </a:p>
          </p:txBody>
        </p:sp>
        <p:sp>
          <p:nvSpPr>
            <p:cNvPr id="32" name="pl32"/>
            <p:cNvSpPr/>
            <p:nvPr/>
          </p:nvSpPr>
          <p:spPr>
            <a:xfrm>
              <a:off x="3578565" y="226479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4819138" y="226479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tx34"/>
            <p:cNvSpPr/>
            <p:nvPr/>
          </p:nvSpPr>
          <p:spPr>
            <a:xfrm>
              <a:off x="3845665" y="2224748"/>
              <a:ext cx="88193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Discrep &lt; +25 mg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5086238" y="2224748"/>
              <a:ext cx="94722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Discrep &gt;= +25 mg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972874" y="1896563"/>
              <a:ext cx="3913906" cy="911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Discrep &gt;= +25 vs &lt;+25: subHR = 2.30 (95% CI 1.04-5.07), p = 0.039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972874" y="1669789"/>
              <a:ext cx="967983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AKI (KDIGO)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2026-05-27T10:06:53Z</dcterms:modified>
  <cp:category/>
</cp:coreProperties>
</file>