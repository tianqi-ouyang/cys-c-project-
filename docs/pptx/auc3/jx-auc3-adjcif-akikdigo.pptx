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1369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48024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74679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01334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7801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2288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776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3126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84697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11351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38006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264661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5044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9532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402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4330411"/>
              <a:ext cx="6949396" cy="1212626"/>
            </a:xfrm>
            <a:custGeom>
              <a:avLst/>
              <a:pathLst>
                <a:path w="6949396" h="1212626">
                  <a:moveTo>
                    <a:pt x="0" y="1212626"/>
                  </a:moveTo>
                  <a:lnTo>
                    <a:pt x="85795" y="1212626"/>
                  </a:lnTo>
                  <a:lnTo>
                    <a:pt x="85795" y="879490"/>
                  </a:lnTo>
                  <a:lnTo>
                    <a:pt x="171590" y="879490"/>
                  </a:lnTo>
                  <a:lnTo>
                    <a:pt x="171590" y="841784"/>
                  </a:lnTo>
                  <a:lnTo>
                    <a:pt x="257385" y="841784"/>
                  </a:lnTo>
                  <a:lnTo>
                    <a:pt x="257385" y="804151"/>
                  </a:lnTo>
                  <a:lnTo>
                    <a:pt x="428975" y="804151"/>
                  </a:lnTo>
                  <a:lnTo>
                    <a:pt x="428975" y="766553"/>
                  </a:lnTo>
                  <a:lnTo>
                    <a:pt x="943745" y="766553"/>
                  </a:lnTo>
                  <a:lnTo>
                    <a:pt x="943745" y="728784"/>
                  </a:lnTo>
                  <a:lnTo>
                    <a:pt x="1029540" y="728784"/>
                  </a:lnTo>
                  <a:lnTo>
                    <a:pt x="1029540" y="690993"/>
                  </a:lnTo>
                  <a:lnTo>
                    <a:pt x="1201130" y="690993"/>
                  </a:lnTo>
                  <a:lnTo>
                    <a:pt x="1201130" y="652853"/>
                  </a:lnTo>
                  <a:lnTo>
                    <a:pt x="1286925" y="652853"/>
                  </a:lnTo>
                  <a:lnTo>
                    <a:pt x="1286925" y="576669"/>
                  </a:lnTo>
                  <a:lnTo>
                    <a:pt x="2488055" y="576669"/>
                  </a:lnTo>
                  <a:lnTo>
                    <a:pt x="2488055" y="538592"/>
                  </a:lnTo>
                  <a:lnTo>
                    <a:pt x="3174415" y="538592"/>
                  </a:lnTo>
                  <a:lnTo>
                    <a:pt x="3174415" y="500359"/>
                  </a:lnTo>
                  <a:lnTo>
                    <a:pt x="3603390" y="500359"/>
                  </a:lnTo>
                  <a:lnTo>
                    <a:pt x="3603390" y="462155"/>
                  </a:lnTo>
                  <a:lnTo>
                    <a:pt x="3689185" y="462155"/>
                  </a:lnTo>
                  <a:lnTo>
                    <a:pt x="3689185" y="423971"/>
                  </a:lnTo>
                  <a:lnTo>
                    <a:pt x="3774981" y="423971"/>
                  </a:lnTo>
                  <a:lnTo>
                    <a:pt x="3774981" y="385540"/>
                  </a:lnTo>
                  <a:lnTo>
                    <a:pt x="4632931" y="385540"/>
                  </a:lnTo>
                  <a:lnTo>
                    <a:pt x="4632931" y="347022"/>
                  </a:lnTo>
                  <a:lnTo>
                    <a:pt x="4804521" y="347022"/>
                  </a:lnTo>
                  <a:lnTo>
                    <a:pt x="4804521" y="308465"/>
                  </a:lnTo>
                  <a:lnTo>
                    <a:pt x="4890316" y="308465"/>
                  </a:lnTo>
                  <a:lnTo>
                    <a:pt x="4890316" y="269943"/>
                  </a:lnTo>
                  <a:lnTo>
                    <a:pt x="5319291" y="269943"/>
                  </a:lnTo>
                  <a:lnTo>
                    <a:pt x="5319291" y="231466"/>
                  </a:lnTo>
                  <a:lnTo>
                    <a:pt x="5490881" y="231466"/>
                  </a:lnTo>
                  <a:lnTo>
                    <a:pt x="5490881" y="192987"/>
                  </a:lnTo>
                  <a:lnTo>
                    <a:pt x="5748266" y="192987"/>
                  </a:lnTo>
                  <a:lnTo>
                    <a:pt x="5748266" y="154542"/>
                  </a:lnTo>
                  <a:lnTo>
                    <a:pt x="6091446" y="154542"/>
                  </a:lnTo>
                  <a:lnTo>
                    <a:pt x="6091446" y="116059"/>
                  </a:lnTo>
                  <a:lnTo>
                    <a:pt x="6348831" y="116059"/>
                  </a:lnTo>
                  <a:lnTo>
                    <a:pt x="6348831" y="77570"/>
                  </a:lnTo>
                  <a:lnTo>
                    <a:pt x="6692011" y="77570"/>
                  </a:lnTo>
                  <a:lnTo>
                    <a:pt x="6692011" y="38990"/>
                  </a:lnTo>
                  <a:lnTo>
                    <a:pt x="6949396" y="3899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20344" y="2861938"/>
              <a:ext cx="6949396" cy="2632787"/>
            </a:xfrm>
            <a:custGeom>
              <a:avLst/>
              <a:pathLst>
                <a:path w="6949396" h="2632787">
                  <a:moveTo>
                    <a:pt x="0" y="2632787"/>
                  </a:moveTo>
                  <a:lnTo>
                    <a:pt x="85795" y="2632787"/>
                  </a:lnTo>
                  <a:lnTo>
                    <a:pt x="85795" y="1881723"/>
                  </a:lnTo>
                  <a:lnTo>
                    <a:pt x="171590" y="1881723"/>
                  </a:lnTo>
                  <a:lnTo>
                    <a:pt x="171590" y="1798104"/>
                  </a:lnTo>
                  <a:lnTo>
                    <a:pt x="257385" y="1798104"/>
                  </a:lnTo>
                  <a:lnTo>
                    <a:pt x="257385" y="1714921"/>
                  </a:lnTo>
                  <a:lnTo>
                    <a:pt x="428975" y="1714921"/>
                  </a:lnTo>
                  <a:lnTo>
                    <a:pt x="428975" y="1632089"/>
                  </a:lnTo>
                  <a:lnTo>
                    <a:pt x="943745" y="1632089"/>
                  </a:lnTo>
                  <a:lnTo>
                    <a:pt x="943745" y="1549153"/>
                  </a:lnTo>
                  <a:lnTo>
                    <a:pt x="1029540" y="1549153"/>
                  </a:lnTo>
                  <a:lnTo>
                    <a:pt x="1029540" y="1466441"/>
                  </a:lnTo>
                  <a:lnTo>
                    <a:pt x="1201130" y="1466441"/>
                  </a:lnTo>
                  <a:lnTo>
                    <a:pt x="1201130" y="1383238"/>
                  </a:lnTo>
                  <a:lnTo>
                    <a:pt x="1286925" y="1383238"/>
                  </a:lnTo>
                  <a:lnTo>
                    <a:pt x="1286925" y="1217857"/>
                  </a:lnTo>
                  <a:lnTo>
                    <a:pt x="2488055" y="1217857"/>
                  </a:lnTo>
                  <a:lnTo>
                    <a:pt x="2488055" y="1135606"/>
                  </a:lnTo>
                  <a:lnTo>
                    <a:pt x="3174415" y="1135606"/>
                  </a:lnTo>
                  <a:lnTo>
                    <a:pt x="3174415" y="1053284"/>
                  </a:lnTo>
                  <a:lnTo>
                    <a:pt x="3603390" y="1053284"/>
                  </a:lnTo>
                  <a:lnTo>
                    <a:pt x="3603390" y="971291"/>
                  </a:lnTo>
                  <a:lnTo>
                    <a:pt x="3689185" y="971291"/>
                  </a:lnTo>
                  <a:lnTo>
                    <a:pt x="3689185" y="889609"/>
                  </a:lnTo>
                  <a:lnTo>
                    <a:pt x="3774981" y="889609"/>
                  </a:lnTo>
                  <a:lnTo>
                    <a:pt x="3774981" y="807663"/>
                  </a:lnTo>
                  <a:lnTo>
                    <a:pt x="4632931" y="807663"/>
                  </a:lnTo>
                  <a:lnTo>
                    <a:pt x="4632931" y="725798"/>
                  </a:lnTo>
                  <a:lnTo>
                    <a:pt x="4804521" y="725798"/>
                  </a:lnTo>
                  <a:lnTo>
                    <a:pt x="4804521" y="644115"/>
                  </a:lnTo>
                  <a:lnTo>
                    <a:pt x="4890316" y="644115"/>
                  </a:lnTo>
                  <a:lnTo>
                    <a:pt x="4890316" y="562770"/>
                  </a:lnTo>
                  <a:lnTo>
                    <a:pt x="5319291" y="562770"/>
                  </a:lnTo>
                  <a:lnTo>
                    <a:pt x="5319291" y="481782"/>
                  </a:lnTo>
                  <a:lnTo>
                    <a:pt x="5490881" y="481782"/>
                  </a:lnTo>
                  <a:lnTo>
                    <a:pt x="5490881" y="401049"/>
                  </a:lnTo>
                  <a:lnTo>
                    <a:pt x="5748266" y="401049"/>
                  </a:lnTo>
                  <a:lnTo>
                    <a:pt x="5748266" y="320646"/>
                  </a:lnTo>
                  <a:lnTo>
                    <a:pt x="6091446" y="320646"/>
                  </a:lnTo>
                  <a:lnTo>
                    <a:pt x="6091446" y="240418"/>
                  </a:lnTo>
                  <a:lnTo>
                    <a:pt x="6348831" y="240418"/>
                  </a:lnTo>
                  <a:lnTo>
                    <a:pt x="6348831" y="160433"/>
                  </a:lnTo>
                  <a:lnTo>
                    <a:pt x="6692011" y="160433"/>
                  </a:lnTo>
                  <a:lnTo>
                    <a:pt x="6692011" y="80512"/>
                  </a:lnTo>
                  <a:lnTo>
                    <a:pt x="6949396" y="80512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80692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07346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340017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0.09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260656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882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03314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780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2.30 (95% CI 1.04-5.07), p = 0.039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972874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2026-05-28T20:46:38Z</dcterms:modified>
  <cp:category/>
</cp:coreProperties>
</file>