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90955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178011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265067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352123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439179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526235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13291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700347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787404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34483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21539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308595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395651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482707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569763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656819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743876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830932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g31"/>
            <p:cNvSpPr/>
            <p:nvPr/>
          </p:nvSpPr>
          <p:spPr>
            <a:xfrm>
              <a:off x="1172049" y="3991802"/>
              <a:ext cx="7090630" cy="1195643"/>
            </a:xfrm>
            <a:custGeom>
              <a:avLst/>
              <a:pathLst>
                <a:path w="7090630" h="1195643">
                  <a:moveTo>
                    <a:pt x="0" y="0"/>
                  </a:moveTo>
                  <a:lnTo>
                    <a:pt x="71622" y="22651"/>
                  </a:lnTo>
                  <a:lnTo>
                    <a:pt x="143245" y="44975"/>
                  </a:lnTo>
                  <a:lnTo>
                    <a:pt x="214867" y="66975"/>
                  </a:lnTo>
                  <a:lnTo>
                    <a:pt x="286490" y="88657"/>
                  </a:lnTo>
                  <a:lnTo>
                    <a:pt x="358112" y="110026"/>
                  </a:lnTo>
                  <a:lnTo>
                    <a:pt x="429735" y="131085"/>
                  </a:lnTo>
                  <a:lnTo>
                    <a:pt x="501357" y="151840"/>
                  </a:lnTo>
                  <a:lnTo>
                    <a:pt x="572980" y="172294"/>
                  </a:lnTo>
                  <a:lnTo>
                    <a:pt x="644602" y="192453"/>
                  </a:lnTo>
                  <a:lnTo>
                    <a:pt x="716225" y="212319"/>
                  </a:lnTo>
                  <a:lnTo>
                    <a:pt x="787847" y="231898"/>
                  </a:lnTo>
                  <a:lnTo>
                    <a:pt x="859470" y="251194"/>
                  </a:lnTo>
                  <a:lnTo>
                    <a:pt x="931092" y="270211"/>
                  </a:lnTo>
                  <a:lnTo>
                    <a:pt x="1002715" y="288953"/>
                  </a:lnTo>
                  <a:lnTo>
                    <a:pt x="1074337" y="307423"/>
                  </a:lnTo>
                  <a:lnTo>
                    <a:pt x="1145960" y="325626"/>
                  </a:lnTo>
                  <a:lnTo>
                    <a:pt x="1217582" y="343566"/>
                  </a:lnTo>
                  <a:lnTo>
                    <a:pt x="1289205" y="361246"/>
                  </a:lnTo>
                  <a:lnTo>
                    <a:pt x="1360827" y="378670"/>
                  </a:lnTo>
                  <a:lnTo>
                    <a:pt x="1432450" y="395842"/>
                  </a:lnTo>
                  <a:lnTo>
                    <a:pt x="1504073" y="412766"/>
                  </a:lnTo>
                  <a:lnTo>
                    <a:pt x="1575695" y="429445"/>
                  </a:lnTo>
                  <a:lnTo>
                    <a:pt x="1647318" y="445882"/>
                  </a:lnTo>
                  <a:lnTo>
                    <a:pt x="1718940" y="462082"/>
                  </a:lnTo>
                  <a:lnTo>
                    <a:pt x="1790563" y="478047"/>
                  </a:lnTo>
                  <a:lnTo>
                    <a:pt x="1862185" y="493781"/>
                  </a:lnTo>
                  <a:lnTo>
                    <a:pt x="1933808" y="509288"/>
                  </a:lnTo>
                  <a:lnTo>
                    <a:pt x="2005430" y="524570"/>
                  </a:lnTo>
                  <a:lnTo>
                    <a:pt x="2077053" y="539631"/>
                  </a:lnTo>
                  <a:lnTo>
                    <a:pt x="2148675" y="554474"/>
                  </a:lnTo>
                  <a:lnTo>
                    <a:pt x="2220298" y="569103"/>
                  </a:lnTo>
                  <a:lnTo>
                    <a:pt x="2291920" y="583519"/>
                  </a:lnTo>
                  <a:lnTo>
                    <a:pt x="2363543" y="597727"/>
                  </a:lnTo>
                  <a:lnTo>
                    <a:pt x="2435165" y="611730"/>
                  </a:lnTo>
                  <a:lnTo>
                    <a:pt x="2506788" y="625530"/>
                  </a:lnTo>
                  <a:lnTo>
                    <a:pt x="2578410" y="639130"/>
                  </a:lnTo>
                  <a:lnTo>
                    <a:pt x="2650033" y="652533"/>
                  </a:lnTo>
                  <a:lnTo>
                    <a:pt x="2721655" y="665743"/>
                  </a:lnTo>
                  <a:lnTo>
                    <a:pt x="2793278" y="678761"/>
                  </a:lnTo>
                  <a:lnTo>
                    <a:pt x="2864901" y="691591"/>
                  </a:lnTo>
                  <a:lnTo>
                    <a:pt x="2936523" y="704236"/>
                  </a:lnTo>
                  <a:lnTo>
                    <a:pt x="3008146" y="716697"/>
                  </a:lnTo>
                  <a:lnTo>
                    <a:pt x="3079768" y="728978"/>
                  </a:lnTo>
                  <a:lnTo>
                    <a:pt x="3151391" y="736272"/>
                  </a:lnTo>
                  <a:lnTo>
                    <a:pt x="3223013" y="736955"/>
                  </a:lnTo>
                  <a:lnTo>
                    <a:pt x="3294636" y="737637"/>
                  </a:lnTo>
                  <a:lnTo>
                    <a:pt x="3366258" y="738319"/>
                  </a:lnTo>
                  <a:lnTo>
                    <a:pt x="3437881" y="739000"/>
                  </a:lnTo>
                  <a:lnTo>
                    <a:pt x="3509503" y="739681"/>
                  </a:lnTo>
                  <a:lnTo>
                    <a:pt x="3581126" y="740361"/>
                  </a:lnTo>
                  <a:lnTo>
                    <a:pt x="3652748" y="741040"/>
                  </a:lnTo>
                  <a:lnTo>
                    <a:pt x="3724371" y="741719"/>
                  </a:lnTo>
                  <a:lnTo>
                    <a:pt x="3795993" y="742398"/>
                  </a:lnTo>
                  <a:lnTo>
                    <a:pt x="3867616" y="743076"/>
                  </a:lnTo>
                  <a:lnTo>
                    <a:pt x="3939238" y="743753"/>
                  </a:lnTo>
                  <a:lnTo>
                    <a:pt x="4010861" y="744430"/>
                  </a:lnTo>
                  <a:lnTo>
                    <a:pt x="4082483" y="745106"/>
                  </a:lnTo>
                  <a:lnTo>
                    <a:pt x="4154106" y="745781"/>
                  </a:lnTo>
                  <a:lnTo>
                    <a:pt x="4225729" y="746456"/>
                  </a:lnTo>
                  <a:lnTo>
                    <a:pt x="4297351" y="747131"/>
                  </a:lnTo>
                  <a:lnTo>
                    <a:pt x="4368974" y="747805"/>
                  </a:lnTo>
                  <a:lnTo>
                    <a:pt x="4440596" y="748478"/>
                  </a:lnTo>
                  <a:lnTo>
                    <a:pt x="4512219" y="749151"/>
                  </a:lnTo>
                  <a:lnTo>
                    <a:pt x="4583841" y="749823"/>
                  </a:lnTo>
                  <a:lnTo>
                    <a:pt x="4655464" y="750495"/>
                  </a:lnTo>
                  <a:lnTo>
                    <a:pt x="4727086" y="751166"/>
                  </a:lnTo>
                  <a:lnTo>
                    <a:pt x="4798709" y="751837"/>
                  </a:lnTo>
                  <a:lnTo>
                    <a:pt x="4870331" y="752507"/>
                  </a:lnTo>
                  <a:lnTo>
                    <a:pt x="4941954" y="753176"/>
                  </a:lnTo>
                  <a:lnTo>
                    <a:pt x="5013576" y="753845"/>
                  </a:lnTo>
                  <a:lnTo>
                    <a:pt x="5085199" y="754514"/>
                  </a:lnTo>
                  <a:lnTo>
                    <a:pt x="5156821" y="755181"/>
                  </a:lnTo>
                  <a:lnTo>
                    <a:pt x="5228444" y="755849"/>
                  </a:lnTo>
                  <a:lnTo>
                    <a:pt x="5300066" y="756515"/>
                  </a:lnTo>
                  <a:lnTo>
                    <a:pt x="5371689" y="757182"/>
                  </a:lnTo>
                  <a:lnTo>
                    <a:pt x="5443311" y="757847"/>
                  </a:lnTo>
                  <a:lnTo>
                    <a:pt x="5514934" y="758512"/>
                  </a:lnTo>
                  <a:lnTo>
                    <a:pt x="5586557" y="759177"/>
                  </a:lnTo>
                  <a:lnTo>
                    <a:pt x="5658179" y="759841"/>
                  </a:lnTo>
                  <a:lnTo>
                    <a:pt x="5729802" y="760504"/>
                  </a:lnTo>
                  <a:lnTo>
                    <a:pt x="5801424" y="761167"/>
                  </a:lnTo>
                  <a:lnTo>
                    <a:pt x="5873047" y="761830"/>
                  </a:lnTo>
                  <a:lnTo>
                    <a:pt x="5944669" y="762491"/>
                  </a:lnTo>
                  <a:lnTo>
                    <a:pt x="6016292" y="763153"/>
                  </a:lnTo>
                  <a:lnTo>
                    <a:pt x="6087914" y="763813"/>
                  </a:lnTo>
                  <a:lnTo>
                    <a:pt x="6159537" y="764474"/>
                  </a:lnTo>
                  <a:lnTo>
                    <a:pt x="6231159" y="765133"/>
                  </a:lnTo>
                  <a:lnTo>
                    <a:pt x="6302782" y="765792"/>
                  </a:lnTo>
                  <a:lnTo>
                    <a:pt x="6374404" y="766451"/>
                  </a:lnTo>
                  <a:lnTo>
                    <a:pt x="6446027" y="767109"/>
                  </a:lnTo>
                  <a:lnTo>
                    <a:pt x="6517649" y="767766"/>
                  </a:lnTo>
                  <a:lnTo>
                    <a:pt x="6589272" y="768423"/>
                  </a:lnTo>
                  <a:lnTo>
                    <a:pt x="6660894" y="769080"/>
                  </a:lnTo>
                  <a:lnTo>
                    <a:pt x="6732517" y="769735"/>
                  </a:lnTo>
                  <a:lnTo>
                    <a:pt x="6804139" y="770391"/>
                  </a:lnTo>
                  <a:lnTo>
                    <a:pt x="6875762" y="771046"/>
                  </a:lnTo>
                  <a:lnTo>
                    <a:pt x="6947385" y="771700"/>
                  </a:lnTo>
                  <a:lnTo>
                    <a:pt x="7019007" y="772353"/>
                  </a:lnTo>
                  <a:lnTo>
                    <a:pt x="7090630" y="773007"/>
                  </a:lnTo>
                  <a:lnTo>
                    <a:pt x="7090630" y="1195643"/>
                  </a:lnTo>
                  <a:lnTo>
                    <a:pt x="7019007" y="1190214"/>
                  </a:lnTo>
                  <a:lnTo>
                    <a:pt x="6947385" y="1184704"/>
                  </a:lnTo>
                  <a:lnTo>
                    <a:pt x="6875762" y="1179114"/>
                  </a:lnTo>
                  <a:lnTo>
                    <a:pt x="6804139" y="1173442"/>
                  </a:lnTo>
                  <a:lnTo>
                    <a:pt x="6732517" y="1167687"/>
                  </a:lnTo>
                  <a:lnTo>
                    <a:pt x="6660894" y="1161847"/>
                  </a:lnTo>
                  <a:lnTo>
                    <a:pt x="6589272" y="1155921"/>
                  </a:lnTo>
                  <a:lnTo>
                    <a:pt x="6517649" y="1149908"/>
                  </a:lnTo>
                  <a:lnTo>
                    <a:pt x="6446027" y="1143807"/>
                  </a:lnTo>
                  <a:lnTo>
                    <a:pt x="6374404" y="1137617"/>
                  </a:lnTo>
                  <a:lnTo>
                    <a:pt x="6302782" y="1131336"/>
                  </a:lnTo>
                  <a:lnTo>
                    <a:pt x="6231159" y="1124962"/>
                  </a:lnTo>
                  <a:lnTo>
                    <a:pt x="6159537" y="1118495"/>
                  </a:lnTo>
                  <a:lnTo>
                    <a:pt x="6087914" y="1111933"/>
                  </a:lnTo>
                  <a:lnTo>
                    <a:pt x="6016292" y="1105274"/>
                  </a:lnTo>
                  <a:lnTo>
                    <a:pt x="5944669" y="1098518"/>
                  </a:lnTo>
                  <a:lnTo>
                    <a:pt x="5873047" y="1091662"/>
                  </a:lnTo>
                  <a:lnTo>
                    <a:pt x="5801424" y="1084706"/>
                  </a:lnTo>
                  <a:lnTo>
                    <a:pt x="5729802" y="1077648"/>
                  </a:lnTo>
                  <a:lnTo>
                    <a:pt x="5658179" y="1070486"/>
                  </a:lnTo>
                  <a:lnTo>
                    <a:pt x="5586557" y="1063219"/>
                  </a:lnTo>
                  <a:lnTo>
                    <a:pt x="5514934" y="1055845"/>
                  </a:lnTo>
                  <a:lnTo>
                    <a:pt x="5443311" y="1048363"/>
                  </a:lnTo>
                  <a:lnTo>
                    <a:pt x="5371689" y="1040771"/>
                  </a:lnTo>
                  <a:lnTo>
                    <a:pt x="5300066" y="1033068"/>
                  </a:lnTo>
                  <a:lnTo>
                    <a:pt x="5228444" y="1025252"/>
                  </a:lnTo>
                  <a:lnTo>
                    <a:pt x="5156821" y="1017321"/>
                  </a:lnTo>
                  <a:lnTo>
                    <a:pt x="5085199" y="1009273"/>
                  </a:lnTo>
                  <a:lnTo>
                    <a:pt x="5013576" y="1001107"/>
                  </a:lnTo>
                  <a:lnTo>
                    <a:pt x="4941954" y="992822"/>
                  </a:lnTo>
                  <a:lnTo>
                    <a:pt x="4870331" y="984414"/>
                  </a:lnTo>
                  <a:lnTo>
                    <a:pt x="4798709" y="975884"/>
                  </a:lnTo>
                  <a:lnTo>
                    <a:pt x="4727086" y="967228"/>
                  </a:lnTo>
                  <a:lnTo>
                    <a:pt x="4655464" y="958444"/>
                  </a:lnTo>
                  <a:lnTo>
                    <a:pt x="4583841" y="949532"/>
                  </a:lnTo>
                  <a:lnTo>
                    <a:pt x="4512219" y="940490"/>
                  </a:lnTo>
                  <a:lnTo>
                    <a:pt x="4440596" y="931314"/>
                  </a:lnTo>
                  <a:lnTo>
                    <a:pt x="4368974" y="922004"/>
                  </a:lnTo>
                  <a:lnTo>
                    <a:pt x="4297351" y="912557"/>
                  </a:lnTo>
                  <a:lnTo>
                    <a:pt x="4225729" y="902971"/>
                  </a:lnTo>
                  <a:lnTo>
                    <a:pt x="4154106" y="893244"/>
                  </a:lnTo>
                  <a:lnTo>
                    <a:pt x="4082483" y="883375"/>
                  </a:lnTo>
                  <a:lnTo>
                    <a:pt x="4010861" y="873361"/>
                  </a:lnTo>
                  <a:lnTo>
                    <a:pt x="3939238" y="863200"/>
                  </a:lnTo>
                  <a:lnTo>
                    <a:pt x="3867616" y="852889"/>
                  </a:lnTo>
                  <a:lnTo>
                    <a:pt x="3795993" y="842427"/>
                  </a:lnTo>
                  <a:lnTo>
                    <a:pt x="3724371" y="831812"/>
                  </a:lnTo>
                  <a:lnTo>
                    <a:pt x="3652748" y="821041"/>
                  </a:lnTo>
                  <a:lnTo>
                    <a:pt x="3581126" y="810111"/>
                  </a:lnTo>
                  <a:lnTo>
                    <a:pt x="3509503" y="799021"/>
                  </a:lnTo>
                  <a:lnTo>
                    <a:pt x="3437881" y="787769"/>
                  </a:lnTo>
                  <a:lnTo>
                    <a:pt x="3366258" y="776351"/>
                  </a:lnTo>
                  <a:lnTo>
                    <a:pt x="3294636" y="764765"/>
                  </a:lnTo>
                  <a:lnTo>
                    <a:pt x="3223013" y="753010"/>
                  </a:lnTo>
                  <a:lnTo>
                    <a:pt x="3151391" y="741081"/>
                  </a:lnTo>
                  <a:lnTo>
                    <a:pt x="3079768" y="735589"/>
                  </a:lnTo>
                  <a:lnTo>
                    <a:pt x="3008146" y="734905"/>
                  </a:lnTo>
                  <a:lnTo>
                    <a:pt x="2936523" y="734220"/>
                  </a:lnTo>
                  <a:lnTo>
                    <a:pt x="2864901" y="733535"/>
                  </a:lnTo>
                  <a:lnTo>
                    <a:pt x="2793278" y="732849"/>
                  </a:lnTo>
                  <a:lnTo>
                    <a:pt x="2721655" y="732163"/>
                  </a:lnTo>
                  <a:lnTo>
                    <a:pt x="2650033" y="731476"/>
                  </a:lnTo>
                  <a:lnTo>
                    <a:pt x="2578410" y="730789"/>
                  </a:lnTo>
                  <a:lnTo>
                    <a:pt x="2506788" y="730101"/>
                  </a:lnTo>
                  <a:lnTo>
                    <a:pt x="2435165" y="729413"/>
                  </a:lnTo>
                  <a:lnTo>
                    <a:pt x="2363543" y="728723"/>
                  </a:lnTo>
                  <a:lnTo>
                    <a:pt x="2291920" y="728034"/>
                  </a:lnTo>
                  <a:lnTo>
                    <a:pt x="2220298" y="727344"/>
                  </a:lnTo>
                  <a:lnTo>
                    <a:pt x="2148675" y="726653"/>
                  </a:lnTo>
                  <a:lnTo>
                    <a:pt x="2077053" y="725961"/>
                  </a:lnTo>
                  <a:lnTo>
                    <a:pt x="2005430" y="725270"/>
                  </a:lnTo>
                  <a:lnTo>
                    <a:pt x="1933808" y="724577"/>
                  </a:lnTo>
                  <a:lnTo>
                    <a:pt x="1862185" y="723884"/>
                  </a:lnTo>
                  <a:lnTo>
                    <a:pt x="1790563" y="723190"/>
                  </a:lnTo>
                  <a:lnTo>
                    <a:pt x="1718940" y="722496"/>
                  </a:lnTo>
                  <a:lnTo>
                    <a:pt x="1647318" y="721801"/>
                  </a:lnTo>
                  <a:lnTo>
                    <a:pt x="1575695" y="721106"/>
                  </a:lnTo>
                  <a:lnTo>
                    <a:pt x="1504073" y="720410"/>
                  </a:lnTo>
                  <a:lnTo>
                    <a:pt x="1432450" y="719714"/>
                  </a:lnTo>
                  <a:lnTo>
                    <a:pt x="1360827" y="719017"/>
                  </a:lnTo>
                  <a:lnTo>
                    <a:pt x="1289205" y="718319"/>
                  </a:lnTo>
                  <a:lnTo>
                    <a:pt x="1217582" y="717621"/>
                  </a:lnTo>
                  <a:lnTo>
                    <a:pt x="1145960" y="716922"/>
                  </a:lnTo>
                  <a:lnTo>
                    <a:pt x="1074337" y="716222"/>
                  </a:lnTo>
                  <a:lnTo>
                    <a:pt x="1002715" y="715523"/>
                  </a:lnTo>
                  <a:lnTo>
                    <a:pt x="931092" y="714822"/>
                  </a:lnTo>
                  <a:lnTo>
                    <a:pt x="859470" y="714121"/>
                  </a:lnTo>
                  <a:lnTo>
                    <a:pt x="787847" y="713419"/>
                  </a:lnTo>
                  <a:lnTo>
                    <a:pt x="716225" y="712717"/>
                  </a:lnTo>
                  <a:lnTo>
                    <a:pt x="644602" y="712014"/>
                  </a:lnTo>
                  <a:lnTo>
                    <a:pt x="572980" y="711311"/>
                  </a:lnTo>
                  <a:lnTo>
                    <a:pt x="501357" y="710607"/>
                  </a:lnTo>
                  <a:lnTo>
                    <a:pt x="429735" y="709902"/>
                  </a:lnTo>
                  <a:lnTo>
                    <a:pt x="358112" y="709197"/>
                  </a:lnTo>
                  <a:lnTo>
                    <a:pt x="286490" y="708491"/>
                  </a:lnTo>
                  <a:lnTo>
                    <a:pt x="214867" y="707785"/>
                  </a:lnTo>
                  <a:lnTo>
                    <a:pt x="143245" y="707078"/>
                  </a:lnTo>
                  <a:lnTo>
                    <a:pt x="71622" y="706370"/>
                  </a:lnTo>
                  <a:lnTo>
                    <a:pt x="0" y="705662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1172049" y="3991802"/>
              <a:ext cx="7090630" cy="773007"/>
            </a:xfrm>
            <a:custGeom>
              <a:avLst/>
              <a:pathLst>
                <a:path w="7090630" h="773007">
                  <a:moveTo>
                    <a:pt x="0" y="0"/>
                  </a:moveTo>
                  <a:lnTo>
                    <a:pt x="71622" y="22651"/>
                  </a:lnTo>
                  <a:lnTo>
                    <a:pt x="143245" y="44975"/>
                  </a:lnTo>
                  <a:lnTo>
                    <a:pt x="214867" y="66975"/>
                  </a:lnTo>
                  <a:lnTo>
                    <a:pt x="286490" y="88657"/>
                  </a:lnTo>
                  <a:lnTo>
                    <a:pt x="358112" y="110026"/>
                  </a:lnTo>
                  <a:lnTo>
                    <a:pt x="429735" y="131085"/>
                  </a:lnTo>
                  <a:lnTo>
                    <a:pt x="501357" y="151840"/>
                  </a:lnTo>
                  <a:lnTo>
                    <a:pt x="572980" y="172294"/>
                  </a:lnTo>
                  <a:lnTo>
                    <a:pt x="644602" y="192453"/>
                  </a:lnTo>
                  <a:lnTo>
                    <a:pt x="716225" y="212319"/>
                  </a:lnTo>
                  <a:lnTo>
                    <a:pt x="787847" y="231898"/>
                  </a:lnTo>
                  <a:lnTo>
                    <a:pt x="859470" y="251194"/>
                  </a:lnTo>
                  <a:lnTo>
                    <a:pt x="931092" y="270211"/>
                  </a:lnTo>
                  <a:lnTo>
                    <a:pt x="1002715" y="288953"/>
                  </a:lnTo>
                  <a:lnTo>
                    <a:pt x="1074337" y="307423"/>
                  </a:lnTo>
                  <a:lnTo>
                    <a:pt x="1145960" y="325626"/>
                  </a:lnTo>
                  <a:lnTo>
                    <a:pt x="1217582" y="343566"/>
                  </a:lnTo>
                  <a:lnTo>
                    <a:pt x="1289205" y="361246"/>
                  </a:lnTo>
                  <a:lnTo>
                    <a:pt x="1360827" y="378670"/>
                  </a:lnTo>
                  <a:lnTo>
                    <a:pt x="1432450" y="395842"/>
                  </a:lnTo>
                  <a:lnTo>
                    <a:pt x="1504073" y="412766"/>
                  </a:lnTo>
                  <a:lnTo>
                    <a:pt x="1575695" y="429445"/>
                  </a:lnTo>
                  <a:lnTo>
                    <a:pt x="1647318" y="445882"/>
                  </a:lnTo>
                  <a:lnTo>
                    <a:pt x="1718940" y="462082"/>
                  </a:lnTo>
                  <a:lnTo>
                    <a:pt x="1790563" y="478047"/>
                  </a:lnTo>
                  <a:lnTo>
                    <a:pt x="1862185" y="493781"/>
                  </a:lnTo>
                  <a:lnTo>
                    <a:pt x="1933808" y="509288"/>
                  </a:lnTo>
                  <a:lnTo>
                    <a:pt x="2005430" y="524570"/>
                  </a:lnTo>
                  <a:lnTo>
                    <a:pt x="2077053" y="539631"/>
                  </a:lnTo>
                  <a:lnTo>
                    <a:pt x="2148675" y="554474"/>
                  </a:lnTo>
                  <a:lnTo>
                    <a:pt x="2220298" y="569103"/>
                  </a:lnTo>
                  <a:lnTo>
                    <a:pt x="2291920" y="583519"/>
                  </a:lnTo>
                  <a:lnTo>
                    <a:pt x="2363543" y="597727"/>
                  </a:lnTo>
                  <a:lnTo>
                    <a:pt x="2435165" y="611730"/>
                  </a:lnTo>
                  <a:lnTo>
                    <a:pt x="2506788" y="625530"/>
                  </a:lnTo>
                  <a:lnTo>
                    <a:pt x="2578410" y="639130"/>
                  </a:lnTo>
                  <a:lnTo>
                    <a:pt x="2650033" y="652533"/>
                  </a:lnTo>
                  <a:lnTo>
                    <a:pt x="2721655" y="665743"/>
                  </a:lnTo>
                  <a:lnTo>
                    <a:pt x="2793278" y="678761"/>
                  </a:lnTo>
                  <a:lnTo>
                    <a:pt x="2864901" y="691591"/>
                  </a:lnTo>
                  <a:lnTo>
                    <a:pt x="2936523" y="704236"/>
                  </a:lnTo>
                  <a:lnTo>
                    <a:pt x="3008146" y="716697"/>
                  </a:lnTo>
                  <a:lnTo>
                    <a:pt x="3079768" y="728978"/>
                  </a:lnTo>
                  <a:lnTo>
                    <a:pt x="3151391" y="736272"/>
                  </a:lnTo>
                  <a:lnTo>
                    <a:pt x="3223013" y="736955"/>
                  </a:lnTo>
                  <a:lnTo>
                    <a:pt x="3294636" y="737637"/>
                  </a:lnTo>
                  <a:lnTo>
                    <a:pt x="3366258" y="738319"/>
                  </a:lnTo>
                  <a:lnTo>
                    <a:pt x="3437881" y="739000"/>
                  </a:lnTo>
                  <a:lnTo>
                    <a:pt x="3509503" y="739681"/>
                  </a:lnTo>
                  <a:lnTo>
                    <a:pt x="3581126" y="740361"/>
                  </a:lnTo>
                  <a:lnTo>
                    <a:pt x="3652748" y="741040"/>
                  </a:lnTo>
                  <a:lnTo>
                    <a:pt x="3724371" y="741719"/>
                  </a:lnTo>
                  <a:lnTo>
                    <a:pt x="3795993" y="742398"/>
                  </a:lnTo>
                  <a:lnTo>
                    <a:pt x="3867616" y="743076"/>
                  </a:lnTo>
                  <a:lnTo>
                    <a:pt x="3939238" y="743753"/>
                  </a:lnTo>
                  <a:lnTo>
                    <a:pt x="4010861" y="744430"/>
                  </a:lnTo>
                  <a:lnTo>
                    <a:pt x="4082483" y="745106"/>
                  </a:lnTo>
                  <a:lnTo>
                    <a:pt x="4154106" y="745781"/>
                  </a:lnTo>
                  <a:lnTo>
                    <a:pt x="4225729" y="746456"/>
                  </a:lnTo>
                  <a:lnTo>
                    <a:pt x="4297351" y="747131"/>
                  </a:lnTo>
                  <a:lnTo>
                    <a:pt x="4368974" y="747805"/>
                  </a:lnTo>
                  <a:lnTo>
                    <a:pt x="4440596" y="748478"/>
                  </a:lnTo>
                  <a:lnTo>
                    <a:pt x="4512219" y="749151"/>
                  </a:lnTo>
                  <a:lnTo>
                    <a:pt x="4583841" y="749823"/>
                  </a:lnTo>
                  <a:lnTo>
                    <a:pt x="4655464" y="750495"/>
                  </a:lnTo>
                  <a:lnTo>
                    <a:pt x="4727086" y="751166"/>
                  </a:lnTo>
                  <a:lnTo>
                    <a:pt x="4798709" y="751837"/>
                  </a:lnTo>
                  <a:lnTo>
                    <a:pt x="4870331" y="752507"/>
                  </a:lnTo>
                  <a:lnTo>
                    <a:pt x="4941954" y="753176"/>
                  </a:lnTo>
                  <a:lnTo>
                    <a:pt x="5013576" y="753845"/>
                  </a:lnTo>
                  <a:lnTo>
                    <a:pt x="5085199" y="754514"/>
                  </a:lnTo>
                  <a:lnTo>
                    <a:pt x="5156821" y="755181"/>
                  </a:lnTo>
                  <a:lnTo>
                    <a:pt x="5228444" y="755849"/>
                  </a:lnTo>
                  <a:lnTo>
                    <a:pt x="5300066" y="756515"/>
                  </a:lnTo>
                  <a:lnTo>
                    <a:pt x="5371689" y="757182"/>
                  </a:lnTo>
                  <a:lnTo>
                    <a:pt x="5443311" y="757847"/>
                  </a:lnTo>
                  <a:lnTo>
                    <a:pt x="5514934" y="758512"/>
                  </a:lnTo>
                  <a:lnTo>
                    <a:pt x="5586557" y="759177"/>
                  </a:lnTo>
                  <a:lnTo>
                    <a:pt x="5658179" y="759841"/>
                  </a:lnTo>
                  <a:lnTo>
                    <a:pt x="5729802" y="760504"/>
                  </a:lnTo>
                  <a:lnTo>
                    <a:pt x="5801424" y="761167"/>
                  </a:lnTo>
                  <a:lnTo>
                    <a:pt x="5873047" y="761830"/>
                  </a:lnTo>
                  <a:lnTo>
                    <a:pt x="5944669" y="762491"/>
                  </a:lnTo>
                  <a:lnTo>
                    <a:pt x="6016292" y="763153"/>
                  </a:lnTo>
                  <a:lnTo>
                    <a:pt x="6087914" y="763813"/>
                  </a:lnTo>
                  <a:lnTo>
                    <a:pt x="6159537" y="764474"/>
                  </a:lnTo>
                  <a:lnTo>
                    <a:pt x="6231159" y="765133"/>
                  </a:lnTo>
                  <a:lnTo>
                    <a:pt x="6302782" y="765792"/>
                  </a:lnTo>
                  <a:lnTo>
                    <a:pt x="6374404" y="766451"/>
                  </a:lnTo>
                  <a:lnTo>
                    <a:pt x="6446027" y="767109"/>
                  </a:lnTo>
                  <a:lnTo>
                    <a:pt x="6517649" y="767766"/>
                  </a:lnTo>
                  <a:lnTo>
                    <a:pt x="6589272" y="768423"/>
                  </a:lnTo>
                  <a:lnTo>
                    <a:pt x="6660894" y="769080"/>
                  </a:lnTo>
                  <a:lnTo>
                    <a:pt x="6732517" y="769735"/>
                  </a:lnTo>
                  <a:lnTo>
                    <a:pt x="6804139" y="770391"/>
                  </a:lnTo>
                  <a:lnTo>
                    <a:pt x="6875762" y="771046"/>
                  </a:lnTo>
                  <a:lnTo>
                    <a:pt x="6947385" y="771700"/>
                  </a:lnTo>
                  <a:lnTo>
                    <a:pt x="7019007" y="772353"/>
                  </a:lnTo>
                  <a:lnTo>
                    <a:pt x="7090630" y="773007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1172049" y="4697465"/>
              <a:ext cx="7090630" cy="489980"/>
            </a:xfrm>
            <a:custGeom>
              <a:avLst/>
              <a:pathLst>
                <a:path w="7090630" h="489980">
                  <a:moveTo>
                    <a:pt x="7090630" y="489980"/>
                  </a:moveTo>
                  <a:lnTo>
                    <a:pt x="7019007" y="484551"/>
                  </a:lnTo>
                  <a:lnTo>
                    <a:pt x="6947385" y="479041"/>
                  </a:lnTo>
                  <a:lnTo>
                    <a:pt x="6875762" y="473451"/>
                  </a:lnTo>
                  <a:lnTo>
                    <a:pt x="6804139" y="467779"/>
                  </a:lnTo>
                  <a:lnTo>
                    <a:pt x="6732517" y="462024"/>
                  </a:lnTo>
                  <a:lnTo>
                    <a:pt x="6660894" y="456184"/>
                  </a:lnTo>
                  <a:lnTo>
                    <a:pt x="6589272" y="450258"/>
                  </a:lnTo>
                  <a:lnTo>
                    <a:pt x="6517649" y="444246"/>
                  </a:lnTo>
                  <a:lnTo>
                    <a:pt x="6446027" y="438145"/>
                  </a:lnTo>
                  <a:lnTo>
                    <a:pt x="6374404" y="431954"/>
                  </a:lnTo>
                  <a:lnTo>
                    <a:pt x="6302782" y="425673"/>
                  </a:lnTo>
                  <a:lnTo>
                    <a:pt x="6231159" y="419299"/>
                  </a:lnTo>
                  <a:lnTo>
                    <a:pt x="6159537" y="412832"/>
                  </a:lnTo>
                  <a:lnTo>
                    <a:pt x="6087914" y="406270"/>
                  </a:lnTo>
                  <a:lnTo>
                    <a:pt x="6016292" y="399611"/>
                  </a:lnTo>
                  <a:lnTo>
                    <a:pt x="5944669" y="392855"/>
                  </a:lnTo>
                  <a:lnTo>
                    <a:pt x="5873047" y="385999"/>
                  </a:lnTo>
                  <a:lnTo>
                    <a:pt x="5801424" y="379043"/>
                  </a:lnTo>
                  <a:lnTo>
                    <a:pt x="5729802" y="371985"/>
                  </a:lnTo>
                  <a:lnTo>
                    <a:pt x="5658179" y="364823"/>
                  </a:lnTo>
                  <a:lnTo>
                    <a:pt x="5586557" y="357556"/>
                  </a:lnTo>
                  <a:lnTo>
                    <a:pt x="5514934" y="350182"/>
                  </a:lnTo>
                  <a:lnTo>
                    <a:pt x="5443311" y="342700"/>
                  </a:lnTo>
                  <a:lnTo>
                    <a:pt x="5371689" y="335109"/>
                  </a:lnTo>
                  <a:lnTo>
                    <a:pt x="5300066" y="327405"/>
                  </a:lnTo>
                  <a:lnTo>
                    <a:pt x="5228444" y="319589"/>
                  </a:lnTo>
                  <a:lnTo>
                    <a:pt x="5156821" y="311658"/>
                  </a:lnTo>
                  <a:lnTo>
                    <a:pt x="5085199" y="303610"/>
                  </a:lnTo>
                  <a:lnTo>
                    <a:pt x="5013576" y="295444"/>
                  </a:lnTo>
                  <a:lnTo>
                    <a:pt x="4941954" y="287159"/>
                  </a:lnTo>
                  <a:lnTo>
                    <a:pt x="4870331" y="278751"/>
                  </a:lnTo>
                  <a:lnTo>
                    <a:pt x="4798709" y="270221"/>
                  </a:lnTo>
                  <a:lnTo>
                    <a:pt x="4727086" y="261565"/>
                  </a:lnTo>
                  <a:lnTo>
                    <a:pt x="4655464" y="252782"/>
                  </a:lnTo>
                  <a:lnTo>
                    <a:pt x="4583841" y="243870"/>
                  </a:lnTo>
                  <a:lnTo>
                    <a:pt x="4512219" y="234827"/>
                  </a:lnTo>
                  <a:lnTo>
                    <a:pt x="4440596" y="225651"/>
                  </a:lnTo>
                  <a:lnTo>
                    <a:pt x="4368974" y="216341"/>
                  </a:lnTo>
                  <a:lnTo>
                    <a:pt x="4297351" y="206894"/>
                  </a:lnTo>
                  <a:lnTo>
                    <a:pt x="4225729" y="197308"/>
                  </a:lnTo>
                  <a:lnTo>
                    <a:pt x="4154106" y="187581"/>
                  </a:lnTo>
                  <a:lnTo>
                    <a:pt x="4082483" y="177712"/>
                  </a:lnTo>
                  <a:lnTo>
                    <a:pt x="4010861" y="167698"/>
                  </a:lnTo>
                  <a:lnTo>
                    <a:pt x="3939238" y="157537"/>
                  </a:lnTo>
                  <a:lnTo>
                    <a:pt x="3867616" y="147226"/>
                  </a:lnTo>
                  <a:lnTo>
                    <a:pt x="3795993" y="136764"/>
                  </a:lnTo>
                  <a:lnTo>
                    <a:pt x="3724371" y="126149"/>
                  </a:lnTo>
                  <a:lnTo>
                    <a:pt x="3652748" y="115378"/>
                  </a:lnTo>
                  <a:lnTo>
                    <a:pt x="3581126" y="104448"/>
                  </a:lnTo>
                  <a:lnTo>
                    <a:pt x="3509503" y="93359"/>
                  </a:lnTo>
                  <a:lnTo>
                    <a:pt x="3437881" y="82106"/>
                  </a:lnTo>
                  <a:lnTo>
                    <a:pt x="3366258" y="70688"/>
                  </a:lnTo>
                  <a:lnTo>
                    <a:pt x="3294636" y="59102"/>
                  </a:lnTo>
                  <a:lnTo>
                    <a:pt x="3223013" y="47347"/>
                  </a:lnTo>
                  <a:lnTo>
                    <a:pt x="3151391" y="35419"/>
                  </a:lnTo>
                  <a:lnTo>
                    <a:pt x="3079768" y="29926"/>
                  </a:lnTo>
                  <a:lnTo>
                    <a:pt x="3008146" y="29242"/>
                  </a:lnTo>
                  <a:lnTo>
                    <a:pt x="2936523" y="28557"/>
                  </a:lnTo>
                  <a:lnTo>
                    <a:pt x="2864901" y="27872"/>
                  </a:lnTo>
                  <a:lnTo>
                    <a:pt x="2793278" y="27187"/>
                  </a:lnTo>
                  <a:lnTo>
                    <a:pt x="2721655" y="26500"/>
                  </a:lnTo>
                  <a:lnTo>
                    <a:pt x="2650033" y="25814"/>
                  </a:lnTo>
                  <a:lnTo>
                    <a:pt x="2578410" y="25126"/>
                  </a:lnTo>
                  <a:lnTo>
                    <a:pt x="2506788" y="24438"/>
                  </a:lnTo>
                  <a:lnTo>
                    <a:pt x="2435165" y="23750"/>
                  </a:lnTo>
                  <a:lnTo>
                    <a:pt x="2363543" y="23061"/>
                  </a:lnTo>
                  <a:lnTo>
                    <a:pt x="2291920" y="22371"/>
                  </a:lnTo>
                  <a:lnTo>
                    <a:pt x="2220298" y="21681"/>
                  </a:lnTo>
                  <a:lnTo>
                    <a:pt x="2148675" y="20990"/>
                  </a:lnTo>
                  <a:lnTo>
                    <a:pt x="2077053" y="20299"/>
                  </a:lnTo>
                  <a:lnTo>
                    <a:pt x="2005430" y="19607"/>
                  </a:lnTo>
                  <a:lnTo>
                    <a:pt x="1933808" y="18914"/>
                  </a:lnTo>
                  <a:lnTo>
                    <a:pt x="1862185" y="18221"/>
                  </a:lnTo>
                  <a:lnTo>
                    <a:pt x="1790563" y="17527"/>
                  </a:lnTo>
                  <a:lnTo>
                    <a:pt x="1718940" y="16833"/>
                  </a:lnTo>
                  <a:lnTo>
                    <a:pt x="1647318" y="16138"/>
                  </a:lnTo>
                  <a:lnTo>
                    <a:pt x="1575695" y="15443"/>
                  </a:lnTo>
                  <a:lnTo>
                    <a:pt x="1504073" y="14747"/>
                  </a:lnTo>
                  <a:lnTo>
                    <a:pt x="1432450" y="14051"/>
                  </a:lnTo>
                  <a:lnTo>
                    <a:pt x="1360827" y="13354"/>
                  </a:lnTo>
                  <a:lnTo>
                    <a:pt x="1289205" y="12656"/>
                  </a:lnTo>
                  <a:lnTo>
                    <a:pt x="1217582" y="11958"/>
                  </a:lnTo>
                  <a:lnTo>
                    <a:pt x="1145960" y="11259"/>
                  </a:lnTo>
                  <a:lnTo>
                    <a:pt x="1074337" y="10560"/>
                  </a:lnTo>
                  <a:lnTo>
                    <a:pt x="1002715" y="9860"/>
                  </a:lnTo>
                  <a:lnTo>
                    <a:pt x="931092" y="9159"/>
                  </a:lnTo>
                  <a:lnTo>
                    <a:pt x="859470" y="8458"/>
                  </a:lnTo>
                  <a:lnTo>
                    <a:pt x="787847" y="7756"/>
                  </a:lnTo>
                  <a:lnTo>
                    <a:pt x="716225" y="7054"/>
                  </a:lnTo>
                  <a:lnTo>
                    <a:pt x="644602" y="6351"/>
                  </a:lnTo>
                  <a:lnTo>
                    <a:pt x="572980" y="5648"/>
                  </a:lnTo>
                  <a:lnTo>
                    <a:pt x="501357" y="4944"/>
                  </a:lnTo>
                  <a:lnTo>
                    <a:pt x="429735" y="4239"/>
                  </a:lnTo>
                  <a:lnTo>
                    <a:pt x="358112" y="3534"/>
                  </a:lnTo>
                  <a:lnTo>
                    <a:pt x="286490" y="2828"/>
                  </a:lnTo>
                  <a:lnTo>
                    <a:pt x="214867" y="2122"/>
                  </a:lnTo>
                  <a:lnTo>
                    <a:pt x="143245" y="1415"/>
                  </a:lnTo>
                  <a:lnTo>
                    <a:pt x="71622" y="708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1172049" y="4397100"/>
              <a:ext cx="7090630" cy="618811"/>
            </a:xfrm>
            <a:custGeom>
              <a:avLst/>
              <a:pathLst>
                <a:path w="7090630" h="618811">
                  <a:moveTo>
                    <a:pt x="0" y="0"/>
                  </a:moveTo>
                  <a:lnTo>
                    <a:pt x="71622" y="8898"/>
                  </a:lnTo>
                  <a:lnTo>
                    <a:pt x="143245" y="17728"/>
                  </a:lnTo>
                  <a:lnTo>
                    <a:pt x="214867" y="26490"/>
                  </a:lnTo>
                  <a:lnTo>
                    <a:pt x="286490" y="35186"/>
                  </a:lnTo>
                  <a:lnTo>
                    <a:pt x="358112" y="43814"/>
                  </a:lnTo>
                  <a:lnTo>
                    <a:pt x="429735" y="52376"/>
                  </a:lnTo>
                  <a:lnTo>
                    <a:pt x="501357" y="60873"/>
                  </a:lnTo>
                  <a:lnTo>
                    <a:pt x="572980" y="69305"/>
                  </a:lnTo>
                  <a:lnTo>
                    <a:pt x="644602" y="77671"/>
                  </a:lnTo>
                  <a:lnTo>
                    <a:pt x="716225" y="85974"/>
                  </a:lnTo>
                  <a:lnTo>
                    <a:pt x="787847" y="94213"/>
                  </a:lnTo>
                  <a:lnTo>
                    <a:pt x="859470" y="102389"/>
                  </a:lnTo>
                  <a:lnTo>
                    <a:pt x="931092" y="110502"/>
                  </a:lnTo>
                  <a:lnTo>
                    <a:pt x="1002715" y="118553"/>
                  </a:lnTo>
                  <a:lnTo>
                    <a:pt x="1074337" y="126542"/>
                  </a:lnTo>
                  <a:lnTo>
                    <a:pt x="1145960" y="134469"/>
                  </a:lnTo>
                  <a:lnTo>
                    <a:pt x="1217582" y="142336"/>
                  </a:lnTo>
                  <a:lnTo>
                    <a:pt x="1289205" y="150143"/>
                  </a:lnTo>
                  <a:lnTo>
                    <a:pt x="1360827" y="157890"/>
                  </a:lnTo>
                  <a:lnTo>
                    <a:pt x="1432450" y="165577"/>
                  </a:lnTo>
                  <a:lnTo>
                    <a:pt x="1504073" y="173206"/>
                  </a:lnTo>
                  <a:lnTo>
                    <a:pt x="1575695" y="180775"/>
                  </a:lnTo>
                  <a:lnTo>
                    <a:pt x="1647318" y="188287"/>
                  </a:lnTo>
                  <a:lnTo>
                    <a:pt x="1718940" y="195741"/>
                  </a:lnTo>
                  <a:lnTo>
                    <a:pt x="1790563" y="203139"/>
                  </a:lnTo>
                  <a:lnTo>
                    <a:pt x="1862185" y="210479"/>
                  </a:lnTo>
                  <a:lnTo>
                    <a:pt x="1933808" y="217763"/>
                  </a:lnTo>
                  <a:lnTo>
                    <a:pt x="2005430" y="224991"/>
                  </a:lnTo>
                  <a:lnTo>
                    <a:pt x="2077053" y="232164"/>
                  </a:lnTo>
                  <a:lnTo>
                    <a:pt x="2148675" y="239281"/>
                  </a:lnTo>
                  <a:lnTo>
                    <a:pt x="2220298" y="246344"/>
                  </a:lnTo>
                  <a:lnTo>
                    <a:pt x="2291920" y="253353"/>
                  </a:lnTo>
                  <a:lnTo>
                    <a:pt x="2363543" y="260308"/>
                  </a:lnTo>
                  <a:lnTo>
                    <a:pt x="2435165" y="267210"/>
                  </a:lnTo>
                  <a:lnTo>
                    <a:pt x="2506788" y="274059"/>
                  </a:lnTo>
                  <a:lnTo>
                    <a:pt x="2578410" y="280855"/>
                  </a:lnTo>
                  <a:lnTo>
                    <a:pt x="2650033" y="287600"/>
                  </a:lnTo>
                  <a:lnTo>
                    <a:pt x="2721655" y="294292"/>
                  </a:lnTo>
                  <a:lnTo>
                    <a:pt x="2793278" y="300933"/>
                  </a:lnTo>
                  <a:lnTo>
                    <a:pt x="2864901" y="307523"/>
                  </a:lnTo>
                  <a:lnTo>
                    <a:pt x="2936523" y="314063"/>
                  </a:lnTo>
                  <a:lnTo>
                    <a:pt x="3008146" y="320553"/>
                  </a:lnTo>
                  <a:lnTo>
                    <a:pt x="3079768" y="326992"/>
                  </a:lnTo>
                  <a:lnTo>
                    <a:pt x="3151391" y="333383"/>
                  </a:lnTo>
                  <a:lnTo>
                    <a:pt x="3223013" y="339724"/>
                  </a:lnTo>
                  <a:lnTo>
                    <a:pt x="3294636" y="346017"/>
                  </a:lnTo>
                  <a:lnTo>
                    <a:pt x="3366258" y="352261"/>
                  </a:lnTo>
                  <a:lnTo>
                    <a:pt x="3437881" y="358458"/>
                  </a:lnTo>
                  <a:lnTo>
                    <a:pt x="3509503" y="364607"/>
                  </a:lnTo>
                  <a:lnTo>
                    <a:pt x="3581126" y="370708"/>
                  </a:lnTo>
                  <a:lnTo>
                    <a:pt x="3652748" y="376763"/>
                  </a:lnTo>
                  <a:lnTo>
                    <a:pt x="3724371" y="382772"/>
                  </a:lnTo>
                  <a:lnTo>
                    <a:pt x="3795993" y="388735"/>
                  </a:lnTo>
                  <a:lnTo>
                    <a:pt x="3867616" y="394651"/>
                  </a:lnTo>
                  <a:lnTo>
                    <a:pt x="3939238" y="400523"/>
                  </a:lnTo>
                  <a:lnTo>
                    <a:pt x="4010861" y="406349"/>
                  </a:lnTo>
                  <a:lnTo>
                    <a:pt x="4082483" y="412131"/>
                  </a:lnTo>
                  <a:lnTo>
                    <a:pt x="4154106" y="417868"/>
                  </a:lnTo>
                  <a:lnTo>
                    <a:pt x="4225729" y="423561"/>
                  </a:lnTo>
                  <a:lnTo>
                    <a:pt x="4297351" y="429211"/>
                  </a:lnTo>
                  <a:lnTo>
                    <a:pt x="4368974" y="434817"/>
                  </a:lnTo>
                  <a:lnTo>
                    <a:pt x="4440596" y="440381"/>
                  </a:lnTo>
                  <a:lnTo>
                    <a:pt x="4512219" y="445901"/>
                  </a:lnTo>
                  <a:lnTo>
                    <a:pt x="4583841" y="451380"/>
                  </a:lnTo>
                  <a:lnTo>
                    <a:pt x="4655464" y="456816"/>
                  </a:lnTo>
                  <a:lnTo>
                    <a:pt x="4727086" y="462210"/>
                  </a:lnTo>
                  <a:lnTo>
                    <a:pt x="4798709" y="467564"/>
                  </a:lnTo>
                  <a:lnTo>
                    <a:pt x="4870331" y="472876"/>
                  </a:lnTo>
                  <a:lnTo>
                    <a:pt x="4941954" y="478147"/>
                  </a:lnTo>
                  <a:lnTo>
                    <a:pt x="5013576" y="483378"/>
                  </a:lnTo>
                  <a:lnTo>
                    <a:pt x="5085199" y="488569"/>
                  </a:lnTo>
                  <a:lnTo>
                    <a:pt x="5156821" y="493720"/>
                  </a:lnTo>
                  <a:lnTo>
                    <a:pt x="5228444" y="498832"/>
                  </a:lnTo>
                  <a:lnTo>
                    <a:pt x="5300066" y="503904"/>
                  </a:lnTo>
                  <a:lnTo>
                    <a:pt x="5371689" y="508937"/>
                  </a:lnTo>
                  <a:lnTo>
                    <a:pt x="5443311" y="513932"/>
                  </a:lnTo>
                  <a:lnTo>
                    <a:pt x="5514934" y="518889"/>
                  </a:lnTo>
                  <a:lnTo>
                    <a:pt x="5586557" y="523807"/>
                  </a:lnTo>
                  <a:lnTo>
                    <a:pt x="5658179" y="528688"/>
                  </a:lnTo>
                  <a:lnTo>
                    <a:pt x="5729802" y="533531"/>
                  </a:lnTo>
                  <a:lnTo>
                    <a:pt x="5801424" y="538337"/>
                  </a:lnTo>
                  <a:lnTo>
                    <a:pt x="5873047" y="543107"/>
                  </a:lnTo>
                  <a:lnTo>
                    <a:pt x="5944669" y="547839"/>
                  </a:lnTo>
                  <a:lnTo>
                    <a:pt x="6016292" y="552536"/>
                  </a:lnTo>
                  <a:lnTo>
                    <a:pt x="6087914" y="557196"/>
                  </a:lnTo>
                  <a:lnTo>
                    <a:pt x="6159537" y="561821"/>
                  </a:lnTo>
                  <a:lnTo>
                    <a:pt x="6231159" y="566410"/>
                  </a:lnTo>
                  <a:lnTo>
                    <a:pt x="6302782" y="570964"/>
                  </a:lnTo>
                  <a:lnTo>
                    <a:pt x="6374404" y="575483"/>
                  </a:lnTo>
                  <a:lnTo>
                    <a:pt x="6446027" y="579968"/>
                  </a:lnTo>
                  <a:lnTo>
                    <a:pt x="6517649" y="584418"/>
                  </a:lnTo>
                  <a:lnTo>
                    <a:pt x="6589272" y="588833"/>
                  </a:lnTo>
                  <a:lnTo>
                    <a:pt x="6660894" y="593215"/>
                  </a:lnTo>
                  <a:lnTo>
                    <a:pt x="6732517" y="597564"/>
                  </a:lnTo>
                  <a:lnTo>
                    <a:pt x="6804139" y="601879"/>
                  </a:lnTo>
                  <a:lnTo>
                    <a:pt x="6875762" y="606161"/>
                  </a:lnTo>
                  <a:lnTo>
                    <a:pt x="6947385" y="610410"/>
                  </a:lnTo>
                  <a:lnTo>
                    <a:pt x="7019007" y="614626"/>
                  </a:lnTo>
                  <a:lnTo>
                    <a:pt x="7090630" y="618811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429314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307439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551858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9" name="tx39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1264050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-50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2134610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3005171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-30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3875731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4746291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5666549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6506020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7376580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8247141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</a:t>
              </a:r>
            </a:p>
          </p:txBody>
        </p:sp>
        <p:sp>
          <p:nvSpPr>
            <p:cNvPr id="53" name="tx53"/>
            <p:cNvSpPr/>
            <p:nvPr/>
          </p:nvSpPr>
          <p:spPr>
            <a:xfrm>
              <a:off x="1561815" y="5925448"/>
              <a:ext cx="631109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Sensitivity eGFR Difference (%): 100 × (CKD-EPI 2012 CysC − CKD-EPI 2021 Cr) / CKD-EPI 2021 Cr</a:t>
              </a:r>
            </a:p>
          </p:txBody>
        </p:sp>
        <p:sp>
          <p:nvSpPr>
            <p:cNvPr id="54" name="tx54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817517" y="1896563"/>
              <a:ext cx="6959864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1.10 (1.01-1.19), p_Bonf = 0.169 (n = 6)  |  per IQR decline (Δ = 28.1 %): 1.30 (1.03-1.64)  |  IQR: [-30.1, -2.1] %</a:t>
              </a:r>
            </a:p>
          </p:txBody>
        </p:sp>
        <p:sp>
          <p:nvSpPr>
            <p:cNvPr id="56" name="tx56"/>
            <p:cNvSpPr/>
            <p:nvPr/>
          </p:nvSpPr>
          <p:spPr>
            <a:xfrm>
              <a:off x="817517" y="1669789"/>
              <a:ext cx="3760378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Anemia Grade 2 (Sensitivity, Carboplatin AUC ≥ 3)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2026-07-22T14:13:36Z</dcterms:modified>
  <cp:category/>
</cp:coreProperties>
</file>