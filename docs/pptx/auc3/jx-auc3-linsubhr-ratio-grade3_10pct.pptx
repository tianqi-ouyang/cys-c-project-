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59975"/>
            </a:xfrm>
            <a:custGeom>
              <a:avLst/>
              <a:pathLst>
                <a:path w="7090630" h="3459975">
                  <a:moveTo>
                    <a:pt x="1764047" y="0"/>
                  </a:moveTo>
                  <a:lnTo>
                    <a:pt x="1790563" y="87207"/>
                  </a:lnTo>
                  <a:lnTo>
                    <a:pt x="1862185" y="307491"/>
                  </a:lnTo>
                  <a:lnTo>
                    <a:pt x="1933808" y="513489"/>
                  </a:lnTo>
                  <a:lnTo>
                    <a:pt x="2005430" y="706127"/>
                  </a:lnTo>
                  <a:lnTo>
                    <a:pt x="2077053" y="886271"/>
                  </a:lnTo>
                  <a:lnTo>
                    <a:pt x="2148675" y="1054732"/>
                  </a:lnTo>
                  <a:lnTo>
                    <a:pt x="2220298" y="1212267"/>
                  </a:lnTo>
                  <a:lnTo>
                    <a:pt x="2291920" y="1359585"/>
                  </a:lnTo>
                  <a:lnTo>
                    <a:pt x="2363543" y="1497349"/>
                  </a:lnTo>
                  <a:lnTo>
                    <a:pt x="2435165" y="1626178"/>
                  </a:lnTo>
                  <a:lnTo>
                    <a:pt x="2506788" y="1746652"/>
                  </a:lnTo>
                  <a:lnTo>
                    <a:pt x="2578410" y="1859312"/>
                  </a:lnTo>
                  <a:lnTo>
                    <a:pt x="2650033" y="1964666"/>
                  </a:lnTo>
                  <a:lnTo>
                    <a:pt x="2721655" y="2063187"/>
                  </a:lnTo>
                  <a:lnTo>
                    <a:pt x="2793278" y="2155318"/>
                  </a:lnTo>
                  <a:lnTo>
                    <a:pt x="2864901" y="2241474"/>
                  </a:lnTo>
                  <a:lnTo>
                    <a:pt x="2936523" y="2322042"/>
                  </a:lnTo>
                  <a:lnTo>
                    <a:pt x="3008146" y="2397385"/>
                  </a:lnTo>
                  <a:lnTo>
                    <a:pt x="3079768" y="2467842"/>
                  </a:lnTo>
                  <a:lnTo>
                    <a:pt x="3151391" y="2533729"/>
                  </a:lnTo>
                  <a:lnTo>
                    <a:pt x="3223013" y="2595343"/>
                  </a:lnTo>
                  <a:lnTo>
                    <a:pt x="3294636" y="2652961"/>
                  </a:lnTo>
                  <a:lnTo>
                    <a:pt x="3366258" y="2676126"/>
                  </a:lnTo>
                  <a:lnTo>
                    <a:pt x="3437881" y="2697905"/>
                  </a:lnTo>
                  <a:lnTo>
                    <a:pt x="3509503" y="2719096"/>
                  </a:lnTo>
                  <a:lnTo>
                    <a:pt x="3581126" y="2739716"/>
                  </a:lnTo>
                  <a:lnTo>
                    <a:pt x="3652748" y="2759780"/>
                  </a:lnTo>
                  <a:lnTo>
                    <a:pt x="3724371" y="2779302"/>
                  </a:lnTo>
                  <a:lnTo>
                    <a:pt x="3795993" y="2798299"/>
                  </a:lnTo>
                  <a:lnTo>
                    <a:pt x="3867616" y="2816783"/>
                  </a:lnTo>
                  <a:lnTo>
                    <a:pt x="3939238" y="2834768"/>
                  </a:lnTo>
                  <a:lnTo>
                    <a:pt x="4010861" y="2852269"/>
                  </a:lnTo>
                  <a:lnTo>
                    <a:pt x="4082483" y="2869297"/>
                  </a:lnTo>
                  <a:lnTo>
                    <a:pt x="4154106" y="2885867"/>
                  </a:lnTo>
                  <a:lnTo>
                    <a:pt x="4225729" y="2901989"/>
                  </a:lnTo>
                  <a:lnTo>
                    <a:pt x="4297351" y="2917677"/>
                  </a:lnTo>
                  <a:lnTo>
                    <a:pt x="4368974" y="2932942"/>
                  </a:lnTo>
                  <a:lnTo>
                    <a:pt x="4440596" y="2947795"/>
                  </a:lnTo>
                  <a:lnTo>
                    <a:pt x="4512219" y="2962248"/>
                  </a:lnTo>
                  <a:lnTo>
                    <a:pt x="4583841" y="2976311"/>
                  </a:lnTo>
                  <a:lnTo>
                    <a:pt x="4655464" y="2989994"/>
                  </a:lnTo>
                  <a:lnTo>
                    <a:pt x="4727086" y="3003309"/>
                  </a:lnTo>
                  <a:lnTo>
                    <a:pt x="4798709" y="3016265"/>
                  </a:lnTo>
                  <a:lnTo>
                    <a:pt x="4870331" y="3028871"/>
                  </a:lnTo>
                  <a:lnTo>
                    <a:pt x="4941954" y="3041137"/>
                  </a:lnTo>
                  <a:lnTo>
                    <a:pt x="5013576" y="3053073"/>
                  </a:lnTo>
                  <a:lnTo>
                    <a:pt x="5085199" y="3064686"/>
                  </a:lnTo>
                  <a:lnTo>
                    <a:pt x="5156821" y="3075987"/>
                  </a:lnTo>
                  <a:lnTo>
                    <a:pt x="5228444" y="3086983"/>
                  </a:lnTo>
                  <a:lnTo>
                    <a:pt x="5300066" y="3097682"/>
                  </a:lnTo>
                  <a:lnTo>
                    <a:pt x="5371689" y="3108093"/>
                  </a:lnTo>
                  <a:lnTo>
                    <a:pt x="5443311" y="3118223"/>
                  </a:lnTo>
                  <a:lnTo>
                    <a:pt x="5514934" y="3128080"/>
                  </a:lnTo>
                  <a:lnTo>
                    <a:pt x="5586557" y="3137671"/>
                  </a:lnTo>
                  <a:lnTo>
                    <a:pt x="5658179" y="3147003"/>
                  </a:lnTo>
                  <a:lnTo>
                    <a:pt x="5729802" y="3156084"/>
                  </a:lnTo>
                  <a:lnTo>
                    <a:pt x="5801424" y="3164920"/>
                  </a:lnTo>
                  <a:lnTo>
                    <a:pt x="5873047" y="3173517"/>
                  </a:lnTo>
                  <a:lnTo>
                    <a:pt x="5944669" y="3181883"/>
                  </a:lnTo>
                  <a:lnTo>
                    <a:pt x="6016292" y="3190023"/>
                  </a:lnTo>
                  <a:lnTo>
                    <a:pt x="6087914" y="3197944"/>
                  </a:lnTo>
                  <a:lnTo>
                    <a:pt x="6159537" y="3205651"/>
                  </a:lnTo>
                  <a:lnTo>
                    <a:pt x="6231159" y="3213150"/>
                  </a:lnTo>
                  <a:lnTo>
                    <a:pt x="6302782" y="3220447"/>
                  </a:lnTo>
                  <a:lnTo>
                    <a:pt x="6374404" y="3227547"/>
                  </a:lnTo>
                  <a:lnTo>
                    <a:pt x="6446027" y="3234456"/>
                  </a:lnTo>
                  <a:lnTo>
                    <a:pt x="6517649" y="3241178"/>
                  </a:lnTo>
                  <a:lnTo>
                    <a:pt x="6589272" y="3247720"/>
                  </a:lnTo>
                  <a:lnTo>
                    <a:pt x="6660894" y="3254084"/>
                  </a:lnTo>
                  <a:lnTo>
                    <a:pt x="6732517" y="3260277"/>
                  </a:lnTo>
                  <a:lnTo>
                    <a:pt x="6804139" y="3266304"/>
                  </a:lnTo>
                  <a:lnTo>
                    <a:pt x="6875762" y="3272167"/>
                  </a:lnTo>
                  <a:lnTo>
                    <a:pt x="6947385" y="3277873"/>
                  </a:lnTo>
                  <a:lnTo>
                    <a:pt x="7019007" y="3283424"/>
                  </a:lnTo>
                  <a:lnTo>
                    <a:pt x="7090630" y="3288826"/>
                  </a:lnTo>
                  <a:lnTo>
                    <a:pt x="7090630" y="3459975"/>
                  </a:lnTo>
                  <a:lnTo>
                    <a:pt x="7019007" y="3458326"/>
                  </a:lnTo>
                  <a:lnTo>
                    <a:pt x="6947385" y="3456563"/>
                  </a:lnTo>
                  <a:lnTo>
                    <a:pt x="6875762" y="3454678"/>
                  </a:lnTo>
                  <a:lnTo>
                    <a:pt x="6804139" y="3452662"/>
                  </a:lnTo>
                  <a:lnTo>
                    <a:pt x="6732517" y="3450506"/>
                  </a:lnTo>
                  <a:lnTo>
                    <a:pt x="6660894" y="3448201"/>
                  </a:lnTo>
                  <a:lnTo>
                    <a:pt x="6589272" y="3445735"/>
                  </a:lnTo>
                  <a:lnTo>
                    <a:pt x="6517649" y="3443099"/>
                  </a:lnTo>
                  <a:lnTo>
                    <a:pt x="6446027" y="3440280"/>
                  </a:lnTo>
                  <a:lnTo>
                    <a:pt x="6374404" y="3437266"/>
                  </a:lnTo>
                  <a:lnTo>
                    <a:pt x="6302782" y="3434042"/>
                  </a:lnTo>
                  <a:lnTo>
                    <a:pt x="6231159" y="3430595"/>
                  </a:lnTo>
                  <a:lnTo>
                    <a:pt x="6159537" y="3426909"/>
                  </a:lnTo>
                  <a:lnTo>
                    <a:pt x="6087914" y="3422967"/>
                  </a:lnTo>
                  <a:lnTo>
                    <a:pt x="6016292" y="3418752"/>
                  </a:lnTo>
                  <a:lnTo>
                    <a:pt x="5944669" y="3414244"/>
                  </a:lnTo>
                  <a:lnTo>
                    <a:pt x="5873047" y="3409424"/>
                  </a:lnTo>
                  <a:lnTo>
                    <a:pt x="5801424" y="3404269"/>
                  </a:lnTo>
                  <a:lnTo>
                    <a:pt x="5729802" y="3398757"/>
                  </a:lnTo>
                  <a:lnTo>
                    <a:pt x="5658179" y="3392863"/>
                  </a:lnTo>
                  <a:lnTo>
                    <a:pt x="5586557" y="3386560"/>
                  </a:lnTo>
                  <a:lnTo>
                    <a:pt x="5514934" y="3379819"/>
                  </a:lnTo>
                  <a:lnTo>
                    <a:pt x="5443311" y="3372612"/>
                  </a:lnTo>
                  <a:lnTo>
                    <a:pt x="5371689" y="3364904"/>
                  </a:lnTo>
                  <a:lnTo>
                    <a:pt x="5300066" y="3356662"/>
                  </a:lnTo>
                  <a:lnTo>
                    <a:pt x="5228444" y="3347848"/>
                  </a:lnTo>
                  <a:lnTo>
                    <a:pt x="5156821" y="3338423"/>
                  </a:lnTo>
                  <a:lnTo>
                    <a:pt x="5085199" y="3328345"/>
                  </a:lnTo>
                  <a:lnTo>
                    <a:pt x="5013576" y="3317567"/>
                  </a:lnTo>
                  <a:lnTo>
                    <a:pt x="4941954" y="3306042"/>
                  </a:lnTo>
                  <a:lnTo>
                    <a:pt x="4870331" y="3293717"/>
                  </a:lnTo>
                  <a:lnTo>
                    <a:pt x="4798709" y="3280538"/>
                  </a:lnTo>
                  <a:lnTo>
                    <a:pt x="4727086" y="3266445"/>
                  </a:lnTo>
                  <a:lnTo>
                    <a:pt x="4655464" y="3251374"/>
                  </a:lnTo>
                  <a:lnTo>
                    <a:pt x="4583841" y="3235258"/>
                  </a:lnTo>
                  <a:lnTo>
                    <a:pt x="4512219" y="3218025"/>
                  </a:lnTo>
                  <a:lnTo>
                    <a:pt x="4440596" y="3199596"/>
                  </a:lnTo>
                  <a:lnTo>
                    <a:pt x="4368974" y="3179889"/>
                  </a:lnTo>
                  <a:lnTo>
                    <a:pt x="4297351" y="3158816"/>
                  </a:lnTo>
                  <a:lnTo>
                    <a:pt x="4225729" y="3136281"/>
                  </a:lnTo>
                  <a:lnTo>
                    <a:pt x="4154106" y="3112183"/>
                  </a:lnTo>
                  <a:lnTo>
                    <a:pt x="4082483" y="3086414"/>
                  </a:lnTo>
                  <a:lnTo>
                    <a:pt x="4010861" y="3058857"/>
                  </a:lnTo>
                  <a:lnTo>
                    <a:pt x="3939238" y="3029390"/>
                  </a:lnTo>
                  <a:lnTo>
                    <a:pt x="3867616" y="2997878"/>
                  </a:lnTo>
                  <a:lnTo>
                    <a:pt x="3795993" y="2964182"/>
                  </a:lnTo>
                  <a:lnTo>
                    <a:pt x="3724371" y="2928148"/>
                  </a:lnTo>
                  <a:lnTo>
                    <a:pt x="3652748" y="2889615"/>
                  </a:lnTo>
                  <a:lnTo>
                    <a:pt x="3581126" y="2848410"/>
                  </a:lnTo>
                  <a:lnTo>
                    <a:pt x="3509503" y="2804347"/>
                  </a:lnTo>
                  <a:lnTo>
                    <a:pt x="3437881" y="2757228"/>
                  </a:lnTo>
                  <a:lnTo>
                    <a:pt x="3366258" y="2706842"/>
                  </a:lnTo>
                  <a:lnTo>
                    <a:pt x="3294636" y="2653744"/>
                  </a:lnTo>
                  <a:lnTo>
                    <a:pt x="3223013" y="2630742"/>
                  </a:lnTo>
                  <a:lnTo>
                    <a:pt x="3151391" y="2607102"/>
                  </a:lnTo>
                  <a:lnTo>
                    <a:pt x="3079768" y="2582807"/>
                  </a:lnTo>
                  <a:lnTo>
                    <a:pt x="3008146" y="2557838"/>
                  </a:lnTo>
                  <a:lnTo>
                    <a:pt x="2936523" y="2532178"/>
                  </a:lnTo>
                  <a:lnTo>
                    <a:pt x="2864901" y="2505807"/>
                  </a:lnTo>
                  <a:lnTo>
                    <a:pt x="2793278" y="2478704"/>
                  </a:lnTo>
                  <a:lnTo>
                    <a:pt x="2721655" y="2450851"/>
                  </a:lnTo>
                  <a:lnTo>
                    <a:pt x="2650033" y="2422226"/>
                  </a:lnTo>
                  <a:lnTo>
                    <a:pt x="2578410" y="2392807"/>
                  </a:lnTo>
                  <a:lnTo>
                    <a:pt x="2506788" y="2362573"/>
                  </a:lnTo>
                  <a:lnTo>
                    <a:pt x="2435165" y="2331501"/>
                  </a:lnTo>
                  <a:lnTo>
                    <a:pt x="2363543" y="2299569"/>
                  </a:lnTo>
                  <a:lnTo>
                    <a:pt x="2291920" y="2266751"/>
                  </a:lnTo>
                  <a:lnTo>
                    <a:pt x="2220298" y="2233023"/>
                  </a:lnTo>
                  <a:lnTo>
                    <a:pt x="2148675" y="2198361"/>
                  </a:lnTo>
                  <a:lnTo>
                    <a:pt x="2077053" y="2162738"/>
                  </a:lnTo>
                  <a:lnTo>
                    <a:pt x="2005430" y="2126128"/>
                  </a:lnTo>
                  <a:lnTo>
                    <a:pt x="1933808" y="2088504"/>
                  </a:lnTo>
                  <a:lnTo>
                    <a:pt x="1862185" y="2049837"/>
                  </a:lnTo>
                  <a:lnTo>
                    <a:pt x="1790563" y="2010098"/>
                  </a:lnTo>
                  <a:lnTo>
                    <a:pt x="1718940" y="1969258"/>
                  </a:lnTo>
                  <a:lnTo>
                    <a:pt x="1647318" y="1927286"/>
                  </a:lnTo>
                  <a:lnTo>
                    <a:pt x="1575695" y="1884150"/>
                  </a:lnTo>
                  <a:lnTo>
                    <a:pt x="1504073" y="1839820"/>
                  </a:lnTo>
                  <a:lnTo>
                    <a:pt x="1432450" y="1794260"/>
                  </a:lnTo>
                  <a:lnTo>
                    <a:pt x="1360827" y="1747439"/>
                  </a:lnTo>
                  <a:lnTo>
                    <a:pt x="1289205" y="1699319"/>
                  </a:lnTo>
                  <a:lnTo>
                    <a:pt x="1217582" y="1649866"/>
                  </a:lnTo>
                  <a:lnTo>
                    <a:pt x="1145960" y="1599043"/>
                  </a:lnTo>
                  <a:lnTo>
                    <a:pt x="1074337" y="1546811"/>
                  </a:lnTo>
                  <a:lnTo>
                    <a:pt x="1002715" y="1493131"/>
                  </a:lnTo>
                  <a:lnTo>
                    <a:pt x="931092" y="1437964"/>
                  </a:lnTo>
                  <a:lnTo>
                    <a:pt x="859470" y="1381268"/>
                  </a:lnTo>
                  <a:lnTo>
                    <a:pt x="787847" y="1323000"/>
                  </a:lnTo>
                  <a:lnTo>
                    <a:pt x="716225" y="1263118"/>
                  </a:lnTo>
                  <a:lnTo>
                    <a:pt x="644602" y="1201576"/>
                  </a:lnTo>
                  <a:lnTo>
                    <a:pt x="572980" y="1138329"/>
                  </a:lnTo>
                  <a:lnTo>
                    <a:pt x="501357" y="1073329"/>
                  </a:lnTo>
                  <a:lnTo>
                    <a:pt x="429735" y="1006528"/>
                  </a:lnTo>
                  <a:lnTo>
                    <a:pt x="358112" y="937875"/>
                  </a:lnTo>
                  <a:lnTo>
                    <a:pt x="286490" y="867319"/>
                  </a:lnTo>
                  <a:lnTo>
                    <a:pt x="214867" y="794809"/>
                  </a:lnTo>
                  <a:lnTo>
                    <a:pt x="143245" y="720288"/>
                  </a:lnTo>
                  <a:lnTo>
                    <a:pt x="71622" y="643703"/>
                  </a:lnTo>
                  <a:lnTo>
                    <a:pt x="0" y="56499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36097" y="2073503"/>
              <a:ext cx="5326582" cy="3288826"/>
            </a:xfrm>
            <a:custGeom>
              <a:avLst/>
              <a:pathLst>
                <a:path w="5326582" h="3288826">
                  <a:moveTo>
                    <a:pt x="0" y="0"/>
                  </a:moveTo>
                  <a:lnTo>
                    <a:pt x="26515" y="87207"/>
                  </a:lnTo>
                  <a:lnTo>
                    <a:pt x="98137" y="307491"/>
                  </a:lnTo>
                  <a:lnTo>
                    <a:pt x="169760" y="513489"/>
                  </a:lnTo>
                  <a:lnTo>
                    <a:pt x="241382" y="706127"/>
                  </a:lnTo>
                  <a:lnTo>
                    <a:pt x="313005" y="886271"/>
                  </a:lnTo>
                  <a:lnTo>
                    <a:pt x="384627" y="1054732"/>
                  </a:lnTo>
                  <a:lnTo>
                    <a:pt x="456250" y="1212267"/>
                  </a:lnTo>
                  <a:lnTo>
                    <a:pt x="527872" y="1359585"/>
                  </a:lnTo>
                  <a:lnTo>
                    <a:pt x="599495" y="1497349"/>
                  </a:lnTo>
                  <a:lnTo>
                    <a:pt x="671118" y="1626178"/>
                  </a:lnTo>
                  <a:lnTo>
                    <a:pt x="742740" y="1746652"/>
                  </a:lnTo>
                  <a:lnTo>
                    <a:pt x="814363" y="1859312"/>
                  </a:lnTo>
                  <a:lnTo>
                    <a:pt x="885985" y="1964666"/>
                  </a:lnTo>
                  <a:lnTo>
                    <a:pt x="957608" y="2063187"/>
                  </a:lnTo>
                  <a:lnTo>
                    <a:pt x="1029230" y="2155318"/>
                  </a:lnTo>
                  <a:lnTo>
                    <a:pt x="1100853" y="2241474"/>
                  </a:lnTo>
                  <a:lnTo>
                    <a:pt x="1172475" y="2322042"/>
                  </a:lnTo>
                  <a:lnTo>
                    <a:pt x="1244098" y="2397385"/>
                  </a:lnTo>
                  <a:lnTo>
                    <a:pt x="1315720" y="2467842"/>
                  </a:lnTo>
                  <a:lnTo>
                    <a:pt x="1387343" y="2533729"/>
                  </a:lnTo>
                  <a:lnTo>
                    <a:pt x="1458965" y="2595343"/>
                  </a:lnTo>
                  <a:lnTo>
                    <a:pt x="1530588" y="2652961"/>
                  </a:lnTo>
                  <a:lnTo>
                    <a:pt x="1602210" y="2676126"/>
                  </a:lnTo>
                  <a:lnTo>
                    <a:pt x="1673833" y="2697905"/>
                  </a:lnTo>
                  <a:lnTo>
                    <a:pt x="1745455" y="2719096"/>
                  </a:lnTo>
                  <a:lnTo>
                    <a:pt x="1817078" y="2739716"/>
                  </a:lnTo>
                  <a:lnTo>
                    <a:pt x="1888700" y="2759780"/>
                  </a:lnTo>
                  <a:lnTo>
                    <a:pt x="1960323" y="2779302"/>
                  </a:lnTo>
                  <a:lnTo>
                    <a:pt x="2031946" y="2798299"/>
                  </a:lnTo>
                  <a:lnTo>
                    <a:pt x="2103568" y="2816783"/>
                  </a:lnTo>
                  <a:lnTo>
                    <a:pt x="2175191" y="2834768"/>
                  </a:lnTo>
                  <a:lnTo>
                    <a:pt x="2246813" y="2852269"/>
                  </a:lnTo>
                  <a:lnTo>
                    <a:pt x="2318436" y="2869297"/>
                  </a:lnTo>
                  <a:lnTo>
                    <a:pt x="2390058" y="2885867"/>
                  </a:lnTo>
                  <a:lnTo>
                    <a:pt x="2461681" y="2901989"/>
                  </a:lnTo>
                  <a:lnTo>
                    <a:pt x="2533303" y="2917677"/>
                  </a:lnTo>
                  <a:lnTo>
                    <a:pt x="2604926" y="2932942"/>
                  </a:lnTo>
                  <a:lnTo>
                    <a:pt x="2676548" y="2947795"/>
                  </a:lnTo>
                  <a:lnTo>
                    <a:pt x="2748171" y="2962248"/>
                  </a:lnTo>
                  <a:lnTo>
                    <a:pt x="2819793" y="2976311"/>
                  </a:lnTo>
                  <a:lnTo>
                    <a:pt x="2891416" y="2989994"/>
                  </a:lnTo>
                  <a:lnTo>
                    <a:pt x="2963038" y="3003309"/>
                  </a:lnTo>
                  <a:lnTo>
                    <a:pt x="3034661" y="3016265"/>
                  </a:lnTo>
                  <a:lnTo>
                    <a:pt x="3106283" y="3028871"/>
                  </a:lnTo>
                  <a:lnTo>
                    <a:pt x="3177906" y="3041137"/>
                  </a:lnTo>
                  <a:lnTo>
                    <a:pt x="3249528" y="3053073"/>
                  </a:lnTo>
                  <a:lnTo>
                    <a:pt x="3321151" y="3064686"/>
                  </a:lnTo>
                  <a:lnTo>
                    <a:pt x="3392774" y="3075987"/>
                  </a:lnTo>
                  <a:lnTo>
                    <a:pt x="3464396" y="3086983"/>
                  </a:lnTo>
                  <a:lnTo>
                    <a:pt x="3536019" y="3097682"/>
                  </a:lnTo>
                  <a:lnTo>
                    <a:pt x="3607641" y="3108093"/>
                  </a:lnTo>
                  <a:lnTo>
                    <a:pt x="3679264" y="3118223"/>
                  </a:lnTo>
                  <a:lnTo>
                    <a:pt x="3750886" y="3128080"/>
                  </a:lnTo>
                  <a:lnTo>
                    <a:pt x="3822509" y="3137671"/>
                  </a:lnTo>
                  <a:lnTo>
                    <a:pt x="3894131" y="3147003"/>
                  </a:lnTo>
                  <a:lnTo>
                    <a:pt x="3965754" y="3156084"/>
                  </a:lnTo>
                  <a:lnTo>
                    <a:pt x="4037376" y="3164920"/>
                  </a:lnTo>
                  <a:lnTo>
                    <a:pt x="4108999" y="3173517"/>
                  </a:lnTo>
                  <a:lnTo>
                    <a:pt x="4180621" y="3181883"/>
                  </a:lnTo>
                  <a:lnTo>
                    <a:pt x="4252244" y="3190023"/>
                  </a:lnTo>
                  <a:lnTo>
                    <a:pt x="4323866" y="3197944"/>
                  </a:lnTo>
                  <a:lnTo>
                    <a:pt x="4395489" y="3205651"/>
                  </a:lnTo>
                  <a:lnTo>
                    <a:pt x="4467111" y="3213150"/>
                  </a:lnTo>
                  <a:lnTo>
                    <a:pt x="4538734" y="3220447"/>
                  </a:lnTo>
                  <a:lnTo>
                    <a:pt x="4610356" y="3227547"/>
                  </a:lnTo>
                  <a:lnTo>
                    <a:pt x="4681979" y="3234456"/>
                  </a:lnTo>
                  <a:lnTo>
                    <a:pt x="4753602" y="3241178"/>
                  </a:lnTo>
                  <a:lnTo>
                    <a:pt x="4825224" y="3247720"/>
                  </a:lnTo>
                  <a:lnTo>
                    <a:pt x="4896847" y="3254084"/>
                  </a:lnTo>
                  <a:lnTo>
                    <a:pt x="4968469" y="3260277"/>
                  </a:lnTo>
                  <a:lnTo>
                    <a:pt x="5040092" y="3266304"/>
                  </a:lnTo>
                  <a:lnTo>
                    <a:pt x="5111714" y="3272167"/>
                  </a:lnTo>
                  <a:lnTo>
                    <a:pt x="5183337" y="3277873"/>
                  </a:lnTo>
                  <a:lnTo>
                    <a:pt x="5254959" y="3283424"/>
                  </a:lnTo>
                  <a:lnTo>
                    <a:pt x="5326582" y="32888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638498"/>
              <a:ext cx="7090630" cy="2894979"/>
            </a:xfrm>
            <a:custGeom>
              <a:avLst/>
              <a:pathLst>
                <a:path w="7090630" h="2894979">
                  <a:moveTo>
                    <a:pt x="7090630" y="2894979"/>
                  </a:moveTo>
                  <a:lnTo>
                    <a:pt x="7019007" y="2893331"/>
                  </a:lnTo>
                  <a:lnTo>
                    <a:pt x="6947385" y="2891568"/>
                  </a:lnTo>
                  <a:lnTo>
                    <a:pt x="6875762" y="2889683"/>
                  </a:lnTo>
                  <a:lnTo>
                    <a:pt x="6804139" y="2887667"/>
                  </a:lnTo>
                  <a:lnTo>
                    <a:pt x="6732517" y="2885511"/>
                  </a:lnTo>
                  <a:lnTo>
                    <a:pt x="6660894" y="2883205"/>
                  </a:lnTo>
                  <a:lnTo>
                    <a:pt x="6589272" y="2880740"/>
                  </a:lnTo>
                  <a:lnTo>
                    <a:pt x="6517649" y="2878104"/>
                  </a:lnTo>
                  <a:lnTo>
                    <a:pt x="6446027" y="2875285"/>
                  </a:lnTo>
                  <a:lnTo>
                    <a:pt x="6374404" y="2872270"/>
                  </a:lnTo>
                  <a:lnTo>
                    <a:pt x="6302782" y="2869047"/>
                  </a:lnTo>
                  <a:lnTo>
                    <a:pt x="6231159" y="2865600"/>
                  </a:lnTo>
                  <a:lnTo>
                    <a:pt x="6159537" y="2861913"/>
                  </a:lnTo>
                  <a:lnTo>
                    <a:pt x="6087914" y="2857972"/>
                  </a:lnTo>
                  <a:lnTo>
                    <a:pt x="6016292" y="2853756"/>
                  </a:lnTo>
                  <a:lnTo>
                    <a:pt x="5944669" y="2849249"/>
                  </a:lnTo>
                  <a:lnTo>
                    <a:pt x="5873047" y="2844428"/>
                  </a:lnTo>
                  <a:lnTo>
                    <a:pt x="5801424" y="2839274"/>
                  </a:lnTo>
                  <a:lnTo>
                    <a:pt x="5729802" y="2833762"/>
                  </a:lnTo>
                  <a:lnTo>
                    <a:pt x="5658179" y="2827868"/>
                  </a:lnTo>
                  <a:lnTo>
                    <a:pt x="5586557" y="2821564"/>
                  </a:lnTo>
                  <a:lnTo>
                    <a:pt x="5514934" y="2814824"/>
                  </a:lnTo>
                  <a:lnTo>
                    <a:pt x="5443311" y="2807616"/>
                  </a:lnTo>
                  <a:lnTo>
                    <a:pt x="5371689" y="2799909"/>
                  </a:lnTo>
                  <a:lnTo>
                    <a:pt x="5300066" y="2791667"/>
                  </a:lnTo>
                  <a:lnTo>
                    <a:pt x="5228444" y="2782853"/>
                  </a:lnTo>
                  <a:lnTo>
                    <a:pt x="5156821" y="2773428"/>
                  </a:lnTo>
                  <a:lnTo>
                    <a:pt x="5085199" y="2763349"/>
                  </a:lnTo>
                  <a:lnTo>
                    <a:pt x="5013576" y="2752572"/>
                  </a:lnTo>
                  <a:lnTo>
                    <a:pt x="4941954" y="2741047"/>
                  </a:lnTo>
                  <a:lnTo>
                    <a:pt x="4870331" y="2728722"/>
                  </a:lnTo>
                  <a:lnTo>
                    <a:pt x="4798709" y="2715543"/>
                  </a:lnTo>
                  <a:lnTo>
                    <a:pt x="4727086" y="2701450"/>
                  </a:lnTo>
                  <a:lnTo>
                    <a:pt x="4655464" y="2686379"/>
                  </a:lnTo>
                  <a:lnTo>
                    <a:pt x="4583841" y="2670263"/>
                  </a:lnTo>
                  <a:lnTo>
                    <a:pt x="4512219" y="2653030"/>
                  </a:lnTo>
                  <a:lnTo>
                    <a:pt x="4440596" y="2634601"/>
                  </a:lnTo>
                  <a:lnTo>
                    <a:pt x="4368974" y="2614894"/>
                  </a:lnTo>
                  <a:lnTo>
                    <a:pt x="4297351" y="2593821"/>
                  </a:lnTo>
                  <a:lnTo>
                    <a:pt x="4225729" y="2571285"/>
                  </a:lnTo>
                  <a:lnTo>
                    <a:pt x="4154106" y="2547188"/>
                  </a:lnTo>
                  <a:lnTo>
                    <a:pt x="4082483" y="2521418"/>
                  </a:lnTo>
                  <a:lnTo>
                    <a:pt x="4010861" y="2493862"/>
                  </a:lnTo>
                  <a:lnTo>
                    <a:pt x="3939238" y="2464394"/>
                  </a:lnTo>
                  <a:lnTo>
                    <a:pt x="3867616" y="2432883"/>
                  </a:lnTo>
                  <a:lnTo>
                    <a:pt x="3795993" y="2399186"/>
                  </a:lnTo>
                  <a:lnTo>
                    <a:pt x="3724371" y="2363153"/>
                  </a:lnTo>
                  <a:lnTo>
                    <a:pt x="3652748" y="2324620"/>
                  </a:lnTo>
                  <a:lnTo>
                    <a:pt x="3581126" y="2283415"/>
                  </a:lnTo>
                  <a:lnTo>
                    <a:pt x="3509503" y="2239352"/>
                  </a:lnTo>
                  <a:lnTo>
                    <a:pt x="3437881" y="2192233"/>
                  </a:lnTo>
                  <a:lnTo>
                    <a:pt x="3366258" y="2141847"/>
                  </a:lnTo>
                  <a:lnTo>
                    <a:pt x="3294636" y="2088749"/>
                  </a:lnTo>
                  <a:lnTo>
                    <a:pt x="3223013" y="2065746"/>
                  </a:lnTo>
                  <a:lnTo>
                    <a:pt x="3151391" y="2042107"/>
                  </a:lnTo>
                  <a:lnTo>
                    <a:pt x="3079768" y="2017812"/>
                  </a:lnTo>
                  <a:lnTo>
                    <a:pt x="3008146" y="1992843"/>
                  </a:lnTo>
                  <a:lnTo>
                    <a:pt x="2936523" y="1967183"/>
                  </a:lnTo>
                  <a:lnTo>
                    <a:pt x="2864901" y="1940811"/>
                  </a:lnTo>
                  <a:lnTo>
                    <a:pt x="2793278" y="1913709"/>
                  </a:lnTo>
                  <a:lnTo>
                    <a:pt x="2721655" y="1885856"/>
                  </a:lnTo>
                  <a:lnTo>
                    <a:pt x="2650033" y="1857230"/>
                  </a:lnTo>
                  <a:lnTo>
                    <a:pt x="2578410" y="1827812"/>
                  </a:lnTo>
                  <a:lnTo>
                    <a:pt x="2506788" y="1797578"/>
                  </a:lnTo>
                  <a:lnTo>
                    <a:pt x="2435165" y="1766506"/>
                  </a:lnTo>
                  <a:lnTo>
                    <a:pt x="2363543" y="1734573"/>
                  </a:lnTo>
                  <a:lnTo>
                    <a:pt x="2291920" y="1701755"/>
                  </a:lnTo>
                  <a:lnTo>
                    <a:pt x="2220298" y="1668028"/>
                  </a:lnTo>
                  <a:lnTo>
                    <a:pt x="2148675" y="1633366"/>
                  </a:lnTo>
                  <a:lnTo>
                    <a:pt x="2077053" y="1597743"/>
                  </a:lnTo>
                  <a:lnTo>
                    <a:pt x="2005430" y="1561133"/>
                  </a:lnTo>
                  <a:lnTo>
                    <a:pt x="1933808" y="1523509"/>
                  </a:lnTo>
                  <a:lnTo>
                    <a:pt x="1862185" y="1484841"/>
                  </a:lnTo>
                  <a:lnTo>
                    <a:pt x="1790563" y="1445102"/>
                  </a:lnTo>
                  <a:lnTo>
                    <a:pt x="1718940" y="1404262"/>
                  </a:lnTo>
                  <a:lnTo>
                    <a:pt x="1647318" y="1362290"/>
                  </a:lnTo>
                  <a:lnTo>
                    <a:pt x="1575695" y="1319155"/>
                  </a:lnTo>
                  <a:lnTo>
                    <a:pt x="1504073" y="1274824"/>
                  </a:lnTo>
                  <a:lnTo>
                    <a:pt x="1432450" y="1229265"/>
                  </a:lnTo>
                  <a:lnTo>
                    <a:pt x="1360827" y="1182443"/>
                  </a:lnTo>
                  <a:lnTo>
                    <a:pt x="1289205" y="1134324"/>
                  </a:lnTo>
                  <a:lnTo>
                    <a:pt x="1217582" y="1084871"/>
                  </a:lnTo>
                  <a:lnTo>
                    <a:pt x="1145960" y="1034047"/>
                  </a:lnTo>
                  <a:lnTo>
                    <a:pt x="1074337" y="981815"/>
                  </a:lnTo>
                  <a:lnTo>
                    <a:pt x="1002715" y="928136"/>
                  </a:lnTo>
                  <a:lnTo>
                    <a:pt x="931092" y="872968"/>
                  </a:lnTo>
                  <a:lnTo>
                    <a:pt x="859470" y="816272"/>
                  </a:lnTo>
                  <a:lnTo>
                    <a:pt x="787847" y="758005"/>
                  </a:lnTo>
                  <a:lnTo>
                    <a:pt x="716225" y="698123"/>
                  </a:lnTo>
                  <a:lnTo>
                    <a:pt x="644602" y="636581"/>
                  </a:lnTo>
                  <a:lnTo>
                    <a:pt x="572980" y="573334"/>
                  </a:lnTo>
                  <a:lnTo>
                    <a:pt x="501357" y="508334"/>
                  </a:lnTo>
                  <a:lnTo>
                    <a:pt x="429735" y="441532"/>
                  </a:lnTo>
                  <a:lnTo>
                    <a:pt x="358112" y="372879"/>
                  </a:lnTo>
                  <a:lnTo>
                    <a:pt x="286490" y="302324"/>
                  </a:lnTo>
                  <a:lnTo>
                    <a:pt x="214867" y="229813"/>
                  </a:lnTo>
                  <a:lnTo>
                    <a:pt x="143245" y="155293"/>
                  </a:lnTo>
                  <a:lnTo>
                    <a:pt x="71622" y="7870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290940" y="2073503"/>
              <a:ext cx="5971739" cy="3415676"/>
            </a:xfrm>
            <a:custGeom>
              <a:avLst/>
              <a:pathLst>
                <a:path w="5971739" h="3415676">
                  <a:moveTo>
                    <a:pt x="0" y="0"/>
                  </a:moveTo>
                  <a:lnTo>
                    <a:pt x="27069" y="62488"/>
                  </a:lnTo>
                  <a:lnTo>
                    <a:pt x="98691" y="220205"/>
                  </a:lnTo>
                  <a:lnTo>
                    <a:pt x="170314" y="370651"/>
                  </a:lnTo>
                  <a:lnTo>
                    <a:pt x="241936" y="514162"/>
                  </a:lnTo>
                  <a:lnTo>
                    <a:pt x="313559" y="651057"/>
                  </a:lnTo>
                  <a:lnTo>
                    <a:pt x="385181" y="781641"/>
                  </a:lnTo>
                  <a:lnTo>
                    <a:pt x="456804" y="906206"/>
                  </a:lnTo>
                  <a:lnTo>
                    <a:pt x="528427" y="1025028"/>
                  </a:lnTo>
                  <a:lnTo>
                    <a:pt x="600049" y="1138373"/>
                  </a:lnTo>
                  <a:lnTo>
                    <a:pt x="671672" y="1246492"/>
                  </a:lnTo>
                  <a:lnTo>
                    <a:pt x="743294" y="1349628"/>
                  </a:lnTo>
                  <a:lnTo>
                    <a:pt x="814917" y="1448008"/>
                  </a:lnTo>
                  <a:lnTo>
                    <a:pt x="886539" y="1541854"/>
                  </a:lnTo>
                  <a:lnTo>
                    <a:pt x="958162" y="1631373"/>
                  </a:lnTo>
                  <a:lnTo>
                    <a:pt x="1029784" y="1716766"/>
                  </a:lnTo>
                  <a:lnTo>
                    <a:pt x="1101407" y="1798222"/>
                  </a:lnTo>
                  <a:lnTo>
                    <a:pt x="1173029" y="1875923"/>
                  </a:lnTo>
                  <a:lnTo>
                    <a:pt x="1244652" y="1950042"/>
                  </a:lnTo>
                  <a:lnTo>
                    <a:pt x="1316274" y="2020745"/>
                  </a:lnTo>
                  <a:lnTo>
                    <a:pt x="1387897" y="2088188"/>
                  </a:lnTo>
                  <a:lnTo>
                    <a:pt x="1459519" y="2152522"/>
                  </a:lnTo>
                  <a:lnTo>
                    <a:pt x="1531142" y="2213890"/>
                  </a:lnTo>
                  <a:lnTo>
                    <a:pt x="1602764" y="2272429"/>
                  </a:lnTo>
                  <a:lnTo>
                    <a:pt x="1674387" y="2328270"/>
                  </a:lnTo>
                  <a:lnTo>
                    <a:pt x="1746009" y="2381536"/>
                  </a:lnTo>
                  <a:lnTo>
                    <a:pt x="1817632" y="2432347"/>
                  </a:lnTo>
                  <a:lnTo>
                    <a:pt x="1889255" y="2480815"/>
                  </a:lnTo>
                  <a:lnTo>
                    <a:pt x="1960877" y="2527050"/>
                  </a:lnTo>
                  <a:lnTo>
                    <a:pt x="2032500" y="2571152"/>
                  </a:lnTo>
                  <a:lnTo>
                    <a:pt x="2104122" y="2613222"/>
                  </a:lnTo>
                  <a:lnTo>
                    <a:pt x="2175745" y="2653353"/>
                  </a:lnTo>
                  <a:lnTo>
                    <a:pt x="2247367" y="2691633"/>
                  </a:lnTo>
                  <a:lnTo>
                    <a:pt x="2318990" y="2728149"/>
                  </a:lnTo>
                  <a:lnTo>
                    <a:pt x="2390612" y="2762981"/>
                  </a:lnTo>
                  <a:lnTo>
                    <a:pt x="2462235" y="2796208"/>
                  </a:lnTo>
                  <a:lnTo>
                    <a:pt x="2533857" y="2827902"/>
                  </a:lnTo>
                  <a:lnTo>
                    <a:pt x="2605480" y="2858136"/>
                  </a:lnTo>
                  <a:lnTo>
                    <a:pt x="2677102" y="2886976"/>
                  </a:lnTo>
                  <a:lnTo>
                    <a:pt x="2748725" y="2914487"/>
                  </a:lnTo>
                  <a:lnTo>
                    <a:pt x="2820347" y="2940729"/>
                  </a:lnTo>
                  <a:lnTo>
                    <a:pt x="2891970" y="2965762"/>
                  </a:lnTo>
                  <a:lnTo>
                    <a:pt x="2963592" y="2989640"/>
                  </a:lnTo>
                  <a:lnTo>
                    <a:pt x="3035215" y="3012418"/>
                  </a:lnTo>
                  <a:lnTo>
                    <a:pt x="3106837" y="3034146"/>
                  </a:lnTo>
                  <a:lnTo>
                    <a:pt x="3178460" y="3054872"/>
                  </a:lnTo>
                  <a:lnTo>
                    <a:pt x="3250083" y="3074643"/>
                  </a:lnTo>
                  <a:lnTo>
                    <a:pt x="3321705" y="3093502"/>
                  </a:lnTo>
                  <a:lnTo>
                    <a:pt x="3393328" y="3111492"/>
                  </a:lnTo>
                  <a:lnTo>
                    <a:pt x="3464950" y="3128653"/>
                  </a:lnTo>
                  <a:lnTo>
                    <a:pt x="3536573" y="3145022"/>
                  </a:lnTo>
                  <a:lnTo>
                    <a:pt x="3608195" y="3160637"/>
                  </a:lnTo>
                  <a:lnTo>
                    <a:pt x="3679818" y="3175532"/>
                  </a:lnTo>
                  <a:lnTo>
                    <a:pt x="3751440" y="3189740"/>
                  </a:lnTo>
                  <a:lnTo>
                    <a:pt x="3823063" y="3203294"/>
                  </a:lnTo>
                  <a:lnTo>
                    <a:pt x="3894685" y="3216222"/>
                  </a:lnTo>
                  <a:lnTo>
                    <a:pt x="3966308" y="3228555"/>
                  </a:lnTo>
                  <a:lnTo>
                    <a:pt x="4037930" y="3240319"/>
                  </a:lnTo>
                  <a:lnTo>
                    <a:pt x="4109553" y="3251541"/>
                  </a:lnTo>
                  <a:lnTo>
                    <a:pt x="4181175" y="3262245"/>
                  </a:lnTo>
                  <a:lnTo>
                    <a:pt x="4252798" y="3272456"/>
                  </a:lnTo>
                  <a:lnTo>
                    <a:pt x="4324420" y="3282197"/>
                  </a:lnTo>
                  <a:lnTo>
                    <a:pt x="4396043" y="3291488"/>
                  </a:lnTo>
                  <a:lnTo>
                    <a:pt x="4467665" y="3300351"/>
                  </a:lnTo>
                  <a:lnTo>
                    <a:pt x="4539288" y="3308805"/>
                  </a:lnTo>
                  <a:lnTo>
                    <a:pt x="4610911" y="3316870"/>
                  </a:lnTo>
                  <a:lnTo>
                    <a:pt x="4682533" y="3324563"/>
                  </a:lnTo>
                  <a:lnTo>
                    <a:pt x="4754156" y="3331901"/>
                  </a:lnTo>
                  <a:lnTo>
                    <a:pt x="4825778" y="3338901"/>
                  </a:lnTo>
                  <a:lnTo>
                    <a:pt x="4897401" y="3345578"/>
                  </a:lnTo>
                  <a:lnTo>
                    <a:pt x="4969023" y="3351947"/>
                  </a:lnTo>
                  <a:lnTo>
                    <a:pt x="5040646" y="3358023"/>
                  </a:lnTo>
                  <a:lnTo>
                    <a:pt x="5112268" y="3363819"/>
                  </a:lnTo>
                  <a:lnTo>
                    <a:pt x="5183891" y="3369348"/>
                  </a:lnTo>
                  <a:lnTo>
                    <a:pt x="5255513" y="3374621"/>
                  </a:lnTo>
                  <a:lnTo>
                    <a:pt x="5327136" y="3379652"/>
                  </a:lnTo>
                  <a:lnTo>
                    <a:pt x="5398758" y="3384450"/>
                  </a:lnTo>
                  <a:lnTo>
                    <a:pt x="5470381" y="3389028"/>
                  </a:lnTo>
                  <a:lnTo>
                    <a:pt x="5542003" y="3393394"/>
                  </a:lnTo>
                  <a:lnTo>
                    <a:pt x="5613626" y="3397559"/>
                  </a:lnTo>
                  <a:lnTo>
                    <a:pt x="5685248" y="3401533"/>
                  </a:lnTo>
                  <a:lnTo>
                    <a:pt x="5756871" y="3405323"/>
                  </a:lnTo>
                  <a:lnTo>
                    <a:pt x="5828493" y="3408938"/>
                  </a:lnTo>
                  <a:lnTo>
                    <a:pt x="5900116" y="3412386"/>
                  </a:lnTo>
                  <a:lnTo>
                    <a:pt x="5971739" y="341567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1.72 (1.37-2.16), p_Bonf = &lt;0.001 (n = 6)  |  per IQR decline (Δ = 29.5 %): 4.95 (2.53-9.70)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2026-07-22T14:13:23Z</dcterms:modified>
  <cp:category/>
</cp:coreProperties>
</file>