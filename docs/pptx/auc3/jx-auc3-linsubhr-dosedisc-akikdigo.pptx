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2364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7183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2002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96821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9774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4593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9412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545954"/>
              <a:ext cx="7090630" cy="2702868"/>
            </a:xfrm>
            <a:custGeom>
              <a:avLst/>
              <a:pathLst>
                <a:path w="7090630" h="2702868">
                  <a:moveTo>
                    <a:pt x="0" y="1707614"/>
                  </a:moveTo>
                  <a:lnTo>
                    <a:pt x="71622" y="1718864"/>
                  </a:lnTo>
                  <a:lnTo>
                    <a:pt x="143245" y="1730016"/>
                  </a:lnTo>
                  <a:lnTo>
                    <a:pt x="214867" y="1741072"/>
                  </a:lnTo>
                  <a:lnTo>
                    <a:pt x="286490" y="1752032"/>
                  </a:lnTo>
                  <a:lnTo>
                    <a:pt x="358112" y="1762896"/>
                  </a:lnTo>
                  <a:lnTo>
                    <a:pt x="429735" y="1773666"/>
                  </a:lnTo>
                  <a:lnTo>
                    <a:pt x="501357" y="1784343"/>
                  </a:lnTo>
                  <a:lnTo>
                    <a:pt x="572980" y="1794926"/>
                  </a:lnTo>
                  <a:lnTo>
                    <a:pt x="644602" y="1805418"/>
                  </a:lnTo>
                  <a:lnTo>
                    <a:pt x="716225" y="1815819"/>
                  </a:lnTo>
                  <a:lnTo>
                    <a:pt x="787847" y="1826130"/>
                  </a:lnTo>
                  <a:lnTo>
                    <a:pt x="859470" y="1836351"/>
                  </a:lnTo>
                  <a:lnTo>
                    <a:pt x="931092" y="1846483"/>
                  </a:lnTo>
                  <a:lnTo>
                    <a:pt x="1002715" y="1856527"/>
                  </a:lnTo>
                  <a:lnTo>
                    <a:pt x="1074337" y="1866484"/>
                  </a:lnTo>
                  <a:lnTo>
                    <a:pt x="1145960" y="1876355"/>
                  </a:lnTo>
                  <a:lnTo>
                    <a:pt x="1217582" y="1886140"/>
                  </a:lnTo>
                  <a:lnTo>
                    <a:pt x="1289205" y="1895840"/>
                  </a:lnTo>
                  <a:lnTo>
                    <a:pt x="1360827" y="1905455"/>
                  </a:lnTo>
                  <a:lnTo>
                    <a:pt x="1432450" y="1914988"/>
                  </a:lnTo>
                  <a:lnTo>
                    <a:pt x="1504073" y="1924437"/>
                  </a:lnTo>
                  <a:lnTo>
                    <a:pt x="1575695" y="1933804"/>
                  </a:lnTo>
                  <a:lnTo>
                    <a:pt x="1647318" y="1943090"/>
                  </a:lnTo>
                  <a:lnTo>
                    <a:pt x="1718940" y="1952296"/>
                  </a:lnTo>
                  <a:lnTo>
                    <a:pt x="1790563" y="1961421"/>
                  </a:lnTo>
                  <a:lnTo>
                    <a:pt x="1862185" y="1970468"/>
                  </a:lnTo>
                  <a:lnTo>
                    <a:pt x="1933808" y="1979435"/>
                  </a:lnTo>
                  <a:lnTo>
                    <a:pt x="2005430" y="1988325"/>
                  </a:lnTo>
                  <a:lnTo>
                    <a:pt x="2077053" y="1997138"/>
                  </a:lnTo>
                  <a:lnTo>
                    <a:pt x="2148675" y="2005874"/>
                  </a:lnTo>
                  <a:lnTo>
                    <a:pt x="2220298" y="2014534"/>
                  </a:lnTo>
                  <a:lnTo>
                    <a:pt x="2291920" y="2023119"/>
                  </a:lnTo>
                  <a:lnTo>
                    <a:pt x="2363543" y="2031630"/>
                  </a:lnTo>
                  <a:lnTo>
                    <a:pt x="2435165" y="2040066"/>
                  </a:lnTo>
                  <a:lnTo>
                    <a:pt x="2506788" y="2048430"/>
                  </a:lnTo>
                  <a:lnTo>
                    <a:pt x="2578410" y="2056721"/>
                  </a:lnTo>
                  <a:lnTo>
                    <a:pt x="2650033" y="2064939"/>
                  </a:lnTo>
                  <a:lnTo>
                    <a:pt x="2721655" y="2073087"/>
                  </a:lnTo>
                  <a:lnTo>
                    <a:pt x="2793278" y="2081163"/>
                  </a:lnTo>
                  <a:lnTo>
                    <a:pt x="2864901" y="2089170"/>
                  </a:lnTo>
                  <a:lnTo>
                    <a:pt x="2936523" y="2097107"/>
                  </a:lnTo>
                  <a:lnTo>
                    <a:pt x="3008146" y="2104975"/>
                  </a:lnTo>
                  <a:lnTo>
                    <a:pt x="3079768" y="2112775"/>
                  </a:lnTo>
                  <a:lnTo>
                    <a:pt x="3151391" y="2120507"/>
                  </a:lnTo>
                  <a:lnTo>
                    <a:pt x="3223013" y="2128172"/>
                  </a:lnTo>
                  <a:lnTo>
                    <a:pt x="3294636" y="2127695"/>
                  </a:lnTo>
                  <a:lnTo>
                    <a:pt x="3366258" y="2107094"/>
                  </a:lnTo>
                  <a:lnTo>
                    <a:pt x="3437881" y="2086009"/>
                  </a:lnTo>
                  <a:lnTo>
                    <a:pt x="3509503" y="2064427"/>
                  </a:lnTo>
                  <a:lnTo>
                    <a:pt x="3581126" y="2042337"/>
                  </a:lnTo>
                  <a:lnTo>
                    <a:pt x="3652748" y="2019728"/>
                  </a:lnTo>
                  <a:lnTo>
                    <a:pt x="3724371" y="1996587"/>
                  </a:lnTo>
                  <a:lnTo>
                    <a:pt x="3795993" y="1972901"/>
                  </a:lnTo>
                  <a:lnTo>
                    <a:pt x="3867616" y="1948658"/>
                  </a:lnTo>
                  <a:lnTo>
                    <a:pt x="3939238" y="1923844"/>
                  </a:lnTo>
                  <a:lnTo>
                    <a:pt x="4010861" y="1898447"/>
                  </a:lnTo>
                  <a:lnTo>
                    <a:pt x="4082483" y="1872452"/>
                  </a:lnTo>
                  <a:lnTo>
                    <a:pt x="4154106" y="1845845"/>
                  </a:lnTo>
                  <a:lnTo>
                    <a:pt x="4225729" y="1818613"/>
                  </a:lnTo>
                  <a:lnTo>
                    <a:pt x="4297351" y="1790739"/>
                  </a:lnTo>
                  <a:lnTo>
                    <a:pt x="4368974" y="1762210"/>
                  </a:lnTo>
                  <a:lnTo>
                    <a:pt x="4440596" y="1733010"/>
                  </a:lnTo>
                  <a:lnTo>
                    <a:pt x="4512219" y="1703122"/>
                  </a:lnTo>
                  <a:lnTo>
                    <a:pt x="4583841" y="1672531"/>
                  </a:lnTo>
                  <a:lnTo>
                    <a:pt x="4655464" y="1641221"/>
                  </a:lnTo>
                  <a:lnTo>
                    <a:pt x="4727086" y="1609174"/>
                  </a:lnTo>
                  <a:lnTo>
                    <a:pt x="4798709" y="1576373"/>
                  </a:lnTo>
                  <a:lnTo>
                    <a:pt x="4870331" y="1542800"/>
                  </a:lnTo>
                  <a:lnTo>
                    <a:pt x="4941954" y="1508437"/>
                  </a:lnTo>
                  <a:lnTo>
                    <a:pt x="5013576" y="1473265"/>
                  </a:lnTo>
                  <a:lnTo>
                    <a:pt x="5085199" y="1437266"/>
                  </a:lnTo>
                  <a:lnTo>
                    <a:pt x="5156821" y="1400420"/>
                  </a:lnTo>
                  <a:lnTo>
                    <a:pt x="5228444" y="1362707"/>
                  </a:lnTo>
                  <a:lnTo>
                    <a:pt x="5300066" y="1324107"/>
                  </a:lnTo>
                  <a:lnTo>
                    <a:pt x="5371689" y="1284598"/>
                  </a:lnTo>
                  <a:lnTo>
                    <a:pt x="5443311" y="1244160"/>
                  </a:lnTo>
                  <a:lnTo>
                    <a:pt x="5514934" y="1202770"/>
                  </a:lnTo>
                  <a:lnTo>
                    <a:pt x="5586557" y="1160407"/>
                  </a:lnTo>
                  <a:lnTo>
                    <a:pt x="5658179" y="1117047"/>
                  </a:lnTo>
                  <a:lnTo>
                    <a:pt x="5729802" y="1072666"/>
                  </a:lnTo>
                  <a:lnTo>
                    <a:pt x="5801424" y="1027241"/>
                  </a:lnTo>
                  <a:lnTo>
                    <a:pt x="5873047" y="980748"/>
                  </a:lnTo>
                  <a:lnTo>
                    <a:pt x="5944669" y="933160"/>
                  </a:lnTo>
                  <a:lnTo>
                    <a:pt x="6016292" y="884453"/>
                  </a:lnTo>
                  <a:lnTo>
                    <a:pt x="6087914" y="834600"/>
                  </a:lnTo>
                  <a:lnTo>
                    <a:pt x="6159537" y="783574"/>
                  </a:lnTo>
                  <a:lnTo>
                    <a:pt x="6231159" y="731347"/>
                  </a:lnTo>
                  <a:lnTo>
                    <a:pt x="6302782" y="677892"/>
                  </a:lnTo>
                  <a:lnTo>
                    <a:pt x="6374404" y="623178"/>
                  </a:lnTo>
                  <a:lnTo>
                    <a:pt x="6446027" y="567177"/>
                  </a:lnTo>
                  <a:lnTo>
                    <a:pt x="6517649" y="509859"/>
                  </a:lnTo>
                  <a:lnTo>
                    <a:pt x="6589272" y="451192"/>
                  </a:lnTo>
                  <a:lnTo>
                    <a:pt x="6660894" y="391145"/>
                  </a:lnTo>
                  <a:lnTo>
                    <a:pt x="6732517" y="329685"/>
                  </a:lnTo>
                  <a:lnTo>
                    <a:pt x="6804139" y="266778"/>
                  </a:lnTo>
                  <a:lnTo>
                    <a:pt x="6875762" y="202392"/>
                  </a:lnTo>
                  <a:lnTo>
                    <a:pt x="6947385" y="136490"/>
                  </a:lnTo>
                  <a:lnTo>
                    <a:pt x="7019007" y="69039"/>
                  </a:lnTo>
                  <a:lnTo>
                    <a:pt x="7090630" y="0"/>
                  </a:lnTo>
                  <a:lnTo>
                    <a:pt x="7090630" y="2456834"/>
                  </a:lnTo>
                  <a:lnTo>
                    <a:pt x="7019007" y="2452048"/>
                  </a:lnTo>
                  <a:lnTo>
                    <a:pt x="6947385" y="2447220"/>
                  </a:lnTo>
                  <a:lnTo>
                    <a:pt x="6875762" y="2442350"/>
                  </a:lnTo>
                  <a:lnTo>
                    <a:pt x="6804139" y="2437437"/>
                  </a:lnTo>
                  <a:lnTo>
                    <a:pt x="6732517" y="2432481"/>
                  </a:lnTo>
                  <a:lnTo>
                    <a:pt x="6660894" y="2427481"/>
                  </a:lnTo>
                  <a:lnTo>
                    <a:pt x="6589272" y="2422438"/>
                  </a:lnTo>
                  <a:lnTo>
                    <a:pt x="6517649" y="2417351"/>
                  </a:lnTo>
                  <a:lnTo>
                    <a:pt x="6446027" y="2412219"/>
                  </a:lnTo>
                  <a:lnTo>
                    <a:pt x="6374404" y="2407042"/>
                  </a:lnTo>
                  <a:lnTo>
                    <a:pt x="6302782" y="2401819"/>
                  </a:lnTo>
                  <a:lnTo>
                    <a:pt x="6231159" y="2396551"/>
                  </a:lnTo>
                  <a:lnTo>
                    <a:pt x="6159537" y="2391237"/>
                  </a:lnTo>
                  <a:lnTo>
                    <a:pt x="6087914" y="2385877"/>
                  </a:lnTo>
                  <a:lnTo>
                    <a:pt x="6016292" y="2380469"/>
                  </a:lnTo>
                  <a:lnTo>
                    <a:pt x="5944669" y="2375014"/>
                  </a:lnTo>
                  <a:lnTo>
                    <a:pt x="5873047" y="2369511"/>
                  </a:lnTo>
                  <a:lnTo>
                    <a:pt x="5801424" y="2363960"/>
                  </a:lnTo>
                  <a:lnTo>
                    <a:pt x="5729802" y="2358360"/>
                  </a:lnTo>
                  <a:lnTo>
                    <a:pt x="5658179" y="2352712"/>
                  </a:lnTo>
                  <a:lnTo>
                    <a:pt x="5586557" y="2347014"/>
                  </a:lnTo>
                  <a:lnTo>
                    <a:pt x="5514934" y="2341266"/>
                  </a:lnTo>
                  <a:lnTo>
                    <a:pt x="5443311" y="2335467"/>
                  </a:lnTo>
                  <a:lnTo>
                    <a:pt x="5371689" y="2329618"/>
                  </a:lnTo>
                  <a:lnTo>
                    <a:pt x="5300066" y="2323718"/>
                  </a:lnTo>
                  <a:lnTo>
                    <a:pt x="5228444" y="2317765"/>
                  </a:lnTo>
                  <a:lnTo>
                    <a:pt x="5156821" y="2311761"/>
                  </a:lnTo>
                  <a:lnTo>
                    <a:pt x="5085199" y="2305704"/>
                  </a:lnTo>
                  <a:lnTo>
                    <a:pt x="5013576" y="2299595"/>
                  </a:lnTo>
                  <a:lnTo>
                    <a:pt x="4941954" y="2293431"/>
                  </a:lnTo>
                  <a:lnTo>
                    <a:pt x="4870331" y="2287214"/>
                  </a:lnTo>
                  <a:lnTo>
                    <a:pt x="4798709" y="2280942"/>
                  </a:lnTo>
                  <a:lnTo>
                    <a:pt x="4727086" y="2274615"/>
                  </a:lnTo>
                  <a:lnTo>
                    <a:pt x="4655464" y="2268233"/>
                  </a:lnTo>
                  <a:lnTo>
                    <a:pt x="4583841" y="2261795"/>
                  </a:lnTo>
                  <a:lnTo>
                    <a:pt x="4512219" y="2255300"/>
                  </a:lnTo>
                  <a:lnTo>
                    <a:pt x="4440596" y="2248749"/>
                  </a:lnTo>
                  <a:lnTo>
                    <a:pt x="4368974" y="2242140"/>
                  </a:lnTo>
                  <a:lnTo>
                    <a:pt x="4297351" y="2235474"/>
                  </a:lnTo>
                  <a:lnTo>
                    <a:pt x="4225729" y="2228748"/>
                  </a:lnTo>
                  <a:lnTo>
                    <a:pt x="4154106" y="2221965"/>
                  </a:lnTo>
                  <a:lnTo>
                    <a:pt x="4082483" y="2215121"/>
                  </a:lnTo>
                  <a:lnTo>
                    <a:pt x="4010861" y="2208218"/>
                  </a:lnTo>
                  <a:lnTo>
                    <a:pt x="3939238" y="2201254"/>
                  </a:lnTo>
                  <a:lnTo>
                    <a:pt x="3867616" y="2194229"/>
                  </a:lnTo>
                  <a:lnTo>
                    <a:pt x="3795993" y="2187143"/>
                  </a:lnTo>
                  <a:lnTo>
                    <a:pt x="3724371" y="2179995"/>
                  </a:lnTo>
                  <a:lnTo>
                    <a:pt x="3652748" y="2172784"/>
                  </a:lnTo>
                  <a:lnTo>
                    <a:pt x="3581126" y="2165509"/>
                  </a:lnTo>
                  <a:lnTo>
                    <a:pt x="3509503" y="2158172"/>
                  </a:lnTo>
                  <a:lnTo>
                    <a:pt x="3437881" y="2150769"/>
                  </a:lnTo>
                  <a:lnTo>
                    <a:pt x="3366258" y="2143302"/>
                  </a:lnTo>
                  <a:lnTo>
                    <a:pt x="3294636" y="2135770"/>
                  </a:lnTo>
                  <a:lnTo>
                    <a:pt x="3223013" y="2147823"/>
                  </a:lnTo>
                  <a:lnTo>
                    <a:pt x="3151391" y="2167487"/>
                  </a:lnTo>
                  <a:lnTo>
                    <a:pt x="3079768" y="2186700"/>
                  </a:lnTo>
                  <a:lnTo>
                    <a:pt x="3008146" y="2205471"/>
                  </a:lnTo>
                  <a:lnTo>
                    <a:pt x="2936523" y="2223811"/>
                  </a:lnTo>
                  <a:lnTo>
                    <a:pt x="2864901" y="2241728"/>
                  </a:lnTo>
                  <a:lnTo>
                    <a:pt x="2793278" y="2259234"/>
                  </a:lnTo>
                  <a:lnTo>
                    <a:pt x="2721655" y="2276338"/>
                  </a:lnTo>
                  <a:lnTo>
                    <a:pt x="2650033" y="2293048"/>
                  </a:lnTo>
                  <a:lnTo>
                    <a:pt x="2578410" y="2309375"/>
                  </a:lnTo>
                  <a:lnTo>
                    <a:pt x="2506788" y="2325325"/>
                  </a:lnTo>
                  <a:lnTo>
                    <a:pt x="2435165" y="2340910"/>
                  </a:lnTo>
                  <a:lnTo>
                    <a:pt x="2363543" y="2356136"/>
                  </a:lnTo>
                  <a:lnTo>
                    <a:pt x="2291920" y="2371012"/>
                  </a:lnTo>
                  <a:lnTo>
                    <a:pt x="2220298" y="2385546"/>
                  </a:lnTo>
                  <a:lnTo>
                    <a:pt x="2148675" y="2399746"/>
                  </a:lnTo>
                  <a:lnTo>
                    <a:pt x="2077053" y="2413619"/>
                  </a:lnTo>
                  <a:lnTo>
                    <a:pt x="2005430" y="2427174"/>
                  </a:lnTo>
                  <a:lnTo>
                    <a:pt x="1933808" y="2440417"/>
                  </a:lnTo>
                  <a:lnTo>
                    <a:pt x="1862185" y="2453355"/>
                  </a:lnTo>
                  <a:lnTo>
                    <a:pt x="1790563" y="2465996"/>
                  </a:lnTo>
                  <a:lnTo>
                    <a:pt x="1718940" y="2478347"/>
                  </a:lnTo>
                  <a:lnTo>
                    <a:pt x="1647318" y="2490413"/>
                  </a:lnTo>
                  <a:lnTo>
                    <a:pt x="1575695" y="2502202"/>
                  </a:lnTo>
                  <a:lnTo>
                    <a:pt x="1504073" y="2513721"/>
                  </a:lnTo>
                  <a:lnTo>
                    <a:pt x="1432450" y="2524974"/>
                  </a:lnTo>
                  <a:lnTo>
                    <a:pt x="1360827" y="2535969"/>
                  </a:lnTo>
                  <a:lnTo>
                    <a:pt x="1289205" y="2546711"/>
                  </a:lnTo>
                  <a:lnTo>
                    <a:pt x="1217582" y="2557206"/>
                  </a:lnTo>
                  <a:lnTo>
                    <a:pt x="1145960" y="2567459"/>
                  </a:lnTo>
                  <a:lnTo>
                    <a:pt x="1074337" y="2577477"/>
                  </a:lnTo>
                  <a:lnTo>
                    <a:pt x="1002715" y="2587265"/>
                  </a:lnTo>
                  <a:lnTo>
                    <a:pt x="931092" y="2596828"/>
                  </a:lnTo>
                  <a:lnTo>
                    <a:pt x="859470" y="2606171"/>
                  </a:lnTo>
                  <a:lnTo>
                    <a:pt x="787847" y="2615299"/>
                  </a:lnTo>
                  <a:lnTo>
                    <a:pt x="716225" y="2624217"/>
                  </a:lnTo>
                  <a:lnTo>
                    <a:pt x="644602" y="2632931"/>
                  </a:lnTo>
                  <a:lnTo>
                    <a:pt x="572980" y="2641444"/>
                  </a:lnTo>
                  <a:lnTo>
                    <a:pt x="501357" y="2649761"/>
                  </a:lnTo>
                  <a:lnTo>
                    <a:pt x="429735" y="2657887"/>
                  </a:lnTo>
                  <a:lnTo>
                    <a:pt x="358112" y="2665826"/>
                  </a:lnTo>
                  <a:lnTo>
                    <a:pt x="286490" y="2673583"/>
                  </a:lnTo>
                  <a:lnTo>
                    <a:pt x="214867" y="2681162"/>
                  </a:lnTo>
                  <a:lnTo>
                    <a:pt x="143245" y="2688566"/>
                  </a:lnTo>
                  <a:lnTo>
                    <a:pt x="71622" y="2695800"/>
                  </a:lnTo>
                  <a:lnTo>
                    <a:pt x="0" y="270286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2545954"/>
              <a:ext cx="7090630" cy="2128172"/>
            </a:xfrm>
            <a:custGeom>
              <a:avLst/>
              <a:pathLst>
                <a:path w="7090630" h="2128172">
                  <a:moveTo>
                    <a:pt x="0" y="1707614"/>
                  </a:moveTo>
                  <a:lnTo>
                    <a:pt x="71622" y="1718864"/>
                  </a:lnTo>
                  <a:lnTo>
                    <a:pt x="143245" y="1730016"/>
                  </a:lnTo>
                  <a:lnTo>
                    <a:pt x="214867" y="1741072"/>
                  </a:lnTo>
                  <a:lnTo>
                    <a:pt x="286490" y="1752032"/>
                  </a:lnTo>
                  <a:lnTo>
                    <a:pt x="358112" y="1762896"/>
                  </a:lnTo>
                  <a:lnTo>
                    <a:pt x="429735" y="1773666"/>
                  </a:lnTo>
                  <a:lnTo>
                    <a:pt x="501357" y="1784343"/>
                  </a:lnTo>
                  <a:lnTo>
                    <a:pt x="572980" y="1794926"/>
                  </a:lnTo>
                  <a:lnTo>
                    <a:pt x="644602" y="1805418"/>
                  </a:lnTo>
                  <a:lnTo>
                    <a:pt x="716225" y="1815819"/>
                  </a:lnTo>
                  <a:lnTo>
                    <a:pt x="787847" y="1826130"/>
                  </a:lnTo>
                  <a:lnTo>
                    <a:pt x="859470" y="1836351"/>
                  </a:lnTo>
                  <a:lnTo>
                    <a:pt x="931092" y="1846483"/>
                  </a:lnTo>
                  <a:lnTo>
                    <a:pt x="1002715" y="1856527"/>
                  </a:lnTo>
                  <a:lnTo>
                    <a:pt x="1074337" y="1866484"/>
                  </a:lnTo>
                  <a:lnTo>
                    <a:pt x="1145960" y="1876355"/>
                  </a:lnTo>
                  <a:lnTo>
                    <a:pt x="1217582" y="1886140"/>
                  </a:lnTo>
                  <a:lnTo>
                    <a:pt x="1289205" y="1895840"/>
                  </a:lnTo>
                  <a:lnTo>
                    <a:pt x="1360827" y="1905455"/>
                  </a:lnTo>
                  <a:lnTo>
                    <a:pt x="1432450" y="1914988"/>
                  </a:lnTo>
                  <a:lnTo>
                    <a:pt x="1504073" y="1924437"/>
                  </a:lnTo>
                  <a:lnTo>
                    <a:pt x="1575695" y="1933804"/>
                  </a:lnTo>
                  <a:lnTo>
                    <a:pt x="1647318" y="1943090"/>
                  </a:lnTo>
                  <a:lnTo>
                    <a:pt x="1718940" y="1952296"/>
                  </a:lnTo>
                  <a:lnTo>
                    <a:pt x="1790563" y="1961421"/>
                  </a:lnTo>
                  <a:lnTo>
                    <a:pt x="1862185" y="1970468"/>
                  </a:lnTo>
                  <a:lnTo>
                    <a:pt x="1933808" y="1979435"/>
                  </a:lnTo>
                  <a:lnTo>
                    <a:pt x="2005430" y="1988325"/>
                  </a:lnTo>
                  <a:lnTo>
                    <a:pt x="2077053" y="1997138"/>
                  </a:lnTo>
                  <a:lnTo>
                    <a:pt x="2148675" y="2005874"/>
                  </a:lnTo>
                  <a:lnTo>
                    <a:pt x="2220298" y="2014534"/>
                  </a:lnTo>
                  <a:lnTo>
                    <a:pt x="2291920" y="2023119"/>
                  </a:lnTo>
                  <a:lnTo>
                    <a:pt x="2363543" y="2031630"/>
                  </a:lnTo>
                  <a:lnTo>
                    <a:pt x="2435165" y="2040066"/>
                  </a:lnTo>
                  <a:lnTo>
                    <a:pt x="2506788" y="2048430"/>
                  </a:lnTo>
                  <a:lnTo>
                    <a:pt x="2578410" y="2056721"/>
                  </a:lnTo>
                  <a:lnTo>
                    <a:pt x="2650033" y="2064939"/>
                  </a:lnTo>
                  <a:lnTo>
                    <a:pt x="2721655" y="2073087"/>
                  </a:lnTo>
                  <a:lnTo>
                    <a:pt x="2793278" y="2081163"/>
                  </a:lnTo>
                  <a:lnTo>
                    <a:pt x="2864901" y="2089170"/>
                  </a:lnTo>
                  <a:lnTo>
                    <a:pt x="2936523" y="2097107"/>
                  </a:lnTo>
                  <a:lnTo>
                    <a:pt x="3008146" y="2104975"/>
                  </a:lnTo>
                  <a:lnTo>
                    <a:pt x="3079768" y="2112775"/>
                  </a:lnTo>
                  <a:lnTo>
                    <a:pt x="3151391" y="2120507"/>
                  </a:lnTo>
                  <a:lnTo>
                    <a:pt x="3223013" y="2128172"/>
                  </a:lnTo>
                  <a:lnTo>
                    <a:pt x="3294636" y="2127695"/>
                  </a:lnTo>
                  <a:lnTo>
                    <a:pt x="3366258" y="2107094"/>
                  </a:lnTo>
                  <a:lnTo>
                    <a:pt x="3437881" y="2086009"/>
                  </a:lnTo>
                  <a:lnTo>
                    <a:pt x="3509503" y="2064427"/>
                  </a:lnTo>
                  <a:lnTo>
                    <a:pt x="3581126" y="2042337"/>
                  </a:lnTo>
                  <a:lnTo>
                    <a:pt x="3652748" y="2019728"/>
                  </a:lnTo>
                  <a:lnTo>
                    <a:pt x="3724371" y="1996587"/>
                  </a:lnTo>
                  <a:lnTo>
                    <a:pt x="3795993" y="1972901"/>
                  </a:lnTo>
                  <a:lnTo>
                    <a:pt x="3867616" y="1948658"/>
                  </a:lnTo>
                  <a:lnTo>
                    <a:pt x="3939238" y="1923844"/>
                  </a:lnTo>
                  <a:lnTo>
                    <a:pt x="4010861" y="1898447"/>
                  </a:lnTo>
                  <a:lnTo>
                    <a:pt x="4082483" y="1872452"/>
                  </a:lnTo>
                  <a:lnTo>
                    <a:pt x="4154106" y="1845845"/>
                  </a:lnTo>
                  <a:lnTo>
                    <a:pt x="4225729" y="1818613"/>
                  </a:lnTo>
                  <a:lnTo>
                    <a:pt x="4297351" y="1790739"/>
                  </a:lnTo>
                  <a:lnTo>
                    <a:pt x="4368974" y="1762210"/>
                  </a:lnTo>
                  <a:lnTo>
                    <a:pt x="4440596" y="1733010"/>
                  </a:lnTo>
                  <a:lnTo>
                    <a:pt x="4512219" y="1703122"/>
                  </a:lnTo>
                  <a:lnTo>
                    <a:pt x="4583841" y="1672531"/>
                  </a:lnTo>
                  <a:lnTo>
                    <a:pt x="4655464" y="1641221"/>
                  </a:lnTo>
                  <a:lnTo>
                    <a:pt x="4727086" y="1609174"/>
                  </a:lnTo>
                  <a:lnTo>
                    <a:pt x="4798709" y="1576373"/>
                  </a:lnTo>
                  <a:lnTo>
                    <a:pt x="4870331" y="1542800"/>
                  </a:lnTo>
                  <a:lnTo>
                    <a:pt x="4941954" y="1508437"/>
                  </a:lnTo>
                  <a:lnTo>
                    <a:pt x="5013576" y="1473265"/>
                  </a:lnTo>
                  <a:lnTo>
                    <a:pt x="5085199" y="1437266"/>
                  </a:lnTo>
                  <a:lnTo>
                    <a:pt x="5156821" y="1400420"/>
                  </a:lnTo>
                  <a:lnTo>
                    <a:pt x="5228444" y="1362707"/>
                  </a:lnTo>
                  <a:lnTo>
                    <a:pt x="5300066" y="1324107"/>
                  </a:lnTo>
                  <a:lnTo>
                    <a:pt x="5371689" y="1284598"/>
                  </a:lnTo>
                  <a:lnTo>
                    <a:pt x="5443311" y="1244160"/>
                  </a:lnTo>
                  <a:lnTo>
                    <a:pt x="5514934" y="1202770"/>
                  </a:lnTo>
                  <a:lnTo>
                    <a:pt x="5586557" y="1160407"/>
                  </a:lnTo>
                  <a:lnTo>
                    <a:pt x="5658179" y="1117047"/>
                  </a:lnTo>
                  <a:lnTo>
                    <a:pt x="5729802" y="1072666"/>
                  </a:lnTo>
                  <a:lnTo>
                    <a:pt x="5801424" y="1027241"/>
                  </a:lnTo>
                  <a:lnTo>
                    <a:pt x="5873047" y="980748"/>
                  </a:lnTo>
                  <a:lnTo>
                    <a:pt x="5944669" y="933160"/>
                  </a:lnTo>
                  <a:lnTo>
                    <a:pt x="6016292" y="884453"/>
                  </a:lnTo>
                  <a:lnTo>
                    <a:pt x="6087914" y="834600"/>
                  </a:lnTo>
                  <a:lnTo>
                    <a:pt x="6159537" y="783574"/>
                  </a:lnTo>
                  <a:lnTo>
                    <a:pt x="6231159" y="731347"/>
                  </a:lnTo>
                  <a:lnTo>
                    <a:pt x="6302782" y="677892"/>
                  </a:lnTo>
                  <a:lnTo>
                    <a:pt x="6374404" y="623178"/>
                  </a:lnTo>
                  <a:lnTo>
                    <a:pt x="6446027" y="567177"/>
                  </a:lnTo>
                  <a:lnTo>
                    <a:pt x="6517649" y="509859"/>
                  </a:lnTo>
                  <a:lnTo>
                    <a:pt x="6589272" y="451192"/>
                  </a:lnTo>
                  <a:lnTo>
                    <a:pt x="6660894" y="391145"/>
                  </a:lnTo>
                  <a:lnTo>
                    <a:pt x="6732517" y="329685"/>
                  </a:lnTo>
                  <a:lnTo>
                    <a:pt x="6804139" y="266778"/>
                  </a:lnTo>
                  <a:lnTo>
                    <a:pt x="6875762" y="202392"/>
                  </a:lnTo>
                  <a:lnTo>
                    <a:pt x="6947385" y="136490"/>
                  </a:lnTo>
                  <a:lnTo>
                    <a:pt x="7019007" y="69039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681724"/>
              <a:ext cx="7090630" cy="567097"/>
            </a:xfrm>
            <a:custGeom>
              <a:avLst/>
              <a:pathLst>
                <a:path w="7090630" h="567097">
                  <a:moveTo>
                    <a:pt x="7090630" y="321064"/>
                  </a:moveTo>
                  <a:lnTo>
                    <a:pt x="7019007" y="316277"/>
                  </a:lnTo>
                  <a:lnTo>
                    <a:pt x="6947385" y="311449"/>
                  </a:lnTo>
                  <a:lnTo>
                    <a:pt x="6875762" y="306579"/>
                  </a:lnTo>
                  <a:lnTo>
                    <a:pt x="6804139" y="301666"/>
                  </a:lnTo>
                  <a:lnTo>
                    <a:pt x="6732517" y="296710"/>
                  </a:lnTo>
                  <a:lnTo>
                    <a:pt x="6660894" y="291711"/>
                  </a:lnTo>
                  <a:lnTo>
                    <a:pt x="6589272" y="286667"/>
                  </a:lnTo>
                  <a:lnTo>
                    <a:pt x="6517649" y="281580"/>
                  </a:lnTo>
                  <a:lnTo>
                    <a:pt x="6446027" y="276448"/>
                  </a:lnTo>
                  <a:lnTo>
                    <a:pt x="6374404" y="271271"/>
                  </a:lnTo>
                  <a:lnTo>
                    <a:pt x="6302782" y="266049"/>
                  </a:lnTo>
                  <a:lnTo>
                    <a:pt x="6231159" y="260781"/>
                  </a:lnTo>
                  <a:lnTo>
                    <a:pt x="6159537" y="255467"/>
                  </a:lnTo>
                  <a:lnTo>
                    <a:pt x="6087914" y="250106"/>
                  </a:lnTo>
                  <a:lnTo>
                    <a:pt x="6016292" y="244698"/>
                  </a:lnTo>
                  <a:lnTo>
                    <a:pt x="5944669" y="239243"/>
                  </a:lnTo>
                  <a:lnTo>
                    <a:pt x="5873047" y="233740"/>
                  </a:lnTo>
                  <a:lnTo>
                    <a:pt x="5801424" y="228189"/>
                  </a:lnTo>
                  <a:lnTo>
                    <a:pt x="5729802" y="222590"/>
                  </a:lnTo>
                  <a:lnTo>
                    <a:pt x="5658179" y="216941"/>
                  </a:lnTo>
                  <a:lnTo>
                    <a:pt x="5586557" y="211243"/>
                  </a:lnTo>
                  <a:lnTo>
                    <a:pt x="5514934" y="205495"/>
                  </a:lnTo>
                  <a:lnTo>
                    <a:pt x="5443311" y="199697"/>
                  </a:lnTo>
                  <a:lnTo>
                    <a:pt x="5371689" y="193847"/>
                  </a:lnTo>
                  <a:lnTo>
                    <a:pt x="5300066" y="187947"/>
                  </a:lnTo>
                  <a:lnTo>
                    <a:pt x="5228444" y="181995"/>
                  </a:lnTo>
                  <a:lnTo>
                    <a:pt x="5156821" y="175991"/>
                  </a:lnTo>
                  <a:lnTo>
                    <a:pt x="5085199" y="169934"/>
                  </a:lnTo>
                  <a:lnTo>
                    <a:pt x="5013576" y="163824"/>
                  </a:lnTo>
                  <a:lnTo>
                    <a:pt x="4941954" y="157661"/>
                  </a:lnTo>
                  <a:lnTo>
                    <a:pt x="4870331" y="151443"/>
                  </a:lnTo>
                  <a:lnTo>
                    <a:pt x="4798709" y="145171"/>
                  </a:lnTo>
                  <a:lnTo>
                    <a:pt x="4727086" y="138844"/>
                  </a:lnTo>
                  <a:lnTo>
                    <a:pt x="4655464" y="132462"/>
                  </a:lnTo>
                  <a:lnTo>
                    <a:pt x="4583841" y="126024"/>
                  </a:lnTo>
                  <a:lnTo>
                    <a:pt x="4512219" y="119530"/>
                  </a:lnTo>
                  <a:lnTo>
                    <a:pt x="4440596" y="112978"/>
                  </a:lnTo>
                  <a:lnTo>
                    <a:pt x="4368974" y="106370"/>
                  </a:lnTo>
                  <a:lnTo>
                    <a:pt x="4297351" y="99703"/>
                  </a:lnTo>
                  <a:lnTo>
                    <a:pt x="4225729" y="92978"/>
                  </a:lnTo>
                  <a:lnTo>
                    <a:pt x="4154106" y="86194"/>
                  </a:lnTo>
                  <a:lnTo>
                    <a:pt x="4082483" y="79351"/>
                  </a:lnTo>
                  <a:lnTo>
                    <a:pt x="4010861" y="72447"/>
                  </a:lnTo>
                  <a:lnTo>
                    <a:pt x="3939238" y="65483"/>
                  </a:lnTo>
                  <a:lnTo>
                    <a:pt x="3867616" y="58459"/>
                  </a:lnTo>
                  <a:lnTo>
                    <a:pt x="3795993" y="51372"/>
                  </a:lnTo>
                  <a:lnTo>
                    <a:pt x="3724371" y="44224"/>
                  </a:lnTo>
                  <a:lnTo>
                    <a:pt x="3652748" y="37013"/>
                  </a:lnTo>
                  <a:lnTo>
                    <a:pt x="3581126" y="29739"/>
                  </a:lnTo>
                  <a:lnTo>
                    <a:pt x="3509503" y="22401"/>
                  </a:lnTo>
                  <a:lnTo>
                    <a:pt x="3437881" y="14999"/>
                  </a:lnTo>
                  <a:lnTo>
                    <a:pt x="3366258" y="7532"/>
                  </a:lnTo>
                  <a:lnTo>
                    <a:pt x="3294636" y="0"/>
                  </a:lnTo>
                  <a:lnTo>
                    <a:pt x="3223013" y="12052"/>
                  </a:lnTo>
                  <a:lnTo>
                    <a:pt x="3151391" y="31717"/>
                  </a:lnTo>
                  <a:lnTo>
                    <a:pt x="3079768" y="50929"/>
                  </a:lnTo>
                  <a:lnTo>
                    <a:pt x="3008146" y="69700"/>
                  </a:lnTo>
                  <a:lnTo>
                    <a:pt x="2936523" y="88040"/>
                  </a:lnTo>
                  <a:lnTo>
                    <a:pt x="2864901" y="105958"/>
                  </a:lnTo>
                  <a:lnTo>
                    <a:pt x="2793278" y="123464"/>
                  </a:lnTo>
                  <a:lnTo>
                    <a:pt x="2721655" y="140567"/>
                  </a:lnTo>
                  <a:lnTo>
                    <a:pt x="2650033" y="157278"/>
                  </a:lnTo>
                  <a:lnTo>
                    <a:pt x="2578410" y="173604"/>
                  </a:lnTo>
                  <a:lnTo>
                    <a:pt x="2506788" y="189555"/>
                  </a:lnTo>
                  <a:lnTo>
                    <a:pt x="2435165" y="205139"/>
                  </a:lnTo>
                  <a:lnTo>
                    <a:pt x="2363543" y="220365"/>
                  </a:lnTo>
                  <a:lnTo>
                    <a:pt x="2291920" y="235241"/>
                  </a:lnTo>
                  <a:lnTo>
                    <a:pt x="2220298" y="249775"/>
                  </a:lnTo>
                  <a:lnTo>
                    <a:pt x="2148675" y="263975"/>
                  </a:lnTo>
                  <a:lnTo>
                    <a:pt x="2077053" y="277848"/>
                  </a:lnTo>
                  <a:lnTo>
                    <a:pt x="2005430" y="291403"/>
                  </a:lnTo>
                  <a:lnTo>
                    <a:pt x="1933808" y="304646"/>
                  </a:lnTo>
                  <a:lnTo>
                    <a:pt x="1862185" y="317584"/>
                  </a:lnTo>
                  <a:lnTo>
                    <a:pt x="1790563" y="330226"/>
                  </a:lnTo>
                  <a:lnTo>
                    <a:pt x="1718940" y="342576"/>
                  </a:lnTo>
                  <a:lnTo>
                    <a:pt x="1647318" y="354643"/>
                  </a:lnTo>
                  <a:lnTo>
                    <a:pt x="1575695" y="366432"/>
                  </a:lnTo>
                  <a:lnTo>
                    <a:pt x="1504073" y="377950"/>
                  </a:lnTo>
                  <a:lnTo>
                    <a:pt x="1432450" y="389203"/>
                  </a:lnTo>
                  <a:lnTo>
                    <a:pt x="1360827" y="400198"/>
                  </a:lnTo>
                  <a:lnTo>
                    <a:pt x="1289205" y="410940"/>
                  </a:lnTo>
                  <a:lnTo>
                    <a:pt x="1217582" y="421435"/>
                  </a:lnTo>
                  <a:lnTo>
                    <a:pt x="1145960" y="431689"/>
                  </a:lnTo>
                  <a:lnTo>
                    <a:pt x="1074337" y="441707"/>
                  </a:lnTo>
                  <a:lnTo>
                    <a:pt x="1002715" y="451495"/>
                  </a:lnTo>
                  <a:lnTo>
                    <a:pt x="931092" y="461057"/>
                  </a:lnTo>
                  <a:lnTo>
                    <a:pt x="859470" y="470400"/>
                  </a:lnTo>
                  <a:lnTo>
                    <a:pt x="787847" y="479528"/>
                  </a:lnTo>
                  <a:lnTo>
                    <a:pt x="716225" y="488447"/>
                  </a:lnTo>
                  <a:lnTo>
                    <a:pt x="644602" y="497160"/>
                  </a:lnTo>
                  <a:lnTo>
                    <a:pt x="572980" y="505673"/>
                  </a:lnTo>
                  <a:lnTo>
                    <a:pt x="501357" y="513990"/>
                  </a:lnTo>
                  <a:lnTo>
                    <a:pt x="429735" y="522116"/>
                  </a:lnTo>
                  <a:lnTo>
                    <a:pt x="358112" y="530056"/>
                  </a:lnTo>
                  <a:lnTo>
                    <a:pt x="286490" y="537812"/>
                  </a:lnTo>
                  <a:lnTo>
                    <a:pt x="214867" y="545391"/>
                  </a:lnTo>
                  <a:lnTo>
                    <a:pt x="143245" y="552795"/>
                  </a:lnTo>
                  <a:lnTo>
                    <a:pt x="71622" y="560029"/>
                  </a:lnTo>
                  <a:lnTo>
                    <a:pt x="0" y="56709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268179"/>
              <a:ext cx="7090630" cy="657176"/>
            </a:xfrm>
            <a:custGeom>
              <a:avLst/>
              <a:pathLst>
                <a:path w="7090630" h="657176">
                  <a:moveTo>
                    <a:pt x="0" y="657176"/>
                  </a:moveTo>
                  <a:lnTo>
                    <a:pt x="71622" y="652626"/>
                  </a:lnTo>
                  <a:lnTo>
                    <a:pt x="143245" y="648042"/>
                  </a:lnTo>
                  <a:lnTo>
                    <a:pt x="214867" y="643425"/>
                  </a:lnTo>
                  <a:lnTo>
                    <a:pt x="286490" y="638774"/>
                  </a:lnTo>
                  <a:lnTo>
                    <a:pt x="358112" y="634089"/>
                  </a:lnTo>
                  <a:lnTo>
                    <a:pt x="429735" y="629371"/>
                  </a:lnTo>
                  <a:lnTo>
                    <a:pt x="501357" y="624617"/>
                  </a:lnTo>
                  <a:lnTo>
                    <a:pt x="572980" y="619829"/>
                  </a:lnTo>
                  <a:lnTo>
                    <a:pt x="644602" y="615006"/>
                  </a:lnTo>
                  <a:lnTo>
                    <a:pt x="716225" y="610148"/>
                  </a:lnTo>
                  <a:lnTo>
                    <a:pt x="787847" y="605255"/>
                  </a:lnTo>
                  <a:lnTo>
                    <a:pt x="859470" y="600325"/>
                  </a:lnTo>
                  <a:lnTo>
                    <a:pt x="931092" y="595360"/>
                  </a:lnTo>
                  <a:lnTo>
                    <a:pt x="1002715" y="590359"/>
                  </a:lnTo>
                  <a:lnTo>
                    <a:pt x="1074337" y="585321"/>
                  </a:lnTo>
                  <a:lnTo>
                    <a:pt x="1145960" y="580246"/>
                  </a:lnTo>
                  <a:lnTo>
                    <a:pt x="1217582" y="575135"/>
                  </a:lnTo>
                  <a:lnTo>
                    <a:pt x="1289205" y="569986"/>
                  </a:lnTo>
                  <a:lnTo>
                    <a:pt x="1360827" y="564799"/>
                  </a:lnTo>
                  <a:lnTo>
                    <a:pt x="1432450" y="559575"/>
                  </a:lnTo>
                  <a:lnTo>
                    <a:pt x="1504073" y="554312"/>
                  </a:lnTo>
                  <a:lnTo>
                    <a:pt x="1575695" y="549012"/>
                  </a:lnTo>
                  <a:lnTo>
                    <a:pt x="1647318" y="543672"/>
                  </a:lnTo>
                  <a:lnTo>
                    <a:pt x="1718940" y="538294"/>
                  </a:lnTo>
                  <a:lnTo>
                    <a:pt x="1790563" y="532876"/>
                  </a:lnTo>
                  <a:lnTo>
                    <a:pt x="1862185" y="527419"/>
                  </a:lnTo>
                  <a:lnTo>
                    <a:pt x="1933808" y="521922"/>
                  </a:lnTo>
                  <a:lnTo>
                    <a:pt x="2005430" y="516385"/>
                  </a:lnTo>
                  <a:lnTo>
                    <a:pt x="2077053" y="510807"/>
                  </a:lnTo>
                  <a:lnTo>
                    <a:pt x="2148675" y="505189"/>
                  </a:lnTo>
                  <a:lnTo>
                    <a:pt x="2220298" y="499530"/>
                  </a:lnTo>
                  <a:lnTo>
                    <a:pt x="2291920" y="493830"/>
                  </a:lnTo>
                  <a:lnTo>
                    <a:pt x="2363543" y="488088"/>
                  </a:lnTo>
                  <a:lnTo>
                    <a:pt x="2435165" y="482304"/>
                  </a:lnTo>
                  <a:lnTo>
                    <a:pt x="2506788" y="476478"/>
                  </a:lnTo>
                  <a:lnTo>
                    <a:pt x="2578410" y="470609"/>
                  </a:lnTo>
                  <a:lnTo>
                    <a:pt x="2650033" y="464698"/>
                  </a:lnTo>
                  <a:lnTo>
                    <a:pt x="2721655" y="458743"/>
                  </a:lnTo>
                  <a:lnTo>
                    <a:pt x="2793278" y="452745"/>
                  </a:lnTo>
                  <a:lnTo>
                    <a:pt x="2864901" y="446704"/>
                  </a:lnTo>
                  <a:lnTo>
                    <a:pt x="2936523" y="440618"/>
                  </a:lnTo>
                  <a:lnTo>
                    <a:pt x="3008146" y="434488"/>
                  </a:lnTo>
                  <a:lnTo>
                    <a:pt x="3079768" y="428313"/>
                  </a:lnTo>
                  <a:lnTo>
                    <a:pt x="3151391" y="422093"/>
                  </a:lnTo>
                  <a:lnTo>
                    <a:pt x="3223013" y="415828"/>
                  </a:lnTo>
                  <a:lnTo>
                    <a:pt x="3294636" y="409517"/>
                  </a:lnTo>
                  <a:lnTo>
                    <a:pt x="3366258" y="403160"/>
                  </a:lnTo>
                  <a:lnTo>
                    <a:pt x="3437881" y="396757"/>
                  </a:lnTo>
                  <a:lnTo>
                    <a:pt x="3509503" y="390307"/>
                  </a:lnTo>
                  <a:lnTo>
                    <a:pt x="3581126" y="383809"/>
                  </a:lnTo>
                  <a:lnTo>
                    <a:pt x="3652748" y="377265"/>
                  </a:lnTo>
                  <a:lnTo>
                    <a:pt x="3724371" y="370673"/>
                  </a:lnTo>
                  <a:lnTo>
                    <a:pt x="3795993" y="364032"/>
                  </a:lnTo>
                  <a:lnTo>
                    <a:pt x="3867616" y="357344"/>
                  </a:lnTo>
                  <a:lnTo>
                    <a:pt x="3939238" y="350606"/>
                  </a:lnTo>
                  <a:lnTo>
                    <a:pt x="4010861" y="343819"/>
                  </a:lnTo>
                  <a:lnTo>
                    <a:pt x="4082483" y="336983"/>
                  </a:lnTo>
                  <a:lnTo>
                    <a:pt x="4154106" y="330097"/>
                  </a:lnTo>
                  <a:lnTo>
                    <a:pt x="4225729" y="323161"/>
                  </a:lnTo>
                  <a:lnTo>
                    <a:pt x="4297351" y="316174"/>
                  </a:lnTo>
                  <a:lnTo>
                    <a:pt x="4368974" y="309136"/>
                  </a:lnTo>
                  <a:lnTo>
                    <a:pt x="4440596" y="302047"/>
                  </a:lnTo>
                  <a:lnTo>
                    <a:pt x="4512219" y="294906"/>
                  </a:lnTo>
                  <a:lnTo>
                    <a:pt x="4583841" y="287713"/>
                  </a:lnTo>
                  <a:lnTo>
                    <a:pt x="4655464" y="280468"/>
                  </a:lnTo>
                  <a:lnTo>
                    <a:pt x="4727086" y="273169"/>
                  </a:lnTo>
                  <a:lnTo>
                    <a:pt x="4798709" y="265818"/>
                  </a:lnTo>
                  <a:lnTo>
                    <a:pt x="4870331" y="258413"/>
                  </a:lnTo>
                  <a:lnTo>
                    <a:pt x="4941954" y="250953"/>
                  </a:lnTo>
                  <a:lnTo>
                    <a:pt x="5013576" y="243440"/>
                  </a:lnTo>
                  <a:lnTo>
                    <a:pt x="5085199" y="235872"/>
                  </a:lnTo>
                  <a:lnTo>
                    <a:pt x="5156821" y="228248"/>
                  </a:lnTo>
                  <a:lnTo>
                    <a:pt x="5228444" y="220569"/>
                  </a:lnTo>
                  <a:lnTo>
                    <a:pt x="5300066" y="212834"/>
                  </a:lnTo>
                  <a:lnTo>
                    <a:pt x="5371689" y="205042"/>
                  </a:lnTo>
                  <a:lnTo>
                    <a:pt x="5443311" y="197193"/>
                  </a:lnTo>
                  <a:lnTo>
                    <a:pt x="5514934" y="189288"/>
                  </a:lnTo>
                  <a:lnTo>
                    <a:pt x="5586557" y="181324"/>
                  </a:lnTo>
                  <a:lnTo>
                    <a:pt x="5658179" y="173303"/>
                  </a:lnTo>
                  <a:lnTo>
                    <a:pt x="5729802" y="165223"/>
                  </a:lnTo>
                  <a:lnTo>
                    <a:pt x="5801424" y="157084"/>
                  </a:lnTo>
                  <a:lnTo>
                    <a:pt x="5873047" y="148886"/>
                  </a:lnTo>
                  <a:lnTo>
                    <a:pt x="5944669" y="140628"/>
                  </a:lnTo>
                  <a:lnTo>
                    <a:pt x="6016292" y="132309"/>
                  </a:lnTo>
                  <a:lnTo>
                    <a:pt x="6087914" y="123930"/>
                  </a:lnTo>
                  <a:lnTo>
                    <a:pt x="6159537" y="115490"/>
                  </a:lnTo>
                  <a:lnTo>
                    <a:pt x="6231159" y="106988"/>
                  </a:lnTo>
                  <a:lnTo>
                    <a:pt x="6302782" y="98425"/>
                  </a:lnTo>
                  <a:lnTo>
                    <a:pt x="6374404" y="89799"/>
                  </a:lnTo>
                  <a:lnTo>
                    <a:pt x="6446027" y="81110"/>
                  </a:lnTo>
                  <a:lnTo>
                    <a:pt x="6517649" y="72357"/>
                  </a:lnTo>
                  <a:lnTo>
                    <a:pt x="6589272" y="63541"/>
                  </a:lnTo>
                  <a:lnTo>
                    <a:pt x="6660894" y="54660"/>
                  </a:lnTo>
                  <a:lnTo>
                    <a:pt x="6732517" y="45715"/>
                  </a:lnTo>
                  <a:lnTo>
                    <a:pt x="6804139" y="36704"/>
                  </a:lnTo>
                  <a:lnTo>
                    <a:pt x="6875762" y="27628"/>
                  </a:lnTo>
                  <a:lnTo>
                    <a:pt x="6947385" y="18485"/>
                  </a:lnTo>
                  <a:lnTo>
                    <a:pt x="7019007" y="9276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4593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985867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148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70085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266126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2026-07-03T17:30:37Z</dcterms:modified>
  <cp:category/>
</cp:coreProperties>
</file>