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075756" y="2073503"/>
              <a:ext cx="6186922" cy="3482839"/>
            </a:xfrm>
            <a:custGeom>
              <a:avLst/>
              <a:pathLst>
                <a:path w="6186922" h="3482839">
                  <a:moveTo>
                    <a:pt x="1594513" y="0"/>
                  </a:moveTo>
                  <a:lnTo>
                    <a:pt x="1603080" y="56311"/>
                  </a:lnTo>
                  <a:lnTo>
                    <a:pt x="1674703" y="470224"/>
                  </a:lnTo>
                  <a:lnTo>
                    <a:pt x="1746325" y="834152"/>
                  </a:lnTo>
                  <a:lnTo>
                    <a:pt x="1817948" y="1154130"/>
                  </a:lnTo>
                  <a:lnTo>
                    <a:pt x="1889570" y="1435465"/>
                  </a:lnTo>
                  <a:lnTo>
                    <a:pt x="1961193" y="1682826"/>
                  </a:lnTo>
                  <a:lnTo>
                    <a:pt x="2032816" y="1900314"/>
                  </a:lnTo>
                  <a:lnTo>
                    <a:pt x="2104438" y="2091537"/>
                  </a:lnTo>
                  <a:lnTo>
                    <a:pt x="2176061" y="2259666"/>
                  </a:lnTo>
                  <a:lnTo>
                    <a:pt x="2247683" y="2407492"/>
                  </a:lnTo>
                  <a:lnTo>
                    <a:pt x="2319306" y="2537466"/>
                  </a:lnTo>
                  <a:lnTo>
                    <a:pt x="2390928" y="2651743"/>
                  </a:lnTo>
                  <a:lnTo>
                    <a:pt x="2462551" y="2688345"/>
                  </a:lnTo>
                  <a:lnTo>
                    <a:pt x="2534173" y="2721786"/>
                  </a:lnTo>
                  <a:lnTo>
                    <a:pt x="2605796" y="2753821"/>
                  </a:lnTo>
                  <a:lnTo>
                    <a:pt x="2677418" y="2784509"/>
                  </a:lnTo>
                  <a:lnTo>
                    <a:pt x="2749041" y="2813907"/>
                  </a:lnTo>
                  <a:lnTo>
                    <a:pt x="2820663" y="2842069"/>
                  </a:lnTo>
                  <a:lnTo>
                    <a:pt x="2892286" y="2869047"/>
                  </a:lnTo>
                  <a:lnTo>
                    <a:pt x="2963908" y="2894890"/>
                  </a:lnTo>
                  <a:lnTo>
                    <a:pt x="3035531" y="2919648"/>
                  </a:lnTo>
                  <a:lnTo>
                    <a:pt x="3107153" y="2943364"/>
                  </a:lnTo>
                  <a:lnTo>
                    <a:pt x="3178776" y="2966083"/>
                  </a:lnTo>
                  <a:lnTo>
                    <a:pt x="3250398" y="2987847"/>
                  </a:lnTo>
                  <a:lnTo>
                    <a:pt x="3322021" y="3008696"/>
                  </a:lnTo>
                  <a:lnTo>
                    <a:pt x="3393644" y="3028669"/>
                  </a:lnTo>
                  <a:lnTo>
                    <a:pt x="3465266" y="3047801"/>
                  </a:lnTo>
                  <a:lnTo>
                    <a:pt x="3536889" y="3066130"/>
                  </a:lnTo>
                  <a:lnTo>
                    <a:pt x="3608511" y="3083687"/>
                  </a:lnTo>
                  <a:lnTo>
                    <a:pt x="3680134" y="3100507"/>
                  </a:lnTo>
                  <a:lnTo>
                    <a:pt x="3751756" y="3116620"/>
                  </a:lnTo>
                  <a:lnTo>
                    <a:pt x="3823379" y="3132055"/>
                  </a:lnTo>
                  <a:lnTo>
                    <a:pt x="3895001" y="3146841"/>
                  </a:lnTo>
                  <a:lnTo>
                    <a:pt x="3966624" y="3161005"/>
                  </a:lnTo>
                  <a:lnTo>
                    <a:pt x="4038246" y="3174574"/>
                  </a:lnTo>
                  <a:lnTo>
                    <a:pt x="4109869" y="3187573"/>
                  </a:lnTo>
                  <a:lnTo>
                    <a:pt x="4181491" y="3200025"/>
                  </a:lnTo>
                  <a:lnTo>
                    <a:pt x="4253114" y="3211953"/>
                  </a:lnTo>
                  <a:lnTo>
                    <a:pt x="4324736" y="3223380"/>
                  </a:lnTo>
                  <a:lnTo>
                    <a:pt x="4396359" y="3234327"/>
                  </a:lnTo>
                  <a:lnTo>
                    <a:pt x="4467981" y="3244813"/>
                  </a:lnTo>
                  <a:lnTo>
                    <a:pt x="4539604" y="3254858"/>
                  </a:lnTo>
                  <a:lnTo>
                    <a:pt x="4611226" y="3264481"/>
                  </a:lnTo>
                  <a:lnTo>
                    <a:pt x="4682849" y="3273700"/>
                  </a:lnTo>
                  <a:lnTo>
                    <a:pt x="4754472" y="3282531"/>
                  </a:lnTo>
                  <a:lnTo>
                    <a:pt x="4826094" y="3290991"/>
                  </a:lnTo>
                  <a:lnTo>
                    <a:pt x="4897717" y="3299095"/>
                  </a:lnTo>
                  <a:lnTo>
                    <a:pt x="4969339" y="3306858"/>
                  </a:lnTo>
                  <a:lnTo>
                    <a:pt x="5040962" y="3314295"/>
                  </a:lnTo>
                  <a:lnTo>
                    <a:pt x="5112584" y="3321419"/>
                  </a:lnTo>
                  <a:lnTo>
                    <a:pt x="5184207" y="3328244"/>
                  </a:lnTo>
                  <a:lnTo>
                    <a:pt x="5255829" y="3334781"/>
                  </a:lnTo>
                  <a:lnTo>
                    <a:pt x="5327452" y="3341044"/>
                  </a:lnTo>
                  <a:lnTo>
                    <a:pt x="5399074" y="3347044"/>
                  </a:lnTo>
                  <a:lnTo>
                    <a:pt x="5470697" y="3352791"/>
                  </a:lnTo>
                  <a:lnTo>
                    <a:pt x="5542319" y="3358297"/>
                  </a:lnTo>
                  <a:lnTo>
                    <a:pt x="5613942" y="3363571"/>
                  </a:lnTo>
                  <a:lnTo>
                    <a:pt x="5685564" y="3368624"/>
                  </a:lnTo>
                  <a:lnTo>
                    <a:pt x="5757187" y="3373464"/>
                  </a:lnTo>
                  <a:lnTo>
                    <a:pt x="5828809" y="3378100"/>
                  </a:lnTo>
                  <a:lnTo>
                    <a:pt x="5900432" y="3382542"/>
                  </a:lnTo>
                  <a:lnTo>
                    <a:pt x="5972054" y="3386797"/>
                  </a:lnTo>
                  <a:lnTo>
                    <a:pt x="6043677" y="3390873"/>
                  </a:lnTo>
                  <a:lnTo>
                    <a:pt x="6115300" y="3394778"/>
                  </a:lnTo>
                  <a:lnTo>
                    <a:pt x="6186922" y="3398518"/>
                  </a:lnTo>
                  <a:lnTo>
                    <a:pt x="6186922" y="3482839"/>
                  </a:lnTo>
                  <a:lnTo>
                    <a:pt x="6115300" y="3482715"/>
                  </a:lnTo>
                  <a:lnTo>
                    <a:pt x="6043677" y="3482573"/>
                  </a:lnTo>
                  <a:lnTo>
                    <a:pt x="5972054" y="3482412"/>
                  </a:lnTo>
                  <a:lnTo>
                    <a:pt x="5900432" y="3482228"/>
                  </a:lnTo>
                  <a:lnTo>
                    <a:pt x="5828809" y="3482020"/>
                  </a:lnTo>
                  <a:lnTo>
                    <a:pt x="5757187" y="3481783"/>
                  </a:lnTo>
                  <a:lnTo>
                    <a:pt x="5685564" y="3481513"/>
                  </a:lnTo>
                  <a:lnTo>
                    <a:pt x="5613942" y="3481206"/>
                  </a:lnTo>
                  <a:lnTo>
                    <a:pt x="5542319" y="3480857"/>
                  </a:lnTo>
                  <a:lnTo>
                    <a:pt x="5470697" y="3480461"/>
                  </a:lnTo>
                  <a:lnTo>
                    <a:pt x="5399074" y="3480009"/>
                  </a:lnTo>
                  <a:lnTo>
                    <a:pt x="5327452" y="3479496"/>
                  </a:lnTo>
                  <a:lnTo>
                    <a:pt x="5255829" y="3478912"/>
                  </a:lnTo>
                  <a:lnTo>
                    <a:pt x="5184207" y="3478248"/>
                  </a:lnTo>
                  <a:lnTo>
                    <a:pt x="5112584" y="3477493"/>
                  </a:lnTo>
                  <a:lnTo>
                    <a:pt x="5040962" y="3476634"/>
                  </a:lnTo>
                  <a:lnTo>
                    <a:pt x="4969339" y="3475657"/>
                  </a:lnTo>
                  <a:lnTo>
                    <a:pt x="4897717" y="3474546"/>
                  </a:lnTo>
                  <a:lnTo>
                    <a:pt x="4826094" y="3473282"/>
                  </a:lnTo>
                  <a:lnTo>
                    <a:pt x="4754472" y="3471845"/>
                  </a:lnTo>
                  <a:lnTo>
                    <a:pt x="4682849" y="3470211"/>
                  </a:lnTo>
                  <a:lnTo>
                    <a:pt x="4611226" y="3468351"/>
                  </a:lnTo>
                  <a:lnTo>
                    <a:pt x="4539604" y="3466237"/>
                  </a:lnTo>
                  <a:lnTo>
                    <a:pt x="4467981" y="3463832"/>
                  </a:lnTo>
                  <a:lnTo>
                    <a:pt x="4396359" y="3461096"/>
                  </a:lnTo>
                  <a:lnTo>
                    <a:pt x="4324736" y="3457985"/>
                  </a:lnTo>
                  <a:lnTo>
                    <a:pt x="4253114" y="3454447"/>
                  </a:lnTo>
                  <a:lnTo>
                    <a:pt x="4181491" y="3450423"/>
                  </a:lnTo>
                  <a:lnTo>
                    <a:pt x="4109869" y="3445846"/>
                  </a:lnTo>
                  <a:lnTo>
                    <a:pt x="4038246" y="3440640"/>
                  </a:lnTo>
                  <a:lnTo>
                    <a:pt x="3966624" y="3434719"/>
                  </a:lnTo>
                  <a:lnTo>
                    <a:pt x="3895001" y="3427985"/>
                  </a:lnTo>
                  <a:lnTo>
                    <a:pt x="3823379" y="3420326"/>
                  </a:lnTo>
                  <a:lnTo>
                    <a:pt x="3751756" y="3411616"/>
                  </a:lnTo>
                  <a:lnTo>
                    <a:pt x="3680134" y="3401708"/>
                  </a:lnTo>
                  <a:lnTo>
                    <a:pt x="3608511" y="3390440"/>
                  </a:lnTo>
                  <a:lnTo>
                    <a:pt x="3536889" y="3377624"/>
                  </a:lnTo>
                  <a:lnTo>
                    <a:pt x="3465266" y="3363048"/>
                  </a:lnTo>
                  <a:lnTo>
                    <a:pt x="3393644" y="3346470"/>
                  </a:lnTo>
                  <a:lnTo>
                    <a:pt x="3322021" y="3327615"/>
                  </a:lnTo>
                  <a:lnTo>
                    <a:pt x="3250398" y="3306170"/>
                  </a:lnTo>
                  <a:lnTo>
                    <a:pt x="3178776" y="3281779"/>
                  </a:lnTo>
                  <a:lnTo>
                    <a:pt x="3107153" y="3254039"/>
                  </a:lnTo>
                  <a:lnTo>
                    <a:pt x="3035531" y="3222488"/>
                  </a:lnTo>
                  <a:lnTo>
                    <a:pt x="2963908" y="3186604"/>
                  </a:lnTo>
                  <a:lnTo>
                    <a:pt x="2892286" y="3145790"/>
                  </a:lnTo>
                  <a:lnTo>
                    <a:pt x="2820663" y="3099371"/>
                  </a:lnTo>
                  <a:lnTo>
                    <a:pt x="2749041" y="3046577"/>
                  </a:lnTo>
                  <a:lnTo>
                    <a:pt x="2677418" y="2986530"/>
                  </a:lnTo>
                  <a:lnTo>
                    <a:pt x="2605796" y="2918237"/>
                  </a:lnTo>
                  <a:lnTo>
                    <a:pt x="2534173" y="2840563"/>
                  </a:lnTo>
                  <a:lnTo>
                    <a:pt x="2462551" y="2752220"/>
                  </a:lnTo>
                  <a:lnTo>
                    <a:pt x="2390928" y="2653436"/>
                  </a:lnTo>
                  <a:lnTo>
                    <a:pt x="2319306" y="2616996"/>
                  </a:lnTo>
                  <a:lnTo>
                    <a:pt x="2247683" y="2578956"/>
                  </a:lnTo>
                  <a:lnTo>
                    <a:pt x="2176061" y="2539246"/>
                  </a:lnTo>
                  <a:lnTo>
                    <a:pt x="2104438" y="2497794"/>
                  </a:lnTo>
                  <a:lnTo>
                    <a:pt x="2032816" y="2454522"/>
                  </a:lnTo>
                  <a:lnTo>
                    <a:pt x="1961193" y="2409352"/>
                  </a:lnTo>
                  <a:lnTo>
                    <a:pt x="1889570" y="2362199"/>
                  </a:lnTo>
                  <a:lnTo>
                    <a:pt x="1817948" y="2312976"/>
                  </a:lnTo>
                  <a:lnTo>
                    <a:pt x="1746325" y="2261594"/>
                  </a:lnTo>
                  <a:lnTo>
                    <a:pt x="1674703" y="2207956"/>
                  </a:lnTo>
                  <a:lnTo>
                    <a:pt x="1603080" y="2151964"/>
                  </a:lnTo>
                  <a:lnTo>
                    <a:pt x="1531458" y="2093515"/>
                  </a:lnTo>
                  <a:lnTo>
                    <a:pt x="1459835" y="2032500"/>
                  </a:lnTo>
                  <a:lnTo>
                    <a:pt x="1388213" y="1968808"/>
                  </a:lnTo>
                  <a:lnTo>
                    <a:pt x="1316590" y="1902320"/>
                  </a:lnTo>
                  <a:lnTo>
                    <a:pt x="1244968" y="1832914"/>
                  </a:lnTo>
                  <a:lnTo>
                    <a:pt x="1173345" y="1760463"/>
                  </a:lnTo>
                  <a:lnTo>
                    <a:pt x="1101723" y="1684831"/>
                  </a:lnTo>
                  <a:lnTo>
                    <a:pt x="1030100" y="1605881"/>
                  </a:lnTo>
                  <a:lnTo>
                    <a:pt x="958478" y="1523465"/>
                  </a:lnTo>
                  <a:lnTo>
                    <a:pt x="886855" y="1437432"/>
                  </a:lnTo>
                  <a:lnTo>
                    <a:pt x="815233" y="1347623"/>
                  </a:lnTo>
                  <a:lnTo>
                    <a:pt x="743610" y="1253873"/>
                  </a:lnTo>
                  <a:lnTo>
                    <a:pt x="671988" y="1156008"/>
                  </a:lnTo>
                  <a:lnTo>
                    <a:pt x="600365" y="1053849"/>
                  </a:lnTo>
                  <a:lnTo>
                    <a:pt x="528742" y="947205"/>
                  </a:lnTo>
                  <a:lnTo>
                    <a:pt x="457120" y="835882"/>
                  </a:lnTo>
                  <a:lnTo>
                    <a:pt x="385497" y="719672"/>
                  </a:lnTo>
                  <a:lnTo>
                    <a:pt x="313875" y="598362"/>
                  </a:lnTo>
                  <a:lnTo>
                    <a:pt x="242252" y="471729"/>
                  </a:lnTo>
                  <a:lnTo>
                    <a:pt x="170630" y="339537"/>
                  </a:lnTo>
                  <a:lnTo>
                    <a:pt x="99007" y="201544"/>
                  </a:lnTo>
                  <a:lnTo>
                    <a:pt x="27385" y="574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70270" y="2073503"/>
              <a:ext cx="4592408" cy="3398518"/>
            </a:xfrm>
            <a:custGeom>
              <a:avLst/>
              <a:pathLst>
                <a:path w="4592408" h="3398518">
                  <a:moveTo>
                    <a:pt x="0" y="0"/>
                  </a:moveTo>
                  <a:lnTo>
                    <a:pt x="8567" y="56311"/>
                  </a:lnTo>
                  <a:lnTo>
                    <a:pt x="80189" y="470224"/>
                  </a:lnTo>
                  <a:lnTo>
                    <a:pt x="151812" y="834152"/>
                  </a:lnTo>
                  <a:lnTo>
                    <a:pt x="223434" y="1154130"/>
                  </a:lnTo>
                  <a:lnTo>
                    <a:pt x="295057" y="1435465"/>
                  </a:lnTo>
                  <a:lnTo>
                    <a:pt x="366679" y="1682826"/>
                  </a:lnTo>
                  <a:lnTo>
                    <a:pt x="438302" y="1900314"/>
                  </a:lnTo>
                  <a:lnTo>
                    <a:pt x="509924" y="2091537"/>
                  </a:lnTo>
                  <a:lnTo>
                    <a:pt x="581547" y="2259666"/>
                  </a:lnTo>
                  <a:lnTo>
                    <a:pt x="653169" y="2407492"/>
                  </a:lnTo>
                  <a:lnTo>
                    <a:pt x="724792" y="2537466"/>
                  </a:lnTo>
                  <a:lnTo>
                    <a:pt x="796414" y="2651743"/>
                  </a:lnTo>
                  <a:lnTo>
                    <a:pt x="868037" y="2688345"/>
                  </a:lnTo>
                  <a:lnTo>
                    <a:pt x="939660" y="2721786"/>
                  </a:lnTo>
                  <a:lnTo>
                    <a:pt x="1011282" y="2753821"/>
                  </a:lnTo>
                  <a:lnTo>
                    <a:pt x="1082905" y="2784509"/>
                  </a:lnTo>
                  <a:lnTo>
                    <a:pt x="1154527" y="2813907"/>
                  </a:lnTo>
                  <a:lnTo>
                    <a:pt x="1226150" y="2842069"/>
                  </a:lnTo>
                  <a:lnTo>
                    <a:pt x="1297772" y="2869047"/>
                  </a:lnTo>
                  <a:lnTo>
                    <a:pt x="1369395" y="2894890"/>
                  </a:lnTo>
                  <a:lnTo>
                    <a:pt x="1441017" y="2919648"/>
                  </a:lnTo>
                  <a:lnTo>
                    <a:pt x="1512640" y="2943364"/>
                  </a:lnTo>
                  <a:lnTo>
                    <a:pt x="1584262" y="2966083"/>
                  </a:lnTo>
                  <a:lnTo>
                    <a:pt x="1655885" y="2987847"/>
                  </a:lnTo>
                  <a:lnTo>
                    <a:pt x="1727507" y="3008696"/>
                  </a:lnTo>
                  <a:lnTo>
                    <a:pt x="1799130" y="3028669"/>
                  </a:lnTo>
                  <a:lnTo>
                    <a:pt x="1870752" y="3047801"/>
                  </a:lnTo>
                  <a:lnTo>
                    <a:pt x="1942375" y="3066130"/>
                  </a:lnTo>
                  <a:lnTo>
                    <a:pt x="2013997" y="3083687"/>
                  </a:lnTo>
                  <a:lnTo>
                    <a:pt x="2085620" y="3100507"/>
                  </a:lnTo>
                  <a:lnTo>
                    <a:pt x="2157242" y="3116620"/>
                  </a:lnTo>
                  <a:lnTo>
                    <a:pt x="2228865" y="3132055"/>
                  </a:lnTo>
                  <a:lnTo>
                    <a:pt x="2300488" y="3146841"/>
                  </a:lnTo>
                  <a:lnTo>
                    <a:pt x="2372110" y="3161005"/>
                  </a:lnTo>
                  <a:lnTo>
                    <a:pt x="2443733" y="3174574"/>
                  </a:lnTo>
                  <a:lnTo>
                    <a:pt x="2515355" y="3187573"/>
                  </a:lnTo>
                  <a:lnTo>
                    <a:pt x="2586978" y="3200025"/>
                  </a:lnTo>
                  <a:lnTo>
                    <a:pt x="2658600" y="3211953"/>
                  </a:lnTo>
                  <a:lnTo>
                    <a:pt x="2730223" y="3223380"/>
                  </a:lnTo>
                  <a:lnTo>
                    <a:pt x="2801845" y="3234327"/>
                  </a:lnTo>
                  <a:lnTo>
                    <a:pt x="2873468" y="3244813"/>
                  </a:lnTo>
                  <a:lnTo>
                    <a:pt x="2945090" y="3254858"/>
                  </a:lnTo>
                  <a:lnTo>
                    <a:pt x="3016713" y="3264481"/>
                  </a:lnTo>
                  <a:lnTo>
                    <a:pt x="3088335" y="3273700"/>
                  </a:lnTo>
                  <a:lnTo>
                    <a:pt x="3159958" y="3282531"/>
                  </a:lnTo>
                  <a:lnTo>
                    <a:pt x="3231580" y="3290991"/>
                  </a:lnTo>
                  <a:lnTo>
                    <a:pt x="3303203" y="3299095"/>
                  </a:lnTo>
                  <a:lnTo>
                    <a:pt x="3374825" y="3306858"/>
                  </a:lnTo>
                  <a:lnTo>
                    <a:pt x="3446448" y="3314295"/>
                  </a:lnTo>
                  <a:lnTo>
                    <a:pt x="3518070" y="3321419"/>
                  </a:lnTo>
                  <a:lnTo>
                    <a:pt x="3589693" y="3328244"/>
                  </a:lnTo>
                  <a:lnTo>
                    <a:pt x="3661316" y="3334781"/>
                  </a:lnTo>
                  <a:lnTo>
                    <a:pt x="3732938" y="3341044"/>
                  </a:lnTo>
                  <a:lnTo>
                    <a:pt x="3804561" y="3347044"/>
                  </a:lnTo>
                  <a:lnTo>
                    <a:pt x="3876183" y="3352791"/>
                  </a:lnTo>
                  <a:lnTo>
                    <a:pt x="3947806" y="3358297"/>
                  </a:lnTo>
                  <a:lnTo>
                    <a:pt x="4019428" y="3363571"/>
                  </a:lnTo>
                  <a:lnTo>
                    <a:pt x="4091051" y="3368624"/>
                  </a:lnTo>
                  <a:lnTo>
                    <a:pt x="4162673" y="3373464"/>
                  </a:lnTo>
                  <a:lnTo>
                    <a:pt x="4234296" y="3378100"/>
                  </a:lnTo>
                  <a:lnTo>
                    <a:pt x="4305918" y="3382542"/>
                  </a:lnTo>
                  <a:lnTo>
                    <a:pt x="4377541" y="3386797"/>
                  </a:lnTo>
                  <a:lnTo>
                    <a:pt x="4449163" y="3390873"/>
                  </a:lnTo>
                  <a:lnTo>
                    <a:pt x="4520786" y="3394778"/>
                  </a:lnTo>
                  <a:lnTo>
                    <a:pt x="4592408" y="339851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075756" y="2073503"/>
              <a:ext cx="6186922" cy="3482839"/>
            </a:xfrm>
            <a:custGeom>
              <a:avLst/>
              <a:pathLst>
                <a:path w="6186922" h="3482839">
                  <a:moveTo>
                    <a:pt x="6186922" y="3482839"/>
                  </a:moveTo>
                  <a:lnTo>
                    <a:pt x="6115300" y="3482715"/>
                  </a:lnTo>
                  <a:lnTo>
                    <a:pt x="6043677" y="3482573"/>
                  </a:lnTo>
                  <a:lnTo>
                    <a:pt x="5972054" y="3482412"/>
                  </a:lnTo>
                  <a:lnTo>
                    <a:pt x="5900432" y="3482228"/>
                  </a:lnTo>
                  <a:lnTo>
                    <a:pt x="5828809" y="3482020"/>
                  </a:lnTo>
                  <a:lnTo>
                    <a:pt x="5757187" y="3481783"/>
                  </a:lnTo>
                  <a:lnTo>
                    <a:pt x="5685564" y="3481513"/>
                  </a:lnTo>
                  <a:lnTo>
                    <a:pt x="5613942" y="3481206"/>
                  </a:lnTo>
                  <a:lnTo>
                    <a:pt x="5542319" y="3480857"/>
                  </a:lnTo>
                  <a:lnTo>
                    <a:pt x="5470697" y="3480461"/>
                  </a:lnTo>
                  <a:lnTo>
                    <a:pt x="5399074" y="3480009"/>
                  </a:lnTo>
                  <a:lnTo>
                    <a:pt x="5327452" y="3479496"/>
                  </a:lnTo>
                  <a:lnTo>
                    <a:pt x="5255829" y="3478912"/>
                  </a:lnTo>
                  <a:lnTo>
                    <a:pt x="5184207" y="3478248"/>
                  </a:lnTo>
                  <a:lnTo>
                    <a:pt x="5112584" y="3477493"/>
                  </a:lnTo>
                  <a:lnTo>
                    <a:pt x="5040962" y="3476634"/>
                  </a:lnTo>
                  <a:lnTo>
                    <a:pt x="4969339" y="3475657"/>
                  </a:lnTo>
                  <a:lnTo>
                    <a:pt x="4897717" y="3474546"/>
                  </a:lnTo>
                  <a:lnTo>
                    <a:pt x="4826094" y="3473282"/>
                  </a:lnTo>
                  <a:lnTo>
                    <a:pt x="4754472" y="3471845"/>
                  </a:lnTo>
                  <a:lnTo>
                    <a:pt x="4682849" y="3470211"/>
                  </a:lnTo>
                  <a:lnTo>
                    <a:pt x="4611226" y="3468351"/>
                  </a:lnTo>
                  <a:lnTo>
                    <a:pt x="4539604" y="3466237"/>
                  </a:lnTo>
                  <a:lnTo>
                    <a:pt x="4467981" y="3463832"/>
                  </a:lnTo>
                  <a:lnTo>
                    <a:pt x="4396359" y="3461096"/>
                  </a:lnTo>
                  <a:lnTo>
                    <a:pt x="4324736" y="3457985"/>
                  </a:lnTo>
                  <a:lnTo>
                    <a:pt x="4253114" y="3454447"/>
                  </a:lnTo>
                  <a:lnTo>
                    <a:pt x="4181491" y="3450423"/>
                  </a:lnTo>
                  <a:lnTo>
                    <a:pt x="4109869" y="3445846"/>
                  </a:lnTo>
                  <a:lnTo>
                    <a:pt x="4038246" y="3440640"/>
                  </a:lnTo>
                  <a:lnTo>
                    <a:pt x="3966624" y="3434719"/>
                  </a:lnTo>
                  <a:lnTo>
                    <a:pt x="3895001" y="3427985"/>
                  </a:lnTo>
                  <a:lnTo>
                    <a:pt x="3823379" y="3420326"/>
                  </a:lnTo>
                  <a:lnTo>
                    <a:pt x="3751756" y="3411616"/>
                  </a:lnTo>
                  <a:lnTo>
                    <a:pt x="3680134" y="3401708"/>
                  </a:lnTo>
                  <a:lnTo>
                    <a:pt x="3608511" y="3390440"/>
                  </a:lnTo>
                  <a:lnTo>
                    <a:pt x="3536889" y="3377624"/>
                  </a:lnTo>
                  <a:lnTo>
                    <a:pt x="3465266" y="3363048"/>
                  </a:lnTo>
                  <a:lnTo>
                    <a:pt x="3393644" y="3346470"/>
                  </a:lnTo>
                  <a:lnTo>
                    <a:pt x="3322021" y="3327615"/>
                  </a:lnTo>
                  <a:lnTo>
                    <a:pt x="3250398" y="3306170"/>
                  </a:lnTo>
                  <a:lnTo>
                    <a:pt x="3178776" y="3281779"/>
                  </a:lnTo>
                  <a:lnTo>
                    <a:pt x="3107153" y="3254039"/>
                  </a:lnTo>
                  <a:lnTo>
                    <a:pt x="3035531" y="3222488"/>
                  </a:lnTo>
                  <a:lnTo>
                    <a:pt x="2963908" y="3186604"/>
                  </a:lnTo>
                  <a:lnTo>
                    <a:pt x="2892286" y="3145790"/>
                  </a:lnTo>
                  <a:lnTo>
                    <a:pt x="2820663" y="3099371"/>
                  </a:lnTo>
                  <a:lnTo>
                    <a:pt x="2749041" y="3046577"/>
                  </a:lnTo>
                  <a:lnTo>
                    <a:pt x="2677418" y="2986530"/>
                  </a:lnTo>
                  <a:lnTo>
                    <a:pt x="2605796" y="2918237"/>
                  </a:lnTo>
                  <a:lnTo>
                    <a:pt x="2534173" y="2840563"/>
                  </a:lnTo>
                  <a:lnTo>
                    <a:pt x="2462551" y="2752220"/>
                  </a:lnTo>
                  <a:lnTo>
                    <a:pt x="2390928" y="2653436"/>
                  </a:lnTo>
                  <a:lnTo>
                    <a:pt x="2319306" y="2616996"/>
                  </a:lnTo>
                  <a:lnTo>
                    <a:pt x="2247683" y="2578956"/>
                  </a:lnTo>
                  <a:lnTo>
                    <a:pt x="2176061" y="2539246"/>
                  </a:lnTo>
                  <a:lnTo>
                    <a:pt x="2104438" y="2497794"/>
                  </a:lnTo>
                  <a:lnTo>
                    <a:pt x="2032816" y="2454522"/>
                  </a:lnTo>
                  <a:lnTo>
                    <a:pt x="1961193" y="2409352"/>
                  </a:lnTo>
                  <a:lnTo>
                    <a:pt x="1889570" y="2362199"/>
                  </a:lnTo>
                  <a:lnTo>
                    <a:pt x="1817948" y="2312976"/>
                  </a:lnTo>
                  <a:lnTo>
                    <a:pt x="1746325" y="2261594"/>
                  </a:lnTo>
                  <a:lnTo>
                    <a:pt x="1674703" y="2207956"/>
                  </a:lnTo>
                  <a:lnTo>
                    <a:pt x="1603080" y="2151964"/>
                  </a:lnTo>
                  <a:lnTo>
                    <a:pt x="1531458" y="2093515"/>
                  </a:lnTo>
                  <a:lnTo>
                    <a:pt x="1459835" y="2032500"/>
                  </a:lnTo>
                  <a:lnTo>
                    <a:pt x="1388213" y="1968808"/>
                  </a:lnTo>
                  <a:lnTo>
                    <a:pt x="1316590" y="1902320"/>
                  </a:lnTo>
                  <a:lnTo>
                    <a:pt x="1244968" y="1832914"/>
                  </a:lnTo>
                  <a:lnTo>
                    <a:pt x="1173345" y="1760463"/>
                  </a:lnTo>
                  <a:lnTo>
                    <a:pt x="1101723" y="1684831"/>
                  </a:lnTo>
                  <a:lnTo>
                    <a:pt x="1030100" y="1605881"/>
                  </a:lnTo>
                  <a:lnTo>
                    <a:pt x="958478" y="1523465"/>
                  </a:lnTo>
                  <a:lnTo>
                    <a:pt x="886855" y="1437432"/>
                  </a:lnTo>
                  <a:lnTo>
                    <a:pt x="815233" y="1347623"/>
                  </a:lnTo>
                  <a:lnTo>
                    <a:pt x="743610" y="1253873"/>
                  </a:lnTo>
                  <a:lnTo>
                    <a:pt x="671988" y="1156008"/>
                  </a:lnTo>
                  <a:lnTo>
                    <a:pt x="600365" y="1053849"/>
                  </a:lnTo>
                  <a:lnTo>
                    <a:pt x="528742" y="947205"/>
                  </a:lnTo>
                  <a:lnTo>
                    <a:pt x="457120" y="835882"/>
                  </a:lnTo>
                  <a:lnTo>
                    <a:pt x="385497" y="719672"/>
                  </a:lnTo>
                  <a:lnTo>
                    <a:pt x="313875" y="598362"/>
                  </a:lnTo>
                  <a:lnTo>
                    <a:pt x="242252" y="471729"/>
                  </a:lnTo>
                  <a:lnTo>
                    <a:pt x="170630" y="339537"/>
                  </a:lnTo>
                  <a:lnTo>
                    <a:pt x="99007" y="201544"/>
                  </a:lnTo>
                  <a:lnTo>
                    <a:pt x="27385" y="5749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271470" y="2073503"/>
              <a:ext cx="4991208" cy="3474953"/>
            </a:xfrm>
            <a:custGeom>
              <a:avLst/>
              <a:pathLst>
                <a:path w="4991208" h="3474953">
                  <a:moveTo>
                    <a:pt x="0" y="0"/>
                  </a:moveTo>
                  <a:lnTo>
                    <a:pt x="49254" y="202238"/>
                  </a:lnTo>
                  <a:lnTo>
                    <a:pt x="120876" y="472134"/>
                  </a:lnTo>
                  <a:lnTo>
                    <a:pt x="192499" y="719832"/>
                  </a:lnTo>
                  <a:lnTo>
                    <a:pt x="264121" y="947157"/>
                  </a:lnTo>
                  <a:lnTo>
                    <a:pt x="335744" y="1155785"/>
                  </a:lnTo>
                  <a:lnTo>
                    <a:pt x="407366" y="1347254"/>
                  </a:lnTo>
                  <a:lnTo>
                    <a:pt x="478989" y="1522975"/>
                  </a:lnTo>
                  <a:lnTo>
                    <a:pt x="550611" y="1684244"/>
                  </a:lnTo>
                  <a:lnTo>
                    <a:pt x="622234" y="1832248"/>
                  </a:lnTo>
                  <a:lnTo>
                    <a:pt x="693857" y="1968080"/>
                  </a:lnTo>
                  <a:lnTo>
                    <a:pt x="765479" y="2092740"/>
                  </a:lnTo>
                  <a:lnTo>
                    <a:pt x="837102" y="2207147"/>
                  </a:lnTo>
                  <a:lnTo>
                    <a:pt x="908724" y="2312144"/>
                  </a:lnTo>
                  <a:lnTo>
                    <a:pt x="980347" y="2408505"/>
                  </a:lnTo>
                  <a:lnTo>
                    <a:pt x="1051969" y="2496941"/>
                  </a:lnTo>
                  <a:lnTo>
                    <a:pt x="1123592" y="2578103"/>
                  </a:lnTo>
                  <a:lnTo>
                    <a:pt x="1195214" y="2652590"/>
                  </a:lnTo>
                  <a:lnTo>
                    <a:pt x="1266837" y="2720951"/>
                  </a:lnTo>
                  <a:lnTo>
                    <a:pt x="1338459" y="2783689"/>
                  </a:lnTo>
                  <a:lnTo>
                    <a:pt x="1410082" y="2841267"/>
                  </a:lnTo>
                  <a:lnTo>
                    <a:pt x="1481704" y="2894109"/>
                  </a:lnTo>
                  <a:lnTo>
                    <a:pt x="1553327" y="2942605"/>
                  </a:lnTo>
                  <a:lnTo>
                    <a:pt x="1624949" y="2987113"/>
                  </a:lnTo>
                  <a:lnTo>
                    <a:pt x="1696572" y="3027960"/>
                  </a:lnTo>
                  <a:lnTo>
                    <a:pt x="1768194" y="3065447"/>
                  </a:lnTo>
                  <a:lnTo>
                    <a:pt x="1839817" y="3099851"/>
                  </a:lnTo>
                  <a:lnTo>
                    <a:pt x="1911439" y="3131426"/>
                  </a:lnTo>
                  <a:lnTo>
                    <a:pt x="1983062" y="3160403"/>
                  </a:lnTo>
                  <a:lnTo>
                    <a:pt x="2054685" y="3186997"/>
                  </a:lnTo>
                  <a:lnTo>
                    <a:pt x="2126307" y="3211404"/>
                  </a:lnTo>
                  <a:lnTo>
                    <a:pt x="2197930" y="3233804"/>
                  </a:lnTo>
                  <a:lnTo>
                    <a:pt x="2269552" y="3254361"/>
                  </a:lnTo>
                  <a:lnTo>
                    <a:pt x="2341175" y="3273227"/>
                  </a:lnTo>
                  <a:lnTo>
                    <a:pt x="2412797" y="3290542"/>
                  </a:lnTo>
                  <a:lnTo>
                    <a:pt x="2484420" y="3306432"/>
                  </a:lnTo>
                  <a:lnTo>
                    <a:pt x="2556042" y="3321016"/>
                  </a:lnTo>
                  <a:lnTo>
                    <a:pt x="2627665" y="3334400"/>
                  </a:lnTo>
                  <a:lnTo>
                    <a:pt x="2699287" y="3346684"/>
                  </a:lnTo>
                  <a:lnTo>
                    <a:pt x="2770910" y="3357957"/>
                  </a:lnTo>
                  <a:lnTo>
                    <a:pt x="2842532" y="3368303"/>
                  </a:lnTo>
                  <a:lnTo>
                    <a:pt x="2914155" y="3377798"/>
                  </a:lnTo>
                  <a:lnTo>
                    <a:pt x="2985777" y="3386512"/>
                  </a:lnTo>
                  <a:lnTo>
                    <a:pt x="3057400" y="3394509"/>
                  </a:lnTo>
                  <a:lnTo>
                    <a:pt x="3129022" y="3401848"/>
                  </a:lnTo>
                  <a:lnTo>
                    <a:pt x="3200645" y="3408584"/>
                  </a:lnTo>
                  <a:lnTo>
                    <a:pt x="3272267" y="3414766"/>
                  </a:lnTo>
                  <a:lnTo>
                    <a:pt x="3343890" y="3420440"/>
                  </a:lnTo>
                  <a:lnTo>
                    <a:pt x="3415512" y="3425646"/>
                  </a:lnTo>
                  <a:lnTo>
                    <a:pt x="3487135" y="3430425"/>
                  </a:lnTo>
                  <a:lnTo>
                    <a:pt x="3558758" y="3434811"/>
                  </a:lnTo>
                  <a:lnTo>
                    <a:pt x="3630380" y="3438835"/>
                  </a:lnTo>
                  <a:lnTo>
                    <a:pt x="3702003" y="3442529"/>
                  </a:lnTo>
                  <a:lnTo>
                    <a:pt x="3773625" y="3445919"/>
                  </a:lnTo>
                  <a:lnTo>
                    <a:pt x="3845248" y="3449030"/>
                  </a:lnTo>
                  <a:lnTo>
                    <a:pt x="3916870" y="3451886"/>
                  </a:lnTo>
                  <a:lnTo>
                    <a:pt x="3988493" y="3454506"/>
                  </a:lnTo>
                  <a:lnTo>
                    <a:pt x="4060115" y="3456911"/>
                  </a:lnTo>
                  <a:lnTo>
                    <a:pt x="4131738" y="3459118"/>
                  </a:lnTo>
                  <a:lnTo>
                    <a:pt x="4203360" y="3461144"/>
                  </a:lnTo>
                  <a:lnTo>
                    <a:pt x="4274983" y="3463003"/>
                  </a:lnTo>
                  <a:lnTo>
                    <a:pt x="4346605" y="3464709"/>
                  </a:lnTo>
                  <a:lnTo>
                    <a:pt x="4418228" y="3466275"/>
                  </a:lnTo>
                  <a:lnTo>
                    <a:pt x="4489850" y="3467712"/>
                  </a:lnTo>
                  <a:lnTo>
                    <a:pt x="4561473" y="3469031"/>
                  </a:lnTo>
                  <a:lnTo>
                    <a:pt x="4633095" y="3470241"/>
                  </a:lnTo>
                  <a:lnTo>
                    <a:pt x="4704718" y="3471352"/>
                  </a:lnTo>
                  <a:lnTo>
                    <a:pt x="4776340" y="3472371"/>
                  </a:lnTo>
                  <a:lnTo>
                    <a:pt x="4847963" y="3473307"/>
                  </a:lnTo>
                  <a:lnTo>
                    <a:pt x="4919586" y="3474165"/>
                  </a:lnTo>
                  <a:lnTo>
                    <a:pt x="4991208" y="347495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9497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2.68 (1.64-4.38), p_Bonf = &lt;0.001 (n = 6)  |  per IQR decline (Δ = 29.5 %): 18.33 (4.29-78.40)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46219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2026-07-22T14:13:24Z</dcterms:modified>
  <cp:category/>
</cp:coreProperties>
</file>