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639329"/>
            </a:xfrm>
            <a:custGeom>
              <a:avLst/>
              <a:pathLst>
                <a:path w="7090630" h="3639329">
                  <a:moveTo>
                    <a:pt x="0" y="3351675"/>
                  </a:moveTo>
                  <a:lnTo>
                    <a:pt x="71622" y="3344607"/>
                  </a:lnTo>
                  <a:lnTo>
                    <a:pt x="143245" y="3337372"/>
                  </a:lnTo>
                  <a:lnTo>
                    <a:pt x="214867" y="3329968"/>
                  </a:lnTo>
                  <a:lnTo>
                    <a:pt x="286490" y="3322390"/>
                  </a:lnTo>
                  <a:lnTo>
                    <a:pt x="358112" y="3314634"/>
                  </a:lnTo>
                  <a:lnTo>
                    <a:pt x="429735" y="3306695"/>
                  </a:lnTo>
                  <a:lnTo>
                    <a:pt x="501357" y="3298571"/>
                  </a:lnTo>
                  <a:lnTo>
                    <a:pt x="572980" y="3290255"/>
                  </a:lnTo>
                  <a:lnTo>
                    <a:pt x="644602" y="3281744"/>
                  </a:lnTo>
                  <a:lnTo>
                    <a:pt x="716225" y="3273033"/>
                  </a:lnTo>
                  <a:lnTo>
                    <a:pt x="787847" y="3264118"/>
                  </a:lnTo>
                  <a:lnTo>
                    <a:pt x="859470" y="3254993"/>
                  </a:lnTo>
                  <a:lnTo>
                    <a:pt x="931092" y="3245654"/>
                  </a:lnTo>
                  <a:lnTo>
                    <a:pt x="1002715" y="3236096"/>
                  </a:lnTo>
                  <a:lnTo>
                    <a:pt x="1074337" y="3226313"/>
                  </a:lnTo>
                  <a:lnTo>
                    <a:pt x="1145960" y="3216301"/>
                  </a:lnTo>
                  <a:lnTo>
                    <a:pt x="1217582" y="3206053"/>
                  </a:lnTo>
                  <a:lnTo>
                    <a:pt x="1289205" y="3195564"/>
                  </a:lnTo>
                  <a:lnTo>
                    <a:pt x="1360827" y="3184830"/>
                  </a:lnTo>
                  <a:lnTo>
                    <a:pt x="1432450" y="3173843"/>
                  </a:lnTo>
                  <a:lnTo>
                    <a:pt x="1504073" y="3162598"/>
                  </a:lnTo>
                  <a:lnTo>
                    <a:pt x="1575695" y="3151089"/>
                  </a:lnTo>
                  <a:lnTo>
                    <a:pt x="1647318" y="3139310"/>
                  </a:lnTo>
                  <a:lnTo>
                    <a:pt x="1718940" y="3127254"/>
                  </a:lnTo>
                  <a:lnTo>
                    <a:pt x="1790563" y="3114915"/>
                  </a:lnTo>
                  <a:lnTo>
                    <a:pt x="1862185" y="3102286"/>
                  </a:lnTo>
                  <a:lnTo>
                    <a:pt x="1933808" y="3089360"/>
                  </a:lnTo>
                  <a:lnTo>
                    <a:pt x="2005430" y="3076131"/>
                  </a:lnTo>
                  <a:lnTo>
                    <a:pt x="2077053" y="3062592"/>
                  </a:lnTo>
                  <a:lnTo>
                    <a:pt x="2148675" y="3048734"/>
                  </a:lnTo>
                  <a:lnTo>
                    <a:pt x="2220298" y="3034551"/>
                  </a:lnTo>
                  <a:lnTo>
                    <a:pt x="2291920" y="3020035"/>
                  </a:lnTo>
                  <a:lnTo>
                    <a:pt x="2363543" y="3005177"/>
                  </a:lnTo>
                  <a:lnTo>
                    <a:pt x="2435165" y="2989971"/>
                  </a:lnTo>
                  <a:lnTo>
                    <a:pt x="2506788" y="2974408"/>
                  </a:lnTo>
                  <a:lnTo>
                    <a:pt x="2578410" y="2958479"/>
                  </a:lnTo>
                  <a:lnTo>
                    <a:pt x="2650033" y="2942177"/>
                  </a:lnTo>
                  <a:lnTo>
                    <a:pt x="2721655" y="2925491"/>
                  </a:lnTo>
                  <a:lnTo>
                    <a:pt x="2793278" y="2908413"/>
                  </a:lnTo>
                  <a:lnTo>
                    <a:pt x="2864901" y="2890935"/>
                  </a:lnTo>
                  <a:lnTo>
                    <a:pt x="2936523" y="2873046"/>
                  </a:lnTo>
                  <a:lnTo>
                    <a:pt x="3008146" y="2854736"/>
                  </a:lnTo>
                  <a:lnTo>
                    <a:pt x="3079768" y="2835997"/>
                  </a:lnTo>
                  <a:lnTo>
                    <a:pt x="3151391" y="2816818"/>
                  </a:lnTo>
                  <a:lnTo>
                    <a:pt x="3223013" y="2797188"/>
                  </a:lnTo>
                  <a:lnTo>
                    <a:pt x="3294636" y="2759620"/>
                  </a:lnTo>
                  <a:lnTo>
                    <a:pt x="3366258" y="2674122"/>
                  </a:lnTo>
                  <a:lnTo>
                    <a:pt x="3437881" y="2580439"/>
                  </a:lnTo>
                  <a:lnTo>
                    <a:pt x="3509503" y="2477787"/>
                  </a:lnTo>
                  <a:lnTo>
                    <a:pt x="3581126" y="2365308"/>
                  </a:lnTo>
                  <a:lnTo>
                    <a:pt x="3652748" y="2242059"/>
                  </a:lnTo>
                  <a:lnTo>
                    <a:pt x="3724371" y="2107011"/>
                  </a:lnTo>
                  <a:lnTo>
                    <a:pt x="3795993" y="1959033"/>
                  </a:lnTo>
                  <a:lnTo>
                    <a:pt x="3867616" y="1796888"/>
                  </a:lnTo>
                  <a:lnTo>
                    <a:pt x="3939238" y="1619219"/>
                  </a:lnTo>
                  <a:lnTo>
                    <a:pt x="4010861" y="1424541"/>
                  </a:lnTo>
                  <a:lnTo>
                    <a:pt x="4082483" y="1211224"/>
                  </a:lnTo>
                  <a:lnTo>
                    <a:pt x="4154106" y="977484"/>
                  </a:lnTo>
                  <a:lnTo>
                    <a:pt x="4225729" y="721366"/>
                  </a:lnTo>
                  <a:lnTo>
                    <a:pt x="4297351" y="440728"/>
                  </a:lnTo>
                  <a:lnTo>
                    <a:pt x="4368974" y="133221"/>
                  </a:lnTo>
                  <a:lnTo>
                    <a:pt x="4397292" y="0"/>
                  </a:lnTo>
                  <a:lnTo>
                    <a:pt x="7090630" y="0"/>
                  </a:lnTo>
                  <a:lnTo>
                    <a:pt x="7090630" y="656174"/>
                  </a:lnTo>
                  <a:lnTo>
                    <a:pt x="7019007" y="724933"/>
                  </a:lnTo>
                  <a:lnTo>
                    <a:pt x="6947385" y="792114"/>
                  </a:lnTo>
                  <a:lnTo>
                    <a:pt x="6875762" y="857753"/>
                  </a:lnTo>
                  <a:lnTo>
                    <a:pt x="6804139" y="921887"/>
                  </a:lnTo>
                  <a:lnTo>
                    <a:pt x="6732517" y="984548"/>
                  </a:lnTo>
                  <a:lnTo>
                    <a:pt x="6660894" y="1045772"/>
                  </a:lnTo>
                  <a:lnTo>
                    <a:pt x="6589272" y="1105591"/>
                  </a:lnTo>
                  <a:lnTo>
                    <a:pt x="6517649" y="1164037"/>
                  </a:lnTo>
                  <a:lnTo>
                    <a:pt x="6446027" y="1221142"/>
                  </a:lnTo>
                  <a:lnTo>
                    <a:pt x="6374404" y="1276937"/>
                  </a:lnTo>
                  <a:lnTo>
                    <a:pt x="6302782" y="1331452"/>
                  </a:lnTo>
                  <a:lnTo>
                    <a:pt x="6231159" y="1384715"/>
                  </a:lnTo>
                  <a:lnTo>
                    <a:pt x="6159537" y="1436756"/>
                  </a:lnTo>
                  <a:lnTo>
                    <a:pt x="6087914" y="1487603"/>
                  </a:lnTo>
                  <a:lnTo>
                    <a:pt x="6016292" y="1537284"/>
                  </a:lnTo>
                  <a:lnTo>
                    <a:pt x="5944669" y="1585824"/>
                  </a:lnTo>
                  <a:lnTo>
                    <a:pt x="5873047" y="1633251"/>
                  </a:lnTo>
                  <a:lnTo>
                    <a:pt x="5801424" y="1679589"/>
                  </a:lnTo>
                  <a:lnTo>
                    <a:pt x="5729802" y="1724864"/>
                  </a:lnTo>
                  <a:lnTo>
                    <a:pt x="5658179" y="1769100"/>
                  </a:lnTo>
                  <a:lnTo>
                    <a:pt x="5586557" y="1812321"/>
                  </a:lnTo>
                  <a:lnTo>
                    <a:pt x="5514934" y="1854550"/>
                  </a:lnTo>
                  <a:lnTo>
                    <a:pt x="5443311" y="1895810"/>
                  </a:lnTo>
                  <a:lnTo>
                    <a:pt x="5371689" y="1936124"/>
                  </a:lnTo>
                  <a:lnTo>
                    <a:pt x="5300066" y="1975512"/>
                  </a:lnTo>
                  <a:lnTo>
                    <a:pt x="5228444" y="2013997"/>
                  </a:lnTo>
                  <a:lnTo>
                    <a:pt x="5156821" y="2051598"/>
                  </a:lnTo>
                  <a:lnTo>
                    <a:pt x="5085199" y="2088337"/>
                  </a:lnTo>
                  <a:lnTo>
                    <a:pt x="5013576" y="2124232"/>
                  </a:lnTo>
                  <a:lnTo>
                    <a:pt x="4941954" y="2159304"/>
                  </a:lnTo>
                  <a:lnTo>
                    <a:pt x="4870331" y="2193571"/>
                  </a:lnTo>
                  <a:lnTo>
                    <a:pt x="4798709" y="2227052"/>
                  </a:lnTo>
                  <a:lnTo>
                    <a:pt x="4727086" y="2259764"/>
                  </a:lnTo>
                  <a:lnTo>
                    <a:pt x="4655464" y="2291726"/>
                  </a:lnTo>
                  <a:lnTo>
                    <a:pt x="4583841" y="2322955"/>
                  </a:lnTo>
                  <a:lnTo>
                    <a:pt x="4512219" y="2353467"/>
                  </a:lnTo>
                  <a:lnTo>
                    <a:pt x="4440596" y="2383278"/>
                  </a:lnTo>
                  <a:lnTo>
                    <a:pt x="4368974" y="2412406"/>
                  </a:lnTo>
                  <a:lnTo>
                    <a:pt x="4297351" y="2440865"/>
                  </a:lnTo>
                  <a:lnTo>
                    <a:pt x="4225729" y="2468671"/>
                  </a:lnTo>
                  <a:lnTo>
                    <a:pt x="4154106" y="2495840"/>
                  </a:lnTo>
                  <a:lnTo>
                    <a:pt x="4082483" y="2522384"/>
                  </a:lnTo>
                  <a:lnTo>
                    <a:pt x="4010861" y="2548320"/>
                  </a:lnTo>
                  <a:lnTo>
                    <a:pt x="3939238" y="2573660"/>
                  </a:lnTo>
                  <a:lnTo>
                    <a:pt x="3867616" y="2598419"/>
                  </a:lnTo>
                  <a:lnTo>
                    <a:pt x="3795993" y="2622610"/>
                  </a:lnTo>
                  <a:lnTo>
                    <a:pt x="3724371" y="2646246"/>
                  </a:lnTo>
                  <a:lnTo>
                    <a:pt x="3652748" y="2669340"/>
                  </a:lnTo>
                  <a:lnTo>
                    <a:pt x="3581126" y="2691903"/>
                  </a:lnTo>
                  <a:lnTo>
                    <a:pt x="3509503" y="2713949"/>
                  </a:lnTo>
                  <a:lnTo>
                    <a:pt x="3437881" y="2735489"/>
                  </a:lnTo>
                  <a:lnTo>
                    <a:pt x="3366258" y="2756534"/>
                  </a:lnTo>
                  <a:lnTo>
                    <a:pt x="3294636" y="2777097"/>
                  </a:lnTo>
                  <a:lnTo>
                    <a:pt x="3223013" y="2837647"/>
                  </a:lnTo>
                  <a:lnTo>
                    <a:pt x="3151391" y="2908857"/>
                  </a:lnTo>
                  <a:lnTo>
                    <a:pt x="3079768" y="2973844"/>
                  </a:lnTo>
                  <a:lnTo>
                    <a:pt x="3008146" y="3033154"/>
                  </a:lnTo>
                  <a:lnTo>
                    <a:pt x="2936523" y="3087281"/>
                  </a:lnTo>
                  <a:lnTo>
                    <a:pt x="2864901" y="3136679"/>
                  </a:lnTo>
                  <a:lnTo>
                    <a:pt x="2793278" y="3181761"/>
                  </a:lnTo>
                  <a:lnTo>
                    <a:pt x="2721655" y="3222904"/>
                  </a:lnTo>
                  <a:lnTo>
                    <a:pt x="2650033" y="3260452"/>
                  </a:lnTo>
                  <a:lnTo>
                    <a:pt x="2578410" y="3294719"/>
                  </a:lnTo>
                  <a:lnTo>
                    <a:pt x="2506788" y="3325993"/>
                  </a:lnTo>
                  <a:lnTo>
                    <a:pt x="2435165" y="3354534"/>
                  </a:lnTo>
                  <a:lnTo>
                    <a:pt x="2363543" y="3380581"/>
                  </a:lnTo>
                  <a:lnTo>
                    <a:pt x="2291920" y="3404352"/>
                  </a:lnTo>
                  <a:lnTo>
                    <a:pt x="2220298" y="3426046"/>
                  </a:lnTo>
                  <a:lnTo>
                    <a:pt x="2148675" y="3445845"/>
                  </a:lnTo>
                  <a:lnTo>
                    <a:pt x="2077053" y="3463914"/>
                  </a:lnTo>
                  <a:lnTo>
                    <a:pt x="2005430" y="3480404"/>
                  </a:lnTo>
                  <a:lnTo>
                    <a:pt x="1933808" y="3495453"/>
                  </a:lnTo>
                  <a:lnTo>
                    <a:pt x="1862185" y="3509187"/>
                  </a:lnTo>
                  <a:lnTo>
                    <a:pt x="1790563" y="3521722"/>
                  </a:lnTo>
                  <a:lnTo>
                    <a:pt x="1718940" y="3533161"/>
                  </a:lnTo>
                  <a:lnTo>
                    <a:pt x="1647318" y="3543601"/>
                  </a:lnTo>
                  <a:lnTo>
                    <a:pt x="1575695" y="3553128"/>
                  </a:lnTo>
                  <a:lnTo>
                    <a:pt x="1504073" y="3561823"/>
                  </a:lnTo>
                  <a:lnTo>
                    <a:pt x="1432450" y="3569758"/>
                  </a:lnTo>
                  <a:lnTo>
                    <a:pt x="1360827" y="3577000"/>
                  </a:lnTo>
                  <a:lnTo>
                    <a:pt x="1289205" y="3583610"/>
                  </a:lnTo>
                  <a:lnTo>
                    <a:pt x="1217582" y="3589641"/>
                  </a:lnTo>
                  <a:lnTo>
                    <a:pt x="1145960" y="3595146"/>
                  </a:lnTo>
                  <a:lnTo>
                    <a:pt x="1074337" y="3600170"/>
                  </a:lnTo>
                  <a:lnTo>
                    <a:pt x="1002715" y="3604755"/>
                  </a:lnTo>
                  <a:lnTo>
                    <a:pt x="931092" y="3608939"/>
                  </a:lnTo>
                  <a:lnTo>
                    <a:pt x="859470" y="3612758"/>
                  </a:lnTo>
                  <a:lnTo>
                    <a:pt x="787847" y="3616243"/>
                  </a:lnTo>
                  <a:lnTo>
                    <a:pt x="716225" y="3619423"/>
                  </a:lnTo>
                  <a:lnTo>
                    <a:pt x="644602" y="3622326"/>
                  </a:lnTo>
                  <a:lnTo>
                    <a:pt x="572980" y="3624975"/>
                  </a:lnTo>
                  <a:lnTo>
                    <a:pt x="501357" y="3627392"/>
                  </a:lnTo>
                  <a:lnTo>
                    <a:pt x="429735" y="3629598"/>
                  </a:lnTo>
                  <a:lnTo>
                    <a:pt x="358112" y="3631612"/>
                  </a:lnTo>
                  <a:lnTo>
                    <a:pt x="286490" y="3633450"/>
                  </a:lnTo>
                  <a:lnTo>
                    <a:pt x="214867" y="3635127"/>
                  </a:lnTo>
                  <a:lnTo>
                    <a:pt x="143245" y="3636657"/>
                  </a:lnTo>
                  <a:lnTo>
                    <a:pt x="71622" y="3638054"/>
                  </a:lnTo>
                  <a:lnTo>
                    <a:pt x="0" y="363932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397292" cy="3351675"/>
            </a:xfrm>
            <a:custGeom>
              <a:avLst/>
              <a:pathLst>
                <a:path w="4397292" h="3351675">
                  <a:moveTo>
                    <a:pt x="0" y="3351675"/>
                  </a:moveTo>
                  <a:lnTo>
                    <a:pt x="71622" y="3344607"/>
                  </a:lnTo>
                  <a:lnTo>
                    <a:pt x="143245" y="3337372"/>
                  </a:lnTo>
                  <a:lnTo>
                    <a:pt x="214867" y="3329968"/>
                  </a:lnTo>
                  <a:lnTo>
                    <a:pt x="286490" y="3322390"/>
                  </a:lnTo>
                  <a:lnTo>
                    <a:pt x="358112" y="3314634"/>
                  </a:lnTo>
                  <a:lnTo>
                    <a:pt x="429735" y="3306695"/>
                  </a:lnTo>
                  <a:lnTo>
                    <a:pt x="501357" y="3298571"/>
                  </a:lnTo>
                  <a:lnTo>
                    <a:pt x="572980" y="3290255"/>
                  </a:lnTo>
                  <a:lnTo>
                    <a:pt x="644602" y="3281744"/>
                  </a:lnTo>
                  <a:lnTo>
                    <a:pt x="716225" y="3273033"/>
                  </a:lnTo>
                  <a:lnTo>
                    <a:pt x="787847" y="3264118"/>
                  </a:lnTo>
                  <a:lnTo>
                    <a:pt x="859470" y="3254993"/>
                  </a:lnTo>
                  <a:lnTo>
                    <a:pt x="931092" y="3245654"/>
                  </a:lnTo>
                  <a:lnTo>
                    <a:pt x="1002715" y="3236096"/>
                  </a:lnTo>
                  <a:lnTo>
                    <a:pt x="1074337" y="3226313"/>
                  </a:lnTo>
                  <a:lnTo>
                    <a:pt x="1145960" y="3216301"/>
                  </a:lnTo>
                  <a:lnTo>
                    <a:pt x="1217582" y="3206053"/>
                  </a:lnTo>
                  <a:lnTo>
                    <a:pt x="1289205" y="3195564"/>
                  </a:lnTo>
                  <a:lnTo>
                    <a:pt x="1360827" y="3184830"/>
                  </a:lnTo>
                  <a:lnTo>
                    <a:pt x="1432450" y="3173843"/>
                  </a:lnTo>
                  <a:lnTo>
                    <a:pt x="1504073" y="3162598"/>
                  </a:lnTo>
                  <a:lnTo>
                    <a:pt x="1575695" y="3151089"/>
                  </a:lnTo>
                  <a:lnTo>
                    <a:pt x="1647318" y="3139310"/>
                  </a:lnTo>
                  <a:lnTo>
                    <a:pt x="1718940" y="3127254"/>
                  </a:lnTo>
                  <a:lnTo>
                    <a:pt x="1790563" y="3114915"/>
                  </a:lnTo>
                  <a:lnTo>
                    <a:pt x="1862185" y="3102286"/>
                  </a:lnTo>
                  <a:lnTo>
                    <a:pt x="1933808" y="3089360"/>
                  </a:lnTo>
                  <a:lnTo>
                    <a:pt x="2005430" y="3076131"/>
                  </a:lnTo>
                  <a:lnTo>
                    <a:pt x="2077053" y="3062592"/>
                  </a:lnTo>
                  <a:lnTo>
                    <a:pt x="2148675" y="3048734"/>
                  </a:lnTo>
                  <a:lnTo>
                    <a:pt x="2220298" y="3034551"/>
                  </a:lnTo>
                  <a:lnTo>
                    <a:pt x="2291920" y="3020035"/>
                  </a:lnTo>
                  <a:lnTo>
                    <a:pt x="2363543" y="3005177"/>
                  </a:lnTo>
                  <a:lnTo>
                    <a:pt x="2435165" y="2989971"/>
                  </a:lnTo>
                  <a:lnTo>
                    <a:pt x="2506788" y="2974408"/>
                  </a:lnTo>
                  <a:lnTo>
                    <a:pt x="2578410" y="2958479"/>
                  </a:lnTo>
                  <a:lnTo>
                    <a:pt x="2650033" y="2942177"/>
                  </a:lnTo>
                  <a:lnTo>
                    <a:pt x="2721655" y="2925491"/>
                  </a:lnTo>
                  <a:lnTo>
                    <a:pt x="2793278" y="2908413"/>
                  </a:lnTo>
                  <a:lnTo>
                    <a:pt x="2864901" y="2890935"/>
                  </a:lnTo>
                  <a:lnTo>
                    <a:pt x="2936523" y="2873046"/>
                  </a:lnTo>
                  <a:lnTo>
                    <a:pt x="3008146" y="2854736"/>
                  </a:lnTo>
                  <a:lnTo>
                    <a:pt x="3079768" y="2835997"/>
                  </a:lnTo>
                  <a:lnTo>
                    <a:pt x="3151391" y="2816818"/>
                  </a:lnTo>
                  <a:lnTo>
                    <a:pt x="3223013" y="2797188"/>
                  </a:lnTo>
                  <a:lnTo>
                    <a:pt x="3294636" y="2759620"/>
                  </a:lnTo>
                  <a:lnTo>
                    <a:pt x="3366258" y="2674122"/>
                  </a:lnTo>
                  <a:lnTo>
                    <a:pt x="3437881" y="2580439"/>
                  </a:lnTo>
                  <a:lnTo>
                    <a:pt x="3509503" y="2477787"/>
                  </a:lnTo>
                  <a:lnTo>
                    <a:pt x="3581126" y="2365308"/>
                  </a:lnTo>
                  <a:lnTo>
                    <a:pt x="3652748" y="2242059"/>
                  </a:lnTo>
                  <a:lnTo>
                    <a:pt x="3724371" y="2107011"/>
                  </a:lnTo>
                  <a:lnTo>
                    <a:pt x="3795993" y="1959033"/>
                  </a:lnTo>
                  <a:lnTo>
                    <a:pt x="3867616" y="1796888"/>
                  </a:lnTo>
                  <a:lnTo>
                    <a:pt x="3939238" y="1619219"/>
                  </a:lnTo>
                  <a:lnTo>
                    <a:pt x="4010861" y="1424541"/>
                  </a:lnTo>
                  <a:lnTo>
                    <a:pt x="4082483" y="1211224"/>
                  </a:lnTo>
                  <a:lnTo>
                    <a:pt x="4154106" y="977484"/>
                  </a:lnTo>
                  <a:lnTo>
                    <a:pt x="4225729" y="721366"/>
                  </a:lnTo>
                  <a:lnTo>
                    <a:pt x="4297351" y="440728"/>
                  </a:lnTo>
                  <a:lnTo>
                    <a:pt x="4368974" y="133221"/>
                  </a:lnTo>
                  <a:lnTo>
                    <a:pt x="43972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552737"/>
              <a:ext cx="7090630" cy="2983154"/>
            </a:xfrm>
            <a:custGeom>
              <a:avLst/>
              <a:pathLst>
                <a:path w="7090630" h="2983154">
                  <a:moveTo>
                    <a:pt x="7090630" y="0"/>
                  </a:moveTo>
                  <a:lnTo>
                    <a:pt x="7019007" y="68758"/>
                  </a:lnTo>
                  <a:lnTo>
                    <a:pt x="6947385" y="135939"/>
                  </a:lnTo>
                  <a:lnTo>
                    <a:pt x="6875762" y="201579"/>
                  </a:lnTo>
                  <a:lnTo>
                    <a:pt x="6804139" y="265712"/>
                  </a:lnTo>
                  <a:lnTo>
                    <a:pt x="6732517" y="328374"/>
                  </a:lnTo>
                  <a:lnTo>
                    <a:pt x="6660894" y="389598"/>
                  </a:lnTo>
                  <a:lnTo>
                    <a:pt x="6589272" y="449417"/>
                  </a:lnTo>
                  <a:lnTo>
                    <a:pt x="6517649" y="507863"/>
                  </a:lnTo>
                  <a:lnTo>
                    <a:pt x="6446027" y="564968"/>
                  </a:lnTo>
                  <a:lnTo>
                    <a:pt x="6374404" y="620763"/>
                  </a:lnTo>
                  <a:lnTo>
                    <a:pt x="6302782" y="675277"/>
                  </a:lnTo>
                  <a:lnTo>
                    <a:pt x="6231159" y="728541"/>
                  </a:lnTo>
                  <a:lnTo>
                    <a:pt x="6159537" y="780582"/>
                  </a:lnTo>
                  <a:lnTo>
                    <a:pt x="6087914" y="831429"/>
                  </a:lnTo>
                  <a:lnTo>
                    <a:pt x="6016292" y="881109"/>
                  </a:lnTo>
                  <a:lnTo>
                    <a:pt x="5944669" y="929650"/>
                  </a:lnTo>
                  <a:lnTo>
                    <a:pt x="5873047" y="977076"/>
                  </a:lnTo>
                  <a:lnTo>
                    <a:pt x="5801424" y="1023415"/>
                  </a:lnTo>
                  <a:lnTo>
                    <a:pt x="5729802" y="1068690"/>
                  </a:lnTo>
                  <a:lnTo>
                    <a:pt x="5658179" y="1112926"/>
                  </a:lnTo>
                  <a:lnTo>
                    <a:pt x="5586557" y="1156147"/>
                  </a:lnTo>
                  <a:lnTo>
                    <a:pt x="5514934" y="1198376"/>
                  </a:lnTo>
                  <a:lnTo>
                    <a:pt x="5443311" y="1239636"/>
                  </a:lnTo>
                  <a:lnTo>
                    <a:pt x="5371689" y="1279949"/>
                  </a:lnTo>
                  <a:lnTo>
                    <a:pt x="5300066" y="1319338"/>
                  </a:lnTo>
                  <a:lnTo>
                    <a:pt x="5228444" y="1357822"/>
                  </a:lnTo>
                  <a:lnTo>
                    <a:pt x="5156821" y="1395424"/>
                  </a:lnTo>
                  <a:lnTo>
                    <a:pt x="5085199" y="1432162"/>
                  </a:lnTo>
                  <a:lnTo>
                    <a:pt x="5013576" y="1468058"/>
                  </a:lnTo>
                  <a:lnTo>
                    <a:pt x="4941954" y="1503130"/>
                  </a:lnTo>
                  <a:lnTo>
                    <a:pt x="4870331" y="1537397"/>
                  </a:lnTo>
                  <a:lnTo>
                    <a:pt x="4798709" y="1570878"/>
                  </a:lnTo>
                  <a:lnTo>
                    <a:pt x="4727086" y="1603590"/>
                  </a:lnTo>
                  <a:lnTo>
                    <a:pt x="4655464" y="1635552"/>
                  </a:lnTo>
                  <a:lnTo>
                    <a:pt x="4583841" y="1666780"/>
                  </a:lnTo>
                  <a:lnTo>
                    <a:pt x="4512219" y="1697292"/>
                  </a:lnTo>
                  <a:lnTo>
                    <a:pt x="4440596" y="1727104"/>
                  </a:lnTo>
                  <a:lnTo>
                    <a:pt x="4368974" y="1756232"/>
                  </a:lnTo>
                  <a:lnTo>
                    <a:pt x="4297351" y="1784691"/>
                  </a:lnTo>
                  <a:lnTo>
                    <a:pt x="4225729" y="1812497"/>
                  </a:lnTo>
                  <a:lnTo>
                    <a:pt x="4154106" y="1839665"/>
                  </a:lnTo>
                  <a:lnTo>
                    <a:pt x="4082483" y="1866210"/>
                  </a:lnTo>
                  <a:lnTo>
                    <a:pt x="4010861" y="1892146"/>
                  </a:lnTo>
                  <a:lnTo>
                    <a:pt x="3939238" y="1917486"/>
                  </a:lnTo>
                  <a:lnTo>
                    <a:pt x="3867616" y="1942245"/>
                  </a:lnTo>
                  <a:lnTo>
                    <a:pt x="3795993" y="1966436"/>
                  </a:lnTo>
                  <a:lnTo>
                    <a:pt x="3724371" y="1990072"/>
                  </a:lnTo>
                  <a:lnTo>
                    <a:pt x="3652748" y="2013165"/>
                  </a:lnTo>
                  <a:lnTo>
                    <a:pt x="3581126" y="2035729"/>
                  </a:lnTo>
                  <a:lnTo>
                    <a:pt x="3509503" y="2057774"/>
                  </a:lnTo>
                  <a:lnTo>
                    <a:pt x="3437881" y="2079314"/>
                  </a:lnTo>
                  <a:lnTo>
                    <a:pt x="3366258" y="2100360"/>
                  </a:lnTo>
                  <a:lnTo>
                    <a:pt x="3294636" y="2120923"/>
                  </a:lnTo>
                  <a:lnTo>
                    <a:pt x="3223013" y="2181473"/>
                  </a:lnTo>
                  <a:lnTo>
                    <a:pt x="3151391" y="2252682"/>
                  </a:lnTo>
                  <a:lnTo>
                    <a:pt x="3079768" y="2317670"/>
                  </a:lnTo>
                  <a:lnTo>
                    <a:pt x="3008146" y="2376979"/>
                  </a:lnTo>
                  <a:lnTo>
                    <a:pt x="2936523" y="2431107"/>
                  </a:lnTo>
                  <a:lnTo>
                    <a:pt x="2864901" y="2480505"/>
                  </a:lnTo>
                  <a:lnTo>
                    <a:pt x="2793278" y="2525587"/>
                  </a:lnTo>
                  <a:lnTo>
                    <a:pt x="2721655" y="2566730"/>
                  </a:lnTo>
                  <a:lnTo>
                    <a:pt x="2650033" y="2604278"/>
                  </a:lnTo>
                  <a:lnTo>
                    <a:pt x="2578410" y="2638545"/>
                  </a:lnTo>
                  <a:lnTo>
                    <a:pt x="2506788" y="2669818"/>
                  </a:lnTo>
                  <a:lnTo>
                    <a:pt x="2435165" y="2698359"/>
                  </a:lnTo>
                  <a:lnTo>
                    <a:pt x="2363543" y="2724406"/>
                  </a:lnTo>
                  <a:lnTo>
                    <a:pt x="2291920" y="2748178"/>
                  </a:lnTo>
                  <a:lnTo>
                    <a:pt x="2220298" y="2769872"/>
                  </a:lnTo>
                  <a:lnTo>
                    <a:pt x="2148675" y="2789671"/>
                  </a:lnTo>
                  <a:lnTo>
                    <a:pt x="2077053" y="2807739"/>
                  </a:lnTo>
                  <a:lnTo>
                    <a:pt x="2005430" y="2824229"/>
                  </a:lnTo>
                  <a:lnTo>
                    <a:pt x="1933808" y="2839279"/>
                  </a:lnTo>
                  <a:lnTo>
                    <a:pt x="1862185" y="2853013"/>
                  </a:lnTo>
                  <a:lnTo>
                    <a:pt x="1790563" y="2865547"/>
                  </a:lnTo>
                  <a:lnTo>
                    <a:pt x="1718940" y="2876987"/>
                  </a:lnTo>
                  <a:lnTo>
                    <a:pt x="1647318" y="2887426"/>
                  </a:lnTo>
                  <a:lnTo>
                    <a:pt x="1575695" y="2896954"/>
                  </a:lnTo>
                  <a:lnTo>
                    <a:pt x="1504073" y="2905649"/>
                  </a:lnTo>
                  <a:lnTo>
                    <a:pt x="1432450" y="2913584"/>
                  </a:lnTo>
                  <a:lnTo>
                    <a:pt x="1360827" y="2920826"/>
                  </a:lnTo>
                  <a:lnTo>
                    <a:pt x="1289205" y="2927435"/>
                  </a:lnTo>
                  <a:lnTo>
                    <a:pt x="1217582" y="2933467"/>
                  </a:lnTo>
                  <a:lnTo>
                    <a:pt x="1145960" y="2938972"/>
                  </a:lnTo>
                  <a:lnTo>
                    <a:pt x="1074337" y="2943996"/>
                  </a:lnTo>
                  <a:lnTo>
                    <a:pt x="1002715" y="2948580"/>
                  </a:lnTo>
                  <a:lnTo>
                    <a:pt x="931092" y="2952765"/>
                  </a:lnTo>
                  <a:lnTo>
                    <a:pt x="859470" y="2956583"/>
                  </a:lnTo>
                  <a:lnTo>
                    <a:pt x="787847" y="2960068"/>
                  </a:lnTo>
                  <a:lnTo>
                    <a:pt x="716225" y="2963249"/>
                  </a:lnTo>
                  <a:lnTo>
                    <a:pt x="644602" y="2966151"/>
                  </a:lnTo>
                  <a:lnTo>
                    <a:pt x="572980" y="2968800"/>
                  </a:lnTo>
                  <a:lnTo>
                    <a:pt x="501357" y="2971218"/>
                  </a:lnTo>
                  <a:lnTo>
                    <a:pt x="429735" y="2973424"/>
                  </a:lnTo>
                  <a:lnTo>
                    <a:pt x="358112" y="2975438"/>
                  </a:lnTo>
                  <a:lnTo>
                    <a:pt x="286490" y="2977275"/>
                  </a:lnTo>
                  <a:lnTo>
                    <a:pt x="214867" y="2978952"/>
                  </a:lnTo>
                  <a:lnTo>
                    <a:pt x="143245" y="2980483"/>
                  </a:lnTo>
                  <a:lnTo>
                    <a:pt x="71622" y="2981880"/>
                  </a:lnTo>
                  <a:lnTo>
                    <a:pt x="0" y="29831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5066609" cy="3589340"/>
            </a:xfrm>
            <a:custGeom>
              <a:avLst/>
              <a:pathLst>
                <a:path w="5066609" h="3589340">
                  <a:moveTo>
                    <a:pt x="0" y="3589340"/>
                  </a:moveTo>
                  <a:lnTo>
                    <a:pt x="71622" y="3585605"/>
                  </a:lnTo>
                  <a:lnTo>
                    <a:pt x="143245" y="3581650"/>
                  </a:lnTo>
                  <a:lnTo>
                    <a:pt x="214867" y="3577462"/>
                  </a:lnTo>
                  <a:lnTo>
                    <a:pt x="286490" y="3573027"/>
                  </a:lnTo>
                  <a:lnTo>
                    <a:pt x="358112" y="3568330"/>
                  </a:lnTo>
                  <a:lnTo>
                    <a:pt x="429735" y="3563355"/>
                  </a:lnTo>
                  <a:lnTo>
                    <a:pt x="501357" y="3558088"/>
                  </a:lnTo>
                  <a:lnTo>
                    <a:pt x="572980" y="3552509"/>
                  </a:lnTo>
                  <a:lnTo>
                    <a:pt x="644602" y="3546602"/>
                  </a:lnTo>
                  <a:lnTo>
                    <a:pt x="716225" y="3540346"/>
                  </a:lnTo>
                  <a:lnTo>
                    <a:pt x="787847" y="3533721"/>
                  </a:lnTo>
                  <a:lnTo>
                    <a:pt x="859470" y="3526705"/>
                  </a:lnTo>
                  <a:lnTo>
                    <a:pt x="931092" y="3519275"/>
                  </a:lnTo>
                  <a:lnTo>
                    <a:pt x="1002715" y="3511406"/>
                  </a:lnTo>
                  <a:lnTo>
                    <a:pt x="1074337" y="3503074"/>
                  </a:lnTo>
                  <a:lnTo>
                    <a:pt x="1145960" y="3494250"/>
                  </a:lnTo>
                  <a:lnTo>
                    <a:pt x="1217582" y="3484905"/>
                  </a:lnTo>
                  <a:lnTo>
                    <a:pt x="1289205" y="3475009"/>
                  </a:lnTo>
                  <a:lnTo>
                    <a:pt x="1360827" y="3464530"/>
                  </a:lnTo>
                  <a:lnTo>
                    <a:pt x="1432450" y="3453432"/>
                  </a:lnTo>
                  <a:lnTo>
                    <a:pt x="1504073" y="3441679"/>
                  </a:lnTo>
                  <a:lnTo>
                    <a:pt x="1575695" y="3429233"/>
                  </a:lnTo>
                  <a:lnTo>
                    <a:pt x="1647318" y="3416052"/>
                  </a:lnTo>
                  <a:lnTo>
                    <a:pt x="1718940" y="3402094"/>
                  </a:lnTo>
                  <a:lnTo>
                    <a:pt x="1790563" y="3387313"/>
                  </a:lnTo>
                  <a:lnTo>
                    <a:pt x="1862185" y="3371659"/>
                  </a:lnTo>
                  <a:lnTo>
                    <a:pt x="1933808" y="3355082"/>
                  </a:lnTo>
                  <a:lnTo>
                    <a:pt x="2005430" y="3337527"/>
                  </a:lnTo>
                  <a:lnTo>
                    <a:pt x="2077053" y="3318937"/>
                  </a:lnTo>
                  <a:lnTo>
                    <a:pt x="2148675" y="3299249"/>
                  </a:lnTo>
                  <a:lnTo>
                    <a:pt x="2220298" y="3278400"/>
                  </a:lnTo>
                  <a:lnTo>
                    <a:pt x="2291920" y="3256321"/>
                  </a:lnTo>
                  <a:lnTo>
                    <a:pt x="2363543" y="3232939"/>
                  </a:lnTo>
                  <a:lnTo>
                    <a:pt x="2435165" y="3208178"/>
                  </a:lnTo>
                  <a:lnTo>
                    <a:pt x="2506788" y="3181957"/>
                  </a:lnTo>
                  <a:lnTo>
                    <a:pt x="2578410" y="3154188"/>
                  </a:lnTo>
                  <a:lnTo>
                    <a:pt x="2650033" y="3124781"/>
                  </a:lnTo>
                  <a:lnTo>
                    <a:pt x="2721655" y="3093639"/>
                  </a:lnTo>
                  <a:lnTo>
                    <a:pt x="2793278" y="3060660"/>
                  </a:lnTo>
                  <a:lnTo>
                    <a:pt x="2864901" y="3025735"/>
                  </a:lnTo>
                  <a:lnTo>
                    <a:pt x="2936523" y="2988749"/>
                  </a:lnTo>
                  <a:lnTo>
                    <a:pt x="3008146" y="2949582"/>
                  </a:lnTo>
                  <a:lnTo>
                    <a:pt x="3079768" y="2908104"/>
                  </a:lnTo>
                  <a:lnTo>
                    <a:pt x="3151391" y="2864179"/>
                  </a:lnTo>
                  <a:lnTo>
                    <a:pt x="3223013" y="2817662"/>
                  </a:lnTo>
                  <a:lnTo>
                    <a:pt x="3294636" y="2768402"/>
                  </a:lnTo>
                  <a:lnTo>
                    <a:pt x="3366258" y="2716234"/>
                  </a:lnTo>
                  <a:lnTo>
                    <a:pt x="3437881" y="2660990"/>
                  </a:lnTo>
                  <a:lnTo>
                    <a:pt x="3509503" y="2602486"/>
                  </a:lnTo>
                  <a:lnTo>
                    <a:pt x="3581126" y="2540530"/>
                  </a:lnTo>
                  <a:lnTo>
                    <a:pt x="3652748" y="2474920"/>
                  </a:lnTo>
                  <a:lnTo>
                    <a:pt x="3724371" y="2405438"/>
                  </a:lnTo>
                  <a:lnTo>
                    <a:pt x="3795993" y="2331858"/>
                  </a:lnTo>
                  <a:lnTo>
                    <a:pt x="3867616" y="2253936"/>
                  </a:lnTo>
                  <a:lnTo>
                    <a:pt x="3939238" y="2171418"/>
                  </a:lnTo>
                  <a:lnTo>
                    <a:pt x="4010861" y="2084031"/>
                  </a:lnTo>
                  <a:lnTo>
                    <a:pt x="4082483" y="1991488"/>
                  </a:lnTo>
                  <a:lnTo>
                    <a:pt x="4154106" y="1893486"/>
                  </a:lnTo>
                  <a:lnTo>
                    <a:pt x="4225729" y="1789702"/>
                  </a:lnTo>
                  <a:lnTo>
                    <a:pt x="4297351" y="1679795"/>
                  </a:lnTo>
                  <a:lnTo>
                    <a:pt x="4368974" y="1563404"/>
                  </a:lnTo>
                  <a:lnTo>
                    <a:pt x="4440596" y="1440147"/>
                  </a:lnTo>
                  <a:lnTo>
                    <a:pt x="4512219" y="1309618"/>
                  </a:lnTo>
                  <a:lnTo>
                    <a:pt x="4583841" y="1171388"/>
                  </a:lnTo>
                  <a:lnTo>
                    <a:pt x="4655464" y="1025003"/>
                  </a:lnTo>
                  <a:lnTo>
                    <a:pt x="4727086" y="869981"/>
                  </a:lnTo>
                  <a:lnTo>
                    <a:pt x="4798709" y="705814"/>
                  </a:lnTo>
                  <a:lnTo>
                    <a:pt x="4870331" y="531962"/>
                  </a:lnTo>
                  <a:lnTo>
                    <a:pt x="4941954" y="347853"/>
                  </a:lnTo>
                  <a:lnTo>
                    <a:pt x="5013576" y="152883"/>
                  </a:lnTo>
                  <a:lnTo>
                    <a:pt x="5066609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2026-07-03T08:05:22Z</dcterms:modified>
  <cp:category/>
</cp:coreProperties>
</file>