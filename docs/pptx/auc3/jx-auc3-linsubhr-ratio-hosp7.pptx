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63942"/>
            </a:xfrm>
            <a:custGeom>
              <a:avLst/>
              <a:pathLst>
                <a:path w="7392041" h="3563942">
                  <a:moveTo>
                    <a:pt x="727872" y="0"/>
                  </a:moveTo>
                  <a:lnTo>
                    <a:pt x="749094" y="43660"/>
                  </a:lnTo>
                  <a:lnTo>
                    <a:pt x="826337" y="195875"/>
                  </a:lnTo>
                  <a:lnTo>
                    <a:pt x="903581" y="341671"/>
                  </a:lnTo>
                  <a:lnTo>
                    <a:pt x="980824" y="481317"/>
                  </a:lnTo>
                  <a:lnTo>
                    <a:pt x="1058068" y="615073"/>
                  </a:lnTo>
                  <a:lnTo>
                    <a:pt x="1135311" y="743187"/>
                  </a:lnTo>
                  <a:lnTo>
                    <a:pt x="1212555" y="865899"/>
                  </a:lnTo>
                  <a:lnTo>
                    <a:pt x="1289799" y="983435"/>
                  </a:lnTo>
                  <a:lnTo>
                    <a:pt x="1367042" y="1096013"/>
                  </a:lnTo>
                  <a:lnTo>
                    <a:pt x="1444286" y="1203843"/>
                  </a:lnTo>
                  <a:lnTo>
                    <a:pt x="1521529" y="1307126"/>
                  </a:lnTo>
                  <a:lnTo>
                    <a:pt x="1598773" y="1406052"/>
                  </a:lnTo>
                  <a:lnTo>
                    <a:pt x="1676016" y="1500806"/>
                  </a:lnTo>
                  <a:lnTo>
                    <a:pt x="1753260" y="1591563"/>
                  </a:lnTo>
                  <a:lnTo>
                    <a:pt x="1830504" y="1678493"/>
                  </a:lnTo>
                  <a:lnTo>
                    <a:pt x="1907747" y="1761756"/>
                  </a:lnTo>
                  <a:lnTo>
                    <a:pt x="1984991" y="1841508"/>
                  </a:lnTo>
                  <a:lnTo>
                    <a:pt x="2062234" y="1917895"/>
                  </a:lnTo>
                  <a:lnTo>
                    <a:pt x="2139478" y="1991061"/>
                  </a:lnTo>
                  <a:lnTo>
                    <a:pt x="2216721" y="2061141"/>
                  </a:lnTo>
                  <a:lnTo>
                    <a:pt x="2293965" y="2128266"/>
                  </a:lnTo>
                  <a:lnTo>
                    <a:pt x="2371209" y="2192559"/>
                  </a:lnTo>
                  <a:lnTo>
                    <a:pt x="2448452" y="2254141"/>
                  </a:lnTo>
                  <a:lnTo>
                    <a:pt x="2525696" y="2313125"/>
                  </a:lnTo>
                  <a:lnTo>
                    <a:pt x="2602939" y="2369621"/>
                  </a:lnTo>
                  <a:lnTo>
                    <a:pt x="2680183" y="2423735"/>
                  </a:lnTo>
                  <a:lnTo>
                    <a:pt x="2757426" y="2475566"/>
                  </a:lnTo>
                  <a:lnTo>
                    <a:pt x="2834670" y="2525212"/>
                  </a:lnTo>
                  <a:lnTo>
                    <a:pt x="2911914" y="2572763"/>
                  </a:lnTo>
                  <a:lnTo>
                    <a:pt x="2989157" y="2618309"/>
                  </a:lnTo>
                  <a:lnTo>
                    <a:pt x="3066401" y="2661934"/>
                  </a:lnTo>
                  <a:lnTo>
                    <a:pt x="3143644" y="2703719"/>
                  </a:lnTo>
                  <a:lnTo>
                    <a:pt x="3220888" y="2743741"/>
                  </a:lnTo>
                  <a:lnTo>
                    <a:pt x="3298131" y="2782076"/>
                  </a:lnTo>
                  <a:lnTo>
                    <a:pt x="3375375" y="2787337"/>
                  </a:lnTo>
                  <a:lnTo>
                    <a:pt x="3452619" y="2791792"/>
                  </a:lnTo>
                  <a:lnTo>
                    <a:pt x="3529862" y="2796223"/>
                  </a:lnTo>
                  <a:lnTo>
                    <a:pt x="3607106" y="2800632"/>
                  </a:lnTo>
                  <a:lnTo>
                    <a:pt x="3684349" y="2805018"/>
                  </a:lnTo>
                  <a:lnTo>
                    <a:pt x="3761593" y="2809381"/>
                  </a:lnTo>
                  <a:lnTo>
                    <a:pt x="3838836" y="2813722"/>
                  </a:lnTo>
                  <a:lnTo>
                    <a:pt x="3916080" y="2818041"/>
                  </a:lnTo>
                  <a:lnTo>
                    <a:pt x="3993324" y="2822337"/>
                  </a:lnTo>
                  <a:lnTo>
                    <a:pt x="4070567" y="2826611"/>
                  </a:lnTo>
                  <a:lnTo>
                    <a:pt x="4147811" y="2830864"/>
                  </a:lnTo>
                  <a:lnTo>
                    <a:pt x="4225054" y="2835094"/>
                  </a:lnTo>
                  <a:lnTo>
                    <a:pt x="4302298" y="2839303"/>
                  </a:lnTo>
                  <a:lnTo>
                    <a:pt x="4379541" y="2843490"/>
                  </a:lnTo>
                  <a:lnTo>
                    <a:pt x="4456785" y="2847655"/>
                  </a:lnTo>
                  <a:lnTo>
                    <a:pt x="4534029" y="2851799"/>
                  </a:lnTo>
                  <a:lnTo>
                    <a:pt x="4611272" y="2855921"/>
                  </a:lnTo>
                  <a:lnTo>
                    <a:pt x="4688516" y="2860023"/>
                  </a:lnTo>
                  <a:lnTo>
                    <a:pt x="4765759" y="2864103"/>
                  </a:lnTo>
                  <a:lnTo>
                    <a:pt x="4843003" y="2868162"/>
                  </a:lnTo>
                  <a:lnTo>
                    <a:pt x="4920246" y="2872201"/>
                  </a:lnTo>
                  <a:lnTo>
                    <a:pt x="4997490" y="2876218"/>
                  </a:lnTo>
                  <a:lnTo>
                    <a:pt x="5074734" y="2880215"/>
                  </a:lnTo>
                  <a:lnTo>
                    <a:pt x="5151977" y="2884191"/>
                  </a:lnTo>
                  <a:lnTo>
                    <a:pt x="5229221" y="2888147"/>
                  </a:lnTo>
                  <a:lnTo>
                    <a:pt x="5306464" y="2892083"/>
                  </a:lnTo>
                  <a:lnTo>
                    <a:pt x="5383708" y="2895998"/>
                  </a:lnTo>
                  <a:lnTo>
                    <a:pt x="5460951" y="2899893"/>
                  </a:lnTo>
                  <a:lnTo>
                    <a:pt x="5538195" y="2903768"/>
                  </a:lnTo>
                  <a:lnTo>
                    <a:pt x="5615439" y="2907623"/>
                  </a:lnTo>
                  <a:lnTo>
                    <a:pt x="5692682" y="2911458"/>
                  </a:lnTo>
                  <a:lnTo>
                    <a:pt x="5769926" y="2915274"/>
                  </a:lnTo>
                  <a:lnTo>
                    <a:pt x="5847169" y="2919070"/>
                  </a:lnTo>
                  <a:lnTo>
                    <a:pt x="5924413" y="2922846"/>
                  </a:lnTo>
                  <a:lnTo>
                    <a:pt x="6001656" y="2926603"/>
                  </a:lnTo>
                  <a:lnTo>
                    <a:pt x="6078900" y="2930340"/>
                  </a:lnTo>
                  <a:lnTo>
                    <a:pt x="6156144" y="2934059"/>
                  </a:lnTo>
                  <a:lnTo>
                    <a:pt x="6233387" y="2937758"/>
                  </a:lnTo>
                  <a:lnTo>
                    <a:pt x="6310631" y="2941438"/>
                  </a:lnTo>
                  <a:lnTo>
                    <a:pt x="6387874" y="2945099"/>
                  </a:lnTo>
                  <a:lnTo>
                    <a:pt x="6465118" y="2948741"/>
                  </a:lnTo>
                  <a:lnTo>
                    <a:pt x="6542361" y="2952365"/>
                  </a:lnTo>
                  <a:lnTo>
                    <a:pt x="6619605" y="2955970"/>
                  </a:lnTo>
                  <a:lnTo>
                    <a:pt x="6696849" y="2959556"/>
                  </a:lnTo>
                  <a:lnTo>
                    <a:pt x="6774092" y="2963124"/>
                  </a:lnTo>
                  <a:lnTo>
                    <a:pt x="6851336" y="2966674"/>
                  </a:lnTo>
                  <a:lnTo>
                    <a:pt x="6928579" y="2970205"/>
                  </a:lnTo>
                  <a:lnTo>
                    <a:pt x="7005823" y="2973718"/>
                  </a:lnTo>
                  <a:lnTo>
                    <a:pt x="7083066" y="2977213"/>
                  </a:lnTo>
                  <a:lnTo>
                    <a:pt x="7160310" y="2980690"/>
                  </a:lnTo>
                  <a:lnTo>
                    <a:pt x="7237554" y="2984149"/>
                  </a:lnTo>
                  <a:lnTo>
                    <a:pt x="7314797" y="2987590"/>
                  </a:lnTo>
                  <a:lnTo>
                    <a:pt x="7392041" y="2991014"/>
                  </a:lnTo>
                  <a:lnTo>
                    <a:pt x="7392041" y="3563942"/>
                  </a:lnTo>
                  <a:lnTo>
                    <a:pt x="7314797" y="3560037"/>
                  </a:lnTo>
                  <a:lnTo>
                    <a:pt x="7237554" y="3555959"/>
                  </a:lnTo>
                  <a:lnTo>
                    <a:pt x="7160310" y="3551701"/>
                  </a:lnTo>
                  <a:lnTo>
                    <a:pt x="7083066" y="3547256"/>
                  </a:lnTo>
                  <a:lnTo>
                    <a:pt x="7005823" y="3542616"/>
                  </a:lnTo>
                  <a:lnTo>
                    <a:pt x="6928579" y="3537771"/>
                  </a:lnTo>
                  <a:lnTo>
                    <a:pt x="6851336" y="3532713"/>
                  </a:lnTo>
                  <a:lnTo>
                    <a:pt x="6774092" y="3527432"/>
                  </a:lnTo>
                  <a:lnTo>
                    <a:pt x="6696849" y="3521918"/>
                  </a:lnTo>
                  <a:lnTo>
                    <a:pt x="6619605" y="3516162"/>
                  </a:lnTo>
                  <a:lnTo>
                    <a:pt x="6542361" y="3510152"/>
                  </a:lnTo>
                  <a:lnTo>
                    <a:pt x="6465118" y="3503877"/>
                  </a:lnTo>
                  <a:lnTo>
                    <a:pt x="6387874" y="3497327"/>
                  </a:lnTo>
                  <a:lnTo>
                    <a:pt x="6310631" y="3490487"/>
                  </a:lnTo>
                  <a:lnTo>
                    <a:pt x="6233387" y="3483347"/>
                  </a:lnTo>
                  <a:lnTo>
                    <a:pt x="6156144" y="3475892"/>
                  </a:lnTo>
                  <a:lnTo>
                    <a:pt x="6078900" y="3468109"/>
                  </a:lnTo>
                  <a:lnTo>
                    <a:pt x="6001656" y="3459984"/>
                  </a:lnTo>
                  <a:lnTo>
                    <a:pt x="5924413" y="3451500"/>
                  </a:lnTo>
                  <a:lnTo>
                    <a:pt x="5847169" y="3442643"/>
                  </a:lnTo>
                  <a:lnTo>
                    <a:pt x="5769926" y="3433396"/>
                  </a:lnTo>
                  <a:lnTo>
                    <a:pt x="5692682" y="3423741"/>
                  </a:lnTo>
                  <a:lnTo>
                    <a:pt x="5615439" y="3413662"/>
                  </a:lnTo>
                  <a:lnTo>
                    <a:pt x="5538195" y="3403139"/>
                  </a:lnTo>
                  <a:lnTo>
                    <a:pt x="5460951" y="3392152"/>
                  </a:lnTo>
                  <a:lnTo>
                    <a:pt x="5383708" y="3380681"/>
                  </a:lnTo>
                  <a:lnTo>
                    <a:pt x="5306464" y="3368706"/>
                  </a:lnTo>
                  <a:lnTo>
                    <a:pt x="5229221" y="3356203"/>
                  </a:lnTo>
                  <a:lnTo>
                    <a:pt x="5151977" y="3343150"/>
                  </a:lnTo>
                  <a:lnTo>
                    <a:pt x="5074734" y="3329521"/>
                  </a:lnTo>
                  <a:lnTo>
                    <a:pt x="4997490" y="3315293"/>
                  </a:lnTo>
                  <a:lnTo>
                    <a:pt x="4920246" y="3300438"/>
                  </a:lnTo>
                  <a:lnTo>
                    <a:pt x="4843003" y="3284929"/>
                  </a:lnTo>
                  <a:lnTo>
                    <a:pt x="4765759" y="3268737"/>
                  </a:lnTo>
                  <a:lnTo>
                    <a:pt x="4688516" y="3251832"/>
                  </a:lnTo>
                  <a:lnTo>
                    <a:pt x="4611272" y="3234183"/>
                  </a:lnTo>
                  <a:lnTo>
                    <a:pt x="4534029" y="3215757"/>
                  </a:lnTo>
                  <a:lnTo>
                    <a:pt x="4456785" y="3196519"/>
                  </a:lnTo>
                  <a:lnTo>
                    <a:pt x="4379541" y="3176434"/>
                  </a:lnTo>
                  <a:lnTo>
                    <a:pt x="4302298" y="3155465"/>
                  </a:lnTo>
                  <a:lnTo>
                    <a:pt x="4225054" y="3133572"/>
                  </a:lnTo>
                  <a:lnTo>
                    <a:pt x="4147811" y="3110715"/>
                  </a:lnTo>
                  <a:lnTo>
                    <a:pt x="4070567" y="3086852"/>
                  </a:lnTo>
                  <a:lnTo>
                    <a:pt x="3993324" y="3061938"/>
                  </a:lnTo>
                  <a:lnTo>
                    <a:pt x="3916080" y="3035927"/>
                  </a:lnTo>
                  <a:lnTo>
                    <a:pt x="3838836" y="3008770"/>
                  </a:lnTo>
                  <a:lnTo>
                    <a:pt x="3761593" y="2980418"/>
                  </a:lnTo>
                  <a:lnTo>
                    <a:pt x="3684349" y="2950817"/>
                  </a:lnTo>
                  <a:lnTo>
                    <a:pt x="3607106" y="2919913"/>
                  </a:lnTo>
                  <a:lnTo>
                    <a:pt x="3529862" y="2887648"/>
                  </a:lnTo>
                  <a:lnTo>
                    <a:pt x="3452619" y="2853962"/>
                  </a:lnTo>
                  <a:lnTo>
                    <a:pt x="3375375" y="2818793"/>
                  </a:lnTo>
                  <a:lnTo>
                    <a:pt x="3298131" y="2782860"/>
                  </a:lnTo>
                  <a:lnTo>
                    <a:pt x="3220888" y="2778359"/>
                  </a:lnTo>
                  <a:lnTo>
                    <a:pt x="3143644" y="2773835"/>
                  </a:lnTo>
                  <a:lnTo>
                    <a:pt x="3066401" y="2769288"/>
                  </a:lnTo>
                  <a:lnTo>
                    <a:pt x="2989157" y="2764717"/>
                  </a:lnTo>
                  <a:lnTo>
                    <a:pt x="2911914" y="2760122"/>
                  </a:lnTo>
                  <a:lnTo>
                    <a:pt x="2834670" y="2755504"/>
                  </a:lnTo>
                  <a:lnTo>
                    <a:pt x="2757426" y="2750862"/>
                  </a:lnTo>
                  <a:lnTo>
                    <a:pt x="2680183" y="2746195"/>
                  </a:lnTo>
                  <a:lnTo>
                    <a:pt x="2602939" y="2741505"/>
                  </a:lnTo>
                  <a:lnTo>
                    <a:pt x="2525696" y="2736790"/>
                  </a:lnTo>
                  <a:lnTo>
                    <a:pt x="2448452" y="2732051"/>
                  </a:lnTo>
                  <a:lnTo>
                    <a:pt x="2371209" y="2727288"/>
                  </a:lnTo>
                  <a:lnTo>
                    <a:pt x="2293965" y="2722500"/>
                  </a:lnTo>
                  <a:lnTo>
                    <a:pt x="2216721" y="2717687"/>
                  </a:lnTo>
                  <a:lnTo>
                    <a:pt x="2139478" y="2712849"/>
                  </a:lnTo>
                  <a:lnTo>
                    <a:pt x="2062234" y="2707986"/>
                  </a:lnTo>
                  <a:lnTo>
                    <a:pt x="1984991" y="2703098"/>
                  </a:lnTo>
                  <a:lnTo>
                    <a:pt x="1907747" y="2698184"/>
                  </a:lnTo>
                  <a:lnTo>
                    <a:pt x="1830504" y="2693246"/>
                  </a:lnTo>
                  <a:lnTo>
                    <a:pt x="1753260" y="2688281"/>
                  </a:lnTo>
                  <a:lnTo>
                    <a:pt x="1676016" y="2683291"/>
                  </a:lnTo>
                  <a:lnTo>
                    <a:pt x="1598773" y="2678275"/>
                  </a:lnTo>
                  <a:lnTo>
                    <a:pt x="1521529" y="2673233"/>
                  </a:lnTo>
                  <a:lnTo>
                    <a:pt x="1444286" y="2668166"/>
                  </a:lnTo>
                  <a:lnTo>
                    <a:pt x="1367042" y="2663071"/>
                  </a:lnTo>
                  <a:lnTo>
                    <a:pt x="1289799" y="2657951"/>
                  </a:lnTo>
                  <a:lnTo>
                    <a:pt x="1212555" y="2652804"/>
                  </a:lnTo>
                  <a:lnTo>
                    <a:pt x="1135311" y="2647630"/>
                  </a:lnTo>
                  <a:lnTo>
                    <a:pt x="1058068" y="2642430"/>
                  </a:lnTo>
                  <a:lnTo>
                    <a:pt x="980824" y="2637203"/>
                  </a:lnTo>
                  <a:lnTo>
                    <a:pt x="903581" y="2631948"/>
                  </a:lnTo>
                  <a:lnTo>
                    <a:pt x="826337" y="2626667"/>
                  </a:lnTo>
                  <a:lnTo>
                    <a:pt x="749094" y="2621358"/>
                  </a:lnTo>
                  <a:lnTo>
                    <a:pt x="671850" y="2616022"/>
                  </a:lnTo>
                  <a:lnTo>
                    <a:pt x="594606" y="2610658"/>
                  </a:lnTo>
                  <a:lnTo>
                    <a:pt x="517363" y="2605266"/>
                  </a:lnTo>
                  <a:lnTo>
                    <a:pt x="440119" y="2599846"/>
                  </a:lnTo>
                  <a:lnTo>
                    <a:pt x="362876" y="2594399"/>
                  </a:lnTo>
                  <a:lnTo>
                    <a:pt x="285632" y="2588923"/>
                  </a:lnTo>
                  <a:lnTo>
                    <a:pt x="208389" y="2583419"/>
                  </a:lnTo>
                  <a:lnTo>
                    <a:pt x="131145" y="2577886"/>
                  </a:lnTo>
                  <a:lnTo>
                    <a:pt x="53901" y="2572325"/>
                  </a:lnTo>
                  <a:lnTo>
                    <a:pt x="0" y="25684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5390" y="1896563"/>
              <a:ext cx="6664168" cy="2991014"/>
            </a:xfrm>
            <a:custGeom>
              <a:avLst/>
              <a:pathLst>
                <a:path w="6664168" h="2991014">
                  <a:moveTo>
                    <a:pt x="0" y="0"/>
                  </a:moveTo>
                  <a:lnTo>
                    <a:pt x="21221" y="43660"/>
                  </a:lnTo>
                  <a:lnTo>
                    <a:pt x="98465" y="195875"/>
                  </a:lnTo>
                  <a:lnTo>
                    <a:pt x="175708" y="341671"/>
                  </a:lnTo>
                  <a:lnTo>
                    <a:pt x="252952" y="481317"/>
                  </a:lnTo>
                  <a:lnTo>
                    <a:pt x="330196" y="615073"/>
                  </a:lnTo>
                  <a:lnTo>
                    <a:pt x="407439" y="743187"/>
                  </a:lnTo>
                  <a:lnTo>
                    <a:pt x="484683" y="865899"/>
                  </a:lnTo>
                  <a:lnTo>
                    <a:pt x="561926" y="983435"/>
                  </a:lnTo>
                  <a:lnTo>
                    <a:pt x="639170" y="1096013"/>
                  </a:lnTo>
                  <a:lnTo>
                    <a:pt x="716413" y="1203843"/>
                  </a:lnTo>
                  <a:lnTo>
                    <a:pt x="793657" y="1307126"/>
                  </a:lnTo>
                  <a:lnTo>
                    <a:pt x="870901" y="1406052"/>
                  </a:lnTo>
                  <a:lnTo>
                    <a:pt x="948144" y="1500806"/>
                  </a:lnTo>
                  <a:lnTo>
                    <a:pt x="1025388" y="1591563"/>
                  </a:lnTo>
                  <a:lnTo>
                    <a:pt x="1102631" y="1678493"/>
                  </a:lnTo>
                  <a:lnTo>
                    <a:pt x="1179875" y="1761756"/>
                  </a:lnTo>
                  <a:lnTo>
                    <a:pt x="1257118" y="1841508"/>
                  </a:lnTo>
                  <a:lnTo>
                    <a:pt x="1334362" y="1917895"/>
                  </a:lnTo>
                  <a:lnTo>
                    <a:pt x="1411606" y="1991061"/>
                  </a:lnTo>
                  <a:lnTo>
                    <a:pt x="1488849" y="2061141"/>
                  </a:lnTo>
                  <a:lnTo>
                    <a:pt x="1566093" y="2128266"/>
                  </a:lnTo>
                  <a:lnTo>
                    <a:pt x="1643336" y="2192559"/>
                  </a:lnTo>
                  <a:lnTo>
                    <a:pt x="1720580" y="2254141"/>
                  </a:lnTo>
                  <a:lnTo>
                    <a:pt x="1797823" y="2313125"/>
                  </a:lnTo>
                  <a:lnTo>
                    <a:pt x="1875067" y="2369621"/>
                  </a:lnTo>
                  <a:lnTo>
                    <a:pt x="1952311" y="2423735"/>
                  </a:lnTo>
                  <a:lnTo>
                    <a:pt x="2029554" y="2475566"/>
                  </a:lnTo>
                  <a:lnTo>
                    <a:pt x="2106798" y="2525212"/>
                  </a:lnTo>
                  <a:lnTo>
                    <a:pt x="2184041" y="2572763"/>
                  </a:lnTo>
                  <a:lnTo>
                    <a:pt x="2261285" y="2618309"/>
                  </a:lnTo>
                  <a:lnTo>
                    <a:pt x="2338528" y="2661934"/>
                  </a:lnTo>
                  <a:lnTo>
                    <a:pt x="2415772" y="2703719"/>
                  </a:lnTo>
                  <a:lnTo>
                    <a:pt x="2493016" y="2743741"/>
                  </a:lnTo>
                  <a:lnTo>
                    <a:pt x="2570259" y="2782076"/>
                  </a:lnTo>
                  <a:lnTo>
                    <a:pt x="2647503" y="2787337"/>
                  </a:lnTo>
                  <a:lnTo>
                    <a:pt x="2724746" y="2791792"/>
                  </a:lnTo>
                  <a:lnTo>
                    <a:pt x="2801990" y="2796223"/>
                  </a:lnTo>
                  <a:lnTo>
                    <a:pt x="2879233" y="2800632"/>
                  </a:lnTo>
                  <a:lnTo>
                    <a:pt x="2956477" y="2805018"/>
                  </a:lnTo>
                  <a:lnTo>
                    <a:pt x="3033721" y="2809381"/>
                  </a:lnTo>
                  <a:lnTo>
                    <a:pt x="3110964" y="2813722"/>
                  </a:lnTo>
                  <a:lnTo>
                    <a:pt x="3188208" y="2818041"/>
                  </a:lnTo>
                  <a:lnTo>
                    <a:pt x="3265451" y="2822337"/>
                  </a:lnTo>
                  <a:lnTo>
                    <a:pt x="3342695" y="2826611"/>
                  </a:lnTo>
                  <a:lnTo>
                    <a:pt x="3419938" y="2830864"/>
                  </a:lnTo>
                  <a:lnTo>
                    <a:pt x="3497182" y="2835094"/>
                  </a:lnTo>
                  <a:lnTo>
                    <a:pt x="3574426" y="2839303"/>
                  </a:lnTo>
                  <a:lnTo>
                    <a:pt x="3651669" y="2843490"/>
                  </a:lnTo>
                  <a:lnTo>
                    <a:pt x="3728913" y="2847655"/>
                  </a:lnTo>
                  <a:lnTo>
                    <a:pt x="3806156" y="2851799"/>
                  </a:lnTo>
                  <a:lnTo>
                    <a:pt x="3883400" y="2855921"/>
                  </a:lnTo>
                  <a:lnTo>
                    <a:pt x="3960643" y="2860023"/>
                  </a:lnTo>
                  <a:lnTo>
                    <a:pt x="4037887" y="2864103"/>
                  </a:lnTo>
                  <a:lnTo>
                    <a:pt x="4115131" y="2868162"/>
                  </a:lnTo>
                  <a:lnTo>
                    <a:pt x="4192374" y="2872201"/>
                  </a:lnTo>
                  <a:lnTo>
                    <a:pt x="4269618" y="2876218"/>
                  </a:lnTo>
                  <a:lnTo>
                    <a:pt x="4346861" y="2880215"/>
                  </a:lnTo>
                  <a:lnTo>
                    <a:pt x="4424105" y="2884191"/>
                  </a:lnTo>
                  <a:lnTo>
                    <a:pt x="4501348" y="2888147"/>
                  </a:lnTo>
                  <a:lnTo>
                    <a:pt x="4578592" y="2892083"/>
                  </a:lnTo>
                  <a:lnTo>
                    <a:pt x="4655836" y="2895998"/>
                  </a:lnTo>
                  <a:lnTo>
                    <a:pt x="4733079" y="2899893"/>
                  </a:lnTo>
                  <a:lnTo>
                    <a:pt x="4810323" y="2903768"/>
                  </a:lnTo>
                  <a:lnTo>
                    <a:pt x="4887566" y="2907623"/>
                  </a:lnTo>
                  <a:lnTo>
                    <a:pt x="4964810" y="2911458"/>
                  </a:lnTo>
                  <a:lnTo>
                    <a:pt x="5042053" y="2915274"/>
                  </a:lnTo>
                  <a:lnTo>
                    <a:pt x="5119297" y="2919070"/>
                  </a:lnTo>
                  <a:lnTo>
                    <a:pt x="5196541" y="2922846"/>
                  </a:lnTo>
                  <a:lnTo>
                    <a:pt x="5273784" y="2926603"/>
                  </a:lnTo>
                  <a:lnTo>
                    <a:pt x="5351028" y="2930340"/>
                  </a:lnTo>
                  <a:lnTo>
                    <a:pt x="5428271" y="2934059"/>
                  </a:lnTo>
                  <a:lnTo>
                    <a:pt x="5505515" y="2937758"/>
                  </a:lnTo>
                  <a:lnTo>
                    <a:pt x="5582758" y="2941438"/>
                  </a:lnTo>
                  <a:lnTo>
                    <a:pt x="5660002" y="2945099"/>
                  </a:lnTo>
                  <a:lnTo>
                    <a:pt x="5737246" y="2948741"/>
                  </a:lnTo>
                  <a:lnTo>
                    <a:pt x="5814489" y="2952365"/>
                  </a:lnTo>
                  <a:lnTo>
                    <a:pt x="5891733" y="2955970"/>
                  </a:lnTo>
                  <a:lnTo>
                    <a:pt x="5968976" y="2959556"/>
                  </a:lnTo>
                  <a:lnTo>
                    <a:pt x="6046220" y="2963124"/>
                  </a:lnTo>
                  <a:lnTo>
                    <a:pt x="6123463" y="2966674"/>
                  </a:lnTo>
                  <a:lnTo>
                    <a:pt x="6200707" y="2970205"/>
                  </a:lnTo>
                  <a:lnTo>
                    <a:pt x="6277951" y="2973718"/>
                  </a:lnTo>
                  <a:lnTo>
                    <a:pt x="6355194" y="2977213"/>
                  </a:lnTo>
                  <a:lnTo>
                    <a:pt x="6432438" y="2980690"/>
                  </a:lnTo>
                  <a:lnTo>
                    <a:pt x="6509681" y="2984149"/>
                  </a:lnTo>
                  <a:lnTo>
                    <a:pt x="6586925" y="2987590"/>
                  </a:lnTo>
                  <a:lnTo>
                    <a:pt x="6664168" y="299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4987"/>
              <a:ext cx="7392041" cy="995518"/>
            </a:xfrm>
            <a:custGeom>
              <a:avLst/>
              <a:pathLst>
                <a:path w="7392041" h="995518">
                  <a:moveTo>
                    <a:pt x="7392041" y="995518"/>
                  </a:moveTo>
                  <a:lnTo>
                    <a:pt x="7314797" y="991612"/>
                  </a:lnTo>
                  <a:lnTo>
                    <a:pt x="7237554" y="987534"/>
                  </a:lnTo>
                  <a:lnTo>
                    <a:pt x="7160310" y="983277"/>
                  </a:lnTo>
                  <a:lnTo>
                    <a:pt x="7083066" y="978832"/>
                  </a:lnTo>
                  <a:lnTo>
                    <a:pt x="7005823" y="974192"/>
                  </a:lnTo>
                  <a:lnTo>
                    <a:pt x="6928579" y="969347"/>
                  </a:lnTo>
                  <a:lnTo>
                    <a:pt x="6851336" y="964288"/>
                  </a:lnTo>
                  <a:lnTo>
                    <a:pt x="6774092" y="959007"/>
                  </a:lnTo>
                  <a:lnTo>
                    <a:pt x="6696849" y="953494"/>
                  </a:lnTo>
                  <a:lnTo>
                    <a:pt x="6619605" y="947737"/>
                  </a:lnTo>
                  <a:lnTo>
                    <a:pt x="6542361" y="941728"/>
                  </a:lnTo>
                  <a:lnTo>
                    <a:pt x="6465118" y="935453"/>
                  </a:lnTo>
                  <a:lnTo>
                    <a:pt x="6387874" y="928902"/>
                  </a:lnTo>
                  <a:lnTo>
                    <a:pt x="6310631" y="922063"/>
                  </a:lnTo>
                  <a:lnTo>
                    <a:pt x="6233387" y="914923"/>
                  </a:lnTo>
                  <a:lnTo>
                    <a:pt x="6156144" y="907468"/>
                  </a:lnTo>
                  <a:lnTo>
                    <a:pt x="6078900" y="899685"/>
                  </a:lnTo>
                  <a:lnTo>
                    <a:pt x="6001656" y="891559"/>
                  </a:lnTo>
                  <a:lnTo>
                    <a:pt x="5924413" y="883076"/>
                  </a:lnTo>
                  <a:lnTo>
                    <a:pt x="5847169" y="874218"/>
                  </a:lnTo>
                  <a:lnTo>
                    <a:pt x="5769926" y="864971"/>
                  </a:lnTo>
                  <a:lnTo>
                    <a:pt x="5692682" y="855317"/>
                  </a:lnTo>
                  <a:lnTo>
                    <a:pt x="5615439" y="845238"/>
                  </a:lnTo>
                  <a:lnTo>
                    <a:pt x="5538195" y="834714"/>
                  </a:lnTo>
                  <a:lnTo>
                    <a:pt x="5460951" y="823728"/>
                  </a:lnTo>
                  <a:lnTo>
                    <a:pt x="5383708" y="812257"/>
                  </a:lnTo>
                  <a:lnTo>
                    <a:pt x="5306464" y="800282"/>
                  </a:lnTo>
                  <a:lnTo>
                    <a:pt x="5229221" y="787779"/>
                  </a:lnTo>
                  <a:lnTo>
                    <a:pt x="5151977" y="774725"/>
                  </a:lnTo>
                  <a:lnTo>
                    <a:pt x="5074734" y="761097"/>
                  </a:lnTo>
                  <a:lnTo>
                    <a:pt x="4997490" y="746869"/>
                  </a:lnTo>
                  <a:lnTo>
                    <a:pt x="4920246" y="732014"/>
                  </a:lnTo>
                  <a:lnTo>
                    <a:pt x="4843003" y="716505"/>
                  </a:lnTo>
                  <a:lnTo>
                    <a:pt x="4765759" y="700313"/>
                  </a:lnTo>
                  <a:lnTo>
                    <a:pt x="4688516" y="683408"/>
                  </a:lnTo>
                  <a:lnTo>
                    <a:pt x="4611272" y="665759"/>
                  </a:lnTo>
                  <a:lnTo>
                    <a:pt x="4534029" y="647332"/>
                  </a:lnTo>
                  <a:lnTo>
                    <a:pt x="4456785" y="628095"/>
                  </a:lnTo>
                  <a:lnTo>
                    <a:pt x="4379541" y="608010"/>
                  </a:lnTo>
                  <a:lnTo>
                    <a:pt x="4302298" y="587040"/>
                  </a:lnTo>
                  <a:lnTo>
                    <a:pt x="4225054" y="565147"/>
                  </a:lnTo>
                  <a:lnTo>
                    <a:pt x="4147811" y="542291"/>
                  </a:lnTo>
                  <a:lnTo>
                    <a:pt x="4070567" y="518427"/>
                  </a:lnTo>
                  <a:lnTo>
                    <a:pt x="3993324" y="493513"/>
                  </a:lnTo>
                  <a:lnTo>
                    <a:pt x="3916080" y="467502"/>
                  </a:lnTo>
                  <a:lnTo>
                    <a:pt x="3838836" y="440346"/>
                  </a:lnTo>
                  <a:lnTo>
                    <a:pt x="3761593" y="411994"/>
                  </a:lnTo>
                  <a:lnTo>
                    <a:pt x="3684349" y="382393"/>
                  </a:lnTo>
                  <a:lnTo>
                    <a:pt x="3607106" y="351489"/>
                  </a:lnTo>
                  <a:lnTo>
                    <a:pt x="3529862" y="319224"/>
                  </a:lnTo>
                  <a:lnTo>
                    <a:pt x="3452619" y="285538"/>
                  </a:lnTo>
                  <a:lnTo>
                    <a:pt x="3375375" y="250369"/>
                  </a:lnTo>
                  <a:lnTo>
                    <a:pt x="3298131" y="214435"/>
                  </a:lnTo>
                  <a:lnTo>
                    <a:pt x="3220888" y="209935"/>
                  </a:lnTo>
                  <a:lnTo>
                    <a:pt x="3143644" y="205411"/>
                  </a:lnTo>
                  <a:lnTo>
                    <a:pt x="3066401" y="200863"/>
                  </a:lnTo>
                  <a:lnTo>
                    <a:pt x="2989157" y="196292"/>
                  </a:lnTo>
                  <a:lnTo>
                    <a:pt x="2911914" y="191698"/>
                  </a:lnTo>
                  <a:lnTo>
                    <a:pt x="2834670" y="187080"/>
                  </a:lnTo>
                  <a:lnTo>
                    <a:pt x="2757426" y="182437"/>
                  </a:lnTo>
                  <a:lnTo>
                    <a:pt x="2680183" y="177771"/>
                  </a:lnTo>
                  <a:lnTo>
                    <a:pt x="2602939" y="173081"/>
                  </a:lnTo>
                  <a:lnTo>
                    <a:pt x="2525696" y="168366"/>
                  </a:lnTo>
                  <a:lnTo>
                    <a:pt x="2448452" y="163627"/>
                  </a:lnTo>
                  <a:lnTo>
                    <a:pt x="2371209" y="158864"/>
                  </a:lnTo>
                  <a:lnTo>
                    <a:pt x="2293965" y="154075"/>
                  </a:lnTo>
                  <a:lnTo>
                    <a:pt x="2216721" y="149262"/>
                  </a:lnTo>
                  <a:lnTo>
                    <a:pt x="2139478" y="144424"/>
                  </a:lnTo>
                  <a:lnTo>
                    <a:pt x="2062234" y="139562"/>
                  </a:lnTo>
                  <a:lnTo>
                    <a:pt x="1984991" y="134673"/>
                  </a:lnTo>
                  <a:lnTo>
                    <a:pt x="1907747" y="129760"/>
                  </a:lnTo>
                  <a:lnTo>
                    <a:pt x="1830504" y="124821"/>
                  </a:lnTo>
                  <a:lnTo>
                    <a:pt x="1753260" y="119857"/>
                  </a:lnTo>
                  <a:lnTo>
                    <a:pt x="1676016" y="114867"/>
                  </a:lnTo>
                  <a:lnTo>
                    <a:pt x="1598773" y="109851"/>
                  </a:lnTo>
                  <a:lnTo>
                    <a:pt x="1521529" y="104809"/>
                  </a:lnTo>
                  <a:lnTo>
                    <a:pt x="1444286" y="99741"/>
                  </a:lnTo>
                  <a:lnTo>
                    <a:pt x="1367042" y="94647"/>
                  </a:lnTo>
                  <a:lnTo>
                    <a:pt x="1289799" y="89527"/>
                  </a:lnTo>
                  <a:lnTo>
                    <a:pt x="1212555" y="84380"/>
                  </a:lnTo>
                  <a:lnTo>
                    <a:pt x="1135311" y="79206"/>
                  </a:lnTo>
                  <a:lnTo>
                    <a:pt x="1058068" y="74006"/>
                  </a:lnTo>
                  <a:lnTo>
                    <a:pt x="980824" y="68778"/>
                  </a:lnTo>
                  <a:lnTo>
                    <a:pt x="903581" y="63524"/>
                  </a:lnTo>
                  <a:lnTo>
                    <a:pt x="826337" y="58242"/>
                  </a:lnTo>
                  <a:lnTo>
                    <a:pt x="749094" y="52934"/>
                  </a:lnTo>
                  <a:lnTo>
                    <a:pt x="671850" y="47597"/>
                  </a:lnTo>
                  <a:lnTo>
                    <a:pt x="594606" y="42233"/>
                  </a:lnTo>
                  <a:lnTo>
                    <a:pt x="517363" y="36842"/>
                  </a:lnTo>
                  <a:lnTo>
                    <a:pt x="440119" y="31422"/>
                  </a:lnTo>
                  <a:lnTo>
                    <a:pt x="362876" y="25974"/>
                  </a:lnTo>
                  <a:lnTo>
                    <a:pt x="285632" y="20498"/>
                  </a:lnTo>
                  <a:lnTo>
                    <a:pt x="208389" y="14994"/>
                  </a:lnTo>
                  <a:lnTo>
                    <a:pt x="131145" y="9462"/>
                  </a:lnTo>
                  <a:lnTo>
                    <a:pt x="53901" y="39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1270"/>
              <a:ext cx="7392041" cy="2195682"/>
            </a:xfrm>
            <a:custGeom>
              <a:avLst/>
              <a:pathLst>
                <a:path w="7392041" h="2195682">
                  <a:moveTo>
                    <a:pt x="0" y="0"/>
                  </a:moveTo>
                  <a:lnTo>
                    <a:pt x="53901" y="40848"/>
                  </a:lnTo>
                  <a:lnTo>
                    <a:pt x="131145" y="97989"/>
                  </a:lnTo>
                  <a:lnTo>
                    <a:pt x="208389" y="153768"/>
                  </a:lnTo>
                  <a:lnTo>
                    <a:pt x="285632" y="208218"/>
                  </a:lnTo>
                  <a:lnTo>
                    <a:pt x="362876" y="261369"/>
                  </a:lnTo>
                  <a:lnTo>
                    <a:pt x="440119" y="313254"/>
                  </a:lnTo>
                  <a:lnTo>
                    <a:pt x="517363" y="363902"/>
                  </a:lnTo>
                  <a:lnTo>
                    <a:pt x="594606" y="413342"/>
                  </a:lnTo>
                  <a:lnTo>
                    <a:pt x="671850" y="461604"/>
                  </a:lnTo>
                  <a:lnTo>
                    <a:pt x="749094" y="508716"/>
                  </a:lnTo>
                  <a:lnTo>
                    <a:pt x="826337" y="554704"/>
                  </a:lnTo>
                  <a:lnTo>
                    <a:pt x="903581" y="599596"/>
                  </a:lnTo>
                  <a:lnTo>
                    <a:pt x="980824" y="643418"/>
                  </a:lnTo>
                  <a:lnTo>
                    <a:pt x="1058068" y="686196"/>
                  </a:lnTo>
                  <a:lnTo>
                    <a:pt x="1135311" y="727954"/>
                  </a:lnTo>
                  <a:lnTo>
                    <a:pt x="1212555" y="768716"/>
                  </a:lnTo>
                  <a:lnTo>
                    <a:pt x="1289799" y="808506"/>
                  </a:lnTo>
                  <a:lnTo>
                    <a:pt x="1367042" y="847349"/>
                  </a:lnTo>
                  <a:lnTo>
                    <a:pt x="1444286" y="885265"/>
                  </a:lnTo>
                  <a:lnTo>
                    <a:pt x="1521529" y="922277"/>
                  </a:lnTo>
                  <a:lnTo>
                    <a:pt x="1598773" y="958407"/>
                  </a:lnTo>
                  <a:lnTo>
                    <a:pt x="1676016" y="993676"/>
                  </a:lnTo>
                  <a:lnTo>
                    <a:pt x="1753260" y="1028104"/>
                  </a:lnTo>
                  <a:lnTo>
                    <a:pt x="1830504" y="1061711"/>
                  </a:lnTo>
                  <a:lnTo>
                    <a:pt x="1907747" y="1094517"/>
                  </a:lnTo>
                  <a:lnTo>
                    <a:pt x="1984991" y="1126542"/>
                  </a:lnTo>
                  <a:lnTo>
                    <a:pt x="2062234" y="1157802"/>
                  </a:lnTo>
                  <a:lnTo>
                    <a:pt x="2139478" y="1188318"/>
                  </a:lnTo>
                  <a:lnTo>
                    <a:pt x="2216721" y="1218106"/>
                  </a:lnTo>
                  <a:lnTo>
                    <a:pt x="2293965" y="1247184"/>
                  </a:lnTo>
                  <a:lnTo>
                    <a:pt x="2371209" y="1275569"/>
                  </a:lnTo>
                  <a:lnTo>
                    <a:pt x="2448452" y="1303278"/>
                  </a:lnTo>
                  <a:lnTo>
                    <a:pt x="2525696" y="1330325"/>
                  </a:lnTo>
                  <a:lnTo>
                    <a:pt x="2602939" y="1356728"/>
                  </a:lnTo>
                  <a:lnTo>
                    <a:pt x="2680183" y="1382502"/>
                  </a:lnTo>
                  <a:lnTo>
                    <a:pt x="2757426" y="1407661"/>
                  </a:lnTo>
                  <a:lnTo>
                    <a:pt x="2834670" y="1432221"/>
                  </a:lnTo>
                  <a:lnTo>
                    <a:pt x="2911914" y="1456195"/>
                  </a:lnTo>
                  <a:lnTo>
                    <a:pt x="2989157" y="1479598"/>
                  </a:lnTo>
                  <a:lnTo>
                    <a:pt x="3066401" y="1502442"/>
                  </a:lnTo>
                  <a:lnTo>
                    <a:pt x="3143644" y="1524742"/>
                  </a:lnTo>
                  <a:lnTo>
                    <a:pt x="3220888" y="1546511"/>
                  </a:lnTo>
                  <a:lnTo>
                    <a:pt x="3298131" y="1567761"/>
                  </a:lnTo>
                  <a:lnTo>
                    <a:pt x="3375375" y="1588504"/>
                  </a:lnTo>
                  <a:lnTo>
                    <a:pt x="3452619" y="1608752"/>
                  </a:lnTo>
                  <a:lnTo>
                    <a:pt x="3529862" y="1628518"/>
                  </a:lnTo>
                  <a:lnTo>
                    <a:pt x="3607106" y="1647813"/>
                  </a:lnTo>
                  <a:lnTo>
                    <a:pt x="3684349" y="1666648"/>
                  </a:lnTo>
                  <a:lnTo>
                    <a:pt x="3761593" y="1685034"/>
                  </a:lnTo>
                  <a:lnTo>
                    <a:pt x="3838836" y="1702981"/>
                  </a:lnTo>
                  <a:lnTo>
                    <a:pt x="3916080" y="1720501"/>
                  </a:lnTo>
                  <a:lnTo>
                    <a:pt x="3993324" y="1737603"/>
                  </a:lnTo>
                  <a:lnTo>
                    <a:pt x="4070567" y="1754298"/>
                  </a:lnTo>
                  <a:lnTo>
                    <a:pt x="4147811" y="1770594"/>
                  </a:lnTo>
                  <a:lnTo>
                    <a:pt x="4225054" y="1786502"/>
                  </a:lnTo>
                  <a:lnTo>
                    <a:pt x="4302298" y="1802031"/>
                  </a:lnTo>
                  <a:lnTo>
                    <a:pt x="4379541" y="1817189"/>
                  </a:lnTo>
                  <a:lnTo>
                    <a:pt x="4456785" y="1831987"/>
                  </a:lnTo>
                  <a:lnTo>
                    <a:pt x="4534029" y="1846431"/>
                  </a:lnTo>
                  <a:lnTo>
                    <a:pt x="4611272" y="1860531"/>
                  </a:lnTo>
                  <a:lnTo>
                    <a:pt x="4688516" y="1874296"/>
                  </a:lnTo>
                  <a:lnTo>
                    <a:pt x="4765759" y="1887732"/>
                  </a:lnTo>
                  <a:lnTo>
                    <a:pt x="4843003" y="1900847"/>
                  </a:lnTo>
                  <a:lnTo>
                    <a:pt x="4920246" y="1913650"/>
                  </a:lnTo>
                  <a:lnTo>
                    <a:pt x="4997490" y="1926148"/>
                  </a:lnTo>
                  <a:lnTo>
                    <a:pt x="5074734" y="1938348"/>
                  </a:lnTo>
                  <a:lnTo>
                    <a:pt x="5151977" y="1950257"/>
                  </a:lnTo>
                  <a:lnTo>
                    <a:pt x="5229221" y="1961882"/>
                  </a:lnTo>
                  <a:lnTo>
                    <a:pt x="5306464" y="1973230"/>
                  </a:lnTo>
                  <a:lnTo>
                    <a:pt x="5383708" y="1984308"/>
                  </a:lnTo>
                  <a:lnTo>
                    <a:pt x="5460951" y="1995122"/>
                  </a:lnTo>
                  <a:lnTo>
                    <a:pt x="5538195" y="2005677"/>
                  </a:lnTo>
                  <a:lnTo>
                    <a:pt x="5615439" y="2015981"/>
                  </a:lnTo>
                  <a:lnTo>
                    <a:pt x="5692682" y="2026040"/>
                  </a:lnTo>
                  <a:lnTo>
                    <a:pt x="5769926" y="2035859"/>
                  </a:lnTo>
                  <a:lnTo>
                    <a:pt x="5847169" y="2045443"/>
                  </a:lnTo>
                  <a:lnTo>
                    <a:pt x="5924413" y="2054799"/>
                  </a:lnTo>
                  <a:lnTo>
                    <a:pt x="6001656" y="2063933"/>
                  </a:lnTo>
                  <a:lnTo>
                    <a:pt x="6078900" y="2072848"/>
                  </a:lnTo>
                  <a:lnTo>
                    <a:pt x="6156144" y="2081551"/>
                  </a:lnTo>
                  <a:lnTo>
                    <a:pt x="6233387" y="2090046"/>
                  </a:lnTo>
                  <a:lnTo>
                    <a:pt x="6310631" y="2098339"/>
                  </a:lnTo>
                  <a:lnTo>
                    <a:pt x="6387874" y="2106435"/>
                  </a:lnTo>
                  <a:lnTo>
                    <a:pt x="6465118" y="2114337"/>
                  </a:lnTo>
                  <a:lnTo>
                    <a:pt x="6542361" y="2122051"/>
                  </a:lnTo>
                  <a:lnTo>
                    <a:pt x="6619605" y="2129581"/>
                  </a:lnTo>
                  <a:lnTo>
                    <a:pt x="6696849" y="2136931"/>
                  </a:lnTo>
                  <a:lnTo>
                    <a:pt x="6774092" y="2144107"/>
                  </a:lnTo>
                  <a:lnTo>
                    <a:pt x="6851336" y="2151111"/>
                  </a:lnTo>
                  <a:lnTo>
                    <a:pt x="6928579" y="2157948"/>
                  </a:lnTo>
                  <a:lnTo>
                    <a:pt x="7005823" y="2164623"/>
                  </a:lnTo>
                  <a:lnTo>
                    <a:pt x="7083066" y="2171138"/>
                  </a:lnTo>
                  <a:lnTo>
                    <a:pt x="7160310" y="2177498"/>
                  </a:lnTo>
                  <a:lnTo>
                    <a:pt x="7237554" y="2183706"/>
                  </a:lnTo>
                  <a:lnTo>
                    <a:pt x="7314797" y="2189766"/>
                  </a:lnTo>
                  <a:lnTo>
                    <a:pt x="7392041" y="2195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2026-05-21T09:06:54Z</dcterms:modified>
  <cp:category/>
</cp:coreProperties>
</file>