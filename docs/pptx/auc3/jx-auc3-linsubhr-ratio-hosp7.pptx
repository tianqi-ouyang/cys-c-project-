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8867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065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2450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424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9763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155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3346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26672"/>
            </a:xfrm>
            <a:custGeom>
              <a:avLst/>
              <a:pathLst>
                <a:path w="6964104" h="1226672">
                  <a:moveTo>
                    <a:pt x="895152" y="0"/>
                  </a:moveTo>
                  <a:lnTo>
                    <a:pt x="914478" y="15027"/>
                  </a:lnTo>
                  <a:lnTo>
                    <a:pt x="984822" y="67418"/>
                  </a:lnTo>
                  <a:lnTo>
                    <a:pt x="1055167" y="117599"/>
                  </a:lnTo>
                  <a:lnTo>
                    <a:pt x="1125511" y="165664"/>
                  </a:lnTo>
                  <a:lnTo>
                    <a:pt x="1195856" y="211701"/>
                  </a:lnTo>
                  <a:lnTo>
                    <a:pt x="1266200" y="255797"/>
                  </a:lnTo>
                  <a:lnTo>
                    <a:pt x="1336545" y="298033"/>
                  </a:lnTo>
                  <a:lnTo>
                    <a:pt x="1406889" y="338488"/>
                  </a:lnTo>
                  <a:lnTo>
                    <a:pt x="1477234" y="377236"/>
                  </a:lnTo>
                  <a:lnTo>
                    <a:pt x="1547578" y="414350"/>
                  </a:lnTo>
                  <a:lnTo>
                    <a:pt x="1617923" y="449899"/>
                  </a:lnTo>
                  <a:lnTo>
                    <a:pt x="1688267" y="483948"/>
                  </a:lnTo>
                  <a:lnTo>
                    <a:pt x="1758612" y="516562"/>
                  </a:lnTo>
                  <a:lnTo>
                    <a:pt x="1828956" y="547799"/>
                  </a:lnTo>
                  <a:lnTo>
                    <a:pt x="1899301" y="577720"/>
                  </a:lnTo>
                  <a:lnTo>
                    <a:pt x="1969645" y="606378"/>
                  </a:lnTo>
                  <a:lnTo>
                    <a:pt x="2039990" y="633828"/>
                  </a:lnTo>
                  <a:lnTo>
                    <a:pt x="2110334" y="660119"/>
                  </a:lnTo>
                  <a:lnTo>
                    <a:pt x="2180679" y="685302"/>
                  </a:lnTo>
                  <a:lnTo>
                    <a:pt x="2251023" y="709423"/>
                  </a:lnTo>
                  <a:lnTo>
                    <a:pt x="2321368" y="732527"/>
                  </a:lnTo>
                  <a:lnTo>
                    <a:pt x="2391712" y="754656"/>
                  </a:lnTo>
                  <a:lnTo>
                    <a:pt x="2462057" y="775852"/>
                  </a:lnTo>
                  <a:lnTo>
                    <a:pt x="2532401" y="796153"/>
                  </a:lnTo>
                  <a:lnTo>
                    <a:pt x="2602746" y="815599"/>
                  </a:lnTo>
                  <a:lnTo>
                    <a:pt x="2673090" y="834224"/>
                  </a:lnTo>
                  <a:lnTo>
                    <a:pt x="2743435" y="852064"/>
                  </a:lnTo>
                  <a:lnTo>
                    <a:pt x="2813779" y="869151"/>
                  </a:lnTo>
                  <a:lnTo>
                    <a:pt x="2884124" y="885518"/>
                  </a:lnTo>
                  <a:lnTo>
                    <a:pt x="2954468" y="901195"/>
                  </a:lnTo>
                  <a:lnTo>
                    <a:pt x="3024813" y="916210"/>
                  </a:lnTo>
                  <a:lnTo>
                    <a:pt x="3095157" y="930592"/>
                  </a:lnTo>
                  <a:lnTo>
                    <a:pt x="3165502" y="944367"/>
                  </a:lnTo>
                  <a:lnTo>
                    <a:pt x="3235846" y="957561"/>
                  </a:lnTo>
                  <a:lnTo>
                    <a:pt x="3306191" y="959372"/>
                  </a:lnTo>
                  <a:lnTo>
                    <a:pt x="3376535" y="960905"/>
                  </a:lnTo>
                  <a:lnTo>
                    <a:pt x="3446880" y="962431"/>
                  </a:lnTo>
                  <a:lnTo>
                    <a:pt x="3517224" y="963948"/>
                  </a:lnTo>
                  <a:lnTo>
                    <a:pt x="3587569" y="965458"/>
                  </a:lnTo>
                  <a:lnTo>
                    <a:pt x="3657913" y="966960"/>
                  </a:lnTo>
                  <a:lnTo>
                    <a:pt x="3728257" y="968454"/>
                  </a:lnTo>
                  <a:lnTo>
                    <a:pt x="3798602" y="969940"/>
                  </a:lnTo>
                  <a:lnTo>
                    <a:pt x="3868946" y="971419"/>
                  </a:lnTo>
                  <a:lnTo>
                    <a:pt x="3939291" y="972890"/>
                  </a:lnTo>
                  <a:lnTo>
                    <a:pt x="4009635" y="974354"/>
                  </a:lnTo>
                  <a:lnTo>
                    <a:pt x="4079980" y="975810"/>
                  </a:lnTo>
                  <a:lnTo>
                    <a:pt x="4150324" y="977258"/>
                  </a:lnTo>
                  <a:lnTo>
                    <a:pt x="4220669" y="978699"/>
                  </a:lnTo>
                  <a:lnTo>
                    <a:pt x="4291013" y="980133"/>
                  </a:lnTo>
                  <a:lnTo>
                    <a:pt x="4361358" y="981559"/>
                  </a:lnTo>
                  <a:lnTo>
                    <a:pt x="4431702" y="982978"/>
                  </a:lnTo>
                  <a:lnTo>
                    <a:pt x="4502047" y="984390"/>
                  </a:lnTo>
                  <a:lnTo>
                    <a:pt x="4572391" y="985794"/>
                  </a:lnTo>
                  <a:lnTo>
                    <a:pt x="4642736" y="987192"/>
                  </a:lnTo>
                  <a:lnTo>
                    <a:pt x="4713080" y="988582"/>
                  </a:lnTo>
                  <a:lnTo>
                    <a:pt x="4783425" y="989964"/>
                  </a:lnTo>
                  <a:lnTo>
                    <a:pt x="4853769" y="991340"/>
                  </a:lnTo>
                  <a:lnTo>
                    <a:pt x="4924114" y="992709"/>
                  </a:lnTo>
                  <a:lnTo>
                    <a:pt x="4994458" y="994070"/>
                  </a:lnTo>
                  <a:lnTo>
                    <a:pt x="5064803" y="995425"/>
                  </a:lnTo>
                  <a:lnTo>
                    <a:pt x="5135147" y="996772"/>
                  </a:lnTo>
                  <a:lnTo>
                    <a:pt x="5205492" y="998113"/>
                  </a:lnTo>
                  <a:lnTo>
                    <a:pt x="5275836" y="999447"/>
                  </a:lnTo>
                  <a:lnTo>
                    <a:pt x="5346181" y="1000774"/>
                  </a:lnTo>
                  <a:lnTo>
                    <a:pt x="5416525" y="1002094"/>
                  </a:lnTo>
                  <a:lnTo>
                    <a:pt x="5486870" y="1003407"/>
                  </a:lnTo>
                  <a:lnTo>
                    <a:pt x="5557214" y="1004713"/>
                  </a:lnTo>
                  <a:lnTo>
                    <a:pt x="5627559" y="1006013"/>
                  </a:lnTo>
                  <a:lnTo>
                    <a:pt x="5697903" y="1007306"/>
                  </a:lnTo>
                  <a:lnTo>
                    <a:pt x="5768248" y="1008593"/>
                  </a:lnTo>
                  <a:lnTo>
                    <a:pt x="5838592" y="1009872"/>
                  </a:lnTo>
                  <a:lnTo>
                    <a:pt x="5908937" y="1011146"/>
                  </a:lnTo>
                  <a:lnTo>
                    <a:pt x="5979281" y="1012412"/>
                  </a:lnTo>
                  <a:lnTo>
                    <a:pt x="6049626" y="1013672"/>
                  </a:lnTo>
                  <a:lnTo>
                    <a:pt x="6119970" y="1014926"/>
                  </a:lnTo>
                  <a:lnTo>
                    <a:pt x="6190315" y="1016173"/>
                  </a:lnTo>
                  <a:lnTo>
                    <a:pt x="6260659" y="1017414"/>
                  </a:lnTo>
                  <a:lnTo>
                    <a:pt x="6331004" y="1018648"/>
                  </a:lnTo>
                  <a:lnTo>
                    <a:pt x="6401348" y="1019876"/>
                  </a:lnTo>
                  <a:lnTo>
                    <a:pt x="6471693" y="1021098"/>
                  </a:lnTo>
                  <a:lnTo>
                    <a:pt x="6542037" y="1022314"/>
                  </a:lnTo>
                  <a:lnTo>
                    <a:pt x="6612382" y="1023523"/>
                  </a:lnTo>
                  <a:lnTo>
                    <a:pt x="6682726" y="1024726"/>
                  </a:lnTo>
                  <a:lnTo>
                    <a:pt x="6753071" y="1025922"/>
                  </a:lnTo>
                  <a:lnTo>
                    <a:pt x="6823415" y="1027113"/>
                  </a:lnTo>
                  <a:lnTo>
                    <a:pt x="6893760" y="1028297"/>
                  </a:lnTo>
                  <a:lnTo>
                    <a:pt x="6964104" y="1029476"/>
                  </a:lnTo>
                  <a:lnTo>
                    <a:pt x="6964104" y="1226672"/>
                  </a:lnTo>
                  <a:lnTo>
                    <a:pt x="6893760" y="1225328"/>
                  </a:lnTo>
                  <a:lnTo>
                    <a:pt x="6823415" y="1223924"/>
                  </a:lnTo>
                  <a:lnTo>
                    <a:pt x="6753071" y="1222459"/>
                  </a:lnTo>
                  <a:lnTo>
                    <a:pt x="6682726" y="1220929"/>
                  </a:lnTo>
                  <a:lnTo>
                    <a:pt x="6612382" y="1219331"/>
                  </a:lnTo>
                  <a:lnTo>
                    <a:pt x="6542037" y="1217664"/>
                  </a:lnTo>
                  <a:lnTo>
                    <a:pt x="6471693" y="1215923"/>
                  </a:lnTo>
                  <a:lnTo>
                    <a:pt x="6401348" y="1214105"/>
                  </a:lnTo>
                  <a:lnTo>
                    <a:pt x="6331004" y="1212208"/>
                  </a:lnTo>
                  <a:lnTo>
                    <a:pt x="6260659" y="1210226"/>
                  </a:lnTo>
                  <a:lnTo>
                    <a:pt x="6190315" y="1208158"/>
                  </a:lnTo>
                  <a:lnTo>
                    <a:pt x="6119970" y="1205998"/>
                  </a:lnTo>
                  <a:lnTo>
                    <a:pt x="6049626" y="1203743"/>
                  </a:lnTo>
                  <a:lnTo>
                    <a:pt x="5979281" y="1201389"/>
                  </a:lnTo>
                  <a:lnTo>
                    <a:pt x="5908937" y="1198932"/>
                  </a:lnTo>
                  <a:lnTo>
                    <a:pt x="5838592" y="1196366"/>
                  </a:lnTo>
                  <a:lnTo>
                    <a:pt x="5768248" y="1193687"/>
                  </a:lnTo>
                  <a:lnTo>
                    <a:pt x="5697903" y="1190890"/>
                  </a:lnTo>
                  <a:lnTo>
                    <a:pt x="5627559" y="1187970"/>
                  </a:lnTo>
                  <a:lnTo>
                    <a:pt x="5557214" y="1184922"/>
                  </a:lnTo>
                  <a:lnTo>
                    <a:pt x="5486870" y="1181739"/>
                  </a:lnTo>
                  <a:lnTo>
                    <a:pt x="5416525" y="1178416"/>
                  </a:lnTo>
                  <a:lnTo>
                    <a:pt x="5346181" y="1174947"/>
                  </a:lnTo>
                  <a:lnTo>
                    <a:pt x="5275836" y="1171325"/>
                  </a:lnTo>
                  <a:lnTo>
                    <a:pt x="5205492" y="1167543"/>
                  </a:lnTo>
                  <a:lnTo>
                    <a:pt x="5135147" y="1163595"/>
                  </a:lnTo>
                  <a:lnTo>
                    <a:pt x="5064803" y="1159473"/>
                  </a:lnTo>
                  <a:lnTo>
                    <a:pt x="4994458" y="1155170"/>
                  </a:lnTo>
                  <a:lnTo>
                    <a:pt x="4924114" y="1150677"/>
                  </a:lnTo>
                  <a:lnTo>
                    <a:pt x="4853769" y="1145987"/>
                  </a:lnTo>
                  <a:lnTo>
                    <a:pt x="4783425" y="1141089"/>
                  </a:lnTo>
                  <a:lnTo>
                    <a:pt x="4713080" y="1135976"/>
                  </a:lnTo>
                  <a:lnTo>
                    <a:pt x="4642736" y="1130638"/>
                  </a:lnTo>
                  <a:lnTo>
                    <a:pt x="4572391" y="1125065"/>
                  </a:lnTo>
                  <a:lnTo>
                    <a:pt x="4502047" y="1119247"/>
                  </a:lnTo>
                  <a:lnTo>
                    <a:pt x="4431702" y="1113172"/>
                  </a:lnTo>
                  <a:lnTo>
                    <a:pt x="4361358" y="1106830"/>
                  </a:lnTo>
                  <a:lnTo>
                    <a:pt x="4291013" y="1100208"/>
                  </a:lnTo>
                  <a:lnTo>
                    <a:pt x="4220669" y="1093295"/>
                  </a:lnTo>
                  <a:lnTo>
                    <a:pt x="4150324" y="1086078"/>
                  </a:lnTo>
                  <a:lnTo>
                    <a:pt x="4079980" y="1078543"/>
                  </a:lnTo>
                  <a:lnTo>
                    <a:pt x="4009635" y="1070676"/>
                  </a:lnTo>
                  <a:lnTo>
                    <a:pt x="3939291" y="1062462"/>
                  </a:lnTo>
                  <a:lnTo>
                    <a:pt x="3868946" y="1053887"/>
                  </a:lnTo>
                  <a:lnTo>
                    <a:pt x="3798602" y="1044934"/>
                  </a:lnTo>
                  <a:lnTo>
                    <a:pt x="3728257" y="1035587"/>
                  </a:lnTo>
                  <a:lnTo>
                    <a:pt x="3657913" y="1025829"/>
                  </a:lnTo>
                  <a:lnTo>
                    <a:pt x="3587569" y="1015641"/>
                  </a:lnTo>
                  <a:lnTo>
                    <a:pt x="3517224" y="1005004"/>
                  </a:lnTo>
                  <a:lnTo>
                    <a:pt x="3446880" y="993898"/>
                  </a:lnTo>
                  <a:lnTo>
                    <a:pt x="3376535" y="982304"/>
                  </a:lnTo>
                  <a:lnTo>
                    <a:pt x="3306191" y="970199"/>
                  </a:lnTo>
                  <a:lnTo>
                    <a:pt x="3235846" y="957831"/>
                  </a:lnTo>
                  <a:lnTo>
                    <a:pt x="3165502" y="956282"/>
                  </a:lnTo>
                  <a:lnTo>
                    <a:pt x="3095157" y="954725"/>
                  </a:lnTo>
                  <a:lnTo>
                    <a:pt x="3024813" y="953160"/>
                  </a:lnTo>
                  <a:lnTo>
                    <a:pt x="2954468" y="951587"/>
                  </a:lnTo>
                  <a:lnTo>
                    <a:pt x="2884124" y="950005"/>
                  </a:lnTo>
                  <a:lnTo>
                    <a:pt x="2813779" y="948416"/>
                  </a:lnTo>
                  <a:lnTo>
                    <a:pt x="2743435" y="946818"/>
                  </a:lnTo>
                  <a:lnTo>
                    <a:pt x="2673090" y="945212"/>
                  </a:lnTo>
                  <a:lnTo>
                    <a:pt x="2602746" y="943597"/>
                  </a:lnTo>
                  <a:lnTo>
                    <a:pt x="2532401" y="941975"/>
                  </a:lnTo>
                  <a:lnTo>
                    <a:pt x="2462057" y="940344"/>
                  </a:lnTo>
                  <a:lnTo>
                    <a:pt x="2391712" y="938704"/>
                  </a:lnTo>
                  <a:lnTo>
                    <a:pt x="2321368" y="937056"/>
                  </a:lnTo>
                  <a:lnTo>
                    <a:pt x="2251023" y="935399"/>
                  </a:lnTo>
                  <a:lnTo>
                    <a:pt x="2180679" y="933734"/>
                  </a:lnTo>
                  <a:lnTo>
                    <a:pt x="2110334" y="932060"/>
                  </a:lnTo>
                  <a:lnTo>
                    <a:pt x="2039990" y="930378"/>
                  </a:lnTo>
                  <a:lnTo>
                    <a:pt x="1969645" y="928687"/>
                  </a:lnTo>
                  <a:lnTo>
                    <a:pt x="1899301" y="926987"/>
                  </a:lnTo>
                  <a:lnTo>
                    <a:pt x="1828956" y="925278"/>
                  </a:lnTo>
                  <a:lnTo>
                    <a:pt x="1758612" y="923561"/>
                  </a:lnTo>
                  <a:lnTo>
                    <a:pt x="1688267" y="921834"/>
                  </a:lnTo>
                  <a:lnTo>
                    <a:pt x="1617923" y="920099"/>
                  </a:lnTo>
                  <a:lnTo>
                    <a:pt x="1547578" y="918355"/>
                  </a:lnTo>
                  <a:lnTo>
                    <a:pt x="1477234" y="916601"/>
                  </a:lnTo>
                  <a:lnTo>
                    <a:pt x="1406889" y="914839"/>
                  </a:lnTo>
                  <a:lnTo>
                    <a:pt x="1336545" y="913067"/>
                  </a:lnTo>
                  <a:lnTo>
                    <a:pt x="1266200" y="911287"/>
                  </a:lnTo>
                  <a:lnTo>
                    <a:pt x="1195856" y="909497"/>
                  </a:lnTo>
                  <a:lnTo>
                    <a:pt x="1125511" y="907698"/>
                  </a:lnTo>
                  <a:lnTo>
                    <a:pt x="1055167" y="905889"/>
                  </a:lnTo>
                  <a:lnTo>
                    <a:pt x="984822" y="904071"/>
                  </a:lnTo>
                  <a:lnTo>
                    <a:pt x="914478" y="902244"/>
                  </a:lnTo>
                  <a:lnTo>
                    <a:pt x="844133" y="900407"/>
                  </a:lnTo>
                  <a:lnTo>
                    <a:pt x="773789" y="898561"/>
                  </a:lnTo>
                  <a:lnTo>
                    <a:pt x="703444" y="896705"/>
                  </a:lnTo>
                  <a:lnTo>
                    <a:pt x="633100" y="894840"/>
                  </a:lnTo>
                  <a:lnTo>
                    <a:pt x="562755" y="892965"/>
                  </a:lnTo>
                  <a:lnTo>
                    <a:pt x="492411" y="891080"/>
                  </a:lnTo>
                  <a:lnTo>
                    <a:pt x="422066" y="889186"/>
                  </a:lnTo>
                  <a:lnTo>
                    <a:pt x="351722" y="887281"/>
                  </a:lnTo>
                  <a:lnTo>
                    <a:pt x="281377" y="885367"/>
                  </a:lnTo>
                  <a:lnTo>
                    <a:pt x="211033" y="883443"/>
                  </a:lnTo>
                  <a:lnTo>
                    <a:pt x="140688" y="881509"/>
                  </a:lnTo>
                  <a:lnTo>
                    <a:pt x="70344" y="879565"/>
                  </a:lnTo>
                  <a:lnTo>
                    <a:pt x="0" y="8776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30464" y="2143092"/>
              <a:ext cx="6068952" cy="1029476"/>
            </a:xfrm>
            <a:custGeom>
              <a:avLst/>
              <a:pathLst>
                <a:path w="6068952" h="1029476">
                  <a:moveTo>
                    <a:pt x="0" y="0"/>
                  </a:moveTo>
                  <a:lnTo>
                    <a:pt x="19326" y="15027"/>
                  </a:lnTo>
                  <a:lnTo>
                    <a:pt x="89670" y="67418"/>
                  </a:lnTo>
                  <a:lnTo>
                    <a:pt x="160015" y="117599"/>
                  </a:lnTo>
                  <a:lnTo>
                    <a:pt x="230359" y="165664"/>
                  </a:lnTo>
                  <a:lnTo>
                    <a:pt x="300704" y="211701"/>
                  </a:lnTo>
                  <a:lnTo>
                    <a:pt x="371048" y="255797"/>
                  </a:lnTo>
                  <a:lnTo>
                    <a:pt x="441393" y="298033"/>
                  </a:lnTo>
                  <a:lnTo>
                    <a:pt x="511737" y="338488"/>
                  </a:lnTo>
                  <a:lnTo>
                    <a:pt x="582082" y="377236"/>
                  </a:lnTo>
                  <a:lnTo>
                    <a:pt x="652426" y="414350"/>
                  </a:lnTo>
                  <a:lnTo>
                    <a:pt x="722771" y="449899"/>
                  </a:lnTo>
                  <a:lnTo>
                    <a:pt x="793115" y="483948"/>
                  </a:lnTo>
                  <a:lnTo>
                    <a:pt x="863460" y="516562"/>
                  </a:lnTo>
                  <a:lnTo>
                    <a:pt x="933804" y="547799"/>
                  </a:lnTo>
                  <a:lnTo>
                    <a:pt x="1004149" y="577720"/>
                  </a:lnTo>
                  <a:lnTo>
                    <a:pt x="1074493" y="606378"/>
                  </a:lnTo>
                  <a:lnTo>
                    <a:pt x="1144838" y="633828"/>
                  </a:lnTo>
                  <a:lnTo>
                    <a:pt x="1215182" y="660119"/>
                  </a:lnTo>
                  <a:lnTo>
                    <a:pt x="1285527" y="685302"/>
                  </a:lnTo>
                  <a:lnTo>
                    <a:pt x="1355871" y="709423"/>
                  </a:lnTo>
                  <a:lnTo>
                    <a:pt x="1426216" y="732527"/>
                  </a:lnTo>
                  <a:lnTo>
                    <a:pt x="1496560" y="754656"/>
                  </a:lnTo>
                  <a:lnTo>
                    <a:pt x="1566905" y="775852"/>
                  </a:lnTo>
                  <a:lnTo>
                    <a:pt x="1637249" y="796153"/>
                  </a:lnTo>
                  <a:lnTo>
                    <a:pt x="1707594" y="815599"/>
                  </a:lnTo>
                  <a:lnTo>
                    <a:pt x="1777938" y="834224"/>
                  </a:lnTo>
                  <a:lnTo>
                    <a:pt x="1848283" y="852064"/>
                  </a:lnTo>
                  <a:lnTo>
                    <a:pt x="1918627" y="869151"/>
                  </a:lnTo>
                  <a:lnTo>
                    <a:pt x="1988972" y="885518"/>
                  </a:lnTo>
                  <a:lnTo>
                    <a:pt x="2059316" y="901195"/>
                  </a:lnTo>
                  <a:lnTo>
                    <a:pt x="2129661" y="916210"/>
                  </a:lnTo>
                  <a:lnTo>
                    <a:pt x="2200005" y="930592"/>
                  </a:lnTo>
                  <a:lnTo>
                    <a:pt x="2270350" y="944367"/>
                  </a:lnTo>
                  <a:lnTo>
                    <a:pt x="2340694" y="957561"/>
                  </a:lnTo>
                  <a:lnTo>
                    <a:pt x="2411038" y="959372"/>
                  </a:lnTo>
                  <a:lnTo>
                    <a:pt x="2481383" y="960905"/>
                  </a:lnTo>
                  <a:lnTo>
                    <a:pt x="2551727" y="962431"/>
                  </a:lnTo>
                  <a:lnTo>
                    <a:pt x="2622072" y="963948"/>
                  </a:lnTo>
                  <a:lnTo>
                    <a:pt x="2692416" y="965458"/>
                  </a:lnTo>
                  <a:lnTo>
                    <a:pt x="2762761" y="966960"/>
                  </a:lnTo>
                  <a:lnTo>
                    <a:pt x="2833105" y="968454"/>
                  </a:lnTo>
                  <a:lnTo>
                    <a:pt x="2903450" y="969940"/>
                  </a:lnTo>
                  <a:lnTo>
                    <a:pt x="2973794" y="971419"/>
                  </a:lnTo>
                  <a:lnTo>
                    <a:pt x="3044139" y="972890"/>
                  </a:lnTo>
                  <a:lnTo>
                    <a:pt x="3114483" y="974354"/>
                  </a:lnTo>
                  <a:lnTo>
                    <a:pt x="3184828" y="975810"/>
                  </a:lnTo>
                  <a:lnTo>
                    <a:pt x="3255172" y="977258"/>
                  </a:lnTo>
                  <a:lnTo>
                    <a:pt x="3325517" y="978699"/>
                  </a:lnTo>
                  <a:lnTo>
                    <a:pt x="3395861" y="980133"/>
                  </a:lnTo>
                  <a:lnTo>
                    <a:pt x="3466206" y="981559"/>
                  </a:lnTo>
                  <a:lnTo>
                    <a:pt x="3536550" y="982978"/>
                  </a:lnTo>
                  <a:lnTo>
                    <a:pt x="3606895" y="984390"/>
                  </a:lnTo>
                  <a:lnTo>
                    <a:pt x="3677239" y="985794"/>
                  </a:lnTo>
                  <a:lnTo>
                    <a:pt x="3747584" y="987192"/>
                  </a:lnTo>
                  <a:lnTo>
                    <a:pt x="3817928" y="988582"/>
                  </a:lnTo>
                  <a:lnTo>
                    <a:pt x="3888273" y="989964"/>
                  </a:lnTo>
                  <a:lnTo>
                    <a:pt x="3958617" y="991340"/>
                  </a:lnTo>
                  <a:lnTo>
                    <a:pt x="4028962" y="992709"/>
                  </a:lnTo>
                  <a:lnTo>
                    <a:pt x="4099306" y="994070"/>
                  </a:lnTo>
                  <a:lnTo>
                    <a:pt x="4169651" y="995425"/>
                  </a:lnTo>
                  <a:lnTo>
                    <a:pt x="4239995" y="996772"/>
                  </a:lnTo>
                  <a:lnTo>
                    <a:pt x="4310340" y="998113"/>
                  </a:lnTo>
                  <a:lnTo>
                    <a:pt x="4380684" y="999447"/>
                  </a:lnTo>
                  <a:lnTo>
                    <a:pt x="4451029" y="1000774"/>
                  </a:lnTo>
                  <a:lnTo>
                    <a:pt x="4521373" y="1002094"/>
                  </a:lnTo>
                  <a:lnTo>
                    <a:pt x="4591718" y="1003407"/>
                  </a:lnTo>
                  <a:lnTo>
                    <a:pt x="4662062" y="1004713"/>
                  </a:lnTo>
                  <a:lnTo>
                    <a:pt x="4732407" y="1006013"/>
                  </a:lnTo>
                  <a:lnTo>
                    <a:pt x="4802751" y="1007306"/>
                  </a:lnTo>
                  <a:lnTo>
                    <a:pt x="4873096" y="1008593"/>
                  </a:lnTo>
                  <a:lnTo>
                    <a:pt x="4943440" y="1009872"/>
                  </a:lnTo>
                  <a:lnTo>
                    <a:pt x="5013785" y="1011146"/>
                  </a:lnTo>
                  <a:lnTo>
                    <a:pt x="5084129" y="1012412"/>
                  </a:lnTo>
                  <a:lnTo>
                    <a:pt x="5154474" y="1013672"/>
                  </a:lnTo>
                  <a:lnTo>
                    <a:pt x="5224818" y="1014926"/>
                  </a:lnTo>
                  <a:lnTo>
                    <a:pt x="5295163" y="1016173"/>
                  </a:lnTo>
                  <a:lnTo>
                    <a:pt x="5365507" y="1017414"/>
                  </a:lnTo>
                  <a:lnTo>
                    <a:pt x="5435852" y="1018648"/>
                  </a:lnTo>
                  <a:lnTo>
                    <a:pt x="5506196" y="1019876"/>
                  </a:lnTo>
                  <a:lnTo>
                    <a:pt x="5576541" y="1021098"/>
                  </a:lnTo>
                  <a:lnTo>
                    <a:pt x="5646885" y="1022314"/>
                  </a:lnTo>
                  <a:lnTo>
                    <a:pt x="5717230" y="1023523"/>
                  </a:lnTo>
                  <a:lnTo>
                    <a:pt x="5787574" y="1024726"/>
                  </a:lnTo>
                  <a:lnTo>
                    <a:pt x="5857919" y="1025922"/>
                  </a:lnTo>
                  <a:lnTo>
                    <a:pt x="5928263" y="1027113"/>
                  </a:lnTo>
                  <a:lnTo>
                    <a:pt x="5998608" y="1028297"/>
                  </a:lnTo>
                  <a:lnTo>
                    <a:pt x="6068952" y="10294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3020703"/>
              <a:ext cx="6964104" cy="349060"/>
            </a:xfrm>
            <a:custGeom>
              <a:avLst/>
              <a:pathLst>
                <a:path w="6964104" h="349060">
                  <a:moveTo>
                    <a:pt x="6964104" y="349060"/>
                  </a:moveTo>
                  <a:lnTo>
                    <a:pt x="6893760" y="347716"/>
                  </a:lnTo>
                  <a:lnTo>
                    <a:pt x="6823415" y="346312"/>
                  </a:lnTo>
                  <a:lnTo>
                    <a:pt x="6753071" y="344847"/>
                  </a:lnTo>
                  <a:lnTo>
                    <a:pt x="6682726" y="343317"/>
                  </a:lnTo>
                  <a:lnTo>
                    <a:pt x="6612382" y="341720"/>
                  </a:lnTo>
                  <a:lnTo>
                    <a:pt x="6542037" y="340052"/>
                  </a:lnTo>
                  <a:lnTo>
                    <a:pt x="6471693" y="338311"/>
                  </a:lnTo>
                  <a:lnTo>
                    <a:pt x="6401348" y="336494"/>
                  </a:lnTo>
                  <a:lnTo>
                    <a:pt x="6331004" y="334596"/>
                  </a:lnTo>
                  <a:lnTo>
                    <a:pt x="6260659" y="332615"/>
                  </a:lnTo>
                  <a:lnTo>
                    <a:pt x="6190315" y="330546"/>
                  </a:lnTo>
                  <a:lnTo>
                    <a:pt x="6119970" y="328386"/>
                  </a:lnTo>
                  <a:lnTo>
                    <a:pt x="6049626" y="326132"/>
                  </a:lnTo>
                  <a:lnTo>
                    <a:pt x="5979281" y="323778"/>
                  </a:lnTo>
                  <a:lnTo>
                    <a:pt x="5908937" y="321320"/>
                  </a:lnTo>
                  <a:lnTo>
                    <a:pt x="5838592" y="318754"/>
                  </a:lnTo>
                  <a:lnTo>
                    <a:pt x="5768248" y="316075"/>
                  </a:lnTo>
                  <a:lnTo>
                    <a:pt x="5697903" y="313279"/>
                  </a:lnTo>
                  <a:lnTo>
                    <a:pt x="5627559" y="310359"/>
                  </a:lnTo>
                  <a:lnTo>
                    <a:pt x="5557214" y="307310"/>
                  </a:lnTo>
                  <a:lnTo>
                    <a:pt x="5486870" y="304127"/>
                  </a:lnTo>
                  <a:lnTo>
                    <a:pt x="5416525" y="300804"/>
                  </a:lnTo>
                  <a:lnTo>
                    <a:pt x="5346181" y="297335"/>
                  </a:lnTo>
                  <a:lnTo>
                    <a:pt x="5275836" y="293713"/>
                  </a:lnTo>
                  <a:lnTo>
                    <a:pt x="5205492" y="289932"/>
                  </a:lnTo>
                  <a:lnTo>
                    <a:pt x="5135147" y="285984"/>
                  </a:lnTo>
                  <a:lnTo>
                    <a:pt x="5064803" y="281862"/>
                  </a:lnTo>
                  <a:lnTo>
                    <a:pt x="4994458" y="277558"/>
                  </a:lnTo>
                  <a:lnTo>
                    <a:pt x="4924114" y="273066"/>
                  </a:lnTo>
                  <a:lnTo>
                    <a:pt x="4853769" y="268375"/>
                  </a:lnTo>
                  <a:lnTo>
                    <a:pt x="4783425" y="263478"/>
                  </a:lnTo>
                  <a:lnTo>
                    <a:pt x="4713080" y="258365"/>
                  </a:lnTo>
                  <a:lnTo>
                    <a:pt x="4642736" y="253027"/>
                  </a:lnTo>
                  <a:lnTo>
                    <a:pt x="4572391" y="247454"/>
                  </a:lnTo>
                  <a:lnTo>
                    <a:pt x="4502047" y="241635"/>
                  </a:lnTo>
                  <a:lnTo>
                    <a:pt x="4431702" y="235560"/>
                  </a:lnTo>
                  <a:lnTo>
                    <a:pt x="4361358" y="229218"/>
                  </a:lnTo>
                  <a:lnTo>
                    <a:pt x="4291013" y="222597"/>
                  </a:lnTo>
                  <a:lnTo>
                    <a:pt x="4220669" y="215684"/>
                  </a:lnTo>
                  <a:lnTo>
                    <a:pt x="4150324" y="208466"/>
                  </a:lnTo>
                  <a:lnTo>
                    <a:pt x="4079980" y="200931"/>
                  </a:lnTo>
                  <a:lnTo>
                    <a:pt x="4009635" y="193064"/>
                  </a:lnTo>
                  <a:lnTo>
                    <a:pt x="3939291" y="184851"/>
                  </a:lnTo>
                  <a:lnTo>
                    <a:pt x="3868946" y="176275"/>
                  </a:lnTo>
                  <a:lnTo>
                    <a:pt x="3798602" y="167323"/>
                  </a:lnTo>
                  <a:lnTo>
                    <a:pt x="3728257" y="157976"/>
                  </a:lnTo>
                  <a:lnTo>
                    <a:pt x="3657913" y="148217"/>
                  </a:lnTo>
                  <a:lnTo>
                    <a:pt x="3587569" y="138029"/>
                  </a:lnTo>
                  <a:lnTo>
                    <a:pt x="3517224" y="127392"/>
                  </a:lnTo>
                  <a:lnTo>
                    <a:pt x="3446880" y="116287"/>
                  </a:lnTo>
                  <a:lnTo>
                    <a:pt x="3376535" y="104692"/>
                  </a:lnTo>
                  <a:lnTo>
                    <a:pt x="3306191" y="92588"/>
                  </a:lnTo>
                  <a:lnTo>
                    <a:pt x="3235846" y="80220"/>
                  </a:lnTo>
                  <a:lnTo>
                    <a:pt x="3165502" y="78670"/>
                  </a:lnTo>
                  <a:lnTo>
                    <a:pt x="3095157" y="77113"/>
                  </a:lnTo>
                  <a:lnTo>
                    <a:pt x="3024813" y="75548"/>
                  </a:lnTo>
                  <a:lnTo>
                    <a:pt x="2954468" y="73975"/>
                  </a:lnTo>
                  <a:lnTo>
                    <a:pt x="2884124" y="72394"/>
                  </a:lnTo>
                  <a:lnTo>
                    <a:pt x="2813779" y="70804"/>
                  </a:lnTo>
                  <a:lnTo>
                    <a:pt x="2743435" y="69206"/>
                  </a:lnTo>
                  <a:lnTo>
                    <a:pt x="2673090" y="67600"/>
                  </a:lnTo>
                  <a:lnTo>
                    <a:pt x="2602746" y="65986"/>
                  </a:lnTo>
                  <a:lnTo>
                    <a:pt x="2532401" y="64363"/>
                  </a:lnTo>
                  <a:lnTo>
                    <a:pt x="2462057" y="62732"/>
                  </a:lnTo>
                  <a:lnTo>
                    <a:pt x="2391712" y="61092"/>
                  </a:lnTo>
                  <a:lnTo>
                    <a:pt x="2321368" y="59444"/>
                  </a:lnTo>
                  <a:lnTo>
                    <a:pt x="2251023" y="57788"/>
                  </a:lnTo>
                  <a:lnTo>
                    <a:pt x="2180679" y="56123"/>
                  </a:lnTo>
                  <a:lnTo>
                    <a:pt x="2110334" y="54449"/>
                  </a:lnTo>
                  <a:lnTo>
                    <a:pt x="2039990" y="52766"/>
                  </a:lnTo>
                  <a:lnTo>
                    <a:pt x="1969645" y="51075"/>
                  </a:lnTo>
                  <a:lnTo>
                    <a:pt x="1899301" y="49375"/>
                  </a:lnTo>
                  <a:lnTo>
                    <a:pt x="1828956" y="47667"/>
                  </a:lnTo>
                  <a:lnTo>
                    <a:pt x="1758612" y="45949"/>
                  </a:lnTo>
                  <a:lnTo>
                    <a:pt x="1688267" y="44223"/>
                  </a:lnTo>
                  <a:lnTo>
                    <a:pt x="1617923" y="42487"/>
                  </a:lnTo>
                  <a:lnTo>
                    <a:pt x="1547578" y="40743"/>
                  </a:lnTo>
                  <a:lnTo>
                    <a:pt x="1477234" y="38990"/>
                  </a:lnTo>
                  <a:lnTo>
                    <a:pt x="1406889" y="37227"/>
                  </a:lnTo>
                  <a:lnTo>
                    <a:pt x="1336545" y="35456"/>
                  </a:lnTo>
                  <a:lnTo>
                    <a:pt x="1266200" y="33675"/>
                  </a:lnTo>
                  <a:lnTo>
                    <a:pt x="1195856" y="31885"/>
                  </a:lnTo>
                  <a:lnTo>
                    <a:pt x="1125511" y="30086"/>
                  </a:lnTo>
                  <a:lnTo>
                    <a:pt x="1055167" y="28277"/>
                  </a:lnTo>
                  <a:lnTo>
                    <a:pt x="984822" y="26460"/>
                  </a:lnTo>
                  <a:lnTo>
                    <a:pt x="914478" y="24632"/>
                  </a:lnTo>
                  <a:lnTo>
                    <a:pt x="844133" y="22796"/>
                  </a:lnTo>
                  <a:lnTo>
                    <a:pt x="773789" y="20949"/>
                  </a:lnTo>
                  <a:lnTo>
                    <a:pt x="703444" y="19094"/>
                  </a:lnTo>
                  <a:lnTo>
                    <a:pt x="633100" y="17228"/>
                  </a:lnTo>
                  <a:lnTo>
                    <a:pt x="562755" y="15353"/>
                  </a:lnTo>
                  <a:lnTo>
                    <a:pt x="492411" y="13469"/>
                  </a:lnTo>
                  <a:lnTo>
                    <a:pt x="422066" y="11574"/>
                  </a:lnTo>
                  <a:lnTo>
                    <a:pt x="351722" y="9670"/>
                  </a:lnTo>
                  <a:lnTo>
                    <a:pt x="281377" y="7756"/>
                  </a:lnTo>
                  <a:lnTo>
                    <a:pt x="211033" y="5832"/>
                  </a:lnTo>
                  <a:lnTo>
                    <a:pt x="140688" y="3898"/>
                  </a:lnTo>
                  <a:lnTo>
                    <a:pt x="70344" y="19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491649"/>
              <a:ext cx="6964104" cy="825263"/>
            </a:xfrm>
            <a:custGeom>
              <a:avLst/>
              <a:pathLst>
                <a:path w="6964104" h="825263">
                  <a:moveTo>
                    <a:pt x="0" y="0"/>
                  </a:moveTo>
                  <a:lnTo>
                    <a:pt x="70344" y="21660"/>
                  </a:lnTo>
                  <a:lnTo>
                    <a:pt x="140688" y="42803"/>
                  </a:lnTo>
                  <a:lnTo>
                    <a:pt x="211033" y="63443"/>
                  </a:lnTo>
                  <a:lnTo>
                    <a:pt x="281377" y="83591"/>
                  </a:lnTo>
                  <a:lnTo>
                    <a:pt x="351722" y="103258"/>
                  </a:lnTo>
                  <a:lnTo>
                    <a:pt x="422066" y="122457"/>
                  </a:lnTo>
                  <a:lnTo>
                    <a:pt x="492411" y="141198"/>
                  </a:lnTo>
                  <a:lnTo>
                    <a:pt x="562755" y="159492"/>
                  </a:lnTo>
                  <a:lnTo>
                    <a:pt x="633100" y="177350"/>
                  </a:lnTo>
                  <a:lnTo>
                    <a:pt x="703444" y="194783"/>
                  </a:lnTo>
                  <a:lnTo>
                    <a:pt x="773789" y="211800"/>
                  </a:lnTo>
                  <a:lnTo>
                    <a:pt x="844133" y="228411"/>
                  </a:lnTo>
                  <a:lnTo>
                    <a:pt x="914478" y="244626"/>
                  </a:lnTo>
                  <a:lnTo>
                    <a:pt x="984822" y="260455"/>
                  </a:lnTo>
                  <a:lnTo>
                    <a:pt x="1055167" y="275907"/>
                  </a:lnTo>
                  <a:lnTo>
                    <a:pt x="1125511" y="290990"/>
                  </a:lnTo>
                  <a:lnTo>
                    <a:pt x="1195856" y="305713"/>
                  </a:lnTo>
                  <a:lnTo>
                    <a:pt x="1266200" y="320086"/>
                  </a:lnTo>
                  <a:lnTo>
                    <a:pt x="1336545" y="334116"/>
                  </a:lnTo>
                  <a:lnTo>
                    <a:pt x="1406889" y="347811"/>
                  </a:lnTo>
                  <a:lnTo>
                    <a:pt x="1477234" y="361180"/>
                  </a:lnTo>
                  <a:lnTo>
                    <a:pt x="1547578" y="374231"/>
                  </a:lnTo>
                  <a:lnTo>
                    <a:pt x="1617923" y="386970"/>
                  </a:lnTo>
                  <a:lnTo>
                    <a:pt x="1688267" y="399405"/>
                  </a:lnTo>
                  <a:lnTo>
                    <a:pt x="1758612" y="411545"/>
                  </a:lnTo>
                  <a:lnTo>
                    <a:pt x="1828956" y="423394"/>
                  </a:lnTo>
                  <a:lnTo>
                    <a:pt x="1899301" y="434962"/>
                  </a:lnTo>
                  <a:lnTo>
                    <a:pt x="1969645" y="446253"/>
                  </a:lnTo>
                  <a:lnTo>
                    <a:pt x="2039990" y="457276"/>
                  </a:lnTo>
                  <a:lnTo>
                    <a:pt x="2110334" y="468035"/>
                  </a:lnTo>
                  <a:lnTo>
                    <a:pt x="2180679" y="478538"/>
                  </a:lnTo>
                  <a:lnTo>
                    <a:pt x="2251023" y="488791"/>
                  </a:lnTo>
                  <a:lnTo>
                    <a:pt x="2321368" y="498800"/>
                  </a:lnTo>
                  <a:lnTo>
                    <a:pt x="2391712" y="508569"/>
                  </a:lnTo>
                  <a:lnTo>
                    <a:pt x="2462057" y="518106"/>
                  </a:lnTo>
                  <a:lnTo>
                    <a:pt x="2532401" y="527416"/>
                  </a:lnTo>
                  <a:lnTo>
                    <a:pt x="2602746" y="536504"/>
                  </a:lnTo>
                  <a:lnTo>
                    <a:pt x="2673090" y="545375"/>
                  </a:lnTo>
                  <a:lnTo>
                    <a:pt x="2743435" y="554034"/>
                  </a:lnTo>
                  <a:lnTo>
                    <a:pt x="2813779" y="562487"/>
                  </a:lnTo>
                  <a:lnTo>
                    <a:pt x="2884124" y="570739"/>
                  </a:lnTo>
                  <a:lnTo>
                    <a:pt x="2954468" y="578794"/>
                  </a:lnTo>
                  <a:lnTo>
                    <a:pt x="3024813" y="586657"/>
                  </a:lnTo>
                  <a:lnTo>
                    <a:pt x="3095157" y="594332"/>
                  </a:lnTo>
                  <a:lnTo>
                    <a:pt x="3165502" y="601825"/>
                  </a:lnTo>
                  <a:lnTo>
                    <a:pt x="3235846" y="609139"/>
                  </a:lnTo>
                  <a:lnTo>
                    <a:pt x="3306191" y="616278"/>
                  </a:lnTo>
                  <a:lnTo>
                    <a:pt x="3376535" y="623248"/>
                  </a:lnTo>
                  <a:lnTo>
                    <a:pt x="3446880" y="630051"/>
                  </a:lnTo>
                  <a:lnTo>
                    <a:pt x="3517224" y="636692"/>
                  </a:lnTo>
                  <a:lnTo>
                    <a:pt x="3587569" y="643175"/>
                  </a:lnTo>
                  <a:lnTo>
                    <a:pt x="3657913" y="649503"/>
                  </a:lnTo>
                  <a:lnTo>
                    <a:pt x="3728257" y="655680"/>
                  </a:lnTo>
                  <a:lnTo>
                    <a:pt x="3798602" y="661710"/>
                  </a:lnTo>
                  <a:lnTo>
                    <a:pt x="3868946" y="667597"/>
                  </a:lnTo>
                  <a:lnTo>
                    <a:pt x="3939291" y="673343"/>
                  </a:lnTo>
                  <a:lnTo>
                    <a:pt x="4009635" y="678952"/>
                  </a:lnTo>
                  <a:lnTo>
                    <a:pt x="4079980" y="684427"/>
                  </a:lnTo>
                  <a:lnTo>
                    <a:pt x="4150324" y="689772"/>
                  </a:lnTo>
                  <a:lnTo>
                    <a:pt x="4220669" y="694990"/>
                  </a:lnTo>
                  <a:lnTo>
                    <a:pt x="4291013" y="700083"/>
                  </a:lnTo>
                  <a:lnTo>
                    <a:pt x="4361358" y="705054"/>
                  </a:lnTo>
                  <a:lnTo>
                    <a:pt x="4431702" y="709907"/>
                  </a:lnTo>
                  <a:lnTo>
                    <a:pt x="4502047" y="714645"/>
                  </a:lnTo>
                  <a:lnTo>
                    <a:pt x="4572391" y="719269"/>
                  </a:lnTo>
                  <a:lnTo>
                    <a:pt x="4642736" y="723784"/>
                  </a:lnTo>
                  <a:lnTo>
                    <a:pt x="4713080" y="728190"/>
                  </a:lnTo>
                  <a:lnTo>
                    <a:pt x="4783425" y="732492"/>
                  </a:lnTo>
                  <a:lnTo>
                    <a:pt x="4853769" y="736691"/>
                  </a:lnTo>
                  <a:lnTo>
                    <a:pt x="4924114" y="740790"/>
                  </a:lnTo>
                  <a:lnTo>
                    <a:pt x="4994458" y="744791"/>
                  </a:lnTo>
                  <a:lnTo>
                    <a:pt x="5064803" y="748697"/>
                  </a:lnTo>
                  <a:lnTo>
                    <a:pt x="5135147" y="752510"/>
                  </a:lnTo>
                  <a:lnTo>
                    <a:pt x="5205492" y="756232"/>
                  </a:lnTo>
                  <a:lnTo>
                    <a:pt x="5275836" y="759865"/>
                  </a:lnTo>
                  <a:lnTo>
                    <a:pt x="5346181" y="763412"/>
                  </a:lnTo>
                  <a:lnTo>
                    <a:pt x="5416525" y="766874"/>
                  </a:lnTo>
                  <a:lnTo>
                    <a:pt x="5486870" y="770253"/>
                  </a:lnTo>
                  <a:lnTo>
                    <a:pt x="5557214" y="773552"/>
                  </a:lnTo>
                  <a:lnTo>
                    <a:pt x="5627559" y="776772"/>
                  </a:lnTo>
                  <a:lnTo>
                    <a:pt x="5697903" y="779916"/>
                  </a:lnTo>
                  <a:lnTo>
                    <a:pt x="5768248" y="782985"/>
                  </a:lnTo>
                  <a:lnTo>
                    <a:pt x="5838592" y="785980"/>
                  </a:lnTo>
                  <a:lnTo>
                    <a:pt x="5908937" y="788904"/>
                  </a:lnTo>
                  <a:lnTo>
                    <a:pt x="5979281" y="791758"/>
                  </a:lnTo>
                  <a:lnTo>
                    <a:pt x="6049626" y="794545"/>
                  </a:lnTo>
                  <a:lnTo>
                    <a:pt x="6119970" y="797265"/>
                  </a:lnTo>
                  <a:lnTo>
                    <a:pt x="6190315" y="799920"/>
                  </a:lnTo>
                  <a:lnTo>
                    <a:pt x="6260659" y="802511"/>
                  </a:lnTo>
                  <a:lnTo>
                    <a:pt x="6331004" y="805041"/>
                  </a:lnTo>
                  <a:lnTo>
                    <a:pt x="6401348" y="807511"/>
                  </a:lnTo>
                  <a:lnTo>
                    <a:pt x="6471693" y="809922"/>
                  </a:lnTo>
                  <a:lnTo>
                    <a:pt x="6542037" y="812275"/>
                  </a:lnTo>
                  <a:lnTo>
                    <a:pt x="6612382" y="814572"/>
                  </a:lnTo>
                  <a:lnTo>
                    <a:pt x="6682726" y="816815"/>
                  </a:lnTo>
                  <a:lnTo>
                    <a:pt x="6753071" y="819004"/>
                  </a:lnTo>
                  <a:lnTo>
                    <a:pt x="6823415" y="821141"/>
                  </a:lnTo>
                  <a:lnTo>
                    <a:pt x="6893760" y="823227"/>
                  </a:lnTo>
                  <a:lnTo>
                    <a:pt x="6964104" y="8252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7282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516846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8445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7128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(1.06-1.64), p = 0.013  |  per IQR decline (Δ = 29.5 %): 2.27 (1.19-4.31)  |  IQR: [-15.6, 13.9]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8330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904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9763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404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21196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0191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8262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3346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4062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477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8688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940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00121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8083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6155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42271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2987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3704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442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36484"/>
              <a:ext cx="6964104" cy="1226672"/>
            </a:xfrm>
            <a:custGeom>
              <a:avLst/>
              <a:pathLst>
                <a:path w="6964104" h="1226672">
                  <a:moveTo>
                    <a:pt x="895152" y="0"/>
                  </a:moveTo>
                  <a:lnTo>
                    <a:pt x="914478" y="15027"/>
                  </a:lnTo>
                  <a:lnTo>
                    <a:pt x="984822" y="67418"/>
                  </a:lnTo>
                  <a:lnTo>
                    <a:pt x="1055167" y="117599"/>
                  </a:lnTo>
                  <a:lnTo>
                    <a:pt x="1125511" y="165664"/>
                  </a:lnTo>
                  <a:lnTo>
                    <a:pt x="1195856" y="211701"/>
                  </a:lnTo>
                  <a:lnTo>
                    <a:pt x="1266200" y="255797"/>
                  </a:lnTo>
                  <a:lnTo>
                    <a:pt x="1336545" y="298033"/>
                  </a:lnTo>
                  <a:lnTo>
                    <a:pt x="1406889" y="338488"/>
                  </a:lnTo>
                  <a:lnTo>
                    <a:pt x="1477234" y="377236"/>
                  </a:lnTo>
                  <a:lnTo>
                    <a:pt x="1547578" y="414350"/>
                  </a:lnTo>
                  <a:lnTo>
                    <a:pt x="1617923" y="449899"/>
                  </a:lnTo>
                  <a:lnTo>
                    <a:pt x="1688267" y="483948"/>
                  </a:lnTo>
                  <a:lnTo>
                    <a:pt x="1758612" y="516562"/>
                  </a:lnTo>
                  <a:lnTo>
                    <a:pt x="1828956" y="547799"/>
                  </a:lnTo>
                  <a:lnTo>
                    <a:pt x="1899301" y="577720"/>
                  </a:lnTo>
                  <a:lnTo>
                    <a:pt x="1969645" y="606378"/>
                  </a:lnTo>
                  <a:lnTo>
                    <a:pt x="2039990" y="633828"/>
                  </a:lnTo>
                  <a:lnTo>
                    <a:pt x="2110334" y="660119"/>
                  </a:lnTo>
                  <a:lnTo>
                    <a:pt x="2180679" y="685302"/>
                  </a:lnTo>
                  <a:lnTo>
                    <a:pt x="2251023" y="709423"/>
                  </a:lnTo>
                  <a:lnTo>
                    <a:pt x="2321368" y="732527"/>
                  </a:lnTo>
                  <a:lnTo>
                    <a:pt x="2391712" y="754656"/>
                  </a:lnTo>
                  <a:lnTo>
                    <a:pt x="2462057" y="775852"/>
                  </a:lnTo>
                  <a:lnTo>
                    <a:pt x="2532401" y="796153"/>
                  </a:lnTo>
                  <a:lnTo>
                    <a:pt x="2602746" y="815599"/>
                  </a:lnTo>
                  <a:lnTo>
                    <a:pt x="2673090" y="834224"/>
                  </a:lnTo>
                  <a:lnTo>
                    <a:pt x="2743435" y="852064"/>
                  </a:lnTo>
                  <a:lnTo>
                    <a:pt x="2813779" y="869151"/>
                  </a:lnTo>
                  <a:lnTo>
                    <a:pt x="2884124" y="885518"/>
                  </a:lnTo>
                  <a:lnTo>
                    <a:pt x="2954468" y="901195"/>
                  </a:lnTo>
                  <a:lnTo>
                    <a:pt x="3024813" y="916210"/>
                  </a:lnTo>
                  <a:lnTo>
                    <a:pt x="3095157" y="930592"/>
                  </a:lnTo>
                  <a:lnTo>
                    <a:pt x="3165502" y="944367"/>
                  </a:lnTo>
                  <a:lnTo>
                    <a:pt x="3235846" y="957561"/>
                  </a:lnTo>
                  <a:lnTo>
                    <a:pt x="3306191" y="959372"/>
                  </a:lnTo>
                  <a:lnTo>
                    <a:pt x="3376535" y="960905"/>
                  </a:lnTo>
                  <a:lnTo>
                    <a:pt x="3446880" y="962431"/>
                  </a:lnTo>
                  <a:lnTo>
                    <a:pt x="3517224" y="963948"/>
                  </a:lnTo>
                  <a:lnTo>
                    <a:pt x="3587569" y="965458"/>
                  </a:lnTo>
                  <a:lnTo>
                    <a:pt x="3657913" y="966960"/>
                  </a:lnTo>
                  <a:lnTo>
                    <a:pt x="3728257" y="968454"/>
                  </a:lnTo>
                  <a:lnTo>
                    <a:pt x="3798602" y="969940"/>
                  </a:lnTo>
                  <a:lnTo>
                    <a:pt x="3868946" y="971419"/>
                  </a:lnTo>
                  <a:lnTo>
                    <a:pt x="3939291" y="972890"/>
                  </a:lnTo>
                  <a:lnTo>
                    <a:pt x="4009635" y="974354"/>
                  </a:lnTo>
                  <a:lnTo>
                    <a:pt x="4079980" y="975810"/>
                  </a:lnTo>
                  <a:lnTo>
                    <a:pt x="4150324" y="977258"/>
                  </a:lnTo>
                  <a:lnTo>
                    <a:pt x="4220669" y="978699"/>
                  </a:lnTo>
                  <a:lnTo>
                    <a:pt x="4291013" y="980133"/>
                  </a:lnTo>
                  <a:lnTo>
                    <a:pt x="4361358" y="981559"/>
                  </a:lnTo>
                  <a:lnTo>
                    <a:pt x="4431702" y="982978"/>
                  </a:lnTo>
                  <a:lnTo>
                    <a:pt x="4502047" y="984390"/>
                  </a:lnTo>
                  <a:lnTo>
                    <a:pt x="4572391" y="985794"/>
                  </a:lnTo>
                  <a:lnTo>
                    <a:pt x="4642736" y="987192"/>
                  </a:lnTo>
                  <a:lnTo>
                    <a:pt x="4713080" y="988582"/>
                  </a:lnTo>
                  <a:lnTo>
                    <a:pt x="4783425" y="989964"/>
                  </a:lnTo>
                  <a:lnTo>
                    <a:pt x="4853769" y="991340"/>
                  </a:lnTo>
                  <a:lnTo>
                    <a:pt x="4924114" y="992709"/>
                  </a:lnTo>
                  <a:lnTo>
                    <a:pt x="4994458" y="994070"/>
                  </a:lnTo>
                  <a:lnTo>
                    <a:pt x="5064803" y="995425"/>
                  </a:lnTo>
                  <a:lnTo>
                    <a:pt x="5135147" y="996772"/>
                  </a:lnTo>
                  <a:lnTo>
                    <a:pt x="5205492" y="998113"/>
                  </a:lnTo>
                  <a:lnTo>
                    <a:pt x="5275836" y="999447"/>
                  </a:lnTo>
                  <a:lnTo>
                    <a:pt x="5346181" y="1000774"/>
                  </a:lnTo>
                  <a:lnTo>
                    <a:pt x="5416525" y="1002094"/>
                  </a:lnTo>
                  <a:lnTo>
                    <a:pt x="5486870" y="1003407"/>
                  </a:lnTo>
                  <a:lnTo>
                    <a:pt x="5557214" y="1004713"/>
                  </a:lnTo>
                  <a:lnTo>
                    <a:pt x="5627559" y="1006013"/>
                  </a:lnTo>
                  <a:lnTo>
                    <a:pt x="5697903" y="1007306"/>
                  </a:lnTo>
                  <a:lnTo>
                    <a:pt x="5768248" y="1008593"/>
                  </a:lnTo>
                  <a:lnTo>
                    <a:pt x="5838592" y="1009872"/>
                  </a:lnTo>
                  <a:lnTo>
                    <a:pt x="5908937" y="1011146"/>
                  </a:lnTo>
                  <a:lnTo>
                    <a:pt x="5979281" y="1012412"/>
                  </a:lnTo>
                  <a:lnTo>
                    <a:pt x="6049626" y="1013672"/>
                  </a:lnTo>
                  <a:lnTo>
                    <a:pt x="6119970" y="1014926"/>
                  </a:lnTo>
                  <a:lnTo>
                    <a:pt x="6190315" y="1016173"/>
                  </a:lnTo>
                  <a:lnTo>
                    <a:pt x="6260659" y="1017414"/>
                  </a:lnTo>
                  <a:lnTo>
                    <a:pt x="6331004" y="1018648"/>
                  </a:lnTo>
                  <a:lnTo>
                    <a:pt x="6401348" y="1019876"/>
                  </a:lnTo>
                  <a:lnTo>
                    <a:pt x="6471693" y="1021098"/>
                  </a:lnTo>
                  <a:lnTo>
                    <a:pt x="6542037" y="1022314"/>
                  </a:lnTo>
                  <a:lnTo>
                    <a:pt x="6612382" y="1023523"/>
                  </a:lnTo>
                  <a:lnTo>
                    <a:pt x="6682726" y="1024726"/>
                  </a:lnTo>
                  <a:lnTo>
                    <a:pt x="6753071" y="1025922"/>
                  </a:lnTo>
                  <a:lnTo>
                    <a:pt x="6823415" y="1027113"/>
                  </a:lnTo>
                  <a:lnTo>
                    <a:pt x="6893760" y="1028297"/>
                  </a:lnTo>
                  <a:lnTo>
                    <a:pt x="6964104" y="1029476"/>
                  </a:lnTo>
                  <a:lnTo>
                    <a:pt x="6964104" y="1226672"/>
                  </a:lnTo>
                  <a:lnTo>
                    <a:pt x="6893760" y="1225328"/>
                  </a:lnTo>
                  <a:lnTo>
                    <a:pt x="6823415" y="1223924"/>
                  </a:lnTo>
                  <a:lnTo>
                    <a:pt x="6753071" y="1222459"/>
                  </a:lnTo>
                  <a:lnTo>
                    <a:pt x="6682726" y="1220929"/>
                  </a:lnTo>
                  <a:lnTo>
                    <a:pt x="6612382" y="1219331"/>
                  </a:lnTo>
                  <a:lnTo>
                    <a:pt x="6542037" y="1217664"/>
                  </a:lnTo>
                  <a:lnTo>
                    <a:pt x="6471693" y="1215923"/>
                  </a:lnTo>
                  <a:lnTo>
                    <a:pt x="6401348" y="1214105"/>
                  </a:lnTo>
                  <a:lnTo>
                    <a:pt x="6331004" y="1212208"/>
                  </a:lnTo>
                  <a:lnTo>
                    <a:pt x="6260659" y="1210226"/>
                  </a:lnTo>
                  <a:lnTo>
                    <a:pt x="6190315" y="1208158"/>
                  </a:lnTo>
                  <a:lnTo>
                    <a:pt x="6119970" y="1205998"/>
                  </a:lnTo>
                  <a:lnTo>
                    <a:pt x="6049626" y="1203743"/>
                  </a:lnTo>
                  <a:lnTo>
                    <a:pt x="5979281" y="1201389"/>
                  </a:lnTo>
                  <a:lnTo>
                    <a:pt x="5908937" y="1198932"/>
                  </a:lnTo>
                  <a:lnTo>
                    <a:pt x="5838592" y="1196366"/>
                  </a:lnTo>
                  <a:lnTo>
                    <a:pt x="5768248" y="1193687"/>
                  </a:lnTo>
                  <a:lnTo>
                    <a:pt x="5697903" y="1190890"/>
                  </a:lnTo>
                  <a:lnTo>
                    <a:pt x="5627559" y="1187970"/>
                  </a:lnTo>
                  <a:lnTo>
                    <a:pt x="5557214" y="1184922"/>
                  </a:lnTo>
                  <a:lnTo>
                    <a:pt x="5486870" y="1181739"/>
                  </a:lnTo>
                  <a:lnTo>
                    <a:pt x="5416525" y="1178416"/>
                  </a:lnTo>
                  <a:lnTo>
                    <a:pt x="5346181" y="1174947"/>
                  </a:lnTo>
                  <a:lnTo>
                    <a:pt x="5275836" y="1171325"/>
                  </a:lnTo>
                  <a:lnTo>
                    <a:pt x="5205492" y="1167543"/>
                  </a:lnTo>
                  <a:lnTo>
                    <a:pt x="5135147" y="1163595"/>
                  </a:lnTo>
                  <a:lnTo>
                    <a:pt x="5064803" y="1159473"/>
                  </a:lnTo>
                  <a:lnTo>
                    <a:pt x="4994458" y="1155170"/>
                  </a:lnTo>
                  <a:lnTo>
                    <a:pt x="4924114" y="1150677"/>
                  </a:lnTo>
                  <a:lnTo>
                    <a:pt x="4853769" y="1145987"/>
                  </a:lnTo>
                  <a:lnTo>
                    <a:pt x="4783425" y="1141089"/>
                  </a:lnTo>
                  <a:lnTo>
                    <a:pt x="4713080" y="1135976"/>
                  </a:lnTo>
                  <a:lnTo>
                    <a:pt x="4642736" y="1130638"/>
                  </a:lnTo>
                  <a:lnTo>
                    <a:pt x="4572391" y="1125065"/>
                  </a:lnTo>
                  <a:lnTo>
                    <a:pt x="4502047" y="1119247"/>
                  </a:lnTo>
                  <a:lnTo>
                    <a:pt x="4431702" y="1113172"/>
                  </a:lnTo>
                  <a:lnTo>
                    <a:pt x="4361358" y="1106830"/>
                  </a:lnTo>
                  <a:lnTo>
                    <a:pt x="4291013" y="1100208"/>
                  </a:lnTo>
                  <a:lnTo>
                    <a:pt x="4220669" y="1093295"/>
                  </a:lnTo>
                  <a:lnTo>
                    <a:pt x="4150324" y="1086078"/>
                  </a:lnTo>
                  <a:lnTo>
                    <a:pt x="4079980" y="1078543"/>
                  </a:lnTo>
                  <a:lnTo>
                    <a:pt x="4009635" y="1070676"/>
                  </a:lnTo>
                  <a:lnTo>
                    <a:pt x="3939291" y="1062462"/>
                  </a:lnTo>
                  <a:lnTo>
                    <a:pt x="3868946" y="1053887"/>
                  </a:lnTo>
                  <a:lnTo>
                    <a:pt x="3798602" y="1044934"/>
                  </a:lnTo>
                  <a:lnTo>
                    <a:pt x="3728257" y="1035587"/>
                  </a:lnTo>
                  <a:lnTo>
                    <a:pt x="3657913" y="1025829"/>
                  </a:lnTo>
                  <a:lnTo>
                    <a:pt x="3587569" y="1015641"/>
                  </a:lnTo>
                  <a:lnTo>
                    <a:pt x="3517224" y="1005004"/>
                  </a:lnTo>
                  <a:lnTo>
                    <a:pt x="3446880" y="993898"/>
                  </a:lnTo>
                  <a:lnTo>
                    <a:pt x="3376535" y="982304"/>
                  </a:lnTo>
                  <a:lnTo>
                    <a:pt x="3306191" y="970199"/>
                  </a:lnTo>
                  <a:lnTo>
                    <a:pt x="3235846" y="957831"/>
                  </a:lnTo>
                  <a:lnTo>
                    <a:pt x="3165502" y="956282"/>
                  </a:lnTo>
                  <a:lnTo>
                    <a:pt x="3095157" y="954725"/>
                  </a:lnTo>
                  <a:lnTo>
                    <a:pt x="3024813" y="953160"/>
                  </a:lnTo>
                  <a:lnTo>
                    <a:pt x="2954468" y="951587"/>
                  </a:lnTo>
                  <a:lnTo>
                    <a:pt x="2884124" y="950005"/>
                  </a:lnTo>
                  <a:lnTo>
                    <a:pt x="2813779" y="948416"/>
                  </a:lnTo>
                  <a:lnTo>
                    <a:pt x="2743435" y="946818"/>
                  </a:lnTo>
                  <a:lnTo>
                    <a:pt x="2673090" y="945212"/>
                  </a:lnTo>
                  <a:lnTo>
                    <a:pt x="2602746" y="943597"/>
                  </a:lnTo>
                  <a:lnTo>
                    <a:pt x="2532401" y="941975"/>
                  </a:lnTo>
                  <a:lnTo>
                    <a:pt x="2462057" y="940344"/>
                  </a:lnTo>
                  <a:lnTo>
                    <a:pt x="2391712" y="938704"/>
                  </a:lnTo>
                  <a:lnTo>
                    <a:pt x="2321368" y="937056"/>
                  </a:lnTo>
                  <a:lnTo>
                    <a:pt x="2251023" y="935399"/>
                  </a:lnTo>
                  <a:lnTo>
                    <a:pt x="2180679" y="933734"/>
                  </a:lnTo>
                  <a:lnTo>
                    <a:pt x="2110334" y="932060"/>
                  </a:lnTo>
                  <a:lnTo>
                    <a:pt x="2039990" y="930378"/>
                  </a:lnTo>
                  <a:lnTo>
                    <a:pt x="1969645" y="928687"/>
                  </a:lnTo>
                  <a:lnTo>
                    <a:pt x="1899301" y="926987"/>
                  </a:lnTo>
                  <a:lnTo>
                    <a:pt x="1828956" y="925278"/>
                  </a:lnTo>
                  <a:lnTo>
                    <a:pt x="1758612" y="923561"/>
                  </a:lnTo>
                  <a:lnTo>
                    <a:pt x="1688267" y="921834"/>
                  </a:lnTo>
                  <a:lnTo>
                    <a:pt x="1617923" y="920099"/>
                  </a:lnTo>
                  <a:lnTo>
                    <a:pt x="1547578" y="918355"/>
                  </a:lnTo>
                  <a:lnTo>
                    <a:pt x="1477234" y="916601"/>
                  </a:lnTo>
                  <a:lnTo>
                    <a:pt x="1406889" y="914839"/>
                  </a:lnTo>
                  <a:lnTo>
                    <a:pt x="1336545" y="913067"/>
                  </a:lnTo>
                  <a:lnTo>
                    <a:pt x="1266200" y="911287"/>
                  </a:lnTo>
                  <a:lnTo>
                    <a:pt x="1195856" y="909497"/>
                  </a:lnTo>
                  <a:lnTo>
                    <a:pt x="1125511" y="907698"/>
                  </a:lnTo>
                  <a:lnTo>
                    <a:pt x="1055167" y="905889"/>
                  </a:lnTo>
                  <a:lnTo>
                    <a:pt x="984822" y="904071"/>
                  </a:lnTo>
                  <a:lnTo>
                    <a:pt x="914478" y="902244"/>
                  </a:lnTo>
                  <a:lnTo>
                    <a:pt x="844133" y="900407"/>
                  </a:lnTo>
                  <a:lnTo>
                    <a:pt x="773789" y="898561"/>
                  </a:lnTo>
                  <a:lnTo>
                    <a:pt x="703444" y="896705"/>
                  </a:lnTo>
                  <a:lnTo>
                    <a:pt x="633100" y="894840"/>
                  </a:lnTo>
                  <a:lnTo>
                    <a:pt x="562755" y="892965"/>
                  </a:lnTo>
                  <a:lnTo>
                    <a:pt x="492411" y="891080"/>
                  </a:lnTo>
                  <a:lnTo>
                    <a:pt x="422066" y="889186"/>
                  </a:lnTo>
                  <a:lnTo>
                    <a:pt x="351722" y="887281"/>
                  </a:lnTo>
                  <a:lnTo>
                    <a:pt x="281377" y="885367"/>
                  </a:lnTo>
                  <a:lnTo>
                    <a:pt x="211033" y="883443"/>
                  </a:lnTo>
                  <a:lnTo>
                    <a:pt x="140688" y="881509"/>
                  </a:lnTo>
                  <a:lnTo>
                    <a:pt x="70344" y="879565"/>
                  </a:lnTo>
                  <a:lnTo>
                    <a:pt x="0" y="8776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130464" y="4336484"/>
              <a:ext cx="6068952" cy="1029476"/>
            </a:xfrm>
            <a:custGeom>
              <a:avLst/>
              <a:pathLst>
                <a:path w="6068952" h="1029476">
                  <a:moveTo>
                    <a:pt x="0" y="0"/>
                  </a:moveTo>
                  <a:lnTo>
                    <a:pt x="19326" y="15027"/>
                  </a:lnTo>
                  <a:lnTo>
                    <a:pt x="89670" y="67418"/>
                  </a:lnTo>
                  <a:lnTo>
                    <a:pt x="160015" y="117599"/>
                  </a:lnTo>
                  <a:lnTo>
                    <a:pt x="230359" y="165664"/>
                  </a:lnTo>
                  <a:lnTo>
                    <a:pt x="300704" y="211701"/>
                  </a:lnTo>
                  <a:lnTo>
                    <a:pt x="371048" y="255797"/>
                  </a:lnTo>
                  <a:lnTo>
                    <a:pt x="441393" y="298033"/>
                  </a:lnTo>
                  <a:lnTo>
                    <a:pt x="511737" y="338488"/>
                  </a:lnTo>
                  <a:lnTo>
                    <a:pt x="582082" y="377236"/>
                  </a:lnTo>
                  <a:lnTo>
                    <a:pt x="652426" y="414350"/>
                  </a:lnTo>
                  <a:lnTo>
                    <a:pt x="722771" y="449899"/>
                  </a:lnTo>
                  <a:lnTo>
                    <a:pt x="793115" y="483948"/>
                  </a:lnTo>
                  <a:lnTo>
                    <a:pt x="863460" y="516562"/>
                  </a:lnTo>
                  <a:lnTo>
                    <a:pt x="933804" y="547799"/>
                  </a:lnTo>
                  <a:lnTo>
                    <a:pt x="1004149" y="577720"/>
                  </a:lnTo>
                  <a:lnTo>
                    <a:pt x="1074493" y="606378"/>
                  </a:lnTo>
                  <a:lnTo>
                    <a:pt x="1144838" y="633828"/>
                  </a:lnTo>
                  <a:lnTo>
                    <a:pt x="1215182" y="660119"/>
                  </a:lnTo>
                  <a:lnTo>
                    <a:pt x="1285527" y="685302"/>
                  </a:lnTo>
                  <a:lnTo>
                    <a:pt x="1355871" y="709423"/>
                  </a:lnTo>
                  <a:lnTo>
                    <a:pt x="1426216" y="732527"/>
                  </a:lnTo>
                  <a:lnTo>
                    <a:pt x="1496560" y="754656"/>
                  </a:lnTo>
                  <a:lnTo>
                    <a:pt x="1566905" y="775852"/>
                  </a:lnTo>
                  <a:lnTo>
                    <a:pt x="1637249" y="796153"/>
                  </a:lnTo>
                  <a:lnTo>
                    <a:pt x="1707594" y="815599"/>
                  </a:lnTo>
                  <a:lnTo>
                    <a:pt x="1777938" y="834224"/>
                  </a:lnTo>
                  <a:lnTo>
                    <a:pt x="1848283" y="852064"/>
                  </a:lnTo>
                  <a:lnTo>
                    <a:pt x="1918627" y="869151"/>
                  </a:lnTo>
                  <a:lnTo>
                    <a:pt x="1988972" y="885518"/>
                  </a:lnTo>
                  <a:lnTo>
                    <a:pt x="2059316" y="901195"/>
                  </a:lnTo>
                  <a:lnTo>
                    <a:pt x="2129661" y="916210"/>
                  </a:lnTo>
                  <a:lnTo>
                    <a:pt x="2200005" y="930592"/>
                  </a:lnTo>
                  <a:lnTo>
                    <a:pt x="2270350" y="944367"/>
                  </a:lnTo>
                  <a:lnTo>
                    <a:pt x="2340694" y="957561"/>
                  </a:lnTo>
                  <a:lnTo>
                    <a:pt x="2411038" y="959372"/>
                  </a:lnTo>
                  <a:lnTo>
                    <a:pt x="2481383" y="960905"/>
                  </a:lnTo>
                  <a:lnTo>
                    <a:pt x="2551727" y="962431"/>
                  </a:lnTo>
                  <a:lnTo>
                    <a:pt x="2622072" y="963948"/>
                  </a:lnTo>
                  <a:lnTo>
                    <a:pt x="2692416" y="965458"/>
                  </a:lnTo>
                  <a:lnTo>
                    <a:pt x="2762761" y="966960"/>
                  </a:lnTo>
                  <a:lnTo>
                    <a:pt x="2833105" y="968454"/>
                  </a:lnTo>
                  <a:lnTo>
                    <a:pt x="2903450" y="969940"/>
                  </a:lnTo>
                  <a:lnTo>
                    <a:pt x="2973794" y="971419"/>
                  </a:lnTo>
                  <a:lnTo>
                    <a:pt x="3044139" y="972890"/>
                  </a:lnTo>
                  <a:lnTo>
                    <a:pt x="3114483" y="974354"/>
                  </a:lnTo>
                  <a:lnTo>
                    <a:pt x="3184828" y="975810"/>
                  </a:lnTo>
                  <a:lnTo>
                    <a:pt x="3255172" y="977258"/>
                  </a:lnTo>
                  <a:lnTo>
                    <a:pt x="3325517" y="978699"/>
                  </a:lnTo>
                  <a:lnTo>
                    <a:pt x="3395861" y="980133"/>
                  </a:lnTo>
                  <a:lnTo>
                    <a:pt x="3466206" y="981559"/>
                  </a:lnTo>
                  <a:lnTo>
                    <a:pt x="3536550" y="982978"/>
                  </a:lnTo>
                  <a:lnTo>
                    <a:pt x="3606895" y="984390"/>
                  </a:lnTo>
                  <a:lnTo>
                    <a:pt x="3677239" y="985794"/>
                  </a:lnTo>
                  <a:lnTo>
                    <a:pt x="3747584" y="987192"/>
                  </a:lnTo>
                  <a:lnTo>
                    <a:pt x="3817928" y="988582"/>
                  </a:lnTo>
                  <a:lnTo>
                    <a:pt x="3888273" y="989964"/>
                  </a:lnTo>
                  <a:lnTo>
                    <a:pt x="3958617" y="991340"/>
                  </a:lnTo>
                  <a:lnTo>
                    <a:pt x="4028962" y="992709"/>
                  </a:lnTo>
                  <a:lnTo>
                    <a:pt x="4099306" y="994070"/>
                  </a:lnTo>
                  <a:lnTo>
                    <a:pt x="4169651" y="995425"/>
                  </a:lnTo>
                  <a:lnTo>
                    <a:pt x="4239995" y="996772"/>
                  </a:lnTo>
                  <a:lnTo>
                    <a:pt x="4310340" y="998113"/>
                  </a:lnTo>
                  <a:lnTo>
                    <a:pt x="4380684" y="999447"/>
                  </a:lnTo>
                  <a:lnTo>
                    <a:pt x="4451029" y="1000774"/>
                  </a:lnTo>
                  <a:lnTo>
                    <a:pt x="4521373" y="1002094"/>
                  </a:lnTo>
                  <a:lnTo>
                    <a:pt x="4591718" y="1003407"/>
                  </a:lnTo>
                  <a:lnTo>
                    <a:pt x="4662062" y="1004713"/>
                  </a:lnTo>
                  <a:lnTo>
                    <a:pt x="4732407" y="1006013"/>
                  </a:lnTo>
                  <a:lnTo>
                    <a:pt x="4802751" y="1007306"/>
                  </a:lnTo>
                  <a:lnTo>
                    <a:pt x="4873096" y="1008593"/>
                  </a:lnTo>
                  <a:lnTo>
                    <a:pt x="4943440" y="1009872"/>
                  </a:lnTo>
                  <a:lnTo>
                    <a:pt x="5013785" y="1011146"/>
                  </a:lnTo>
                  <a:lnTo>
                    <a:pt x="5084129" y="1012412"/>
                  </a:lnTo>
                  <a:lnTo>
                    <a:pt x="5154474" y="1013672"/>
                  </a:lnTo>
                  <a:lnTo>
                    <a:pt x="5224818" y="1014926"/>
                  </a:lnTo>
                  <a:lnTo>
                    <a:pt x="5295163" y="1016173"/>
                  </a:lnTo>
                  <a:lnTo>
                    <a:pt x="5365507" y="1017414"/>
                  </a:lnTo>
                  <a:lnTo>
                    <a:pt x="5435852" y="1018648"/>
                  </a:lnTo>
                  <a:lnTo>
                    <a:pt x="5506196" y="1019876"/>
                  </a:lnTo>
                  <a:lnTo>
                    <a:pt x="5576541" y="1021098"/>
                  </a:lnTo>
                  <a:lnTo>
                    <a:pt x="5646885" y="1022314"/>
                  </a:lnTo>
                  <a:lnTo>
                    <a:pt x="5717230" y="1023523"/>
                  </a:lnTo>
                  <a:lnTo>
                    <a:pt x="5787574" y="1024726"/>
                  </a:lnTo>
                  <a:lnTo>
                    <a:pt x="5857919" y="1025922"/>
                  </a:lnTo>
                  <a:lnTo>
                    <a:pt x="5928263" y="1027113"/>
                  </a:lnTo>
                  <a:lnTo>
                    <a:pt x="5998608" y="1028297"/>
                  </a:lnTo>
                  <a:lnTo>
                    <a:pt x="6068952" y="10294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5214096"/>
              <a:ext cx="6964104" cy="349060"/>
            </a:xfrm>
            <a:custGeom>
              <a:avLst/>
              <a:pathLst>
                <a:path w="6964104" h="349060">
                  <a:moveTo>
                    <a:pt x="6964104" y="349060"/>
                  </a:moveTo>
                  <a:lnTo>
                    <a:pt x="6893760" y="347716"/>
                  </a:lnTo>
                  <a:lnTo>
                    <a:pt x="6823415" y="346312"/>
                  </a:lnTo>
                  <a:lnTo>
                    <a:pt x="6753071" y="344847"/>
                  </a:lnTo>
                  <a:lnTo>
                    <a:pt x="6682726" y="343317"/>
                  </a:lnTo>
                  <a:lnTo>
                    <a:pt x="6612382" y="341720"/>
                  </a:lnTo>
                  <a:lnTo>
                    <a:pt x="6542037" y="340052"/>
                  </a:lnTo>
                  <a:lnTo>
                    <a:pt x="6471693" y="338311"/>
                  </a:lnTo>
                  <a:lnTo>
                    <a:pt x="6401348" y="336494"/>
                  </a:lnTo>
                  <a:lnTo>
                    <a:pt x="6331004" y="334596"/>
                  </a:lnTo>
                  <a:lnTo>
                    <a:pt x="6260659" y="332615"/>
                  </a:lnTo>
                  <a:lnTo>
                    <a:pt x="6190315" y="330546"/>
                  </a:lnTo>
                  <a:lnTo>
                    <a:pt x="6119970" y="328386"/>
                  </a:lnTo>
                  <a:lnTo>
                    <a:pt x="6049626" y="326132"/>
                  </a:lnTo>
                  <a:lnTo>
                    <a:pt x="5979281" y="323778"/>
                  </a:lnTo>
                  <a:lnTo>
                    <a:pt x="5908937" y="321320"/>
                  </a:lnTo>
                  <a:lnTo>
                    <a:pt x="5838592" y="318754"/>
                  </a:lnTo>
                  <a:lnTo>
                    <a:pt x="5768248" y="316075"/>
                  </a:lnTo>
                  <a:lnTo>
                    <a:pt x="5697903" y="313279"/>
                  </a:lnTo>
                  <a:lnTo>
                    <a:pt x="5627559" y="310359"/>
                  </a:lnTo>
                  <a:lnTo>
                    <a:pt x="5557214" y="307310"/>
                  </a:lnTo>
                  <a:lnTo>
                    <a:pt x="5486870" y="304127"/>
                  </a:lnTo>
                  <a:lnTo>
                    <a:pt x="5416525" y="300804"/>
                  </a:lnTo>
                  <a:lnTo>
                    <a:pt x="5346181" y="297335"/>
                  </a:lnTo>
                  <a:lnTo>
                    <a:pt x="5275836" y="293713"/>
                  </a:lnTo>
                  <a:lnTo>
                    <a:pt x="5205492" y="289932"/>
                  </a:lnTo>
                  <a:lnTo>
                    <a:pt x="5135147" y="285984"/>
                  </a:lnTo>
                  <a:lnTo>
                    <a:pt x="5064803" y="281862"/>
                  </a:lnTo>
                  <a:lnTo>
                    <a:pt x="4994458" y="277558"/>
                  </a:lnTo>
                  <a:lnTo>
                    <a:pt x="4924114" y="273066"/>
                  </a:lnTo>
                  <a:lnTo>
                    <a:pt x="4853769" y="268375"/>
                  </a:lnTo>
                  <a:lnTo>
                    <a:pt x="4783425" y="263478"/>
                  </a:lnTo>
                  <a:lnTo>
                    <a:pt x="4713080" y="258365"/>
                  </a:lnTo>
                  <a:lnTo>
                    <a:pt x="4642736" y="253027"/>
                  </a:lnTo>
                  <a:lnTo>
                    <a:pt x="4572391" y="247454"/>
                  </a:lnTo>
                  <a:lnTo>
                    <a:pt x="4502047" y="241635"/>
                  </a:lnTo>
                  <a:lnTo>
                    <a:pt x="4431702" y="235560"/>
                  </a:lnTo>
                  <a:lnTo>
                    <a:pt x="4361358" y="229218"/>
                  </a:lnTo>
                  <a:lnTo>
                    <a:pt x="4291013" y="222597"/>
                  </a:lnTo>
                  <a:lnTo>
                    <a:pt x="4220669" y="215684"/>
                  </a:lnTo>
                  <a:lnTo>
                    <a:pt x="4150324" y="208466"/>
                  </a:lnTo>
                  <a:lnTo>
                    <a:pt x="4079980" y="200931"/>
                  </a:lnTo>
                  <a:lnTo>
                    <a:pt x="4009635" y="193064"/>
                  </a:lnTo>
                  <a:lnTo>
                    <a:pt x="3939291" y="184851"/>
                  </a:lnTo>
                  <a:lnTo>
                    <a:pt x="3868946" y="176275"/>
                  </a:lnTo>
                  <a:lnTo>
                    <a:pt x="3798602" y="167323"/>
                  </a:lnTo>
                  <a:lnTo>
                    <a:pt x="3728257" y="157976"/>
                  </a:lnTo>
                  <a:lnTo>
                    <a:pt x="3657913" y="148217"/>
                  </a:lnTo>
                  <a:lnTo>
                    <a:pt x="3587569" y="138029"/>
                  </a:lnTo>
                  <a:lnTo>
                    <a:pt x="3517224" y="127392"/>
                  </a:lnTo>
                  <a:lnTo>
                    <a:pt x="3446880" y="116287"/>
                  </a:lnTo>
                  <a:lnTo>
                    <a:pt x="3376535" y="104692"/>
                  </a:lnTo>
                  <a:lnTo>
                    <a:pt x="3306191" y="92588"/>
                  </a:lnTo>
                  <a:lnTo>
                    <a:pt x="3235846" y="80220"/>
                  </a:lnTo>
                  <a:lnTo>
                    <a:pt x="3165502" y="78670"/>
                  </a:lnTo>
                  <a:lnTo>
                    <a:pt x="3095157" y="77113"/>
                  </a:lnTo>
                  <a:lnTo>
                    <a:pt x="3024813" y="75548"/>
                  </a:lnTo>
                  <a:lnTo>
                    <a:pt x="2954468" y="73975"/>
                  </a:lnTo>
                  <a:lnTo>
                    <a:pt x="2884124" y="72394"/>
                  </a:lnTo>
                  <a:lnTo>
                    <a:pt x="2813779" y="70804"/>
                  </a:lnTo>
                  <a:lnTo>
                    <a:pt x="2743435" y="69206"/>
                  </a:lnTo>
                  <a:lnTo>
                    <a:pt x="2673090" y="67600"/>
                  </a:lnTo>
                  <a:lnTo>
                    <a:pt x="2602746" y="65986"/>
                  </a:lnTo>
                  <a:lnTo>
                    <a:pt x="2532401" y="64363"/>
                  </a:lnTo>
                  <a:lnTo>
                    <a:pt x="2462057" y="62732"/>
                  </a:lnTo>
                  <a:lnTo>
                    <a:pt x="2391712" y="61092"/>
                  </a:lnTo>
                  <a:lnTo>
                    <a:pt x="2321368" y="59444"/>
                  </a:lnTo>
                  <a:lnTo>
                    <a:pt x="2251023" y="57788"/>
                  </a:lnTo>
                  <a:lnTo>
                    <a:pt x="2180679" y="56123"/>
                  </a:lnTo>
                  <a:lnTo>
                    <a:pt x="2110334" y="54449"/>
                  </a:lnTo>
                  <a:lnTo>
                    <a:pt x="2039990" y="52766"/>
                  </a:lnTo>
                  <a:lnTo>
                    <a:pt x="1969645" y="51075"/>
                  </a:lnTo>
                  <a:lnTo>
                    <a:pt x="1899301" y="49375"/>
                  </a:lnTo>
                  <a:lnTo>
                    <a:pt x="1828956" y="47667"/>
                  </a:lnTo>
                  <a:lnTo>
                    <a:pt x="1758612" y="45949"/>
                  </a:lnTo>
                  <a:lnTo>
                    <a:pt x="1688267" y="44223"/>
                  </a:lnTo>
                  <a:lnTo>
                    <a:pt x="1617923" y="42487"/>
                  </a:lnTo>
                  <a:lnTo>
                    <a:pt x="1547578" y="40743"/>
                  </a:lnTo>
                  <a:lnTo>
                    <a:pt x="1477234" y="38990"/>
                  </a:lnTo>
                  <a:lnTo>
                    <a:pt x="1406889" y="37227"/>
                  </a:lnTo>
                  <a:lnTo>
                    <a:pt x="1336545" y="35456"/>
                  </a:lnTo>
                  <a:lnTo>
                    <a:pt x="1266200" y="33675"/>
                  </a:lnTo>
                  <a:lnTo>
                    <a:pt x="1195856" y="31885"/>
                  </a:lnTo>
                  <a:lnTo>
                    <a:pt x="1125511" y="30086"/>
                  </a:lnTo>
                  <a:lnTo>
                    <a:pt x="1055167" y="28277"/>
                  </a:lnTo>
                  <a:lnTo>
                    <a:pt x="984822" y="26460"/>
                  </a:lnTo>
                  <a:lnTo>
                    <a:pt x="914478" y="24632"/>
                  </a:lnTo>
                  <a:lnTo>
                    <a:pt x="844133" y="22796"/>
                  </a:lnTo>
                  <a:lnTo>
                    <a:pt x="773789" y="20949"/>
                  </a:lnTo>
                  <a:lnTo>
                    <a:pt x="703444" y="19094"/>
                  </a:lnTo>
                  <a:lnTo>
                    <a:pt x="633100" y="17228"/>
                  </a:lnTo>
                  <a:lnTo>
                    <a:pt x="562755" y="15353"/>
                  </a:lnTo>
                  <a:lnTo>
                    <a:pt x="492411" y="13469"/>
                  </a:lnTo>
                  <a:lnTo>
                    <a:pt x="422066" y="11574"/>
                  </a:lnTo>
                  <a:lnTo>
                    <a:pt x="351722" y="9670"/>
                  </a:lnTo>
                  <a:lnTo>
                    <a:pt x="281377" y="7756"/>
                  </a:lnTo>
                  <a:lnTo>
                    <a:pt x="211033" y="5832"/>
                  </a:lnTo>
                  <a:lnTo>
                    <a:pt x="140688" y="3898"/>
                  </a:lnTo>
                  <a:lnTo>
                    <a:pt x="70344" y="19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235312" y="4685042"/>
              <a:ext cx="6964104" cy="825263"/>
            </a:xfrm>
            <a:custGeom>
              <a:avLst/>
              <a:pathLst>
                <a:path w="6964104" h="825263">
                  <a:moveTo>
                    <a:pt x="0" y="0"/>
                  </a:moveTo>
                  <a:lnTo>
                    <a:pt x="70344" y="21660"/>
                  </a:lnTo>
                  <a:lnTo>
                    <a:pt x="140688" y="42803"/>
                  </a:lnTo>
                  <a:lnTo>
                    <a:pt x="211033" y="63443"/>
                  </a:lnTo>
                  <a:lnTo>
                    <a:pt x="281377" y="83591"/>
                  </a:lnTo>
                  <a:lnTo>
                    <a:pt x="351722" y="103258"/>
                  </a:lnTo>
                  <a:lnTo>
                    <a:pt x="422066" y="122457"/>
                  </a:lnTo>
                  <a:lnTo>
                    <a:pt x="492411" y="141198"/>
                  </a:lnTo>
                  <a:lnTo>
                    <a:pt x="562755" y="159492"/>
                  </a:lnTo>
                  <a:lnTo>
                    <a:pt x="633100" y="177350"/>
                  </a:lnTo>
                  <a:lnTo>
                    <a:pt x="703444" y="194783"/>
                  </a:lnTo>
                  <a:lnTo>
                    <a:pt x="773789" y="211800"/>
                  </a:lnTo>
                  <a:lnTo>
                    <a:pt x="844133" y="228411"/>
                  </a:lnTo>
                  <a:lnTo>
                    <a:pt x="914478" y="244626"/>
                  </a:lnTo>
                  <a:lnTo>
                    <a:pt x="984822" y="260455"/>
                  </a:lnTo>
                  <a:lnTo>
                    <a:pt x="1055167" y="275907"/>
                  </a:lnTo>
                  <a:lnTo>
                    <a:pt x="1125511" y="290990"/>
                  </a:lnTo>
                  <a:lnTo>
                    <a:pt x="1195856" y="305713"/>
                  </a:lnTo>
                  <a:lnTo>
                    <a:pt x="1266200" y="320086"/>
                  </a:lnTo>
                  <a:lnTo>
                    <a:pt x="1336545" y="334116"/>
                  </a:lnTo>
                  <a:lnTo>
                    <a:pt x="1406889" y="347811"/>
                  </a:lnTo>
                  <a:lnTo>
                    <a:pt x="1477234" y="361180"/>
                  </a:lnTo>
                  <a:lnTo>
                    <a:pt x="1547578" y="374231"/>
                  </a:lnTo>
                  <a:lnTo>
                    <a:pt x="1617923" y="386970"/>
                  </a:lnTo>
                  <a:lnTo>
                    <a:pt x="1688267" y="399405"/>
                  </a:lnTo>
                  <a:lnTo>
                    <a:pt x="1758612" y="411545"/>
                  </a:lnTo>
                  <a:lnTo>
                    <a:pt x="1828956" y="423394"/>
                  </a:lnTo>
                  <a:lnTo>
                    <a:pt x="1899301" y="434962"/>
                  </a:lnTo>
                  <a:lnTo>
                    <a:pt x="1969645" y="446253"/>
                  </a:lnTo>
                  <a:lnTo>
                    <a:pt x="2039990" y="457276"/>
                  </a:lnTo>
                  <a:lnTo>
                    <a:pt x="2110334" y="468035"/>
                  </a:lnTo>
                  <a:lnTo>
                    <a:pt x="2180679" y="478538"/>
                  </a:lnTo>
                  <a:lnTo>
                    <a:pt x="2251023" y="488791"/>
                  </a:lnTo>
                  <a:lnTo>
                    <a:pt x="2321368" y="498800"/>
                  </a:lnTo>
                  <a:lnTo>
                    <a:pt x="2391712" y="508569"/>
                  </a:lnTo>
                  <a:lnTo>
                    <a:pt x="2462057" y="518106"/>
                  </a:lnTo>
                  <a:lnTo>
                    <a:pt x="2532401" y="527416"/>
                  </a:lnTo>
                  <a:lnTo>
                    <a:pt x="2602746" y="536504"/>
                  </a:lnTo>
                  <a:lnTo>
                    <a:pt x="2673090" y="545375"/>
                  </a:lnTo>
                  <a:lnTo>
                    <a:pt x="2743435" y="554034"/>
                  </a:lnTo>
                  <a:lnTo>
                    <a:pt x="2813779" y="562487"/>
                  </a:lnTo>
                  <a:lnTo>
                    <a:pt x="2884124" y="570739"/>
                  </a:lnTo>
                  <a:lnTo>
                    <a:pt x="2954468" y="578794"/>
                  </a:lnTo>
                  <a:lnTo>
                    <a:pt x="3024813" y="586657"/>
                  </a:lnTo>
                  <a:lnTo>
                    <a:pt x="3095157" y="594332"/>
                  </a:lnTo>
                  <a:lnTo>
                    <a:pt x="3165502" y="601825"/>
                  </a:lnTo>
                  <a:lnTo>
                    <a:pt x="3235846" y="609139"/>
                  </a:lnTo>
                  <a:lnTo>
                    <a:pt x="3306191" y="616278"/>
                  </a:lnTo>
                  <a:lnTo>
                    <a:pt x="3376535" y="623248"/>
                  </a:lnTo>
                  <a:lnTo>
                    <a:pt x="3446880" y="630051"/>
                  </a:lnTo>
                  <a:lnTo>
                    <a:pt x="3517224" y="636692"/>
                  </a:lnTo>
                  <a:lnTo>
                    <a:pt x="3587569" y="643175"/>
                  </a:lnTo>
                  <a:lnTo>
                    <a:pt x="3657913" y="649503"/>
                  </a:lnTo>
                  <a:lnTo>
                    <a:pt x="3728257" y="655680"/>
                  </a:lnTo>
                  <a:lnTo>
                    <a:pt x="3798602" y="661710"/>
                  </a:lnTo>
                  <a:lnTo>
                    <a:pt x="3868946" y="667597"/>
                  </a:lnTo>
                  <a:lnTo>
                    <a:pt x="3939291" y="673343"/>
                  </a:lnTo>
                  <a:lnTo>
                    <a:pt x="4009635" y="678952"/>
                  </a:lnTo>
                  <a:lnTo>
                    <a:pt x="4079980" y="684427"/>
                  </a:lnTo>
                  <a:lnTo>
                    <a:pt x="4150324" y="689772"/>
                  </a:lnTo>
                  <a:lnTo>
                    <a:pt x="4220669" y="694990"/>
                  </a:lnTo>
                  <a:lnTo>
                    <a:pt x="4291013" y="700083"/>
                  </a:lnTo>
                  <a:lnTo>
                    <a:pt x="4361358" y="705054"/>
                  </a:lnTo>
                  <a:lnTo>
                    <a:pt x="4431702" y="709907"/>
                  </a:lnTo>
                  <a:lnTo>
                    <a:pt x="4502047" y="714645"/>
                  </a:lnTo>
                  <a:lnTo>
                    <a:pt x="4572391" y="719269"/>
                  </a:lnTo>
                  <a:lnTo>
                    <a:pt x="4642736" y="723784"/>
                  </a:lnTo>
                  <a:lnTo>
                    <a:pt x="4713080" y="728190"/>
                  </a:lnTo>
                  <a:lnTo>
                    <a:pt x="4783425" y="732492"/>
                  </a:lnTo>
                  <a:lnTo>
                    <a:pt x="4853769" y="736691"/>
                  </a:lnTo>
                  <a:lnTo>
                    <a:pt x="4924114" y="740790"/>
                  </a:lnTo>
                  <a:lnTo>
                    <a:pt x="4994458" y="744791"/>
                  </a:lnTo>
                  <a:lnTo>
                    <a:pt x="5064803" y="748697"/>
                  </a:lnTo>
                  <a:lnTo>
                    <a:pt x="5135147" y="752510"/>
                  </a:lnTo>
                  <a:lnTo>
                    <a:pt x="5205492" y="756232"/>
                  </a:lnTo>
                  <a:lnTo>
                    <a:pt x="5275836" y="759865"/>
                  </a:lnTo>
                  <a:lnTo>
                    <a:pt x="5346181" y="763412"/>
                  </a:lnTo>
                  <a:lnTo>
                    <a:pt x="5416525" y="766874"/>
                  </a:lnTo>
                  <a:lnTo>
                    <a:pt x="5486870" y="770253"/>
                  </a:lnTo>
                  <a:lnTo>
                    <a:pt x="5557214" y="773552"/>
                  </a:lnTo>
                  <a:lnTo>
                    <a:pt x="5627559" y="776772"/>
                  </a:lnTo>
                  <a:lnTo>
                    <a:pt x="5697903" y="779916"/>
                  </a:lnTo>
                  <a:lnTo>
                    <a:pt x="5768248" y="782985"/>
                  </a:lnTo>
                  <a:lnTo>
                    <a:pt x="5838592" y="785980"/>
                  </a:lnTo>
                  <a:lnTo>
                    <a:pt x="5908937" y="788904"/>
                  </a:lnTo>
                  <a:lnTo>
                    <a:pt x="5979281" y="791758"/>
                  </a:lnTo>
                  <a:lnTo>
                    <a:pt x="6049626" y="794545"/>
                  </a:lnTo>
                  <a:lnTo>
                    <a:pt x="6119970" y="797265"/>
                  </a:lnTo>
                  <a:lnTo>
                    <a:pt x="6190315" y="799920"/>
                  </a:lnTo>
                  <a:lnTo>
                    <a:pt x="6260659" y="802511"/>
                  </a:lnTo>
                  <a:lnTo>
                    <a:pt x="6331004" y="805041"/>
                  </a:lnTo>
                  <a:lnTo>
                    <a:pt x="6401348" y="807511"/>
                  </a:lnTo>
                  <a:lnTo>
                    <a:pt x="6471693" y="809922"/>
                  </a:lnTo>
                  <a:lnTo>
                    <a:pt x="6542037" y="812275"/>
                  </a:lnTo>
                  <a:lnTo>
                    <a:pt x="6612382" y="814572"/>
                  </a:lnTo>
                  <a:lnTo>
                    <a:pt x="6682726" y="816815"/>
                  </a:lnTo>
                  <a:lnTo>
                    <a:pt x="6753071" y="819004"/>
                  </a:lnTo>
                  <a:lnTo>
                    <a:pt x="6823415" y="821141"/>
                  </a:lnTo>
                  <a:lnTo>
                    <a:pt x="6893760" y="823227"/>
                  </a:lnTo>
                  <a:lnTo>
                    <a:pt x="6964104" y="8252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47282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306098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113264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92042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72759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8445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60534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6769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7486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82030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(1.06-1.64), p = 0.013  |  per IQR decline (Δ = 29.5 %): 2.27 (1.19-4.31)  |  IQR: [-15.6, 13.9]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2026-07-22T08:00:18Z</dcterms:modified>
  <cp:category/>
</cp:coreProperties>
</file>