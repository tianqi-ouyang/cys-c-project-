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817517" y="2073503"/>
              <a:ext cx="7392041" cy="3399147"/>
            </a:xfrm>
            <a:custGeom>
              <a:avLst/>
              <a:pathLst>
                <a:path w="7392041" h="3399147">
                  <a:moveTo>
                    <a:pt x="727872" y="0"/>
                  </a:moveTo>
                  <a:lnTo>
                    <a:pt x="749094" y="41641"/>
                  </a:lnTo>
                  <a:lnTo>
                    <a:pt x="826337" y="186818"/>
                  </a:lnTo>
                  <a:lnTo>
                    <a:pt x="903581" y="325872"/>
                  </a:lnTo>
                  <a:lnTo>
                    <a:pt x="980824" y="459061"/>
                  </a:lnTo>
                  <a:lnTo>
                    <a:pt x="1058068" y="586632"/>
                  </a:lnTo>
                  <a:lnTo>
                    <a:pt x="1135311" y="708823"/>
                  </a:lnTo>
                  <a:lnTo>
                    <a:pt x="1212555" y="825860"/>
                  </a:lnTo>
                  <a:lnTo>
                    <a:pt x="1289799" y="937961"/>
                  </a:lnTo>
                  <a:lnTo>
                    <a:pt x="1367042" y="1045334"/>
                  </a:lnTo>
                  <a:lnTo>
                    <a:pt x="1444286" y="1148178"/>
                  </a:lnTo>
                  <a:lnTo>
                    <a:pt x="1521529" y="1246685"/>
                  </a:lnTo>
                  <a:lnTo>
                    <a:pt x="1598773" y="1341037"/>
                  </a:lnTo>
                  <a:lnTo>
                    <a:pt x="1676016" y="1431409"/>
                  </a:lnTo>
                  <a:lnTo>
                    <a:pt x="1753260" y="1517970"/>
                  </a:lnTo>
                  <a:lnTo>
                    <a:pt x="1830504" y="1600880"/>
                  </a:lnTo>
                  <a:lnTo>
                    <a:pt x="1907747" y="1680293"/>
                  </a:lnTo>
                  <a:lnTo>
                    <a:pt x="1984991" y="1756357"/>
                  </a:lnTo>
                  <a:lnTo>
                    <a:pt x="2062234" y="1829213"/>
                  </a:lnTo>
                  <a:lnTo>
                    <a:pt x="2139478" y="1898995"/>
                  </a:lnTo>
                  <a:lnTo>
                    <a:pt x="2216721" y="1965835"/>
                  </a:lnTo>
                  <a:lnTo>
                    <a:pt x="2293965" y="2029856"/>
                  </a:lnTo>
                  <a:lnTo>
                    <a:pt x="2371209" y="2091176"/>
                  </a:lnTo>
                  <a:lnTo>
                    <a:pt x="2448452" y="2149910"/>
                  </a:lnTo>
                  <a:lnTo>
                    <a:pt x="2525696" y="2206167"/>
                  </a:lnTo>
                  <a:lnTo>
                    <a:pt x="2602939" y="2260051"/>
                  </a:lnTo>
                  <a:lnTo>
                    <a:pt x="2680183" y="2311662"/>
                  </a:lnTo>
                  <a:lnTo>
                    <a:pt x="2757426" y="2361097"/>
                  </a:lnTo>
                  <a:lnTo>
                    <a:pt x="2834670" y="2408447"/>
                  </a:lnTo>
                  <a:lnTo>
                    <a:pt x="2911914" y="2453799"/>
                  </a:lnTo>
                  <a:lnTo>
                    <a:pt x="2989157" y="2497239"/>
                  </a:lnTo>
                  <a:lnTo>
                    <a:pt x="3066401" y="2538847"/>
                  </a:lnTo>
                  <a:lnTo>
                    <a:pt x="3143644" y="2578700"/>
                  </a:lnTo>
                  <a:lnTo>
                    <a:pt x="3220888" y="2616871"/>
                  </a:lnTo>
                  <a:lnTo>
                    <a:pt x="3298131" y="2653433"/>
                  </a:lnTo>
                  <a:lnTo>
                    <a:pt x="3375375" y="2658452"/>
                  </a:lnTo>
                  <a:lnTo>
                    <a:pt x="3452619" y="2662700"/>
                  </a:lnTo>
                  <a:lnTo>
                    <a:pt x="3529862" y="2666927"/>
                  </a:lnTo>
                  <a:lnTo>
                    <a:pt x="3607106" y="2671132"/>
                  </a:lnTo>
                  <a:lnTo>
                    <a:pt x="3684349" y="2675315"/>
                  </a:lnTo>
                  <a:lnTo>
                    <a:pt x="3761593" y="2679476"/>
                  </a:lnTo>
                  <a:lnTo>
                    <a:pt x="3838836" y="2683617"/>
                  </a:lnTo>
                  <a:lnTo>
                    <a:pt x="3916080" y="2687736"/>
                  </a:lnTo>
                  <a:lnTo>
                    <a:pt x="3993324" y="2691833"/>
                  </a:lnTo>
                  <a:lnTo>
                    <a:pt x="4070567" y="2695910"/>
                  </a:lnTo>
                  <a:lnTo>
                    <a:pt x="4147811" y="2699966"/>
                  </a:lnTo>
                  <a:lnTo>
                    <a:pt x="4225054" y="2704000"/>
                  </a:lnTo>
                  <a:lnTo>
                    <a:pt x="4302298" y="2708014"/>
                  </a:lnTo>
                  <a:lnTo>
                    <a:pt x="4379541" y="2712008"/>
                  </a:lnTo>
                  <a:lnTo>
                    <a:pt x="4456785" y="2715980"/>
                  </a:lnTo>
                  <a:lnTo>
                    <a:pt x="4534029" y="2719933"/>
                  </a:lnTo>
                  <a:lnTo>
                    <a:pt x="4611272" y="2723865"/>
                  </a:lnTo>
                  <a:lnTo>
                    <a:pt x="4688516" y="2727776"/>
                  </a:lnTo>
                  <a:lnTo>
                    <a:pt x="4765759" y="2731668"/>
                  </a:lnTo>
                  <a:lnTo>
                    <a:pt x="4843003" y="2735540"/>
                  </a:lnTo>
                  <a:lnTo>
                    <a:pt x="4920246" y="2739391"/>
                  </a:lnTo>
                  <a:lnTo>
                    <a:pt x="4997490" y="2743223"/>
                  </a:lnTo>
                  <a:lnTo>
                    <a:pt x="5074734" y="2747035"/>
                  </a:lnTo>
                  <a:lnTo>
                    <a:pt x="5151977" y="2750828"/>
                  </a:lnTo>
                  <a:lnTo>
                    <a:pt x="5229221" y="2754600"/>
                  </a:lnTo>
                  <a:lnTo>
                    <a:pt x="5306464" y="2758354"/>
                  </a:lnTo>
                  <a:lnTo>
                    <a:pt x="5383708" y="2762088"/>
                  </a:lnTo>
                  <a:lnTo>
                    <a:pt x="5460951" y="2765803"/>
                  </a:lnTo>
                  <a:lnTo>
                    <a:pt x="5538195" y="2769499"/>
                  </a:lnTo>
                  <a:lnTo>
                    <a:pt x="5615439" y="2773176"/>
                  </a:lnTo>
                  <a:lnTo>
                    <a:pt x="5692682" y="2776834"/>
                  </a:lnTo>
                  <a:lnTo>
                    <a:pt x="5769926" y="2780473"/>
                  </a:lnTo>
                  <a:lnTo>
                    <a:pt x="5847169" y="2784093"/>
                  </a:lnTo>
                  <a:lnTo>
                    <a:pt x="5924413" y="2787695"/>
                  </a:lnTo>
                  <a:lnTo>
                    <a:pt x="6001656" y="2791278"/>
                  </a:lnTo>
                  <a:lnTo>
                    <a:pt x="6078900" y="2794843"/>
                  </a:lnTo>
                  <a:lnTo>
                    <a:pt x="6156144" y="2798389"/>
                  </a:lnTo>
                  <a:lnTo>
                    <a:pt x="6233387" y="2801917"/>
                  </a:lnTo>
                  <a:lnTo>
                    <a:pt x="6310631" y="2805427"/>
                  </a:lnTo>
                  <a:lnTo>
                    <a:pt x="6387874" y="2808919"/>
                  </a:lnTo>
                  <a:lnTo>
                    <a:pt x="6465118" y="2812393"/>
                  </a:lnTo>
                  <a:lnTo>
                    <a:pt x="6542361" y="2815849"/>
                  </a:lnTo>
                  <a:lnTo>
                    <a:pt x="6619605" y="2819287"/>
                  </a:lnTo>
                  <a:lnTo>
                    <a:pt x="6696849" y="2822707"/>
                  </a:lnTo>
                  <a:lnTo>
                    <a:pt x="6774092" y="2826110"/>
                  </a:lnTo>
                  <a:lnTo>
                    <a:pt x="6851336" y="2829496"/>
                  </a:lnTo>
                  <a:lnTo>
                    <a:pt x="6928579" y="2832864"/>
                  </a:lnTo>
                  <a:lnTo>
                    <a:pt x="7005823" y="2836214"/>
                  </a:lnTo>
                  <a:lnTo>
                    <a:pt x="7083066" y="2839548"/>
                  </a:lnTo>
                  <a:lnTo>
                    <a:pt x="7160310" y="2842864"/>
                  </a:lnTo>
                  <a:lnTo>
                    <a:pt x="7237554" y="2846163"/>
                  </a:lnTo>
                  <a:lnTo>
                    <a:pt x="7314797" y="2849445"/>
                  </a:lnTo>
                  <a:lnTo>
                    <a:pt x="7392041" y="2852710"/>
                  </a:lnTo>
                  <a:lnTo>
                    <a:pt x="7392041" y="3399147"/>
                  </a:lnTo>
                  <a:lnTo>
                    <a:pt x="7314797" y="3395422"/>
                  </a:lnTo>
                  <a:lnTo>
                    <a:pt x="7237554" y="3391532"/>
                  </a:lnTo>
                  <a:lnTo>
                    <a:pt x="7160310" y="3387472"/>
                  </a:lnTo>
                  <a:lnTo>
                    <a:pt x="7083066" y="3383233"/>
                  </a:lnTo>
                  <a:lnTo>
                    <a:pt x="7005823" y="3378807"/>
                  </a:lnTo>
                  <a:lnTo>
                    <a:pt x="6928579" y="3374186"/>
                  </a:lnTo>
                  <a:lnTo>
                    <a:pt x="6851336" y="3369361"/>
                  </a:lnTo>
                  <a:lnTo>
                    <a:pt x="6774092" y="3364324"/>
                  </a:lnTo>
                  <a:lnTo>
                    <a:pt x="6696849" y="3359066"/>
                  </a:lnTo>
                  <a:lnTo>
                    <a:pt x="6619605" y="3353576"/>
                  </a:lnTo>
                  <a:lnTo>
                    <a:pt x="6542361" y="3347844"/>
                  </a:lnTo>
                  <a:lnTo>
                    <a:pt x="6465118" y="3341859"/>
                  </a:lnTo>
                  <a:lnTo>
                    <a:pt x="6387874" y="3335612"/>
                  </a:lnTo>
                  <a:lnTo>
                    <a:pt x="6310631" y="3329089"/>
                  </a:lnTo>
                  <a:lnTo>
                    <a:pt x="6233387" y="3322278"/>
                  </a:lnTo>
                  <a:lnTo>
                    <a:pt x="6156144" y="3315168"/>
                  </a:lnTo>
                  <a:lnTo>
                    <a:pt x="6078900" y="3307745"/>
                  </a:lnTo>
                  <a:lnTo>
                    <a:pt x="6001656" y="3299995"/>
                  </a:lnTo>
                  <a:lnTo>
                    <a:pt x="5924413" y="3291904"/>
                  </a:lnTo>
                  <a:lnTo>
                    <a:pt x="5847169" y="3283456"/>
                  </a:lnTo>
                  <a:lnTo>
                    <a:pt x="5769926" y="3274637"/>
                  </a:lnTo>
                  <a:lnTo>
                    <a:pt x="5692682" y="3265429"/>
                  </a:lnTo>
                  <a:lnTo>
                    <a:pt x="5615439" y="3255815"/>
                  </a:lnTo>
                  <a:lnTo>
                    <a:pt x="5538195" y="3245779"/>
                  </a:lnTo>
                  <a:lnTo>
                    <a:pt x="5460951" y="3235300"/>
                  </a:lnTo>
                  <a:lnTo>
                    <a:pt x="5383708" y="3224360"/>
                  </a:lnTo>
                  <a:lnTo>
                    <a:pt x="5306464" y="3212938"/>
                  </a:lnTo>
                  <a:lnTo>
                    <a:pt x="5229221" y="3201013"/>
                  </a:lnTo>
                  <a:lnTo>
                    <a:pt x="5151977" y="3188564"/>
                  </a:lnTo>
                  <a:lnTo>
                    <a:pt x="5074734" y="3175566"/>
                  </a:lnTo>
                  <a:lnTo>
                    <a:pt x="4997490" y="3161995"/>
                  </a:lnTo>
                  <a:lnTo>
                    <a:pt x="4920246" y="3147827"/>
                  </a:lnTo>
                  <a:lnTo>
                    <a:pt x="4843003" y="3133035"/>
                  </a:lnTo>
                  <a:lnTo>
                    <a:pt x="4765759" y="3117592"/>
                  </a:lnTo>
                  <a:lnTo>
                    <a:pt x="4688516" y="3101469"/>
                  </a:lnTo>
                  <a:lnTo>
                    <a:pt x="4611272" y="3084636"/>
                  </a:lnTo>
                  <a:lnTo>
                    <a:pt x="4534029" y="3067061"/>
                  </a:lnTo>
                  <a:lnTo>
                    <a:pt x="4456785" y="3048713"/>
                  </a:lnTo>
                  <a:lnTo>
                    <a:pt x="4379541" y="3029557"/>
                  </a:lnTo>
                  <a:lnTo>
                    <a:pt x="4302298" y="3009557"/>
                  </a:lnTo>
                  <a:lnTo>
                    <a:pt x="4225054" y="2988677"/>
                  </a:lnTo>
                  <a:lnTo>
                    <a:pt x="4147811" y="2966877"/>
                  </a:lnTo>
                  <a:lnTo>
                    <a:pt x="4070567" y="2944117"/>
                  </a:lnTo>
                  <a:lnTo>
                    <a:pt x="3993324" y="2920355"/>
                  </a:lnTo>
                  <a:lnTo>
                    <a:pt x="3916080" y="2895547"/>
                  </a:lnTo>
                  <a:lnTo>
                    <a:pt x="3838836" y="2869646"/>
                  </a:lnTo>
                  <a:lnTo>
                    <a:pt x="3761593" y="2842605"/>
                  </a:lnTo>
                  <a:lnTo>
                    <a:pt x="3684349" y="2814373"/>
                  </a:lnTo>
                  <a:lnTo>
                    <a:pt x="3607106" y="2784897"/>
                  </a:lnTo>
                  <a:lnTo>
                    <a:pt x="3529862" y="2754124"/>
                  </a:lnTo>
                  <a:lnTo>
                    <a:pt x="3452619" y="2721996"/>
                  </a:lnTo>
                  <a:lnTo>
                    <a:pt x="3375375" y="2688453"/>
                  </a:lnTo>
                  <a:lnTo>
                    <a:pt x="3298131" y="2654181"/>
                  </a:lnTo>
                  <a:lnTo>
                    <a:pt x="3220888" y="2649889"/>
                  </a:lnTo>
                  <a:lnTo>
                    <a:pt x="3143644" y="2645574"/>
                  </a:lnTo>
                  <a:lnTo>
                    <a:pt x="3066401" y="2641237"/>
                  </a:lnTo>
                  <a:lnTo>
                    <a:pt x="2989157" y="2636877"/>
                  </a:lnTo>
                  <a:lnTo>
                    <a:pt x="2911914" y="2632495"/>
                  </a:lnTo>
                  <a:lnTo>
                    <a:pt x="2834670" y="2628090"/>
                  </a:lnTo>
                  <a:lnTo>
                    <a:pt x="2757426" y="2623663"/>
                  </a:lnTo>
                  <a:lnTo>
                    <a:pt x="2680183" y="2619212"/>
                  </a:lnTo>
                  <a:lnTo>
                    <a:pt x="2602939" y="2614739"/>
                  </a:lnTo>
                  <a:lnTo>
                    <a:pt x="2525696" y="2610242"/>
                  </a:lnTo>
                  <a:lnTo>
                    <a:pt x="2448452" y="2605722"/>
                  </a:lnTo>
                  <a:lnTo>
                    <a:pt x="2371209" y="2601179"/>
                  </a:lnTo>
                  <a:lnTo>
                    <a:pt x="2293965" y="2596612"/>
                  </a:lnTo>
                  <a:lnTo>
                    <a:pt x="2216721" y="2592022"/>
                  </a:lnTo>
                  <a:lnTo>
                    <a:pt x="2139478" y="2587408"/>
                  </a:lnTo>
                  <a:lnTo>
                    <a:pt x="2062234" y="2582770"/>
                  </a:lnTo>
                  <a:lnTo>
                    <a:pt x="1984991" y="2578108"/>
                  </a:lnTo>
                  <a:lnTo>
                    <a:pt x="1907747" y="2573421"/>
                  </a:lnTo>
                  <a:lnTo>
                    <a:pt x="1830504" y="2568711"/>
                  </a:lnTo>
                  <a:lnTo>
                    <a:pt x="1753260" y="2563976"/>
                  </a:lnTo>
                  <a:lnTo>
                    <a:pt x="1676016" y="2559217"/>
                  </a:lnTo>
                  <a:lnTo>
                    <a:pt x="1598773" y="2554433"/>
                  </a:lnTo>
                  <a:lnTo>
                    <a:pt x="1521529" y="2549624"/>
                  </a:lnTo>
                  <a:lnTo>
                    <a:pt x="1444286" y="2544791"/>
                  </a:lnTo>
                  <a:lnTo>
                    <a:pt x="1367042" y="2539932"/>
                  </a:lnTo>
                  <a:lnTo>
                    <a:pt x="1289799" y="2535048"/>
                  </a:lnTo>
                  <a:lnTo>
                    <a:pt x="1212555" y="2530139"/>
                  </a:lnTo>
                  <a:lnTo>
                    <a:pt x="1135311" y="2525205"/>
                  </a:lnTo>
                  <a:lnTo>
                    <a:pt x="1058068" y="2520245"/>
                  </a:lnTo>
                  <a:lnTo>
                    <a:pt x="980824" y="2515259"/>
                  </a:lnTo>
                  <a:lnTo>
                    <a:pt x="903581" y="2510248"/>
                  </a:lnTo>
                  <a:lnTo>
                    <a:pt x="826337" y="2505211"/>
                  </a:lnTo>
                  <a:lnTo>
                    <a:pt x="749094" y="2500147"/>
                  </a:lnTo>
                  <a:lnTo>
                    <a:pt x="671850" y="2495058"/>
                  </a:lnTo>
                  <a:lnTo>
                    <a:pt x="594606" y="2489942"/>
                  </a:lnTo>
                  <a:lnTo>
                    <a:pt x="517363" y="2484799"/>
                  </a:lnTo>
                  <a:lnTo>
                    <a:pt x="440119" y="2479630"/>
                  </a:lnTo>
                  <a:lnTo>
                    <a:pt x="362876" y="2474435"/>
                  </a:lnTo>
                  <a:lnTo>
                    <a:pt x="285632" y="2469212"/>
                  </a:lnTo>
                  <a:lnTo>
                    <a:pt x="208389" y="2463962"/>
                  </a:lnTo>
                  <a:lnTo>
                    <a:pt x="131145" y="2458685"/>
                  </a:lnTo>
                  <a:lnTo>
                    <a:pt x="53901" y="2453381"/>
                  </a:lnTo>
                  <a:lnTo>
                    <a:pt x="0" y="244966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545390" y="2073503"/>
              <a:ext cx="6664168" cy="2852710"/>
            </a:xfrm>
            <a:custGeom>
              <a:avLst/>
              <a:pathLst>
                <a:path w="6664168" h="2852710">
                  <a:moveTo>
                    <a:pt x="0" y="0"/>
                  </a:moveTo>
                  <a:lnTo>
                    <a:pt x="21221" y="41641"/>
                  </a:lnTo>
                  <a:lnTo>
                    <a:pt x="98465" y="186818"/>
                  </a:lnTo>
                  <a:lnTo>
                    <a:pt x="175708" y="325872"/>
                  </a:lnTo>
                  <a:lnTo>
                    <a:pt x="252952" y="459061"/>
                  </a:lnTo>
                  <a:lnTo>
                    <a:pt x="330196" y="586632"/>
                  </a:lnTo>
                  <a:lnTo>
                    <a:pt x="407439" y="708823"/>
                  </a:lnTo>
                  <a:lnTo>
                    <a:pt x="484683" y="825860"/>
                  </a:lnTo>
                  <a:lnTo>
                    <a:pt x="561926" y="937961"/>
                  </a:lnTo>
                  <a:lnTo>
                    <a:pt x="639170" y="1045334"/>
                  </a:lnTo>
                  <a:lnTo>
                    <a:pt x="716413" y="1148178"/>
                  </a:lnTo>
                  <a:lnTo>
                    <a:pt x="793657" y="1246685"/>
                  </a:lnTo>
                  <a:lnTo>
                    <a:pt x="870901" y="1341037"/>
                  </a:lnTo>
                  <a:lnTo>
                    <a:pt x="948144" y="1431409"/>
                  </a:lnTo>
                  <a:lnTo>
                    <a:pt x="1025388" y="1517970"/>
                  </a:lnTo>
                  <a:lnTo>
                    <a:pt x="1102631" y="1600880"/>
                  </a:lnTo>
                  <a:lnTo>
                    <a:pt x="1179875" y="1680293"/>
                  </a:lnTo>
                  <a:lnTo>
                    <a:pt x="1257118" y="1756357"/>
                  </a:lnTo>
                  <a:lnTo>
                    <a:pt x="1334362" y="1829213"/>
                  </a:lnTo>
                  <a:lnTo>
                    <a:pt x="1411606" y="1898995"/>
                  </a:lnTo>
                  <a:lnTo>
                    <a:pt x="1488849" y="1965835"/>
                  </a:lnTo>
                  <a:lnTo>
                    <a:pt x="1566093" y="2029856"/>
                  </a:lnTo>
                  <a:lnTo>
                    <a:pt x="1643336" y="2091176"/>
                  </a:lnTo>
                  <a:lnTo>
                    <a:pt x="1720580" y="2149910"/>
                  </a:lnTo>
                  <a:lnTo>
                    <a:pt x="1797823" y="2206167"/>
                  </a:lnTo>
                  <a:lnTo>
                    <a:pt x="1875067" y="2260051"/>
                  </a:lnTo>
                  <a:lnTo>
                    <a:pt x="1952311" y="2311662"/>
                  </a:lnTo>
                  <a:lnTo>
                    <a:pt x="2029554" y="2361097"/>
                  </a:lnTo>
                  <a:lnTo>
                    <a:pt x="2106798" y="2408447"/>
                  </a:lnTo>
                  <a:lnTo>
                    <a:pt x="2184041" y="2453799"/>
                  </a:lnTo>
                  <a:lnTo>
                    <a:pt x="2261285" y="2497239"/>
                  </a:lnTo>
                  <a:lnTo>
                    <a:pt x="2338528" y="2538847"/>
                  </a:lnTo>
                  <a:lnTo>
                    <a:pt x="2415772" y="2578700"/>
                  </a:lnTo>
                  <a:lnTo>
                    <a:pt x="2493016" y="2616871"/>
                  </a:lnTo>
                  <a:lnTo>
                    <a:pt x="2570259" y="2653433"/>
                  </a:lnTo>
                  <a:lnTo>
                    <a:pt x="2647503" y="2658452"/>
                  </a:lnTo>
                  <a:lnTo>
                    <a:pt x="2724746" y="2662700"/>
                  </a:lnTo>
                  <a:lnTo>
                    <a:pt x="2801990" y="2666927"/>
                  </a:lnTo>
                  <a:lnTo>
                    <a:pt x="2879233" y="2671132"/>
                  </a:lnTo>
                  <a:lnTo>
                    <a:pt x="2956477" y="2675315"/>
                  </a:lnTo>
                  <a:lnTo>
                    <a:pt x="3033721" y="2679476"/>
                  </a:lnTo>
                  <a:lnTo>
                    <a:pt x="3110964" y="2683617"/>
                  </a:lnTo>
                  <a:lnTo>
                    <a:pt x="3188208" y="2687736"/>
                  </a:lnTo>
                  <a:lnTo>
                    <a:pt x="3265451" y="2691833"/>
                  </a:lnTo>
                  <a:lnTo>
                    <a:pt x="3342695" y="2695910"/>
                  </a:lnTo>
                  <a:lnTo>
                    <a:pt x="3419938" y="2699966"/>
                  </a:lnTo>
                  <a:lnTo>
                    <a:pt x="3497182" y="2704000"/>
                  </a:lnTo>
                  <a:lnTo>
                    <a:pt x="3574426" y="2708014"/>
                  </a:lnTo>
                  <a:lnTo>
                    <a:pt x="3651669" y="2712008"/>
                  </a:lnTo>
                  <a:lnTo>
                    <a:pt x="3728913" y="2715980"/>
                  </a:lnTo>
                  <a:lnTo>
                    <a:pt x="3806156" y="2719933"/>
                  </a:lnTo>
                  <a:lnTo>
                    <a:pt x="3883400" y="2723865"/>
                  </a:lnTo>
                  <a:lnTo>
                    <a:pt x="3960643" y="2727776"/>
                  </a:lnTo>
                  <a:lnTo>
                    <a:pt x="4037887" y="2731668"/>
                  </a:lnTo>
                  <a:lnTo>
                    <a:pt x="4115131" y="2735540"/>
                  </a:lnTo>
                  <a:lnTo>
                    <a:pt x="4192374" y="2739391"/>
                  </a:lnTo>
                  <a:lnTo>
                    <a:pt x="4269618" y="2743223"/>
                  </a:lnTo>
                  <a:lnTo>
                    <a:pt x="4346861" y="2747035"/>
                  </a:lnTo>
                  <a:lnTo>
                    <a:pt x="4424105" y="2750828"/>
                  </a:lnTo>
                  <a:lnTo>
                    <a:pt x="4501348" y="2754600"/>
                  </a:lnTo>
                  <a:lnTo>
                    <a:pt x="4578592" y="2758354"/>
                  </a:lnTo>
                  <a:lnTo>
                    <a:pt x="4655836" y="2762088"/>
                  </a:lnTo>
                  <a:lnTo>
                    <a:pt x="4733079" y="2765803"/>
                  </a:lnTo>
                  <a:lnTo>
                    <a:pt x="4810323" y="2769499"/>
                  </a:lnTo>
                  <a:lnTo>
                    <a:pt x="4887566" y="2773176"/>
                  </a:lnTo>
                  <a:lnTo>
                    <a:pt x="4964810" y="2776834"/>
                  </a:lnTo>
                  <a:lnTo>
                    <a:pt x="5042053" y="2780473"/>
                  </a:lnTo>
                  <a:lnTo>
                    <a:pt x="5119297" y="2784093"/>
                  </a:lnTo>
                  <a:lnTo>
                    <a:pt x="5196541" y="2787695"/>
                  </a:lnTo>
                  <a:lnTo>
                    <a:pt x="5273784" y="2791278"/>
                  </a:lnTo>
                  <a:lnTo>
                    <a:pt x="5351028" y="2794843"/>
                  </a:lnTo>
                  <a:lnTo>
                    <a:pt x="5428271" y="2798389"/>
                  </a:lnTo>
                  <a:lnTo>
                    <a:pt x="5505515" y="2801917"/>
                  </a:lnTo>
                  <a:lnTo>
                    <a:pt x="5582758" y="2805427"/>
                  </a:lnTo>
                  <a:lnTo>
                    <a:pt x="5660002" y="2808919"/>
                  </a:lnTo>
                  <a:lnTo>
                    <a:pt x="5737246" y="2812393"/>
                  </a:lnTo>
                  <a:lnTo>
                    <a:pt x="5814489" y="2815849"/>
                  </a:lnTo>
                  <a:lnTo>
                    <a:pt x="5891733" y="2819287"/>
                  </a:lnTo>
                  <a:lnTo>
                    <a:pt x="5968976" y="2822707"/>
                  </a:lnTo>
                  <a:lnTo>
                    <a:pt x="6046220" y="2826110"/>
                  </a:lnTo>
                  <a:lnTo>
                    <a:pt x="6123463" y="2829496"/>
                  </a:lnTo>
                  <a:lnTo>
                    <a:pt x="6200707" y="2832864"/>
                  </a:lnTo>
                  <a:lnTo>
                    <a:pt x="6277951" y="2836214"/>
                  </a:lnTo>
                  <a:lnTo>
                    <a:pt x="6355194" y="2839548"/>
                  </a:lnTo>
                  <a:lnTo>
                    <a:pt x="6432438" y="2842864"/>
                  </a:lnTo>
                  <a:lnTo>
                    <a:pt x="6509681" y="2846163"/>
                  </a:lnTo>
                  <a:lnTo>
                    <a:pt x="6586925" y="2849445"/>
                  </a:lnTo>
                  <a:lnTo>
                    <a:pt x="6664168" y="285271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523164"/>
              <a:ext cx="7392041" cy="949486"/>
            </a:xfrm>
            <a:custGeom>
              <a:avLst/>
              <a:pathLst>
                <a:path w="7392041" h="949486">
                  <a:moveTo>
                    <a:pt x="7392041" y="949486"/>
                  </a:moveTo>
                  <a:lnTo>
                    <a:pt x="7314797" y="945760"/>
                  </a:lnTo>
                  <a:lnTo>
                    <a:pt x="7237554" y="941871"/>
                  </a:lnTo>
                  <a:lnTo>
                    <a:pt x="7160310" y="937811"/>
                  </a:lnTo>
                  <a:lnTo>
                    <a:pt x="7083066" y="933571"/>
                  </a:lnTo>
                  <a:lnTo>
                    <a:pt x="7005823" y="929145"/>
                  </a:lnTo>
                  <a:lnTo>
                    <a:pt x="6928579" y="924524"/>
                  </a:lnTo>
                  <a:lnTo>
                    <a:pt x="6851336" y="919700"/>
                  </a:lnTo>
                  <a:lnTo>
                    <a:pt x="6774092" y="914663"/>
                  </a:lnTo>
                  <a:lnTo>
                    <a:pt x="6696849" y="909404"/>
                  </a:lnTo>
                  <a:lnTo>
                    <a:pt x="6619605" y="903914"/>
                  </a:lnTo>
                  <a:lnTo>
                    <a:pt x="6542361" y="898182"/>
                  </a:lnTo>
                  <a:lnTo>
                    <a:pt x="6465118" y="892198"/>
                  </a:lnTo>
                  <a:lnTo>
                    <a:pt x="6387874" y="885950"/>
                  </a:lnTo>
                  <a:lnTo>
                    <a:pt x="6310631" y="879427"/>
                  </a:lnTo>
                  <a:lnTo>
                    <a:pt x="6233387" y="872617"/>
                  </a:lnTo>
                  <a:lnTo>
                    <a:pt x="6156144" y="865507"/>
                  </a:lnTo>
                  <a:lnTo>
                    <a:pt x="6078900" y="858084"/>
                  </a:lnTo>
                  <a:lnTo>
                    <a:pt x="6001656" y="850334"/>
                  </a:lnTo>
                  <a:lnTo>
                    <a:pt x="5924413" y="842243"/>
                  </a:lnTo>
                  <a:lnTo>
                    <a:pt x="5847169" y="833795"/>
                  </a:lnTo>
                  <a:lnTo>
                    <a:pt x="5769926" y="824975"/>
                  </a:lnTo>
                  <a:lnTo>
                    <a:pt x="5692682" y="815767"/>
                  </a:lnTo>
                  <a:lnTo>
                    <a:pt x="5615439" y="806154"/>
                  </a:lnTo>
                  <a:lnTo>
                    <a:pt x="5538195" y="796117"/>
                  </a:lnTo>
                  <a:lnTo>
                    <a:pt x="5460951" y="785639"/>
                  </a:lnTo>
                  <a:lnTo>
                    <a:pt x="5383708" y="774699"/>
                  </a:lnTo>
                  <a:lnTo>
                    <a:pt x="5306464" y="763277"/>
                  </a:lnTo>
                  <a:lnTo>
                    <a:pt x="5229221" y="751352"/>
                  </a:lnTo>
                  <a:lnTo>
                    <a:pt x="5151977" y="738902"/>
                  </a:lnTo>
                  <a:lnTo>
                    <a:pt x="5074734" y="725904"/>
                  </a:lnTo>
                  <a:lnTo>
                    <a:pt x="4997490" y="712334"/>
                  </a:lnTo>
                  <a:lnTo>
                    <a:pt x="4920246" y="698166"/>
                  </a:lnTo>
                  <a:lnTo>
                    <a:pt x="4843003" y="683374"/>
                  </a:lnTo>
                  <a:lnTo>
                    <a:pt x="4765759" y="667931"/>
                  </a:lnTo>
                  <a:lnTo>
                    <a:pt x="4688516" y="651808"/>
                  </a:lnTo>
                  <a:lnTo>
                    <a:pt x="4611272" y="634974"/>
                  </a:lnTo>
                  <a:lnTo>
                    <a:pt x="4534029" y="617400"/>
                  </a:lnTo>
                  <a:lnTo>
                    <a:pt x="4456785" y="599052"/>
                  </a:lnTo>
                  <a:lnTo>
                    <a:pt x="4379541" y="579895"/>
                  </a:lnTo>
                  <a:lnTo>
                    <a:pt x="4302298" y="559896"/>
                  </a:lnTo>
                  <a:lnTo>
                    <a:pt x="4225054" y="539015"/>
                  </a:lnTo>
                  <a:lnTo>
                    <a:pt x="4147811" y="517215"/>
                  </a:lnTo>
                  <a:lnTo>
                    <a:pt x="4070567" y="494456"/>
                  </a:lnTo>
                  <a:lnTo>
                    <a:pt x="3993324" y="470694"/>
                  </a:lnTo>
                  <a:lnTo>
                    <a:pt x="3916080" y="445885"/>
                  </a:lnTo>
                  <a:lnTo>
                    <a:pt x="3838836" y="419984"/>
                  </a:lnTo>
                  <a:lnTo>
                    <a:pt x="3761593" y="392943"/>
                  </a:lnTo>
                  <a:lnTo>
                    <a:pt x="3684349" y="364711"/>
                  </a:lnTo>
                  <a:lnTo>
                    <a:pt x="3607106" y="335236"/>
                  </a:lnTo>
                  <a:lnTo>
                    <a:pt x="3529862" y="304463"/>
                  </a:lnTo>
                  <a:lnTo>
                    <a:pt x="3452619" y="272335"/>
                  </a:lnTo>
                  <a:lnTo>
                    <a:pt x="3375375" y="238792"/>
                  </a:lnTo>
                  <a:lnTo>
                    <a:pt x="3298131" y="204520"/>
                  </a:lnTo>
                  <a:lnTo>
                    <a:pt x="3220888" y="200227"/>
                  </a:lnTo>
                  <a:lnTo>
                    <a:pt x="3143644" y="195913"/>
                  </a:lnTo>
                  <a:lnTo>
                    <a:pt x="3066401" y="191575"/>
                  </a:lnTo>
                  <a:lnTo>
                    <a:pt x="2989157" y="187216"/>
                  </a:lnTo>
                  <a:lnTo>
                    <a:pt x="2911914" y="182834"/>
                  </a:lnTo>
                  <a:lnTo>
                    <a:pt x="2834670" y="178429"/>
                  </a:lnTo>
                  <a:lnTo>
                    <a:pt x="2757426" y="174001"/>
                  </a:lnTo>
                  <a:lnTo>
                    <a:pt x="2680183" y="169551"/>
                  </a:lnTo>
                  <a:lnTo>
                    <a:pt x="2602939" y="165078"/>
                  </a:lnTo>
                  <a:lnTo>
                    <a:pt x="2525696" y="160581"/>
                  </a:lnTo>
                  <a:lnTo>
                    <a:pt x="2448452" y="156061"/>
                  </a:lnTo>
                  <a:lnTo>
                    <a:pt x="2371209" y="151518"/>
                  </a:lnTo>
                  <a:lnTo>
                    <a:pt x="2293965" y="146951"/>
                  </a:lnTo>
                  <a:lnTo>
                    <a:pt x="2216721" y="142360"/>
                  </a:lnTo>
                  <a:lnTo>
                    <a:pt x="2139478" y="137746"/>
                  </a:lnTo>
                  <a:lnTo>
                    <a:pt x="2062234" y="133108"/>
                  </a:lnTo>
                  <a:lnTo>
                    <a:pt x="1984991" y="128446"/>
                  </a:lnTo>
                  <a:lnTo>
                    <a:pt x="1907747" y="123760"/>
                  </a:lnTo>
                  <a:lnTo>
                    <a:pt x="1830504" y="119050"/>
                  </a:lnTo>
                  <a:lnTo>
                    <a:pt x="1753260" y="114315"/>
                  </a:lnTo>
                  <a:lnTo>
                    <a:pt x="1676016" y="109555"/>
                  </a:lnTo>
                  <a:lnTo>
                    <a:pt x="1598773" y="104771"/>
                  </a:lnTo>
                  <a:lnTo>
                    <a:pt x="1521529" y="99963"/>
                  </a:lnTo>
                  <a:lnTo>
                    <a:pt x="1444286" y="95129"/>
                  </a:lnTo>
                  <a:lnTo>
                    <a:pt x="1367042" y="90271"/>
                  </a:lnTo>
                  <a:lnTo>
                    <a:pt x="1289799" y="85387"/>
                  </a:lnTo>
                  <a:lnTo>
                    <a:pt x="1212555" y="80478"/>
                  </a:lnTo>
                  <a:lnTo>
                    <a:pt x="1135311" y="75544"/>
                  </a:lnTo>
                  <a:lnTo>
                    <a:pt x="1058068" y="70584"/>
                  </a:lnTo>
                  <a:lnTo>
                    <a:pt x="980824" y="65598"/>
                  </a:lnTo>
                  <a:lnTo>
                    <a:pt x="903581" y="60587"/>
                  </a:lnTo>
                  <a:lnTo>
                    <a:pt x="826337" y="55549"/>
                  </a:lnTo>
                  <a:lnTo>
                    <a:pt x="749094" y="50486"/>
                  </a:lnTo>
                  <a:lnTo>
                    <a:pt x="671850" y="45396"/>
                  </a:lnTo>
                  <a:lnTo>
                    <a:pt x="594606" y="40280"/>
                  </a:lnTo>
                  <a:lnTo>
                    <a:pt x="517363" y="35138"/>
                  </a:lnTo>
                  <a:lnTo>
                    <a:pt x="440119" y="29969"/>
                  </a:lnTo>
                  <a:lnTo>
                    <a:pt x="362876" y="24773"/>
                  </a:lnTo>
                  <a:lnTo>
                    <a:pt x="285632" y="19551"/>
                  </a:lnTo>
                  <a:lnTo>
                    <a:pt x="208389" y="14301"/>
                  </a:lnTo>
                  <a:lnTo>
                    <a:pt x="131145" y="9024"/>
                  </a:lnTo>
                  <a:lnTo>
                    <a:pt x="53901" y="372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3232042"/>
              <a:ext cx="7392041" cy="2094155"/>
            </a:xfrm>
            <a:custGeom>
              <a:avLst/>
              <a:pathLst>
                <a:path w="7392041" h="2094155">
                  <a:moveTo>
                    <a:pt x="0" y="0"/>
                  </a:moveTo>
                  <a:lnTo>
                    <a:pt x="53901" y="38959"/>
                  </a:lnTo>
                  <a:lnTo>
                    <a:pt x="131145" y="93458"/>
                  </a:lnTo>
                  <a:lnTo>
                    <a:pt x="208389" y="146658"/>
                  </a:lnTo>
                  <a:lnTo>
                    <a:pt x="285632" y="198590"/>
                  </a:lnTo>
                  <a:lnTo>
                    <a:pt x="362876" y="249284"/>
                  </a:lnTo>
                  <a:lnTo>
                    <a:pt x="440119" y="298769"/>
                  </a:lnTo>
                  <a:lnTo>
                    <a:pt x="517363" y="347075"/>
                  </a:lnTo>
                  <a:lnTo>
                    <a:pt x="594606" y="394230"/>
                  </a:lnTo>
                  <a:lnTo>
                    <a:pt x="671850" y="440260"/>
                  </a:lnTo>
                  <a:lnTo>
                    <a:pt x="749094" y="485193"/>
                  </a:lnTo>
                  <a:lnTo>
                    <a:pt x="826337" y="529055"/>
                  </a:lnTo>
                  <a:lnTo>
                    <a:pt x="903581" y="571871"/>
                  </a:lnTo>
                  <a:lnTo>
                    <a:pt x="980824" y="613667"/>
                  </a:lnTo>
                  <a:lnTo>
                    <a:pt x="1058068" y="654466"/>
                  </a:lnTo>
                  <a:lnTo>
                    <a:pt x="1135311" y="694293"/>
                  </a:lnTo>
                  <a:lnTo>
                    <a:pt x="1212555" y="733171"/>
                  </a:lnTo>
                  <a:lnTo>
                    <a:pt x="1289799" y="771121"/>
                  </a:lnTo>
                  <a:lnTo>
                    <a:pt x="1367042" y="808167"/>
                  </a:lnTo>
                  <a:lnTo>
                    <a:pt x="1444286" y="844330"/>
                  </a:lnTo>
                  <a:lnTo>
                    <a:pt x="1521529" y="879631"/>
                  </a:lnTo>
                  <a:lnTo>
                    <a:pt x="1598773" y="914091"/>
                  </a:lnTo>
                  <a:lnTo>
                    <a:pt x="1676016" y="947729"/>
                  </a:lnTo>
                  <a:lnTo>
                    <a:pt x="1753260" y="980565"/>
                  </a:lnTo>
                  <a:lnTo>
                    <a:pt x="1830504" y="1012618"/>
                  </a:lnTo>
                  <a:lnTo>
                    <a:pt x="1907747" y="1043907"/>
                  </a:lnTo>
                  <a:lnTo>
                    <a:pt x="1984991" y="1074451"/>
                  </a:lnTo>
                  <a:lnTo>
                    <a:pt x="2062234" y="1104266"/>
                  </a:lnTo>
                  <a:lnTo>
                    <a:pt x="2139478" y="1133371"/>
                  </a:lnTo>
                  <a:lnTo>
                    <a:pt x="2216721" y="1161781"/>
                  </a:lnTo>
                  <a:lnTo>
                    <a:pt x="2293965" y="1189515"/>
                  </a:lnTo>
                  <a:lnTo>
                    <a:pt x="2371209" y="1216587"/>
                  </a:lnTo>
                  <a:lnTo>
                    <a:pt x="2448452" y="1243015"/>
                  </a:lnTo>
                  <a:lnTo>
                    <a:pt x="2525696" y="1268812"/>
                  </a:lnTo>
                  <a:lnTo>
                    <a:pt x="2602939" y="1293994"/>
                  </a:lnTo>
                  <a:lnTo>
                    <a:pt x="2680183" y="1318576"/>
                  </a:lnTo>
                  <a:lnTo>
                    <a:pt x="2757426" y="1342572"/>
                  </a:lnTo>
                  <a:lnTo>
                    <a:pt x="2834670" y="1365996"/>
                  </a:lnTo>
                  <a:lnTo>
                    <a:pt x="2911914" y="1388861"/>
                  </a:lnTo>
                  <a:lnTo>
                    <a:pt x="2989157" y="1411182"/>
                  </a:lnTo>
                  <a:lnTo>
                    <a:pt x="3066401" y="1432970"/>
                  </a:lnTo>
                  <a:lnTo>
                    <a:pt x="3143644" y="1454239"/>
                  </a:lnTo>
                  <a:lnTo>
                    <a:pt x="3220888" y="1475001"/>
                  </a:lnTo>
                  <a:lnTo>
                    <a:pt x="3298131" y="1495268"/>
                  </a:lnTo>
                  <a:lnTo>
                    <a:pt x="3375375" y="1515052"/>
                  </a:lnTo>
                  <a:lnTo>
                    <a:pt x="3452619" y="1534364"/>
                  </a:lnTo>
                  <a:lnTo>
                    <a:pt x="3529862" y="1553216"/>
                  </a:lnTo>
                  <a:lnTo>
                    <a:pt x="3607106" y="1571619"/>
                  </a:lnTo>
                  <a:lnTo>
                    <a:pt x="3684349" y="1589583"/>
                  </a:lnTo>
                  <a:lnTo>
                    <a:pt x="3761593" y="1607118"/>
                  </a:lnTo>
                  <a:lnTo>
                    <a:pt x="3838836" y="1624236"/>
                  </a:lnTo>
                  <a:lnTo>
                    <a:pt x="3916080" y="1640946"/>
                  </a:lnTo>
                  <a:lnTo>
                    <a:pt x="3993324" y="1657257"/>
                  </a:lnTo>
                  <a:lnTo>
                    <a:pt x="4070567" y="1673180"/>
                  </a:lnTo>
                  <a:lnTo>
                    <a:pt x="4147811" y="1688722"/>
                  </a:lnTo>
                  <a:lnTo>
                    <a:pt x="4225054" y="1703895"/>
                  </a:lnTo>
                  <a:lnTo>
                    <a:pt x="4302298" y="1718706"/>
                  </a:lnTo>
                  <a:lnTo>
                    <a:pt x="4379541" y="1733163"/>
                  </a:lnTo>
                  <a:lnTo>
                    <a:pt x="4456785" y="1747276"/>
                  </a:lnTo>
                  <a:lnTo>
                    <a:pt x="4534029" y="1761053"/>
                  </a:lnTo>
                  <a:lnTo>
                    <a:pt x="4611272" y="1774501"/>
                  </a:lnTo>
                  <a:lnTo>
                    <a:pt x="4688516" y="1787629"/>
                  </a:lnTo>
                  <a:lnTo>
                    <a:pt x="4765759" y="1800443"/>
                  </a:lnTo>
                  <a:lnTo>
                    <a:pt x="4843003" y="1812953"/>
                  </a:lnTo>
                  <a:lnTo>
                    <a:pt x="4920246" y="1825164"/>
                  </a:lnTo>
                  <a:lnTo>
                    <a:pt x="4997490" y="1837084"/>
                  </a:lnTo>
                  <a:lnTo>
                    <a:pt x="5074734" y="1848719"/>
                  </a:lnTo>
                  <a:lnTo>
                    <a:pt x="5151977" y="1860078"/>
                  </a:lnTo>
                  <a:lnTo>
                    <a:pt x="5229221" y="1871166"/>
                  </a:lnTo>
                  <a:lnTo>
                    <a:pt x="5306464" y="1881989"/>
                  </a:lnTo>
                  <a:lnTo>
                    <a:pt x="5383708" y="1892554"/>
                  </a:lnTo>
                  <a:lnTo>
                    <a:pt x="5460951" y="1902868"/>
                  </a:lnTo>
                  <a:lnTo>
                    <a:pt x="5538195" y="1912935"/>
                  </a:lnTo>
                  <a:lnTo>
                    <a:pt x="5615439" y="1922763"/>
                  </a:lnTo>
                  <a:lnTo>
                    <a:pt x="5692682" y="1932357"/>
                  </a:lnTo>
                  <a:lnTo>
                    <a:pt x="5769926" y="1941721"/>
                  </a:lnTo>
                  <a:lnTo>
                    <a:pt x="5847169" y="1950863"/>
                  </a:lnTo>
                  <a:lnTo>
                    <a:pt x="5924413" y="1959786"/>
                  </a:lnTo>
                  <a:lnTo>
                    <a:pt x="6001656" y="1968497"/>
                  </a:lnTo>
                  <a:lnTo>
                    <a:pt x="6078900" y="1977000"/>
                  </a:lnTo>
                  <a:lnTo>
                    <a:pt x="6156144" y="1985301"/>
                  </a:lnTo>
                  <a:lnTo>
                    <a:pt x="6233387" y="1993403"/>
                  </a:lnTo>
                  <a:lnTo>
                    <a:pt x="6310631" y="2001313"/>
                  </a:lnTo>
                  <a:lnTo>
                    <a:pt x="6387874" y="2009034"/>
                  </a:lnTo>
                  <a:lnTo>
                    <a:pt x="6465118" y="2016571"/>
                  </a:lnTo>
                  <a:lnTo>
                    <a:pt x="6542361" y="2023928"/>
                  </a:lnTo>
                  <a:lnTo>
                    <a:pt x="6619605" y="2031110"/>
                  </a:lnTo>
                  <a:lnTo>
                    <a:pt x="6696849" y="2038120"/>
                  </a:lnTo>
                  <a:lnTo>
                    <a:pt x="6774092" y="2044964"/>
                  </a:lnTo>
                  <a:lnTo>
                    <a:pt x="6851336" y="2051644"/>
                  </a:lnTo>
                  <a:lnTo>
                    <a:pt x="6928579" y="2058165"/>
                  </a:lnTo>
                  <a:lnTo>
                    <a:pt x="7005823" y="2064531"/>
                  </a:lnTo>
                  <a:lnTo>
                    <a:pt x="7083066" y="2070745"/>
                  </a:lnTo>
                  <a:lnTo>
                    <a:pt x="7160310" y="2076811"/>
                  </a:lnTo>
                  <a:lnTo>
                    <a:pt x="7237554" y="2082732"/>
                  </a:lnTo>
                  <a:lnTo>
                    <a:pt x="7314797" y="2088512"/>
                  </a:lnTo>
                  <a:lnTo>
                    <a:pt x="7392041" y="209415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1748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423864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96521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69179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1.2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41836" y="578577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1.4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79271" y="5925448"/>
              <a:ext cx="167618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/ CG ratio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16936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0.1 ratio decline: 1.32 (1.06-1.64), p = 0.013  |  per IQR decline (Δ = 0.30): 2.27 (1.19-4.31)  |  IQR: [0.84, 1.14]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87597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2026-07-03T17:30:39Z</dcterms:modified>
  <cp:category/>
</cp:coreProperties>
</file>