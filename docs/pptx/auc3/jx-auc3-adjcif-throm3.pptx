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18019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37973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57927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277881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109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9613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0117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0621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477996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397950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317904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9361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9865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10369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90873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5172499"/>
              <a:ext cx="6949396" cy="383887"/>
            </a:xfrm>
            <a:custGeom>
              <a:avLst/>
              <a:pathLst>
                <a:path w="6949396" h="383887">
                  <a:moveTo>
                    <a:pt x="0" y="383887"/>
                  </a:moveTo>
                  <a:lnTo>
                    <a:pt x="180503" y="383887"/>
                  </a:lnTo>
                  <a:lnTo>
                    <a:pt x="180503" y="357960"/>
                  </a:lnTo>
                  <a:lnTo>
                    <a:pt x="361007" y="357960"/>
                  </a:lnTo>
                  <a:lnTo>
                    <a:pt x="361007" y="306455"/>
                  </a:lnTo>
                  <a:lnTo>
                    <a:pt x="451259" y="306455"/>
                  </a:lnTo>
                  <a:lnTo>
                    <a:pt x="451259" y="255245"/>
                  </a:lnTo>
                  <a:lnTo>
                    <a:pt x="541511" y="255245"/>
                  </a:lnTo>
                  <a:lnTo>
                    <a:pt x="541511" y="228930"/>
                  </a:lnTo>
                  <a:lnTo>
                    <a:pt x="631763" y="228930"/>
                  </a:lnTo>
                  <a:lnTo>
                    <a:pt x="631763" y="201590"/>
                  </a:lnTo>
                  <a:lnTo>
                    <a:pt x="1263526" y="201590"/>
                  </a:lnTo>
                  <a:lnTo>
                    <a:pt x="1263526" y="173975"/>
                  </a:lnTo>
                  <a:lnTo>
                    <a:pt x="2075793" y="173975"/>
                  </a:lnTo>
                  <a:lnTo>
                    <a:pt x="2075793" y="146129"/>
                  </a:lnTo>
                  <a:lnTo>
                    <a:pt x="2527053" y="146129"/>
                  </a:lnTo>
                  <a:lnTo>
                    <a:pt x="2527053" y="117690"/>
                  </a:lnTo>
                  <a:lnTo>
                    <a:pt x="3339320" y="117690"/>
                  </a:lnTo>
                  <a:lnTo>
                    <a:pt x="3339320" y="88975"/>
                  </a:lnTo>
                  <a:lnTo>
                    <a:pt x="6317633" y="88975"/>
                  </a:lnTo>
                  <a:lnTo>
                    <a:pt x="6317633" y="59953"/>
                  </a:lnTo>
                  <a:lnTo>
                    <a:pt x="6588389" y="59953"/>
                  </a:lnTo>
                  <a:lnTo>
                    <a:pt x="6588389" y="30006"/>
                  </a:lnTo>
                  <a:lnTo>
                    <a:pt x="6949396" y="30006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20344" y="2861938"/>
              <a:ext cx="6949396" cy="2524337"/>
            </a:xfrm>
            <a:custGeom>
              <a:avLst/>
              <a:pathLst>
                <a:path w="6949396" h="2524337">
                  <a:moveTo>
                    <a:pt x="0" y="2524337"/>
                  </a:moveTo>
                  <a:lnTo>
                    <a:pt x="180503" y="2524337"/>
                  </a:lnTo>
                  <a:lnTo>
                    <a:pt x="180503" y="2321619"/>
                  </a:lnTo>
                  <a:lnTo>
                    <a:pt x="361007" y="2321619"/>
                  </a:lnTo>
                  <a:lnTo>
                    <a:pt x="361007" y="1937240"/>
                  </a:lnTo>
                  <a:lnTo>
                    <a:pt x="451259" y="1937240"/>
                  </a:lnTo>
                  <a:lnTo>
                    <a:pt x="451259" y="1575998"/>
                  </a:lnTo>
                  <a:lnTo>
                    <a:pt x="541511" y="1575998"/>
                  </a:lnTo>
                  <a:lnTo>
                    <a:pt x="541511" y="1397460"/>
                  </a:lnTo>
                  <a:lnTo>
                    <a:pt x="631763" y="1397460"/>
                  </a:lnTo>
                  <a:lnTo>
                    <a:pt x="631763" y="1216559"/>
                  </a:lnTo>
                  <a:lnTo>
                    <a:pt x="1263526" y="1216559"/>
                  </a:lnTo>
                  <a:lnTo>
                    <a:pt x="1263526" y="1038250"/>
                  </a:lnTo>
                  <a:lnTo>
                    <a:pt x="2075793" y="1038250"/>
                  </a:lnTo>
                  <a:lnTo>
                    <a:pt x="2075793" y="862637"/>
                  </a:lnTo>
                  <a:lnTo>
                    <a:pt x="2527053" y="862637"/>
                  </a:lnTo>
                  <a:lnTo>
                    <a:pt x="2527053" y="687317"/>
                  </a:lnTo>
                  <a:lnTo>
                    <a:pt x="3339320" y="687317"/>
                  </a:lnTo>
                  <a:lnTo>
                    <a:pt x="3339320" y="514183"/>
                  </a:lnTo>
                  <a:lnTo>
                    <a:pt x="6317633" y="514183"/>
                  </a:lnTo>
                  <a:lnTo>
                    <a:pt x="6317633" y="342906"/>
                  </a:lnTo>
                  <a:lnTo>
                    <a:pt x="6588389" y="342906"/>
                  </a:lnTo>
                  <a:lnTo>
                    <a:pt x="6588389" y="169861"/>
                  </a:lnTo>
                  <a:lnTo>
                    <a:pt x="6949396" y="169861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73991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393945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313899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4314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23647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0415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84655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72874" y="1896563"/>
              <a:ext cx="398449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8.21 (95% CI 1.80-37.50), p = 0.007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972874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2026-06-08T10:33:21Z</dcterms:modified>
  <cp:category/>
</cp:coreProperties>
</file>