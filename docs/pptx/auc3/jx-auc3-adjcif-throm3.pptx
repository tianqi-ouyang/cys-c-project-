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2874" y="518019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2874" y="4379733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2874" y="3579274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2874" y="2778815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9109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96138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20117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0621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72874" y="558042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2874" y="4779963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2874" y="3979504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2874" y="3179045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49361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29865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610369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790873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320344" y="5172499"/>
              <a:ext cx="6949396" cy="383887"/>
            </a:xfrm>
            <a:custGeom>
              <a:avLst/>
              <a:pathLst>
                <a:path w="6949396" h="383887">
                  <a:moveTo>
                    <a:pt x="0" y="383887"/>
                  </a:moveTo>
                  <a:lnTo>
                    <a:pt x="180503" y="383887"/>
                  </a:lnTo>
                  <a:lnTo>
                    <a:pt x="180503" y="357960"/>
                  </a:lnTo>
                  <a:lnTo>
                    <a:pt x="361007" y="357960"/>
                  </a:lnTo>
                  <a:lnTo>
                    <a:pt x="361007" y="306455"/>
                  </a:lnTo>
                  <a:lnTo>
                    <a:pt x="451259" y="306455"/>
                  </a:lnTo>
                  <a:lnTo>
                    <a:pt x="451259" y="255245"/>
                  </a:lnTo>
                  <a:lnTo>
                    <a:pt x="541511" y="255245"/>
                  </a:lnTo>
                  <a:lnTo>
                    <a:pt x="541511" y="228930"/>
                  </a:lnTo>
                  <a:lnTo>
                    <a:pt x="631763" y="228930"/>
                  </a:lnTo>
                  <a:lnTo>
                    <a:pt x="631763" y="201590"/>
                  </a:lnTo>
                  <a:lnTo>
                    <a:pt x="1263526" y="201590"/>
                  </a:lnTo>
                  <a:lnTo>
                    <a:pt x="1263526" y="173975"/>
                  </a:lnTo>
                  <a:lnTo>
                    <a:pt x="2075793" y="173975"/>
                  </a:lnTo>
                  <a:lnTo>
                    <a:pt x="2075793" y="146129"/>
                  </a:lnTo>
                  <a:lnTo>
                    <a:pt x="2527053" y="146129"/>
                  </a:lnTo>
                  <a:lnTo>
                    <a:pt x="2527053" y="117690"/>
                  </a:lnTo>
                  <a:lnTo>
                    <a:pt x="3339320" y="117690"/>
                  </a:lnTo>
                  <a:lnTo>
                    <a:pt x="3339320" y="88975"/>
                  </a:lnTo>
                  <a:lnTo>
                    <a:pt x="6317633" y="88975"/>
                  </a:lnTo>
                  <a:lnTo>
                    <a:pt x="6317633" y="59953"/>
                  </a:lnTo>
                  <a:lnTo>
                    <a:pt x="6588389" y="59953"/>
                  </a:lnTo>
                  <a:lnTo>
                    <a:pt x="6588389" y="30006"/>
                  </a:lnTo>
                  <a:lnTo>
                    <a:pt x="6949396" y="30006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320344" y="2861938"/>
              <a:ext cx="6949396" cy="2524337"/>
            </a:xfrm>
            <a:custGeom>
              <a:avLst/>
              <a:pathLst>
                <a:path w="6949396" h="2524337">
                  <a:moveTo>
                    <a:pt x="0" y="2524337"/>
                  </a:moveTo>
                  <a:lnTo>
                    <a:pt x="180503" y="2524337"/>
                  </a:lnTo>
                  <a:lnTo>
                    <a:pt x="180503" y="2321619"/>
                  </a:lnTo>
                  <a:lnTo>
                    <a:pt x="361007" y="2321619"/>
                  </a:lnTo>
                  <a:lnTo>
                    <a:pt x="361007" y="1937240"/>
                  </a:lnTo>
                  <a:lnTo>
                    <a:pt x="451259" y="1937240"/>
                  </a:lnTo>
                  <a:lnTo>
                    <a:pt x="451259" y="1575998"/>
                  </a:lnTo>
                  <a:lnTo>
                    <a:pt x="541511" y="1575998"/>
                  </a:lnTo>
                  <a:lnTo>
                    <a:pt x="541511" y="1397460"/>
                  </a:lnTo>
                  <a:lnTo>
                    <a:pt x="631763" y="1397460"/>
                  </a:lnTo>
                  <a:lnTo>
                    <a:pt x="631763" y="1216559"/>
                  </a:lnTo>
                  <a:lnTo>
                    <a:pt x="1263526" y="1216559"/>
                  </a:lnTo>
                  <a:lnTo>
                    <a:pt x="1263526" y="1038250"/>
                  </a:lnTo>
                  <a:lnTo>
                    <a:pt x="2075793" y="1038250"/>
                  </a:lnTo>
                  <a:lnTo>
                    <a:pt x="2075793" y="862637"/>
                  </a:lnTo>
                  <a:lnTo>
                    <a:pt x="2527053" y="862637"/>
                  </a:lnTo>
                  <a:lnTo>
                    <a:pt x="2527053" y="687317"/>
                  </a:lnTo>
                  <a:lnTo>
                    <a:pt x="3339320" y="687317"/>
                  </a:lnTo>
                  <a:lnTo>
                    <a:pt x="3339320" y="514183"/>
                  </a:lnTo>
                  <a:lnTo>
                    <a:pt x="6317633" y="514183"/>
                  </a:lnTo>
                  <a:lnTo>
                    <a:pt x="6317633" y="342906"/>
                  </a:lnTo>
                  <a:lnTo>
                    <a:pt x="6588389" y="342906"/>
                  </a:lnTo>
                  <a:lnTo>
                    <a:pt x="6588389" y="169861"/>
                  </a:lnTo>
                  <a:lnTo>
                    <a:pt x="6949396" y="169861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tx22"/>
            <p:cNvSpPr/>
            <p:nvPr/>
          </p:nvSpPr>
          <p:spPr>
            <a:xfrm>
              <a:off x="692708" y="554037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692708" y="4739912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692708" y="3939453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0.04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692708" y="3138994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0.06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243143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423647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04151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84655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80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419716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1" name="tx31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2" name="pl32"/>
            <p:cNvSpPr/>
            <p:nvPr/>
          </p:nvSpPr>
          <p:spPr>
            <a:xfrm>
              <a:off x="3578565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4819138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tx34"/>
            <p:cNvSpPr/>
            <p:nvPr/>
          </p:nvSpPr>
          <p:spPr>
            <a:xfrm>
              <a:off x="384566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508623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972874" y="1896563"/>
              <a:ext cx="3984498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8.21 (95% CI 1.80-37.50), p = 0.007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972874" y="1669789"/>
              <a:ext cx="20393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3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2026-07-03T08:05:26Z</dcterms:modified>
  <cp:category/>
</cp:coreProperties>
</file>