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10695" y="5060842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10695" y="4021682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10695" y="2982522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736702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899024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061346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8223668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10695" y="5580422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10695" y="4541262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10695" y="3502102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817863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980185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142507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260991" y="4693892"/>
              <a:ext cx="7005923" cy="873429"/>
            </a:xfrm>
            <a:custGeom>
              <a:avLst/>
              <a:pathLst>
                <a:path w="7005923" h="873429">
                  <a:moveTo>
                    <a:pt x="0" y="873429"/>
                  </a:moveTo>
                  <a:lnTo>
                    <a:pt x="86492" y="873429"/>
                  </a:lnTo>
                  <a:lnTo>
                    <a:pt x="86492" y="860282"/>
                  </a:lnTo>
                  <a:lnTo>
                    <a:pt x="172985" y="860282"/>
                  </a:lnTo>
                  <a:lnTo>
                    <a:pt x="172985" y="834002"/>
                  </a:lnTo>
                  <a:lnTo>
                    <a:pt x="345971" y="834002"/>
                  </a:lnTo>
                  <a:lnTo>
                    <a:pt x="345971" y="754616"/>
                  </a:lnTo>
                  <a:lnTo>
                    <a:pt x="432464" y="754616"/>
                  </a:lnTo>
                  <a:lnTo>
                    <a:pt x="432464" y="728113"/>
                  </a:lnTo>
                  <a:lnTo>
                    <a:pt x="518957" y="728113"/>
                  </a:lnTo>
                  <a:lnTo>
                    <a:pt x="518957" y="701249"/>
                  </a:lnTo>
                  <a:lnTo>
                    <a:pt x="778435" y="701249"/>
                  </a:lnTo>
                  <a:lnTo>
                    <a:pt x="778435" y="687787"/>
                  </a:lnTo>
                  <a:lnTo>
                    <a:pt x="1210900" y="687787"/>
                  </a:lnTo>
                  <a:lnTo>
                    <a:pt x="1210900" y="660917"/>
                  </a:lnTo>
                  <a:lnTo>
                    <a:pt x="1383886" y="660917"/>
                  </a:lnTo>
                  <a:lnTo>
                    <a:pt x="1383886" y="647208"/>
                  </a:lnTo>
                  <a:lnTo>
                    <a:pt x="1556871" y="647208"/>
                  </a:lnTo>
                  <a:lnTo>
                    <a:pt x="1556871" y="633449"/>
                  </a:lnTo>
                  <a:lnTo>
                    <a:pt x="1816350" y="633449"/>
                  </a:lnTo>
                  <a:lnTo>
                    <a:pt x="1816350" y="619663"/>
                  </a:lnTo>
                  <a:lnTo>
                    <a:pt x="1989336" y="619663"/>
                  </a:lnTo>
                  <a:lnTo>
                    <a:pt x="1989336" y="592057"/>
                  </a:lnTo>
                  <a:lnTo>
                    <a:pt x="2248814" y="592057"/>
                  </a:lnTo>
                  <a:lnTo>
                    <a:pt x="2248814" y="578123"/>
                  </a:lnTo>
                  <a:lnTo>
                    <a:pt x="2421800" y="578123"/>
                  </a:lnTo>
                  <a:lnTo>
                    <a:pt x="2421800" y="564201"/>
                  </a:lnTo>
                  <a:lnTo>
                    <a:pt x="2767772" y="564201"/>
                  </a:lnTo>
                  <a:lnTo>
                    <a:pt x="2767772" y="550241"/>
                  </a:lnTo>
                  <a:lnTo>
                    <a:pt x="3027250" y="550241"/>
                  </a:lnTo>
                  <a:lnTo>
                    <a:pt x="3027250" y="493833"/>
                  </a:lnTo>
                  <a:lnTo>
                    <a:pt x="3286729" y="493833"/>
                  </a:lnTo>
                  <a:lnTo>
                    <a:pt x="3286729" y="479595"/>
                  </a:lnTo>
                  <a:lnTo>
                    <a:pt x="3546208" y="479595"/>
                  </a:lnTo>
                  <a:lnTo>
                    <a:pt x="3546208" y="465369"/>
                  </a:lnTo>
                  <a:lnTo>
                    <a:pt x="3892179" y="465369"/>
                  </a:lnTo>
                  <a:lnTo>
                    <a:pt x="3892179" y="451137"/>
                  </a:lnTo>
                  <a:lnTo>
                    <a:pt x="3978672" y="451137"/>
                  </a:lnTo>
                  <a:lnTo>
                    <a:pt x="3978672" y="422567"/>
                  </a:lnTo>
                  <a:lnTo>
                    <a:pt x="4670615" y="422567"/>
                  </a:lnTo>
                  <a:lnTo>
                    <a:pt x="4670615" y="408231"/>
                  </a:lnTo>
                  <a:lnTo>
                    <a:pt x="4843601" y="408231"/>
                  </a:lnTo>
                  <a:lnTo>
                    <a:pt x="4843601" y="379607"/>
                  </a:lnTo>
                  <a:lnTo>
                    <a:pt x="5276065" y="379607"/>
                  </a:lnTo>
                  <a:lnTo>
                    <a:pt x="5276065" y="365206"/>
                  </a:lnTo>
                  <a:lnTo>
                    <a:pt x="5362558" y="365206"/>
                  </a:lnTo>
                  <a:lnTo>
                    <a:pt x="5362558" y="336489"/>
                  </a:lnTo>
                  <a:lnTo>
                    <a:pt x="5449051" y="336489"/>
                  </a:lnTo>
                  <a:lnTo>
                    <a:pt x="5449051" y="322115"/>
                  </a:lnTo>
                  <a:lnTo>
                    <a:pt x="5622037" y="322115"/>
                  </a:lnTo>
                  <a:lnTo>
                    <a:pt x="5622037" y="293292"/>
                  </a:lnTo>
                  <a:lnTo>
                    <a:pt x="5795023" y="293292"/>
                  </a:lnTo>
                  <a:lnTo>
                    <a:pt x="5795023" y="278906"/>
                  </a:lnTo>
                  <a:lnTo>
                    <a:pt x="5968008" y="278906"/>
                  </a:lnTo>
                  <a:lnTo>
                    <a:pt x="5968008" y="264458"/>
                  </a:lnTo>
                  <a:lnTo>
                    <a:pt x="6054501" y="264458"/>
                  </a:lnTo>
                  <a:lnTo>
                    <a:pt x="6054501" y="235648"/>
                  </a:lnTo>
                  <a:lnTo>
                    <a:pt x="6140994" y="235648"/>
                  </a:lnTo>
                  <a:lnTo>
                    <a:pt x="6140994" y="192194"/>
                  </a:lnTo>
                  <a:lnTo>
                    <a:pt x="6313980" y="192194"/>
                  </a:lnTo>
                  <a:lnTo>
                    <a:pt x="6313980" y="163132"/>
                  </a:lnTo>
                  <a:lnTo>
                    <a:pt x="6400473" y="163132"/>
                  </a:lnTo>
                  <a:lnTo>
                    <a:pt x="6400473" y="133772"/>
                  </a:lnTo>
                  <a:lnTo>
                    <a:pt x="6573458" y="133772"/>
                  </a:lnTo>
                  <a:lnTo>
                    <a:pt x="6573458" y="118986"/>
                  </a:lnTo>
                  <a:lnTo>
                    <a:pt x="6659951" y="118986"/>
                  </a:lnTo>
                  <a:lnTo>
                    <a:pt x="6659951" y="104218"/>
                  </a:lnTo>
                  <a:lnTo>
                    <a:pt x="6746444" y="104218"/>
                  </a:lnTo>
                  <a:lnTo>
                    <a:pt x="6746444" y="59770"/>
                  </a:lnTo>
                  <a:lnTo>
                    <a:pt x="6832937" y="59770"/>
                  </a:lnTo>
                  <a:lnTo>
                    <a:pt x="6832937" y="44850"/>
                  </a:lnTo>
                  <a:lnTo>
                    <a:pt x="6919430" y="44850"/>
                  </a:lnTo>
                  <a:lnTo>
                    <a:pt x="6919430" y="14995"/>
                  </a:lnTo>
                  <a:lnTo>
                    <a:pt x="7005923" y="14995"/>
                  </a:lnTo>
                  <a:lnTo>
                    <a:pt x="7005923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260991" y="2861938"/>
              <a:ext cx="7005923" cy="2671096"/>
            </a:xfrm>
            <a:custGeom>
              <a:avLst/>
              <a:pathLst>
                <a:path w="7005923" h="2671096">
                  <a:moveTo>
                    <a:pt x="0" y="2671096"/>
                  </a:moveTo>
                  <a:lnTo>
                    <a:pt x="86492" y="2671096"/>
                  </a:lnTo>
                  <a:lnTo>
                    <a:pt x="86492" y="2623792"/>
                  </a:lnTo>
                  <a:lnTo>
                    <a:pt x="172985" y="2623792"/>
                  </a:lnTo>
                  <a:lnTo>
                    <a:pt x="172985" y="2529990"/>
                  </a:lnTo>
                  <a:lnTo>
                    <a:pt x="345971" y="2529990"/>
                  </a:lnTo>
                  <a:lnTo>
                    <a:pt x="345971" y="2252575"/>
                  </a:lnTo>
                  <a:lnTo>
                    <a:pt x="432464" y="2252575"/>
                  </a:lnTo>
                  <a:lnTo>
                    <a:pt x="432464" y="2161900"/>
                  </a:lnTo>
                  <a:lnTo>
                    <a:pt x="518957" y="2161900"/>
                  </a:lnTo>
                  <a:lnTo>
                    <a:pt x="518957" y="2070961"/>
                  </a:lnTo>
                  <a:lnTo>
                    <a:pt x="778435" y="2070961"/>
                  </a:lnTo>
                  <a:lnTo>
                    <a:pt x="778435" y="2025751"/>
                  </a:lnTo>
                  <a:lnTo>
                    <a:pt x="1210900" y="2025751"/>
                  </a:lnTo>
                  <a:lnTo>
                    <a:pt x="1210900" y="1936228"/>
                  </a:lnTo>
                  <a:lnTo>
                    <a:pt x="1383886" y="1936228"/>
                  </a:lnTo>
                  <a:lnTo>
                    <a:pt x="1383886" y="1890916"/>
                  </a:lnTo>
                  <a:lnTo>
                    <a:pt x="1556871" y="1890916"/>
                  </a:lnTo>
                  <a:lnTo>
                    <a:pt x="1556871" y="1845685"/>
                  </a:lnTo>
                  <a:lnTo>
                    <a:pt x="1816350" y="1845685"/>
                  </a:lnTo>
                  <a:lnTo>
                    <a:pt x="1816350" y="1800608"/>
                  </a:lnTo>
                  <a:lnTo>
                    <a:pt x="1989336" y="1800608"/>
                  </a:lnTo>
                  <a:lnTo>
                    <a:pt x="1989336" y="1711069"/>
                  </a:lnTo>
                  <a:lnTo>
                    <a:pt x="2248814" y="1711069"/>
                  </a:lnTo>
                  <a:lnTo>
                    <a:pt x="2248814" y="1666237"/>
                  </a:lnTo>
                  <a:lnTo>
                    <a:pt x="2421800" y="1666237"/>
                  </a:lnTo>
                  <a:lnTo>
                    <a:pt x="2421800" y="1621685"/>
                  </a:lnTo>
                  <a:lnTo>
                    <a:pt x="2767772" y="1621685"/>
                  </a:lnTo>
                  <a:lnTo>
                    <a:pt x="2767772" y="1577255"/>
                  </a:lnTo>
                  <a:lnTo>
                    <a:pt x="3027250" y="1577255"/>
                  </a:lnTo>
                  <a:lnTo>
                    <a:pt x="3027250" y="1400138"/>
                  </a:lnTo>
                  <a:lnTo>
                    <a:pt x="3286729" y="1400138"/>
                  </a:lnTo>
                  <a:lnTo>
                    <a:pt x="3286729" y="1356034"/>
                  </a:lnTo>
                  <a:lnTo>
                    <a:pt x="3546208" y="1356034"/>
                  </a:lnTo>
                  <a:lnTo>
                    <a:pt x="3546208" y="1312210"/>
                  </a:lnTo>
                  <a:lnTo>
                    <a:pt x="3892179" y="1312210"/>
                  </a:lnTo>
                  <a:lnTo>
                    <a:pt x="3892179" y="1268602"/>
                  </a:lnTo>
                  <a:lnTo>
                    <a:pt x="3978672" y="1268602"/>
                  </a:lnTo>
                  <a:lnTo>
                    <a:pt x="3978672" y="1181774"/>
                  </a:lnTo>
                  <a:lnTo>
                    <a:pt x="4670615" y="1181774"/>
                  </a:lnTo>
                  <a:lnTo>
                    <a:pt x="4670615" y="1138558"/>
                  </a:lnTo>
                  <a:lnTo>
                    <a:pt x="4843601" y="1138558"/>
                  </a:lnTo>
                  <a:lnTo>
                    <a:pt x="4843601" y="1052970"/>
                  </a:lnTo>
                  <a:lnTo>
                    <a:pt x="5276065" y="1052970"/>
                  </a:lnTo>
                  <a:lnTo>
                    <a:pt x="5276065" y="1010260"/>
                  </a:lnTo>
                  <a:lnTo>
                    <a:pt x="5362558" y="1010260"/>
                  </a:lnTo>
                  <a:lnTo>
                    <a:pt x="5362558" y="925777"/>
                  </a:lnTo>
                  <a:lnTo>
                    <a:pt x="5449051" y="925777"/>
                  </a:lnTo>
                  <a:lnTo>
                    <a:pt x="5449051" y="883832"/>
                  </a:lnTo>
                  <a:lnTo>
                    <a:pt x="5622037" y="883832"/>
                  </a:lnTo>
                  <a:lnTo>
                    <a:pt x="5622037" y="800398"/>
                  </a:lnTo>
                  <a:lnTo>
                    <a:pt x="5795023" y="800398"/>
                  </a:lnTo>
                  <a:lnTo>
                    <a:pt x="5795023" y="759090"/>
                  </a:lnTo>
                  <a:lnTo>
                    <a:pt x="5968008" y="759090"/>
                  </a:lnTo>
                  <a:lnTo>
                    <a:pt x="5968008" y="717827"/>
                  </a:lnTo>
                  <a:lnTo>
                    <a:pt x="6054501" y="717827"/>
                  </a:lnTo>
                  <a:lnTo>
                    <a:pt x="6054501" y="636202"/>
                  </a:lnTo>
                  <a:lnTo>
                    <a:pt x="6140994" y="636202"/>
                  </a:lnTo>
                  <a:lnTo>
                    <a:pt x="6140994" y="514723"/>
                  </a:lnTo>
                  <a:lnTo>
                    <a:pt x="6313980" y="514723"/>
                  </a:lnTo>
                  <a:lnTo>
                    <a:pt x="6313980" y="434555"/>
                  </a:lnTo>
                  <a:lnTo>
                    <a:pt x="6400473" y="434555"/>
                  </a:lnTo>
                  <a:lnTo>
                    <a:pt x="6400473" y="354429"/>
                  </a:lnTo>
                  <a:lnTo>
                    <a:pt x="6573458" y="354429"/>
                  </a:lnTo>
                  <a:lnTo>
                    <a:pt x="6573458" y="314402"/>
                  </a:lnTo>
                  <a:lnTo>
                    <a:pt x="6659951" y="314402"/>
                  </a:lnTo>
                  <a:lnTo>
                    <a:pt x="6659951" y="274637"/>
                  </a:lnTo>
                  <a:lnTo>
                    <a:pt x="6746444" y="274637"/>
                  </a:lnTo>
                  <a:lnTo>
                    <a:pt x="6746444" y="156240"/>
                  </a:lnTo>
                  <a:lnTo>
                    <a:pt x="6832937" y="156240"/>
                  </a:lnTo>
                  <a:lnTo>
                    <a:pt x="6832937" y="116923"/>
                  </a:lnTo>
                  <a:lnTo>
                    <a:pt x="6919430" y="116923"/>
                  </a:lnTo>
                  <a:lnTo>
                    <a:pt x="6919430" y="38881"/>
                  </a:lnTo>
                  <a:lnTo>
                    <a:pt x="7005923" y="38881"/>
                  </a:lnTo>
                  <a:lnTo>
                    <a:pt x="7005923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tx19"/>
            <p:cNvSpPr/>
            <p:nvPr/>
          </p:nvSpPr>
          <p:spPr>
            <a:xfrm>
              <a:off x="692708" y="5540371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92708" y="4501211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0.1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692708" y="3462051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275568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491800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708032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4166072" y="5925448"/>
              <a:ext cx="119576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baseline</a:t>
              </a:r>
            </a:p>
          </p:txBody>
        </p:sp>
        <p:sp>
          <p:nvSpPr>
            <p:cNvPr id="26" name="tx26"/>
            <p:cNvSpPr/>
            <p:nvPr/>
          </p:nvSpPr>
          <p:spPr>
            <a:xfrm rot="-5400000">
              <a:off x="-87047" y="4103109"/>
              <a:ext cx="132789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Cumulative incidence</a:t>
              </a:r>
            </a:p>
          </p:txBody>
        </p:sp>
        <p:sp>
          <p:nvSpPr>
            <p:cNvPr id="27" name="pl27"/>
            <p:cNvSpPr/>
            <p:nvPr/>
          </p:nvSpPr>
          <p:spPr>
            <a:xfrm>
              <a:off x="3547476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788049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tx29"/>
            <p:cNvSpPr/>
            <p:nvPr/>
          </p:nvSpPr>
          <p:spPr>
            <a:xfrm>
              <a:off x="3814575" y="2224748"/>
              <a:ext cx="88193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&lt; +25 mg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5055148" y="2224748"/>
              <a:ext cx="94722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&gt;= +25 mg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910695" y="1896563"/>
              <a:ext cx="3988064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Discrep &gt;= +25 vs &lt;+25: subHR = 3.63 (95% CI 1.89-6.94), p = &lt;0.001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910695" y="1669789"/>
              <a:ext cx="180639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3 AEs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2026-07-17T12:49:38Z</dcterms:modified>
  <cp:category/>
</cp:coreProperties>
</file>