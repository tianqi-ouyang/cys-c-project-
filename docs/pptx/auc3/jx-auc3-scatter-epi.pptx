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79092" y="5140215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79092" y="4204857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79092" y="3269499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79092" y="2334141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89441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689587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88973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089880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79092" y="5607894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79092" y="4672536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79092" y="3737178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79092" y="2801820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589514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789660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98980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2313666" y="38127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4251134" y="28898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4841998" y="392711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2265036" y="367854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5066222" y="363470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057272" y="34137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4633405" y="42364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259727" y="346731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3954014" y="45371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4368999" y="41637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3405320" y="37568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081436" y="395248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3498365" y="38660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3254212" y="369060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3069762" y="40509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5198769" y="36904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160091" y="36234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2895293" y="40938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3059046" y="376460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3738317" y="387303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3534937" y="39379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2946910" y="38967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3156705" y="34026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4633554" y="375210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3398675" y="38468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4401220" y="423934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3301394" y="38796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3604939" y="37443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3791315" y="34966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1855592" y="35506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4449305" y="40404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3283039" y="378203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819508" y="42552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1301453" y="34946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5573333" y="35264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134972" y="40502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4075758" y="39407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4133667" y="334914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2620233" y="38743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1934356" y="340018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2506183" y="35292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3565713" y="36901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3032888" y="399623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6361549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3310975" y="386574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3260067" y="41866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744010" y="38222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2920007" y="41981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5856758" y="370802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3861733" y="44216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5395581" y="392360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4919449" y="38623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3342678" y="37867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2051048" y="35856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4467400" y="29558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4258206" y="38687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3207409" y="37241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4690692" y="35186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4534109" y="37776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3090476" y="42749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2968019" y="40576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4743592" y="35669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2623241" y="361251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5873924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4435222" y="39230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3769543" y="339856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4631665" y="29259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4749463" y="33627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2590466" y="38803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5172205" y="32706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4479454" y="373373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4475303" y="42459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4376580" y="35621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4220685" y="40872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5867538" y="44980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2578684" y="36378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2470891" y="362944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5019399" y="41049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3863399" y="39886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3832056" y="35604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3565359" y="398924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3930034" y="37019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4463997" y="43732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4726837" y="324318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5585065" y="35636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4104099" y="38335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2647855" y="38641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2601435" y="29759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5647812" y="35969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3075191" y="33709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3574438" y="30507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3562380" y="368753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2080029" y="35295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2610105" y="323779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4034043" y="40582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3861041" y="43591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3800918" y="35999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4658816" y="38383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3649808" y="37488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2913882" y="36684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5463515" y="34563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3575217" y="39968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3842634" y="350588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3536059" y="38941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3193633" y="36504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2671799" y="33687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4399110" y="41096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4501782" y="371520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3333023" y="30029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2883787" y="39901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4071862" y="42441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4707069" y="380091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3572757" y="39861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3872016" y="39076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3147288" y="33952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2977781" y="40137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4428536" y="45157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4197827" y="40942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5639042" y="40553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5321059" y="398221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4550910" y="35843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3402114" y="38625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3831555" y="363730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2701719" y="41546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3738485" y="35130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3286109" y="37660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4005163" y="26582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2850111" y="38616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5452471" y="389244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3424233" y="36917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4704336" y="374392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3881330" y="40019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3583089" y="42558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3665938" y="30256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4422963" y="40583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3937678" y="394156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3348782" y="39255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4595930" y="369443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4032511" y="33676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4507057" y="40502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4410948" y="39615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3375101" y="36309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5093831" y="35068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6319674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3573305" y="40496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3188961" y="324437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5184319" y="432812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4345527" y="39809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3639883" y="373888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4545483" y="41967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4532610" y="38648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5121608" y="40857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4771034" y="350172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4491194" y="39971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7149910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4106769" y="42720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2279742" y="31072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4403812" y="36935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3465940" y="39410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5113488" y="36456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4163849" y="36922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2931292" y="356109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5063008" y="42244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4233643" y="44613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4706456" y="40835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4020671" y="34080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3677920" y="34434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3374621" y="338980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6087378" y="436710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4322138" y="41820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4980819" y="374061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5185201" y="38889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4605387" y="42476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2073713" y="35145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6230960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2202707" y="36109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4224728" y="422658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3449479" y="365406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5578843" y="365900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4634287" y="336813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4176389" y="356099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3201219" y="38872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4621663" y="35216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4375907" y="36760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4234016" y="37470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4376510" y="328150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3935737" y="30156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4322861" y="29840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1765333" y="367370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3434934" y="38492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4325766" y="31854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3600272" y="36827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4209282" y="34147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3212271" y="371508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5307222" y="417129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4095736" y="392968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4311546" y="31768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3927983" y="426846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3647080" y="399057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4807384" y="37183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2152338" y="36241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3898626" y="35911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4818329" y="43417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4209722" y="39972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4311767" y="40604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4398225" y="38636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1461219" y="37464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3393223" y="377616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4944346" y="41972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4469212" y="43375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3767372" y="38532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3598303" y="43621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3797664" y="37736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3820836" y="40408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4087870" y="332274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1954966" y="33041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1725532" y="340203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4745199" y="32363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2520742" y="347620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4839278" y="403762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3013020" y="35755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4504631" y="437614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3819768" y="37666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4892307" y="39578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4024740" y="427022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4359712" y="361114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4165471" y="40990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5503636" y="42396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2703378" y="362704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4013125" y="41827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3788123" y="316992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3806668" y="34276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5717026" y="36180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2270131" y="28917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4677427" y="353301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5446721" y="344567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4796710" y="45071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3788393" y="351849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4979760" y="41024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3993315" y="41716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4683877" y="355446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4338005" y="36136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4029302" y="404637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3174578" y="43439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3981540" y="40093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3583502" y="40842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5426802" y="35894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2808446" y="391915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3492023" y="39011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3655981" y="38316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4462044" y="438157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1759289" y="360704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5530964" y="42972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3452635" y="36651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5585067" y="36875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5855670" y="39449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3301679" y="37462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3920888" y="35818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3809547" y="33791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6339053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4137560" y="38957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5165009" y="40208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3207332" y="20456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4345095" y="40146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5035053" y="353671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3387652" y="374982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5222137" y="33024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3399778" y="37650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3850150" y="41336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1889684" y="34612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4635458" y="37324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4275245" y="30365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4731769" y="36290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4021276" y="37544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5208590" y="337760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5107193" y="334008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4155987" y="36881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4206431" y="35863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5345521" y="343634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3683453" y="35313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4529437" y="294770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5010005" y="41326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5148251" y="42832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4780664" y="35625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4078369" y="380587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3708801" y="32914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4493009" y="32264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3655307" y="33986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2301676" y="37315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5996765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3845327" y="36076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3636813" y="31573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3250348" y="35599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3737174" y="39245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2950884" y="374220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5161161" y="37041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5052696" y="32947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4548458" y="34594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4590537" y="395411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1746778" y="376320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2494277" y="38479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3522531" y="422604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3000610" y="38691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2694843" y="32420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3745215" y="33493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4852133" y="39814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4316880" y="37876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2950704" y="38689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3886376" y="39423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2409258" y="380029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3963301" y="37447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5322496" y="34241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1983919" y="37895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2786180" y="30611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4839971" y="364802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3932857" y="43154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4865399" y="37512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4200971" y="35763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3425793" y="404602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5328204" y="404681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4308148" y="271960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4161183" y="337285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1"/>
            <p:cNvSpPr/>
            <p:nvPr/>
          </p:nvSpPr>
          <p:spPr>
            <a:xfrm>
              <a:off x="3636519" y="348688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2"/>
            <p:cNvSpPr/>
            <p:nvPr/>
          </p:nvSpPr>
          <p:spPr>
            <a:xfrm>
              <a:off x="2619893" y="344003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3"/>
            <p:cNvSpPr/>
            <p:nvPr/>
          </p:nvSpPr>
          <p:spPr>
            <a:xfrm>
              <a:off x="4646262" y="406887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t344"/>
            <p:cNvSpPr/>
            <p:nvPr/>
          </p:nvSpPr>
          <p:spPr>
            <a:xfrm>
              <a:off x="2587417" y="32263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t345"/>
            <p:cNvSpPr/>
            <p:nvPr/>
          </p:nvSpPr>
          <p:spPr>
            <a:xfrm>
              <a:off x="6387198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t346"/>
            <p:cNvSpPr/>
            <p:nvPr/>
          </p:nvSpPr>
          <p:spPr>
            <a:xfrm>
              <a:off x="6395826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t347"/>
            <p:cNvSpPr/>
            <p:nvPr/>
          </p:nvSpPr>
          <p:spPr>
            <a:xfrm>
              <a:off x="2395455" y="349848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t348"/>
            <p:cNvSpPr/>
            <p:nvPr/>
          </p:nvSpPr>
          <p:spPr>
            <a:xfrm>
              <a:off x="2817508" y="36250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t349"/>
            <p:cNvSpPr/>
            <p:nvPr/>
          </p:nvSpPr>
          <p:spPr>
            <a:xfrm>
              <a:off x="4300572" y="40504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t350"/>
            <p:cNvSpPr/>
            <p:nvPr/>
          </p:nvSpPr>
          <p:spPr>
            <a:xfrm>
              <a:off x="3945173" y="39385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t351"/>
            <p:cNvSpPr/>
            <p:nvPr/>
          </p:nvSpPr>
          <p:spPr>
            <a:xfrm>
              <a:off x="5217381" y="435450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t352"/>
            <p:cNvSpPr/>
            <p:nvPr/>
          </p:nvSpPr>
          <p:spPr>
            <a:xfrm>
              <a:off x="5105414" y="322802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t353"/>
            <p:cNvSpPr/>
            <p:nvPr/>
          </p:nvSpPr>
          <p:spPr>
            <a:xfrm>
              <a:off x="3726195" y="32001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t354"/>
            <p:cNvSpPr/>
            <p:nvPr/>
          </p:nvSpPr>
          <p:spPr>
            <a:xfrm>
              <a:off x="5465441" y="35538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t355"/>
            <p:cNvSpPr/>
            <p:nvPr/>
          </p:nvSpPr>
          <p:spPr>
            <a:xfrm>
              <a:off x="8245197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t356"/>
            <p:cNvSpPr/>
            <p:nvPr/>
          </p:nvSpPr>
          <p:spPr>
            <a:xfrm>
              <a:off x="4692552" y="363539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t357"/>
            <p:cNvSpPr/>
            <p:nvPr/>
          </p:nvSpPr>
          <p:spPr>
            <a:xfrm>
              <a:off x="4195366" y="338006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t358"/>
            <p:cNvSpPr/>
            <p:nvPr/>
          </p:nvSpPr>
          <p:spPr>
            <a:xfrm>
              <a:off x="5574066" y="352688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t359"/>
            <p:cNvSpPr/>
            <p:nvPr/>
          </p:nvSpPr>
          <p:spPr>
            <a:xfrm>
              <a:off x="3656976" y="42854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t360"/>
            <p:cNvSpPr/>
            <p:nvPr/>
          </p:nvSpPr>
          <p:spPr>
            <a:xfrm>
              <a:off x="2900755" y="38739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t361"/>
            <p:cNvSpPr/>
            <p:nvPr/>
          </p:nvSpPr>
          <p:spPr>
            <a:xfrm>
              <a:off x="6571942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t362"/>
            <p:cNvSpPr/>
            <p:nvPr/>
          </p:nvSpPr>
          <p:spPr>
            <a:xfrm>
              <a:off x="3467329" y="370330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t363"/>
            <p:cNvSpPr/>
            <p:nvPr/>
          </p:nvSpPr>
          <p:spPr>
            <a:xfrm>
              <a:off x="3720302" y="37488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t364"/>
            <p:cNvSpPr/>
            <p:nvPr/>
          </p:nvSpPr>
          <p:spPr>
            <a:xfrm>
              <a:off x="4756018" y="30052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t365"/>
            <p:cNvSpPr/>
            <p:nvPr/>
          </p:nvSpPr>
          <p:spPr>
            <a:xfrm>
              <a:off x="5659457" y="36031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t366"/>
            <p:cNvSpPr/>
            <p:nvPr/>
          </p:nvSpPr>
          <p:spPr>
            <a:xfrm>
              <a:off x="4500422" y="31322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t367"/>
            <p:cNvSpPr/>
            <p:nvPr/>
          </p:nvSpPr>
          <p:spPr>
            <a:xfrm>
              <a:off x="4378783" y="383656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t368"/>
            <p:cNvSpPr/>
            <p:nvPr/>
          </p:nvSpPr>
          <p:spPr>
            <a:xfrm>
              <a:off x="3328917" y="36350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t369"/>
            <p:cNvSpPr/>
            <p:nvPr/>
          </p:nvSpPr>
          <p:spPr>
            <a:xfrm>
              <a:off x="4603486" y="304201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t370"/>
            <p:cNvSpPr/>
            <p:nvPr/>
          </p:nvSpPr>
          <p:spPr>
            <a:xfrm>
              <a:off x="3068179" y="40012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t371"/>
            <p:cNvSpPr/>
            <p:nvPr/>
          </p:nvSpPr>
          <p:spPr>
            <a:xfrm>
              <a:off x="5031682" y="41943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t372"/>
            <p:cNvSpPr/>
            <p:nvPr/>
          </p:nvSpPr>
          <p:spPr>
            <a:xfrm>
              <a:off x="4489275" y="383687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t373"/>
            <p:cNvSpPr/>
            <p:nvPr/>
          </p:nvSpPr>
          <p:spPr>
            <a:xfrm>
              <a:off x="3878023" y="27315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t374"/>
            <p:cNvSpPr/>
            <p:nvPr/>
          </p:nvSpPr>
          <p:spPr>
            <a:xfrm>
              <a:off x="3435344" y="28912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t375"/>
            <p:cNvSpPr/>
            <p:nvPr/>
          </p:nvSpPr>
          <p:spPr>
            <a:xfrm>
              <a:off x="2583681" y="37130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t376"/>
            <p:cNvSpPr/>
            <p:nvPr/>
          </p:nvSpPr>
          <p:spPr>
            <a:xfrm>
              <a:off x="3469528" y="390493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t377"/>
            <p:cNvSpPr/>
            <p:nvPr/>
          </p:nvSpPr>
          <p:spPr>
            <a:xfrm>
              <a:off x="5435594" y="37225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t378"/>
            <p:cNvSpPr/>
            <p:nvPr/>
          </p:nvSpPr>
          <p:spPr>
            <a:xfrm>
              <a:off x="2117507" y="354843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t379"/>
            <p:cNvSpPr/>
            <p:nvPr/>
          </p:nvSpPr>
          <p:spPr>
            <a:xfrm>
              <a:off x="5105350" y="34396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t380"/>
            <p:cNvSpPr/>
            <p:nvPr/>
          </p:nvSpPr>
          <p:spPr>
            <a:xfrm>
              <a:off x="4303200" y="28824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t381"/>
            <p:cNvSpPr/>
            <p:nvPr/>
          </p:nvSpPr>
          <p:spPr>
            <a:xfrm>
              <a:off x="3475818" y="34482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t382"/>
            <p:cNvSpPr/>
            <p:nvPr/>
          </p:nvSpPr>
          <p:spPr>
            <a:xfrm>
              <a:off x="5080700" y="39152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t383"/>
            <p:cNvSpPr/>
            <p:nvPr/>
          </p:nvSpPr>
          <p:spPr>
            <a:xfrm>
              <a:off x="3806374" y="343684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t384"/>
            <p:cNvSpPr/>
            <p:nvPr/>
          </p:nvSpPr>
          <p:spPr>
            <a:xfrm>
              <a:off x="5712146" y="433269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t385"/>
            <p:cNvSpPr/>
            <p:nvPr/>
          </p:nvSpPr>
          <p:spPr>
            <a:xfrm>
              <a:off x="2812288" y="38796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t386"/>
            <p:cNvSpPr/>
            <p:nvPr/>
          </p:nvSpPr>
          <p:spPr>
            <a:xfrm>
              <a:off x="5633029" y="36873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t387"/>
            <p:cNvSpPr/>
            <p:nvPr/>
          </p:nvSpPr>
          <p:spPr>
            <a:xfrm>
              <a:off x="4169891" y="263143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t388"/>
            <p:cNvSpPr/>
            <p:nvPr/>
          </p:nvSpPr>
          <p:spPr>
            <a:xfrm>
              <a:off x="3408727" y="33214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t389"/>
            <p:cNvSpPr/>
            <p:nvPr/>
          </p:nvSpPr>
          <p:spPr>
            <a:xfrm>
              <a:off x="3592488" y="373587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t390"/>
            <p:cNvSpPr/>
            <p:nvPr/>
          </p:nvSpPr>
          <p:spPr>
            <a:xfrm>
              <a:off x="3398442" y="377894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t391"/>
            <p:cNvSpPr/>
            <p:nvPr/>
          </p:nvSpPr>
          <p:spPr>
            <a:xfrm>
              <a:off x="3146031" y="36097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t392"/>
            <p:cNvSpPr/>
            <p:nvPr/>
          </p:nvSpPr>
          <p:spPr>
            <a:xfrm>
              <a:off x="4854454" y="306798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t393"/>
            <p:cNvSpPr/>
            <p:nvPr/>
          </p:nvSpPr>
          <p:spPr>
            <a:xfrm>
              <a:off x="3924196" y="31627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t394"/>
            <p:cNvSpPr/>
            <p:nvPr/>
          </p:nvSpPr>
          <p:spPr>
            <a:xfrm>
              <a:off x="5217592" y="33683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t395"/>
            <p:cNvSpPr/>
            <p:nvPr/>
          </p:nvSpPr>
          <p:spPr>
            <a:xfrm>
              <a:off x="4455396" y="37560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t396"/>
            <p:cNvSpPr/>
            <p:nvPr/>
          </p:nvSpPr>
          <p:spPr>
            <a:xfrm>
              <a:off x="4372777" y="38150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t397"/>
            <p:cNvSpPr/>
            <p:nvPr/>
          </p:nvSpPr>
          <p:spPr>
            <a:xfrm>
              <a:off x="4144528" y="33850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t398"/>
            <p:cNvSpPr/>
            <p:nvPr/>
          </p:nvSpPr>
          <p:spPr>
            <a:xfrm>
              <a:off x="3734086" y="37959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t399"/>
            <p:cNvSpPr/>
            <p:nvPr/>
          </p:nvSpPr>
          <p:spPr>
            <a:xfrm>
              <a:off x="2573935" y="34273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t400"/>
            <p:cNvSpPr/>
            <p:nvPr/>
          </p:nvSpPr>
          <p:spPr>
            <a:xfrm>
              <a:off x="4068844" y="39037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t401"/>
            <p:cNvSpPr/>
            <p:nvPr/>
          </p:nvSpPr>
          <p:spPr>
            <a:xfrm>
              <a:off x="4722496" y="32055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t402"/>
            <p:cNvSpPr/>
            <p:nvPr/>
          </p:nvSpPr>
          <p:spPr>
            <a:xfrm>
              <a:off x="4943017" y="352853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t403"/>
            <p:cNvSpPr/>
            <p:nvPr/>
          </p:nvSpPr>
          <p:spPr>
            <a:xfrm>
              <a:off x="3203520" y="39914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t404"/>
            <p:cNvSpPr/>
            <p:nvPr/>
          </p:nvSpPr>
          <p:spPr>
            <a:xfrm>
              <a:off x="5884435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t405"/>
            <p:cNvSpPr/>
            <p:nvPr/>
          </p:nvSpPr>
          <p:spPr>
            <a:xfrm>
              <a:off x="6035871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t406"/>
            <p:cNvSpPr/>
            <p:nvPr/>
          </p:nvSpPr>
          <p:spPr>
            <a:xfrm>
              <a:off x="3855239" y="40496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t407"/>
            <p:cNvSpPr/>
            <p:nvPr/>
          </p:nvSpPr>
          <p:spPr>
            <a:xfrm>
              <a:off x="4509805" y="31488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t408"/>
            <p:cNvSpPr/>
            <p:nvPr/>
          </p:nvSpPr>
          <p:spPr>
            <a:xfrm>
              <a:off x="4078571" y="38232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t409"/>
            <p:cNvSpPr/>
            <p:nvPr/>
          </p:nvSpPr>
          <p:spPr>
            <a:xfrm>
              <a:off x="2109003" y="32854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t410"/>
            <p:cNvSpPr/>
            <p:nvPr/>
          </p:nvSpPr>
          <p:spPr>
            <a:xfrm>
              <a:off x="2879472" y="34832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t411"/>
            <p:cNvSpPr/>
            <p:nvPr/>
          </p:nvSpPr>
          <p:spPr>
            <a:xfrm>
              <a:off x="6175560" y="30108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t412"/>
            <p:cNvSpPr/>
            <p:nvPr/>
          </p:nvSpPr>
          <p:spPr>
            <a:xfrm>
              <a:off x="3580428" y="357867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t413"/>
            <p:cNvSpPr/>
            <p:nvPr/>
          </p:nvSpPr>
          <p:spPr>
            <a:xfrm>
              <a:off x="6608216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t414"/>
            <p:cNvSpPr/>
            <p:nvPr/>
          </p:nvSpPr>
          <p:spPr>
            <a:xfrm>
              <a:off x="6597174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t415"/>
            <p:cNvSpPr/>
            <p:nvPr/>
          </p:nvSpPr>
          <p:spPr>
            <a:xfrm>
              <a:off x="4160021" y="30488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t416"/>
            <p:cNvSpPr/>
            <p:nvPr/>
          </p:nvSpPr>
          <p:spPr>
            <a:xfrm>
              <a:off x="3852441" y="36156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t417"/>
            <p:cNvSpPr/>
            <p:nvPr/>
          </p:nvSpPr>
          <p:spPr>
            <a:xfrm>
              <a:off x="1902742" y="33210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t418"/>
            <p:cNvSpPr/>
            <p:nvPr/>
          </p:nvSpPr>
          <p:spPr>
            <a:xfrm>
              <a:off x="4536471" y="55243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t419"/>
            <p:cNvSpPr/>
            <p:nvPr/>
          </p:nvSpPr>
          <p:spPr>
            <a:xfrm>
              <a:off x="3669252" y="419411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t420"/>
            <p:cNvSpPr/>
            <p:nvPr/>
          </p:nvSpPr>
          <p:spPr>
            <a:xfrm>
              <a:off x="2527874" y="297022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t421"/>
            <p:cNvSpPr/>
            <p:nvPr/>
          </p:nvSpPr>
          <p:spPr>
            <a:xfrm>
              <a:off x="3434340" y="333250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t422"/>
            <p:cNvSpPr/>
            <p:nvPr/>
          </p:nvSpPr>
          <p:spPr>
            <a:xfrm>
              <a:off x="4070349" y="329184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t423"/>
            <p:cNvSpPr/>
            <p:nvPr/>
          </p:nvSpPr>
          <p:spPr>
            <a:xfrm>
              <a:off x="3221766" y="34512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t424"/>
            <p:cNvSpPr/>
            <p:nvPr/>
          </p:nvSpPr>
          <p:spPr>
            <a:xfrm>
              <a:off x="5739910" y="412370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t425"/>
            <p:cNvSpPr/>
            <p:nvPr/>
          </p:nvSpPr>
          <p:spPr>
            <a:xfrm>
              <a:off x="5980114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t426"/>
            <p:cNvSpPr/>
            <p:nvPr/>
          </p:nvSpPr>
          <p:spPr>
            <a:xfrm>
              <a:off x="3311151" y="30752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t427"/>
            <p:cNvSpPr/>
            <p:nvPr/>
          </p:nvSpPr>
          <p:spPr>
            <a:xfrm>
              <a:off x="3402815" y="34513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t428"/>
            <p:cNvSpPr/>
            <p:nvPr/>
          </p:nvSpPr>
          <p:spPr>
            <a:xfrm>
              <a:off x="4508966" y="29917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t429"/>
            <p:cNvSpPr/>
            <p:nvPr/>
          </p:nvSpPr>
          <p:spPr>
            <a:xfrm>
              <a:off x="4486057" y="38050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t430"/>
            <p:cNvSpPr/>
            <p:nvPr/>
          </p:nvSpPr>
          <p:spPr>
            <a:xfrm>
              <a:off x="2922820" y="38571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t431"/>
            <p:cNvSpPr/>
            <p:nvPr/>
          </p:nvSpPr>
          <p:spPr>
            <a:xfrm>
              <a:off x="3387249" y="42149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t432"/>
            <p:cNvSpPr/>
            <p:nvPr/>
          </p:nvSpPr>
          <p:spPr>
            <a:xfrm>
              <a:off x="2760999" y="37301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t433"/>
            <p:cNvSpPr/>
            <p:nvPr/>
          </p:nvSpPr>
          <p:spPr>
            <a:xfrm>
              <a:off x="3994688" y="426182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t434"/>
            <p:cNvSpPr/>
            <p:nvPr/>
          </p:nvSpPr>
          <p:spPr>
            <a:xfrm>
              <a:off x="4340069" y="42594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t435"/>
            <p:cNvSpPr/>
            <p:nvPr/>
          </p:nvSpPr>
          <p:spPr>
            <a:xfrm>
              <a:off x="6957426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t436"/>
            <p:cNvSpPr/>
            <p:nvPr/>
          </p:nvSpPr>
          <p:spPr>
            <a:xfrm>
              <a:off x="1802793" y="30076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t437"/>
            <p:cNvSpPr/>
            <p:nvPr/>
          </p:nvSpPr>
          <p:spPr>
            <a:xfrm>
              <a:off x="3348150" y="39275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t438"/>
            <p:cNvSpPr/>
            <p:nvPr/>
          </p:nvSpPr>
          <p:spPr>
            <a:xfrm>
              <a:off x="3223545" y="369769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t439"/>
            <p:cNvSpPr/>
            <p:nvPr/>
          </p:nvSpPr>
          <p:spPr>
            <a:xfrm>
              <a:off x="3421888" y="39390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t440"/>
            <p:cNvSpPr/>
            <p:nvPr/>
          </p:nvSpPr>
          <p:spPr>
            <a:xfrm>
              <a:off x="5130373" y="435233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t441"/>
            <p:cNvSpPr/>
            <p:nvPr/>
          </p:nvSpPr>
          <p:spPr>
            <a:xfrm>
              <a:off x="5271977" y="33342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t442"/>
            <p:cNvSpPr/>
            <p:nvPr/>
          </p:nvSpPr>
          <p:spPr>
            <a:xfrm>
              <a:off x="6330429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t443"/>
            <p:cNvSpPr/>
            <p:nvPr/>
          </p:nvSpPr>
          <p:spPr>
            <a:xfrm>
              <a:off x="3522287" y="377863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t444"/>
            <p:cNvSpPr/>
            <p:nvPr/>
          </p:nvSpPr>
          <p:spPr>
            <a:xfrm>
              <a:off x="4364262" y="37730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t445"/>
            <p:cNvSpPr/>
            <p:nvPr/>
          </p:nvSpPr>
          <p:spPr>
            <a:xfrm>
              <a:off x="3131937" y="38936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t446"/>
            <p:cNvSpPr/>
            <p:nvPr/>
          </p:nvSpPr>
          <p:spPr>
            <a:xfrm>
              <a:off x="4236047" y="43386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t447"/>
            <p:cNvSpPr/>
            <p:nvPr/>
          </p:nvSpPr>
          <p:spPr>
            <a:xfrm>
              <a:off x="5148169" y="44796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t448"/>
            <p:cNvSpPr/>
            <p:nvPr/>
          </p:nvSpPr>
          <p:spPr>
            <a:xfrm>
              <a:off x="4675471" y="37934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t449"/>
            <p:cNvSpPr/>
            <p:nvPr/>
          </p:nvSpPr>
          <p:spPr>
            <a:xfrm>
              <a:off x="5956229" y="39705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t450"/>
            <p:cNvSpPr/>
            <p:nvPr/>
          </p:nvSpPr>
          <p:spPr>
            <a:xfrm>
              <a:off x="3057192" y="36911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t451"/>
            <p:cNvSpPr/>
            <p:nvPr/>
          </p:nvSpPr>
          <p:spPr>
            <a:xfrm>
              <a:off x="4659128" y="391993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t452"/>
            <p:cNvSpPr/>
            <p:nvPr/>
          </p:nvSpPr>
          <p:spPr>
            <a:xfrm>
              <a:off x="3240959" y="41839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t453"/>
            <p:cNvSpPr/>
            <p:nvPr/>
          </p:nvSpPr>
          <p:spPr>
            <a:xfrm>
              <a:off x="3603546" y="287073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t454"/>
            <p:cNvSpPr/>
            <p:nvPr/>
          </p:nvSpPr>
          <p:spPr>
            <a:xfrm>
              <a:off x="3549330" y="39924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t455"/>
            <p:cNvSpPr/>
            <p:nvPr/>
          </p:nvSpPr>
          <p:spPr>
            <a:xfrm>
              <a:off x="4073037" y="350970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t456"/>
            <p:cNvSpPr/>
            <p:nvPr/>
          </p:nvSpPr>
          <p:spPr>
            <a:xfrm>
              <a:off x="5227075" y="33733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t457"/>
            <p:cNvSpPr/>
            <p:nvPr/>
          </p:nvSpPr>
          <p:spPr>
            <a:xfrm>
              <a:off x="5504939" y="404962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t458"/>
            <p:cNvSpPr/>
            <p:nvPr/>
          </p:nvSpPr>
          <p:spPr>
            <a:xfrm>
              <a:off x="2780889" y="36378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t459"/>
            <p:cNvSpPr/>
            <p:nvPr/>
          </p:nvSpPr>
          <p:spPr>
            <a:xfrm>
              <a:off x="3621661" y="39583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t460"/>
            <p:cNvSpPr/>
            <p:nvPr/>
          </p:nvSpPr>
          <p:spPr>
            <a:xfrm>
              <a:off x="2910446" y="397493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t461"/>
            <p:cNvSpPr/>
            <p:nvPr/>
          </p:nvSpPr>
          <p:spPr>
            <a:xfrm>
              <a:off x="4173656" y="349640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t462"/>
            <p:cNvSpPr/>
            <p:nvPr/>
          </p:nvSpPr>
          <p:spPr>
            <a:xfrm>
              <a:off x="5014461" y="31700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t463"/>
            <p:cNvSpPr/>
            <p:nvPr/>
          </p:nvSpPr>
          <p:spPr>
            <a:xfrm>
              <a:off x="4467302" y="42325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t464"/>
            <p:cNvSpPr/>
            <p:nvPr/>
          </p:nvSpPr>
          <p:spPr>
            <a:xfrm>
              <a:off x="4947565" y="38625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t465"/>
            <p:cNvSpPr/>
            <p:nvPr/>
          </p:nvSpPr>
          <p:spPr>
            <a:xfrm>
              <a:off x="3500784" y="37761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t466"/>
            <p:cNvSpPr/>
            <p:nvPr/>
          </p:nvSpPr>
          <p:spPr>
            <a:xfrm>
              <a:off x="2649265" y="33995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t467"/>
            <p:cNvSpPr/>
            <p:nvPr/>
          </p:nvSpPr>
          <p:spPr>
            <a:xfrm>
              <a:off x="5105649" y="330886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t468"/>
            <p:cNvSpPr/>
            <p:nvPr/>
          </p:nvSpPr>
          <p:spPr>
            <a:xfrm>
              <a:off x="4010036" y="38256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t469"/>
            <p:cNvSpPr/>
            <p:nvPr/>
          </p:nvSpPr>
          <p:spPr>
            <a:xfrm>
              <a:off x="4003234" y="33146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t470"/>
            <p:cNvSpPr/>
            <p:nvPr/>
          </p:nvSpPr>
          <p:spPr>
            <a:xfrm>
              <a:off x="2327574" y="362843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t471"/>
            <p:cNvSpPr/>
            <p:nvPr/>
          </p:nvSpPr>
          <p:spPr>
            <a:xfrm>
              <a:off x="6310841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t472"/>
            <p:cNvSpPr/>
            <p:nvPr/>
          </p:nvSpPr>
          <p:spPr>
            <a:xfrm>
              <a:off x="5635941" y="35663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t473"/>
            <p:cNvSpPr/>
            <p:nvPr/>
          </p:nvSpPr>
          <p:spPr>
            <a:xfrm>
              <a:off x="4702181" y="35901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t474"/>
            <p:cNvSpPr/>
            <p:nvPr/>
          </p:nvSpPr>
          <p:spPr>
            <a:xfrm>
              <a:off x="4594727" y="42556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t475"/>
            <p:cNvSpPr/>
            <p:nvPr/>
          </p:nvSpPr>
          <p:spPr>
            <a:xfrm>
              <a:off x="1647337" y="35241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t476"/>
            <p:cNvSpPr/>
            <p:nvPr/>
          </p:nvSpPr>
          <p:spPr>
            <a:xfrm>
              <a:off x="6633406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t477"/>
            <p:cNvSpPr/>
            <p:nvPr/>
          </p:nvSpPr>
          <p:spPr>
            <a:xfrm>
              <a:off x="5283622" y="412834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t478"/>
            <p:cNvSpPr/>
            <p:nvPr/>
          </p:nvSpPr>
          <p:spPr>
            <a:xfrm>
              <a:off x="5989597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t479"/>
            <p:cNvSpPr/>
            <p:nvPr/>
          </p:nvSpPr>
          <p:spPr>
            <a:xfrm>
              <a:off x="4692600" y="30893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t480"/>
            <p:cNvSpPr/>
            <p:nvPr/>
          </p:nvSpPr>
          <p:spPr>
            <a:xfrm>
              <a:off x="4027129" y="32875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t481"/>
            <p:cNvSpPr/>
            <p:nvPr/>
          </p:nvSpPr>
          <p:spPr>
            <a:xfrm>
              <a:off x="4559790" y="32785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1326279" y="3528968"/>
              <a:ext cx="6943744" cy="528251"/>
            </a:xfrm>
            <a:custGeom>
              <a:avLst/>
              <a:pathLst>
                <a:path w="6943744" h="528251">
                  <a:moveTo>
                    <a:pt x="0" y="0"/>
                  </a:moveTo>
                  <a:lnTo>
                    <a:pt x="87895" y="6356"/>
                  </a:lnTo>
                  <a:lnTo>
                    <a:pt x="175790" y="12700"/>
                  </a:lnTo>
                  <a:lnTo>
                    <a:pt x="263686" y="19031"/>
                  </a:lnTo>
                  <a:lnTo>
                    <a:pt x="351581" y="25349"/>
                  </a:lnTo>
                  <a:lnTo>
                    <a:pt x="439477" y="31650"/>
                  </a:lnTo>
                  <a:lnTo>
                    <a:pt x="527372" y="37935"/>
                  </a:lnTo>
                  <a:lnTo>
                    <a:pt x="615268" y="44201"/>
                  </a:lnTo>
                  <a:lnTo>
                    <a:pt x="703163" y="50447"/>
                  </a:lnTo>
                  <a:lnTo>
                    <a:pt x="791059" y="56670"/>
                  </a:lnTo>
                  <a:lnTo>
                    <a:pt x="878954" y="62868"/>
                  </a:lnTo>
                  <a:lnTo>
                    <a:pt x="966850" y="69038"/>
                  </a:lnTo>
                  <a:lnTo>
                    <a:pt x="1054745" y="75177"/>
                  </a:lnTo>
                  <a:lnTo>
                    <a:pt x="1142641" y="81281"/>
                  </a:lnTo>
                  <a:lnTo>
                    <a:pt x="1230536" y="87346"/>
                  </a:lnTo>
                  <a:lnTo>
                    <a:pt x="1318432" y="93368"/>
                  </a:lnTo>
                  <a:lnTo>
                    <a:pt x="1406327" y="99341"/>
                  </a:lnTo>
                  <a:lnTo>
                    <a:pt x="1494223" y="105259"/>
                  </a:lnTo>
                  <a:lnTo>
                    <a:pt x="1582118" y="111114"/>
                  </a:lnTo>
                  <a:lnTo>
                    <a:pt x="1670014" y="116899"/>
                  </a:lnTo>
                  <a:lnTo>
                    <a:pt x="1757909" y="122604"/>
                  </a:lnTo>
                  <a:lnTo>
                    <a:pt x="1845805" y="128219"/>
                  </a:lnTo>
                  <a:lnTo>
                    <a:pt x="1933700" y="133733"/>
                  </a:lnTo>
                  <a:lnTo>
                    <a:pt x="2021596" y="139131"/>
                  </a:lnTo>
                  <a:lnTo>
                    <a:pt x="2109491" y="144399"/>
                  </a:lnTo>
                  <a:lnTo>
                    <a:pt x="2197387" y="149523"/>
                  </a:lnTo>
                  <a:lnTo>
                    <a:pt x="2285282" y="154485"/>
                  </a:lnTo>
                  <a:lnTo>
                    <a:pt x="2373178" y="159270"/>
                  </a:lnTo>
                  <a:lnTo>
                    <a:pt x="2461073" y="163861"/>
                  </a:lnTo>
                  <a:lnTo>
                    <a:pt x="2548969" y="168244"/>
                  </a:lnTo>
                  <a:lnTo>
                    <a:pt x="2636864" y="172407"/>
                  </a:lnTo>
                  <a:lnTo>
                    <a:pt x="2724760" y="176341"/>
                  </a:lnTo>
                  <a:lnTo>
                    <a:pt x="2812655" y="180042"/>
                  </a:lnTo>
                  <a:lnTo>
                    <a:pt x="2900551" y="183510"/>
                  </a:lnTo>
                  <a:lnTo>
                    <a:pt x="2988446" y="186750"/>
                  </a:lnTo>
                  <a:lnTo>
                    <a:pt x="3076342" y="189772"/>
                  </a:lnTo>
                  <a:lnTo>
                    <a:pt x="3164237" y="192588"/>
                  </a:lnTo>
                  <a:lnTo>
                    <a:pt x="3252133" y="195212"/>
                  </a:lnTo>
                  <a:lnTo>
                    <a:pt x="3340028" y="197661"/>
                  </a:lnTo>
                  <a:lnTo>
                    <a:pt x="3427924" y="199950"/>
                  </a:lnTo>
                  <a:lnTo>
                    <a:pt x="3515819" y="202098"/>
                  </a:lnTo>
                  <a:lnTo>
                    <a:pt x="3603715" y="204118"/>
                  </a:lnTo>
                  <a:lnTo>
                    <a:pt x="3691610" y="206024"/>
                  </a:lnTo>
                  <a:lnTo>
                    <a:pt x="3779506" y="207831"/>
                  </a:lnTo>
                  <a:lnTo>
                    <a:pt x="3867401" y="209549"/>
                  </a:lnTo>
                  <a:lnTo>
                    <a:pt x="3955297" y="211189"/>
                  </a:lnTo>
                  <a:lnTo>
                    <a:pt x="4043192" y="212760"/>
                  </a:lnTo>
                  <a:lnTo>
                    <a:pt x="4131088" y="214269"/>
                  </a:lnTo>
                  <a:lnTo>
                    <a:pt x="4218983" y="215725"/>
                  </a:lnTo>
                  <a:lnTo>
                    <a:pt x="4306879" y="217132"/>
                  </a:lnTo>
                  <a:lnTo>
                    <a:pt x="4394774" y="218496"/>
                  </a:lnTo>
                  <a:lnTo>
                    <a:pt x="4482670" y="219822"/>
                  </a:lnTo>
                  <a:lnTo>
                    <a:pt x="4570565" y="221114"/>
                  </a:lnTo>
                  <a:lnTo>
                    <a:pt x="4658461" y="222375"/>
                  </a:lnTo>
                  <a:lnTo>
                    <a:pt x="4746356" y="223609"/>
                  </a:lnTo>
                  <a:lnTo>
                    <a:pt x="4834252" y="224818"/>
                  </a:lnTo>
                  <a:lnTo>
                    <a:pt x="4922147" y="226005"/>
                  </a:lnTo>
                  <a:lnTo>
                    <a:pt x="5010043" y="227171"/>
                  </a:lnTo>
                  <a:lnTo>
                    <a:pt x="5097938" y="228319"/>
                  </a:lnTo>
                  <a:lnTo>
                    <a:pt x="5185834" y="229451"/>
                  </a:lnTo>
                  <a:lnTo>
                    <a:pt x="5273729" y="230567"/>
                  </a:lnTo>
                  <a:lnTo>
                    <a:pt x="5361625" y="231669"/>
                  </a:lnTo>
                  <a:lnTo>
                    <a:pt x="5449520" y="232759"/>
                  </a:lnTo>
                  <a:lnTo>
                    <a:pt x="5537416" y="233836"/>
                  </a:lnTo>
                  <a:lnTo>
                    <a:pt x="5625311" y="234903"/>
                  </a:lnTo>
                  <a:lnTo>
                    <a:pt x="5713207" y="235960"/>
                  </a:lnTo>
                  <a:lnTo>
                    <a:pt x="5801102" y="237008"/>
                  </a:lnTo>
                  <a:lnTo>
                    <a:pt x="5888998" y="238048"/>
                  </a:lnTo>
                  <a:lnTo>
                    <a:pt x="5976893" y="239079"/>
                  </a:lnTo>
                  <a:lnTo>
                    <a:pt x="6064789" y="240104"/>
                  </a:lnTo>
                  <a:lnTo>
                    <a:pt x="6152684" y="241121"/>
                  </a:lnTo>
                  <a:lnTo>
                    <a:pt x="6240580" y="242132"/>
                  </a:lnTo>
                  <a:lnTo>
                    <a:pt x="6328475" y="243138"/>
                  </a:lnTo>
                  <a:lnTo>
                    <a:pt x="6416371" y="244138"/>
                  </a:lnTo>
                  <a:lnTo>
                    <a:pt x="6504266" y="245132"/>
                  </a:lnTo>
                  <a:lnTo>
                    <a:pt x="6592162" y="246122"/>
                  </a:lnTo>
                  <a:lnTo>
                    <a:pt x="6680057" y="247108"/>
                  </a:lnTo>
                  <a:lnTo>
                    <a:pt x="6767953" y="248089"/>
                  </a:lnTo>
                  <a:lnTo>
                    <a:pt x="6855848" y="249066"/>
                  </a:lnTo>
                  <a:lnTo>
                    <a:pt x="6943744" y="250040"/>
                  </a:lnTo>
                  <a:lnTo>
                    <a:pt x="6943744" y="528251"/>
                  </a:lnTo>
                  <a:lnTo>
                    <a:pt x="6855848" y="521789"/>
                  </a:lnTo>
                  <a:lnTo>
                    <a:pt x="6767953" y="515331"/>
                  </a:lnTo>
                  <a:lnTo>
                    <a:pt x="6680057" y="508877"/>
                  </a:lnTo>
                  <a:lnTo>
                    <a:pt x="6592162" y="502427"/>
                  </a:lnTo>
                  <a:lnTo>
                    <a:pt x="6504266" y="495981"/>
                  </a:lnTo>
                  <a:lnTo>
                    <a:pt x="6416371" y="489540"/>
                  </a:lnTo>
                  <a:lnTo>
                    <a:pt x="6328475" y="483105"/>
                  </a:lnTo>
                  <a:lnTo>
                    <a:pt x="6240580" y="476675"/>
                  </a:lnTo>
                  <a:lnTo>
                    <a:pt x="6152684" y="470250"/>
                  </a:lnTo>
                  <a:lnTo>
                    <a:pt x="6064789" y="463832"/>
                  </a:lnTo>
                  <a:lnTo>
                    <a:pt x="5976893" y="457421"/>
                  </a:lnTo>
                  <a:lnTo>
                    <a:pt x="5888998" y="451017"/>
                  </a:lnTo>
                  <a:lnTo>
                    <a:pt x="5801102" y="444621"/>
                  </a:lnTo>
                  <a:lnTo>
                    <a:pt x="5713207" y="438234"/>
                  </a:lnTo>
                  <a:lnTo>
                    <a:pt x="5625311" y="431855"/>
                  </a:lnTo>
                  <a:lnTo>
                    <a:pt x="5537416" y="425487"/>
                  </a:lnTo>
                  <a:lnTo>
                    <a:pt x="5449520" y="419129"/>
                  </a:lnTo>
                  <a:lnTo>
                    <a:pt x="5361625" y="412783"/>
                  </a:lnTo>
                  <a:lnTo>
                    <a:pt x="5273729" y="406450"/>
                  </a:lnTo>
                  <a:lnTo>
                    <a:pt x="5185834" y="400130"/>
                  </a:lnTo>
                  <a:lnTo>
                    <a:pt x="5097938" y="393826"/>
                  </a:lnTo>
                  <a:lnTo>
                    <a:pt x="5010043" y="387539"/>
                  </a:lnTo>
                  <a:lnTo>
                    <a:pt x="4922147" y="381270"/>
                  </a:lnTo>
                  <a:lnTo>
                    <a:pt x="4834252" y="375021"/>
                  </a:lnTo>
                  <a:lnTo>
                    <a:pt x="4746356" y="368794"/>
                  </a:lnTo>
                  <a:lnTo>
                    <a:pt x="4658461" y="362593"/>
                  </a:lnTo>
                  <a:lnTo>
                    <a:pt x="4570565" y="356419"/>
                  </a:lnTo>
                  <a:lnTo>
                    <a:pt x="4482670" y="350275"/>
                  </a:lnTo>
                  <a:lnTo>
                    <a:pt x="4394774" y="344166"/>
                  </a:lnTo>
                  <a:lnTo>
                    <a:pt x="4306879" y="338094"/>
                  </a:lnTo>
                  <a:lnTo>
                    <a:pt x="4218983" y="332066"/>
                  </a:lnTo>
                  <a:lnTo>
                    <a:pt x="4131088" y="326086"/>
                  </a:lnTo>
                  <a:lnTo>
                    <a:pt x="4043192" y="320160"/>
                  </a:lnTo>
                  <a:lnTo>
                    <a:pt x="3955297" y="314295"/>
                  </a:lnTo>
                  <a:lnTo>
                    <a:pt x="3867401" y="308499"/>
                  </a:lnTo>
                  <a:lnTo>
                    <a:pt x="3779506" y="302782"/>
                  </a:lnTo>
                  <a:lnTo>
                    <a:pt x="3691610" y="297153"/>
                  </a:lnTo>
                  <a:lnTo>
                    <a:pt x="3603715" y="291625"/>
                  </a:lnTo>
                  <a:lnTo>
                    <a:pt x="3515819" y="286209"/>
                  </a:lnTo>
                  <a:lnTo>
                    <a:pt x="3427924" y="280921"/>
                  </a:lnTo>
                  <a:lnTo>
                    <a:pt x="3340028" y="275775"/>
                  </a:lnTo>
                  <a:lnTo>
                    <a:pt x="3252133" y="270788"/>
                  </a:lnTo>
                  <a:lnTo>
                    <a:pt x="3164237" y="265977"/>
                  </a:lnTo>
                  <a:lnTo>
                    <a:pt x="3076342" y="261357"/>
                  </a:lnTo>
                  <a:lnTo>
                    <a:pt x="2988446" y="256944"/>
                  </a:lnTo>
                  <a:lnTo>
                    <a:pt x="2900551" y="252749"/>
                  </a:lnTo>
                  <a:lnTo>
                    <a:pt x="2812655" y="248781"/>
                  </a:lnTo>
                  <a:lnTo>
                    <a:pt x="2724760" y="245047"/>
                  </a:lnTo>
                  <a:lnTo>
                    <a:pt x="2636864" y="241545"/>
                  </a:lnTo>
                  <a:lnTo>
                    <a:pt x="2548969" y="238272"/>
                  </a:lnTo>
                  <a:lnTo>
                    <a:pt x="2461073" y="235220"/>
                  </a:lnTo>
                  <a:lnTo>
                    <a:pt x="2373178" y="232375"/>
                  </a:lnTo>
                  <a:lnTo>
                    <a:pt x="2285282" y="229724"/>
                  </a:lnTo>
                  <a:lnTo>
                    <a:pt x="2197387" y="227251"/>
                  </a:lnTo>
                  <a:lnTo>
                    <a:pt x="2109491" y="224939"/>
                  </a:lnTo>
                  <a:lnTo>
                    <a:pt x="2021596" y="222773"/>
                  </a:lnTo>
                  <a:lnTo>
                    <a:pt x="1933700" y="220735"/>
                  </a:lnTo>
                  <a:lnTo>
                    <a:pt x="1845805" y="218813"/>
                  </a:lnTo>
                  <a:lnTo>
                    <a:pt x="1757909" y="216993"/>
                  </a:lnTo>
                  <a:lnTo>
                    <a:pt x="1670014" y="215262"/>
                  </a:lnTo>
                  <a:lnTo>
                    <a:pt x="1582118" y="213612"/>
                  </a:lnTo>
                  <a:lnTo>
                    <a:pt x="1494223" y="212032"/>
                  </a:lnTo>
                  <a:lnTo>
                    <a:pt x="1406327" y="210514"/>
                  </a:lnTo>
                  <a:lnTo>
                    <a:pt x="1318432" y="209051"/>
                  </a:lnTo>
                  <a:lnTo>
                    <a:pt x="1230536" y="207637"/>
                  </a:lnTo>
                  <a:lnTo>
                    <a:pt x="1142641" y="206267"/>
                  </a:lnTo>
                  <a:lnTo>
                    <a:pt x="1054745" y="204936"/>
                  </a:lnTo>
                  <a:lnTo>
                    <a:pt x="966850" y="203639"/>
                  </a:lnTo>
                  <a:lnTo>
                    <a:pt x="878954" y="202374"/>
                  </a:lnTo>
                  <a:lnTo>
                    <a:pt x="791059" y="201136"/>
                  </a:lnTo>
                  <a:lnTo>
                    <a:pt x="703163" y="199924"/>
                  </a:lnTo>
                  <a:lnTo>
                    <a:pt x="615268" y="198734"/>
                  </a:lnTo>
                  <a:lnTo>
                    <a:pt x="527372" y="197565"/>
                  </a:lnTo>
                  <a:lnTo>
                    <a:pt x="439477" y="196414"/>
                  </a:lnTo>
                  <a:lnTo>
                    <a:pt x="351581" y="195280"/>
                  </a:lnTo>
                  <a:lnTo>
                    <a:pt x="263686" y="194162"/>
                  </a:lnTo>
                  <a:lnTo>
                    <a:pt x="175790" y="193058"/>
                  </a:lnTo>
                  <a:lnTo>
                    <a:pt x="87895" y="191967"/>
                  </a:lnTo>
                  <a:lnTo>
                    <a:pt x="0" y="190887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83" name="pl483"/>
            <p:cNvSpPr/>
            <p:nvPr/>
          </p:nvSpPr>
          <p:spPr>
            <a:xfrm>
              <a:off x="1326279" y="3528968"/>
              <a:ext cx="6943744" cy="250040"/>
            </a:xfrm>
            <a:custGeom>
              <a:avLst/>
              <a:pathLst>
                <a:path w="6943744" h="250040">
                  <a:moveTo>
                    <a:pt x="0" y="0"/>
                  </a:moveTo>
                  <a:lnTo>
                    <a:pt x="87895" y="6356"/>
                  </a:lnTo>
                  <a:lnTo>
                    <a:pt x="175790" y="12700"/>
                  </a:lnTo>
                  <a:lnTo>
                    <a:pt x="263686" y="19031"/>
                  </a:lnTo>
                  <a:lnTo>
                    <a:pt x="351581" y="25349"/>
                  </a:lnTo>
                  <a:lnTo>
                    <a:pt x="439477" y="31650"/>
                  </a:lnTo>
                  <a:lnTo>
                    <a:pt x="527372" y="37935"/>
                  </a:lnTo>
                  <a:lnTo>
                    <a:pt x="615268" y="44201"/>
                  </a:lnTo>
                  <a:lnTo>
                    <a:pt x="703163" y="50447"/>
                  </a:lnTo>
                  <a:lnTo>
                    <a:pt x="791059" y="56670"/>
                  </a:lnTo>
                  <a:lnTo>
                    <a:pt x="878954" y="62868"/>
                  </a:lnTo>
                  <a:lnTo>
                    <a:pt x="966850" y="69038"/>
                  </a:lnTo>
                  <a:lnTo>
                    <a:pt x="1054745" y="75177"/>
                  </a:lnTo>
                  <a:lnTo>
                    <a:pt x="1142641" y="81281"/>
                  </a:lnTo>
                  <a:lnTo>
                    <a:pt x="1230536" y="87346"/>
                  </a:lnTo>
                  <a:lnTo>
                    <a:pt x="1318432" y="93368"/>
                  </a:lnTo>
                  <a:lnTo>
                    <a:pt x="1406327" y="99341"/>
                  </a:lnTo>
                  <a:lnTo>
                    <a:pt x="1494223" y="105259"/>
                  </a:lnTo>
                  <a:lnTo>
                    <a:pt x="1582118" y="111114"/>
                  </a:lnTo>
                  <a:lnTo>
                    <a:pt x="1670014" y="116899"/>
                  </a:lnTo>
                  <a:lnTo>
                    <a:pt x="1757909" y="122604"/>
                  </a:lnTo>
                  <a:lnTo>
                    <a:pt x="1845805" y="128219"/>
                  </a:lnTo>
                  <a:lnTo>
                    <a:pt x="1933700" y="133733"/>
                  </a:lnTo>
                  <a:lnTo>
                    <a:pt x="2021596" y="139131"/>
                  </a:lnTo>
                  <a:lnTo>
                    <a:pt x="2109491" y="144399"/>
                  </a:lnTo>
                  <a:lnTo>
                    <a:pt x="2197387" y="149523"/>
                  </a:lnTo>
                  <a:lnTo>
                    <a:pt x="2285282" y="154485"/>
                  </a:lnTo>
                  <a:lnTo>
                    <a:pt x="2373178" y="159270"/>
                  </a:lnTo>
                  <a:lnTo>
                    <a:pt x="2461073" y="163861"/>
                  </a:lnTo>
                  <a:lnTo>
                    <a:pt x="2548969" y="168244"/>
                  </a:lnTo>
                  <a:lnTo>
                    <a:pt x="2636864" y="172407"/>
                  </a:lnTo>
                  <a:lnTo>
                    <a:pt x="2724760" y="176341"/>
                  </a:lnTo>
                  <a:lnTo>
                    <a:pt x="2812655" y="180042"/>
                  </a:lnTo>
                  <a:lnTo>
                    <a:pt x="2900551" y="183510"/>
                  </a:lnTo>
                  <a:lnTo>
                    <a:pt x="2988446" y="186750"/>
                  </a:lnTo>
                  <a:lnTo>
                    <a:pt x="3076342" y="189772"/>
                  </a:lnTo>
                  <a:lnTo>
                    <a:pt x="3164237" y="192588"/>
                  </a:lnTo>
                  <a:lnTo>
                    <a:pt x="3252133" y="195212"/>
                  </a:lnTo>
                  <a:lnTo>
                    <a:pt x="3340028" y="197661"/>
                  </a:lnTo>
                  <a:lnTo>
                    <a:pt x="3427924" y="199950"/>
                  </a:lnTo>
                  <a:lnTo>
                    <a:pt x="3515819" y="202098"/>
                  </a:lnTo>
                  <a:lnTo>
                    <a:pt x="3603715" y="204118"/>
                  </a:lnTo>
                  <a:lnTo>
                    <a:pt x="3691610" y="206024"/>
                  </a:lnTo>
                  <a:lnTo>
                    <a:pt x="3779506" y="207831"/>
                  </a:lnTo>
                  <a:lnTo>
                    <a:pt x="3867401" y="209549"/>
                  </a:lnTo>
                  <a:lnTo>
                    <a:pt x="3955297" y="211189"/>
                  </a:lnTo>
                  <a:lnTo>
                    <a:pt x="4043192" y="212760"/>
                  </a:lnTo>
                  <a:lnTo>
                    <a:pt x="4131088" y="214269"/>
                  </a:lnTo>
                  <a:lnTo>
                    <a:pt x="4218983" y="215725"/>
                  </a:lnTo>
                  <a:lnTo>
                    <a:pt x="4306879" y="217132"/>
                  </a:lnTo>
                  <a:lnTo>
                    <a:pt x="4394774" y="218496"/>
                  </a:lnTo>
                  <a:lnTo>
                    <a:pt x="4482670" y="219822"/>
                  </a:lnTo>
                  <a:lnTo>
                    <a:pt x="4570565" y="221114"/>
                  </a:lnTo>
                  <a:lnTo>
                    <a:pt x="4658461" y="222375"/>
                  </a:lnTo>
                  <a:lnTo>
                    <a:pt x="4746356" y="223609"/>
                  </a:lnTo>
                  <a:lnTo>
                    <a:pt x="4834252" y="224818"/>
                  </a:lnTo>
                  <a:lnTo>
                    <a:pt x="4922147" y="226005"/>
                  </a:lnTo>
                  <a:lnTo>
                    <a:pt x="5010043" y="227171"/>
                  </a:lnTo>
                  <a:lnTo>
                    <a:pt x="5097938" y="228319"/>
                  </a:lnTo>
                  <a:lnTo>
                    <a:pt x="5185834" y="229451"/>
                  </a:lnTo>
                  <a:lnTo>
                    <a:pt x="5273729" y="230567"/>
                  </a:lnTo>
                  <a:lnTo>
                    <a:pt x="5361625" y="231669"/>
                  </a:lnTo>
                  <a:lnTo>
                    <a:pt x="5449520" y="232759"/>
                  </a:lnTo>
                  <a:lnTo>
                    <a:pt x="5537416" y="233836"/>
                  </a:lnTo>
                  <a:lnTo>
                    <a:pt x="5625311" y="234903"/>
                  </a:lnTo>
                  <a:lnTo>
                    <a:pt x="5713207" y="235960"/>
                  </a:lnTo>
                  <a:lnTo>
                    <a:pt x="5801102" y="237008"/>
                  </a:lnTo>
                  <a:lnTo>
                    <a:pt x="5888998" y="238048"/>
                  </a:lnTo>
                  <a:lnTo>
                    <a:pt x="5976893" y="239079"/>
                  </a:lnTo>
                  <a:lnTo>
                    <a:pt x="6064789" y="240104"/>
                  </a:lnTo>
                  <a:lnTo>
                    <a:pt x="6152684" y="241121"/>
                  </a:lnTo>
                  <a:lnTo>
                    <a:pt x="6240580" y="242132"/>
                  </a:lnTo>
                  <a:lnTo>
                    <a:pt x="6328475" y="243138"/>
                  </a:lnTo>
                  <a:lnTo>
                    <a:pt x="6416371" y="244138"/>
                  </a:lnTo>
                  <a:lnTo>
                    <a:pt x="6504266" y="245132"/>
                  </a:lnTo>
                  <a:lnTo>
                    <a:pt x="6592162" y="246122"/>
                  </a:lnTo>
                  <a:lnTo>
                    <a:pt x="6680057" y="247108"/>
                  </a:lnTo>
                  <a:lnTo>
                    <a:pt x="6767953" y="248089"/>
                  </a:lnTo>
                  <a:lnTo>
                    <a:pt x="6855848" y="249066"/>
                  </a:lnTo>
                  <a:lnTo>
                    <a:pt x="6943744" y="25004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4" name="pl484"/>
            <p:cNvSpPr/>
            <p:nvPr/>
          </p:nvSpPr>
          <p:spPr>
            <a:xfrm>
              <a:off x="1326279" y="3719856"/>
              <a:ext cx="6943744" cy="337363"/>
            </a:xfrm>
            <a:custGeom>
              <a:avLst/>
              <a:pathLst>
                <a:path w="6943744" h="337363">
                  <a:moveTo>
                    <a:pt x="6943744" y="337363"/>
                  </a:moveTo>
                  <a:lnTo>
                    <a:pt x="6855848" y="330901"/>
                  </a:lnTo>
                  <a:lnTo>
                    <a:pt x="6767953" y="324443"/>
                  </a:lnTo>
                  <a:lnTo>
                    <a:pt x="6680057" y="317989"/>
                  </a:lnTo>
                  <a:lnTo>
                    <a:pt x="6592162" y="311539"/>
                  </a:lnTo>
                  <a:lnTo>
                    <a:pt x="6504266" y="305093"/>
                  </a:lnTo>
                  <a:lnTo>
                    <a:pt x="6416371" y="298652"/>
                  </a:lnTo>
                  <a:lnTo>
                    <a:pt x="6328475" y="292217"/>
                  </a:lnTo>
                  <a:lnTo>
                    <a:pt x="6240580" y="285787"/>
                  </a:lnTo>
                  <a:lnTo>
                    <a:pt x="6152684" y="279362"/>
                  </a:lnTo>
                  <a:lnTo>
                    <a:pt x="6064789" y="272944"/>
                  </a:lnTo>
                  <a:lnTo>
                    <a:pt x="5976893" y="266533"/>
                  </a:lnTo>
                  <a:lnTo>
                    <a:pt x="5888998" y="260129"/>
                  </a:lnTo>
                  <a:lnTo>
                    <a:pt x="5801102" y="253733"/>
                  </a:lnTo>
                  <a:lnTo>
                    <a:pt x="5713207" y="247346"/>
                  </a:lnTo>
                  <a:lnTo>
                    <a:pt x="5625311" y="240967"/>
                  </a:lnTo>
                  <a:lnTo>
                    <a:pt x="5537416" y="234599"/>
                  </a:lnTo>
                  <a:lnTo>
                    <a:pt x="5449520" y="228241"/>
                  </a:lnTo>
                  <a:lnTo>
                    <a:pt x="5361625" y="221895"/>
                  </a:lnTo>
                  <a:lnTo>
                    <a:pt x="5273729" y="215562"/>
                  </a:lnTo>
                  <a:lnTo>
                    <a:pt x="5185834" y="209242"/>
                  </a:lnTo>
                  <a:lnTo>
                    <a:pt x="5097938" y="202938"/>
                  </a:lnTo>
                  <a:lnTo>
                    <a:pt x="5010043" y="196651"/>
                  </a:lnTo>
                  <a:lnTo>
                    <a:pt x="4922147" y="190382"/>
                  </a:lnTo>
                  <a:lnTo>
                    <a:pt x="4834252" y="184133"/>
                  </a:lnTo>
                  <a:lnTo>
                    <a:pt x="4746356" y="177907"/>
                  </a:lnTo>
                  <a:lnTo>
                    <a:pt x="4658461" y="171705"/>
                  </a:lnTo>
                  <a:lnTo>
                    <a:pt x="4570565" y="165531"/>
                  </a:lnTo>
                  <a:lnTo>
                    <a:pt x="4482670" y="159387"/>
                  </a:lnTo>
                  <a:lnTo>
                    <a:pt x="4394774" y="153278"/>
                  </a:lnTo>
                  <a:lnTo>
                    <a:pt x="4306879" y="147207"/>
                  </a:lnTo>
                  <a:lnTo>
                    <a:pt x="4218983" y="141178"/>
                  </a:lnTo>
                  <a:lnTo>
                    <a:pt x="4131088" y="135198"/>
                  </a:lnTo>
                  <a:lnTo>
                    <a:pt x="4043192" y="129272"/>
                  </a:lnTo>
                  <a:lnTo>
                    <a:pt x="3955297" y="123407"/>
                  </a:lnTo>
                  <a:lnTo>
                    <a:pt x="3867401" y="117612"/>
                  </a:lnTo>
                  <a:lnTo>
                    <a:pt x="3779506" y="111894"/>
                  </a:lnTo>
                  <a:lnTo>
                    <a:pt x="3691610" y="106265"/>
                  </a:lnTo>
                  <a:lnTo>
                    <a:pt x="3603715" y="100737"/>
                  </a:lnTo>
                  <a:lnTo>
                    <a:pt x="3515819" y="95321"/>
                  </a:lnTo>
                  <a:lnTo>
                    <a:pt x="3427924" y="90033"/>
                  </a:lnTo>
                  <a:lnTo>
                    <a:pt x="3340028" y="84887"/>
                  </a:lnTo>
                  <a:lnTo>
                    <a:pt x="3252133" y="79901"/>
                  </a:lnTo>
                  <a:lnTo>
                    <a:pt x="3164237" y="75089"/>
                  </a:lnTo>
                  <a:lnTo>
                    <a:pt x="3076342" y="70469"/>
                  </a:lnTo>
                  <a:lnTo>
                    <a:pt x="2988446" y="66056"/>
                  </a:lnTo>
                  <a:lnTo>
                    <a:pt x="2900551" y="61861"/>
                  </a:lnTo>
                  <a:lnTo>
                    <a:pt x="2812655" y="57893"/>
                  </a:lnTo>
                  <a:lnTo>
                    <a:pt x="2724760" y="54159"/>
                  </a:lnTo>
                  <a:lnTo>
                    <a:pt x="2636864" y="50657"/>
                  </a:lnTo>
                  <a:lnTo>
                    <a:pt x="2548969" y="47384"/>
                  </a:lnTo>
                  <a:lnTo>
                    <a:pt x="2461073" y="44332"/>
                  </a:lnTo>
                  <a:lnTo>
                    <a:pt x="2373178" y="41487"/>
                  </a:lnTo>
                  <a:lnTo>
                    <a:pt x="2285282" y="38836"/>
                  </a:lnTo>
                  <a:lnTo>
                    <a:pt x="2197387" y="36363"/>
                  </a:lnTo>
                  <a:lnTo>
                    <a:pt x="2109491" y="34052"/>
                  </a:lnTo>
                  <a:lnTo>
                    <a:pt x="2021596" y="31885"/>
                  </a:lnTo>
                  <a:lnTo>
                    <a:pt x="1933700" y="29847"/>
                  </a:lnTo>
                  <a:lnTo>
                    <a:pt x="1845805" y="27925"/>
                  </a:lnTo>
                  <a:lnTo>
                    <a:pt x="1757909" y="26105"/>
                  </a:lnTo>
                  <a:lnTo>
                    <a:pt x="1670014" y="24375"/>
                  </a:lnTo>
                  <a:lnTo>
                    <a:pt x="1582118" y="22724"/>
                  </a:lnTo>
                  <a:lnTo>
                    <a:pt x="1494223" y="21144"/>
                  </a:lnTo>
                  <a:lnTo>
                    <a:pt x="1406327" y="19626"/>
                  </a:lnTo>
                  <a:lnTo>
                    <a:pt x="1318432" y="18163"/>
                  </a:lnTo>
                  <a:lnTo>
                    <a:pt x="1230536" y="16750"/>
                  </a:lnTo>
                  <a:lnTo>
                    <a:pt x="1142641" y="15379"/>
                  </a:lnTo>
                  <a:lnTo>
                    <a:pt x="1054745" y="14048"/>
                  </a:lnTo>
                  <a:lnTo>
                    <a:pt x="966850" y="12751"/>
                  </a:lnTo>
                  <a:lnTo>
                    <a:pt x="878954" y="11486"/>
                  </a:lnTo>
                  <a:lnTo>
                    <a:pt x="791059" y="10248"/>
                  </a:lnTo>
                  <a:lnTo>
                    <a:pt x="703163" y="9036"/>
                  </a:lnTo>
                  <a:lnTo>
                    <a:pt x="615268" y="7846"/>
                  </a:lnTo>
                  <a:lnTo>
                    <a:pt x="527372" y="6677"/>
                  </a:lnTo>
                  <a:lnTo>
                    <a:pt x="439477" y="5526"/>
                  </a:lnTo>
                  <a:lnTo>
                    <a:pt x="351581" y="4392"/>
                  </a:lnTo>
                  <a:lnTo>
                    <a:pt x="263686" y="3274"/>
                  </a:lnTo>
                  <a:lnTo>
                    <a:pt x="175790" y="2170"/>
                  </a:lnTo>
                  <a:lnTo>
                    <a:pt x="87895" y="107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5" name="pl485"/>
            <p:cNvSpPr/>
            <p:nvPr/>
          </p:nvSpPr>
          <p:spPr>
            <a:xfrm>
              <a:off x="1326279" y="3624412"/>
              <a:ext cx="6943744" cy="293702"/>
            </a:xfrm>
            <a:custGeom>
              <a:avLst/>
              <a:pathLst>
                <a:path w="6943744" h="293702">
                  <a:moveTo>
                    <a:pt x="0" y="0"/>
                  </a:moveTo>
                  <a:lnTo>
                    <a:pt x="87895" y="3717"/>
                  </a:lnTo>
                  <a:lnTo>
                    <a:pt x="175790" y="7435"/>
                  </a:lnTo>
                  <a:lnTo>
                    <a:pt x="263686" y="11153"/>
                  </a:lnTo>
                  <a:lnTo>
                    <a:pt x="351581" y="14870"/>
                  </a:lnTo>
                  <a:lnTo>
                    <a:pt x="439477" y="18588"/>
                  </a:lnTo>
                  <a:lnTo>
                    <a:pt x="527372" y="22306"/>
                  </a:lnTo>
                  <a:lnTo>
                    <a:pt x="615268" y="26024"/>
                  </a:lnTo>
                  <a:lnTo>
                    <a:pt x="703163" y="29741"/>
                  </a:lnTo>
                  <a:lnTo>
                    <a:pt x="791059" y="33459"/>
                  </a:lnTo>
                  <a:lnTo>
                    <a:pt x="878954" y="37177"/>
                  </a:lnTo>
                  <a:lnTo>
                    <a:pt x="966850" y="40895"/>
                  </a:lnTo>
                  <a:lnTo>
                    <a:pt x="1054745" y="44612"/>
                  </a:lnTo>
                  <a:lnTo>
                    <a:pt x="1142641" y="48330"/>
                  </a:lnTo>
                  <a:lnTo>
                    <a:pt x="1230536" y="52048"/>
                  </a:lnTo>
                  <a:lnTo>
                    <a:pt x="1318432" y="55766"/>
                  </a:lnTo>
                  <a:lnTo>
                    <a:pt x="1406327" y="59483"/>
                  </a:lnTo>
                  <a:lnTo>
                    <a:pt x="1494223" y="63201"/>
                  </a:lnTo>
                  <a:lnTo>
                    <a:pt x="1582118" y="66919"/>
                  </a:lnTo>
                  <a:lnTo>
                    <a:pt x="1670014" y="70637"/>
                  </a:lnTo>
                  <a:lnTo>
                    <a:pt x="1757909" y="74354"/>
                  </a:lnTo>
                  <a:lnTo>
                    <a:pt x="1845805" y="78072"/>
                  </a:lnTo>
                  <a:lnTo>
                    <a:pt x="1933700" y="81790"/>
                  </a:lnTo>
                  <a:lnTo>
                    <a:pt x="2021596" y="85508"/>
                  </a:lnTo>
                  <a:lnTo>
                    <a:pt x="2109491" y="89225"/>
                  </a:lnTo>
                  <a:lnTo>
                    <a:pt x="2197387" y="92943"/>
                  </a:lnTo>
                  <a:lnTo>
                    <a:pt x="2285282" y="96661"/>
                  </a:lnTo>
                  <a:lnTo>
                    <a:pt x="2373178" y="100379"/>
                  </a:lnTo>
                  <a:lnTo>
                    <a:pt x="2461073" y="104096"/>
                  </a:lnTo>
                  <a:lnTo>
                    <a:pt x="2548969" y="107814"/>
                  </a:lnTo>
                  <a:lnTo>
                    <a:pt x="2636864" y="111532"/>
                  </a:lnTo>
                  <a:lnTo>
                    <a:pt x="2724760" y="115250"/>
                  </a:lnTo>
                  <a:lnTo>
                    <a:pt x="2812655" y="118967"/>
                  </a:lnTo>
                  <a:lnTo>
                    <a:pt x="2900551" y="122685"/>
                  </a:lnTo>
                  <a:lnTo>
                    <a:pt x="2988446" y="126403"/>
                  </a:lnTo>
                  <a:lnTo>
                    <a:pt x="3076342" y="130121"/>
                  </a:lnTo>
                  <a:lnTo>
                    <a:pt x="3164237" y="133838"/>
                  </a:lnTo>
                  <a:lnTo>
                    <a:pt x="3252133" y="137556"/>
                  </a:lnTo>
                  <a:lnTo>
                    <a:pt x="3340028" y="141274"/>
                  </a:lnTo>
                  <a:lnTo>
                    <a:pt x="3427924" y="144992"/>
                  </a:lnTo>
                  <a:lnTo>
                    <a:pt x="3515819" y="148709"/>
                  </a:lnTo>
                  <a:lnTo>
                    <a:pt x="3603715" y="152427"/>
                  </a:lnTo>
                  <a:lnTo>
                    <a:pt x="3691610" y="156145"/>
                  </a:lnTo>
                  <a:lnTo>
                    <a:pt x="3779506" y="159863"/>
                  </a:lnTo>
                  <a:lnTo>
                    <a:pt x="3867401" y="163580"/>
                  </a:lnTo>
                  <a:lnTo>
                    <a:pt x="3955297" y="167298"/>
                  </a:lnTo>
                  <a:lnTo>
                    <a:pt x="4043192" y="171016"/>
                  </a:lnTo>
                  <a:lnTo>
                    <a:pt x="4131088" y="174734"/>
                  </a:lnTo>
                  <a:lnTo>
                    <a:pt x="4218983" y="178451"/>
                  </a:lnTo>
                  <a:lnTo>
                    <a:pt x="4306879" y="182169"/>
                  </a:lnTo>
                  <a:lnTo>
                    <a:pt x="4394774" y="185887"/>
                  </a:lnTo>
                  <a:lnTo>
                    <a:pt x="4482670" y="189605"/>
                  </a:lnTo>
                  <a:lnTo>
                    <a:pt x="4570565" y="193322"/>
                  </a:lnTo>
                  <a:lnTo>
                    <a:pt x="4658461" y="197040"/>
                  </a:lnTo>
                  <a:lnTo>
                    <a:pt x="4746356" y="200758"/>
                  </a:lnTo>
                  <a:lnTo>
                    <a:pt x="4834252" y="204476"/>
                  </a:lnTo>
                  <a:lnTo>
                    <a:pt x="4922147" y="208193"/>
                  </a:lnTo>
                  <a:lnTo>
                    <a:pt x="5010043" y="211911"/>
                  </a:lnTo>
                  <a:lnTo>
                    <a:pt x="5097938" y="215629"/>
                  </a:lnTo>
                  <a:lnTo>
                    <a:pt x="5185834" y="219347"/>
                  </a:lnTo>
                  <a:lnTo>
                    <a:pt x="5273729" y="223064"/>
                  </a:lnTo>
                  <a:lnTo>
                    <a:pt x="5361625" y="226782"/>
                  </a:lnTo>
                  <a:lnTo>
                    <a:pt x="5449520" y="230500"/>
                  </a:lnTo>
                  <a:lnTo>
                    <a:pt x="5537416" y="234218"/>
                  </a:lnTo>
                  <a:lnTo>
                    <a:pt x="5625311" y="237935"/>
                  </a:lnTo>
                  <a:lnTo>
                    <a:pt x="5713207" y="241653"/>
                  </a:lnTo>
                  <a:lnTo>
                    <a:pt x="5801102" y="245371"/>
                  </a:lnTo>
                  <a:lnTo>
                    <a:pt x="5888998" y="249089"/>
                  </a:lnTo>
                  <a:lnTo>
                    <a:pt x="5976893" y="252806"/>
                  </a:lnTo>
                  <a:lnTo>
                    <a:pt x="6064789" y="256524"/>
                  </a:lnTo>
                  <a:lnTo>
                    <a:pt x="6152684" y="260242"/>
                  </a:lnTo>
                  <a:lnTo>
                    <a:pt x="6240580" y="263960"/>
                  </a:lnTo>
                  <a:lnTo>
                    <a:pt x="6328475" y="267677"/>
                  </a:lnTo>
                  <a:lnTo>
                    <a:pt x="6416371" y="271395"/>
                  </a:lnTo>
                  <a:lnTo>
                    <a:pt x="6504266" y="275113"/>
                  </a:lnTo>
                  <a:lnTo>
                    <a:pt x="6592162" y="278831"/>
                  </a:lnTo>
                  <a:lnTo>
                    <a:pt x="6680057" y="282548"/>
                  </a:lnTo>
                  <a:lnTo>
                    <a:pt x="6767953" y="286266"/>
                  </a:lnTo>
                  <a:lnTo>
                    <a:pt x="6855848" y="289984"/>
                  </a:lnTo>
                  <a:lnTo>
                    <a:pt x="6943744" y="293702"/>
                  </a:lnTo>
                </a:path>
              </a:pathLst>
            </a:custGeom>
            <a:ln w="27101" cap="flat">
              <a:solidFill>
                <a:srgbClr val="4682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tx486"/>
            <p:cNvSpPr/>
            <p:nvPr/>
          </p:nvSpPr>
          <p:spPr>
            <a:xfrm>
              <a:off x="692708" y="5567843"/>
              <a:ext cx="22375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-400</a:t>
              </a:r>
            </a:p>
          </p:txBody>
        </p:sp>
        <p:sp>
          <p:nvSpPr>
            <p:cNvPr id="487" name="tx487"/>
            <p:cNvSpPr/>
            <p:nvPr/>
          </p:nvSpPr>
          <p:spPr>
            <a:xfrm>
              <a:off x="692708" y="4632485"/>
              <a:ext cx="22375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-200</a:t>
              </a:r>
            </a:p>
          </p:txBody>
        </p:sp>
        <p:sp>
          <p:nvSpPr>
            <p:cNvPr id="488" name="tx488"/>
            <p:cNvSpPr/>
            <p:nvPr/>
          </p:nvSpPr>
          <p:spPr>
            <a:xfrm>
              <a:off x="854283" y="3697127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9" name="tx489"/>
            <p:cNvSpPr/>
            <p:nvPr/>
          </p:nvSpPr>
          <p:spPr>
            <a:xfrm>
              <a:off x="729924" y="2761769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200</a:t>
              </a:r>
            </a:p>
          </p:txBody>
        </p:sp>
        <p:sp>
          <p:nvSpPr>
            <p:cNvPr id="490" name="tx490"/>
            <p:cNvSpPr/>
            <p:nvPr/>
          </p:nvSpPr>
          <p:spPr>
            <a:xfrm>
              <a:off x="252733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91" name="tx491"/>
            <p:cNvSpPr/>
            <p:nvPr/>
          </p:nvSpPr>
          <p:spPr>
            <a:xfrm>
              <a:off x="4696391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92" name="tx492"/>
            <p:cNvSpPr/>
            <p:nvPr/>
          </p:nvSpPr>
          <p:spPr>
            <a:xfrm>
              <a:off x="6896538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493" name="tx493"/>
            <p:cNvSpPr/>
            <p:nvPr/>
          </p:nvSpPr>
          <p:spPr>
            <a:xfrm>
              <a:off x="3416401" y="5925448"/>
              <a:ext cx="276349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CKD-EPI Cr-Cys eGFR (unindexed, mL/min)</a:t>
              </a:r>
            </a:p>
          </p:txBody>
        </p:sp>
        <p:sp>
          <p:nvSpPr>
            <p:cNvPr id="494" name="tx494"/>
            <p:cNvSpPr/>
            <p:nvPr/>
          </p:nvSpPr>
          <p:spPr>
            <a:xfrm rot="-5400000">
              <a:off x="-152930" y="3759743"/>
              <a:ext cx="145965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(mg)</a:t>
              </a:r>
            </a:p>
          </p:txBody>
        </p:sp>
        <p:sp>
          <p:nvSpPr>
            <p:cNvPr id="495" name="tx495"/>
            <p:cNvSpPr/>
            <p:nvPr/>
          </p:nvSpPr>
          <p:spPr>
            <a:xfrm>
              <a:off x="979092" y="1669789"/>
              <a:ext cx="505361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vs CKD-EPI Cr-Cys eGFR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2026-07-07T08:52:23Z</dcterms:modified>
  <cp:category/>
</cp:coreProperties>
</file>