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1402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20485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326949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233414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8944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68958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8897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08988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9092" y="5607894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9092" y="467253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3737178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280182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58951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78966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98980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9"/>
            <p:cNvSpPr/>
            <p:nvPr/>
          </p:nvSpPr>
          <p:spPr>
            <a:xfrm>
              <a:off x="2313666" y="3812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4251134" y="28898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4841998" y="3927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265036" y="3678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066222" y="3634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057272" y="34137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4633405" y="4236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259727" y="34673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3954014" y="45371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368999" y="4163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405320" y="37568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081436" y="3952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498365" y="3866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254212" y="36906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069762" y="4050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5198769" y="3690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160091" y="36234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95293" y="4093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059046" y="3764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738317" y="38730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534937" y="3937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2946910" y="3896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156705" y="34026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4633554" y="3752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398675" y="38468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401220" y="42393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301394" y="3879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604939" y="3744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791315" y="3496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1855592" y="35506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4449305" y="4040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283039" y="37820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819508" y="42552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1301453" y="34946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5573333" y="3526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134972" y="40502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075758" y="39407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4133667" y="3349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2620233" y="3874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1934356" y="34001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2506183" y="3529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565713" y="3690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032888" y="39962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6361549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310975" y="38657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260067" y="4186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744010" y="3822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2920007" y="4198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5856758" y="3708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3861733" y="4421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5395581" y="3923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4919449" y="38623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342678" y="37867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2051048" y="3585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4467400" y="2955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258206" y="3868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3207409" y="37241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4690692" y="3518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34109" y="3777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090476" y="42749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2968019" y="4057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4743592" y="35669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623241" y="36125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587392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435222" y="3923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769543" y="3398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631665" y="29259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749463" y="3362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2590466" y="38803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5172205" y="32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479454" y="37337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4475303" y="4245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376580" y="3562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220685" y="4087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5867538" y="44980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578684" y="36378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2470891" y="36294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5019399" y="4104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863399" y="39886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3832056" y="3560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565359" y="3989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930034" y="3701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463997" y="4373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4726837" y="32431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5585065" y="3563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104099" y="38335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2647855" y="3864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2601435" y="2975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5647812" y="3596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3075191" y="3370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574438" y="30507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3562380" y="36875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2080029" y="35295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2610105" y="32377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4034043" y="4058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3861041" y="4359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3800918" y="3599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658816" y="3838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649808" y="3748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2913882" y="36684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5463515" y="34563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575217" y="3996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842634" y="35058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36059" y="38941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193633" y="3650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2671799" y="33687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99110" y="4109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501782" y="37152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3333023" y="3002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883787" y="39901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4071862" y="42441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707069" y="38009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572757" y="39861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3872016" y="3907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47288" y="3395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2977781" y="40137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428536" y="4515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197827" y="4094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5639042" y="4055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5321059" y="39822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4550910" y="35843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3402114" y="3862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3831555" y="3637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2701719" y="4154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3738485" y="35130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3286109" y="37660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005163" y="26582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2850111" y="38616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5452471" y="38924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424233" y="36917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704336" y="37439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81330" y="40019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583089" y="42558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665938" y="3025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422963" y="40583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937678" y="3941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348782" y="3925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4595930" y="36944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4032511" y="3367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507057" y="4050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4410948" y="3961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375101" y="3630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5093831" y="3506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631967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3573305" y="4049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188961" y="32443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5184319" y="43281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4345527" y="3980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639883" y="3738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545483" y="41967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532610" y="38648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5121608" y="4085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4771034" y="3501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4491194" y="39971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7149910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4106769" y="42720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279742" y="3107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3812" y="3693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3465940" y="39410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113488" y="36456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4163849" y="36922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2931292" y="35610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5063008" y="422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33643" y="4461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706456" y="40835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4020671" y="34080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77920" y="3443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374621" y="33898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6087378" y="4367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322138" y="4182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980819" y="3740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5185201" y="3888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4605387" y="4247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073713" y="3514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6230960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2202707" y="3610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4224728" y="42265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449479" y="36540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5578843" y="36590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4634287" y="3368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4176389" y="3560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201219" y="3887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621663" y="3521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4375907" y="36760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4234016" y="37470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376510" y="32815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3935737" y="30156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322861" y="2984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1765333" y="3673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3434934" y="3849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4325766" y="31854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600272" y="36827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209282" y="3414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212271" y="37150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5307222" y="41712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095736" y="39296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311546" y="3176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3927983" y="4268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647080" y="3990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807384" y="3718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2152338" y="3624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898626" y="35911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4818329" y="4341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209722" y="3997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311767" y="4060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398225" y="3863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1461219" y="3746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3393223" y="3776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944346" y="4197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4469212" y="4337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767372" y="3853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598303" y="4362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797664" y="3773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3820836" y="4040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4087870" y="33227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1954966" y="33041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1725532" y="34020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5199" y="3236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520742" y="3476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839278" y="40376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013020" y="3575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4504631" y="4376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3819768" y="37666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892307" y="39578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024740" y="42702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4359712" y="3611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165471" y="40990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5503636" y="42396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2703378" y="3627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013125" y="4182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3788123" y="3169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3806668" y="3427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5717026" y="3618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2270131" y="2891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4677427" y="35330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5446721" y="34456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4796710" y="4507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788393" y="3518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4979760" y="4102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993315" y="4171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683877" y="3554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4338005" y="3613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029302" y="4046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174578" y="4343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981540" y="40093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583502" y="4084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426802" y="3589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2808446" y="39191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492023" y="3901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655981" y="3831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4462044" y="43815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1759289" y="36070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5530964" y="4297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452635" y="36651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585067" y="36875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855670" y="3944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3301679" y="3746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3920888" y="35818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3809547" y="3379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6339053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4137560" y="38957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5165009" y="40208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3207332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345095" y="4014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5035053" y="35367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3387652" y="3749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222137" y="33024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399778" y="37650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3850150" y="4133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1889684" y="3461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4635458" y="3732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4275245" y="30365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731769" y="3629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021276" y="3754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5208590" y="33776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5107193" y="3340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4155987" y="3688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4206431" y="3586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5345521" y="3436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683453" y="3531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4529437" y="2947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5010005" y="4132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5148251" y="42832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780664" y="35625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078369" y="3805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08801" y="3291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4493009" y="3226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655307" y="3398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2301676" y="37315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5996765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845327" y="3607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3636813" y="31573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250348" y="35599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3737174" y="39245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2950884" y="3742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5161161" y="37041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5052696" y="32947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548458" y="3459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4590537" y="3954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1746778" y="3763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2494277" y="3847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522531" y="4226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3000610" y="3869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2694843" y="32420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745215" y="3349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852133" y="39814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316880" y="3787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2950704" y="3868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3886376" y="3942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2409258" y="38002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3963301" y="3744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5322496" y="3424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1983919" y="37895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786180" y="3061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839971" y="3648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3932857" y="43154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4865399" y="3751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200971" y="35763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3425793" y="4046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328204" y="40468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4308148" y="27196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161183" y="33728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636519" y="3486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2619893" y="34400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4646262" y="4068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2587417" y="32263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6387198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6395826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395455" y="34984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2817508" y="3625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300572" y="4050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3945173" y="3938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5217381" y="4354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5105414" y="3228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3726195" y="32001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5465441" y="35538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824519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692552" y="36353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4195366" y="33800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574066" y="35268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56976" y="4285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2900755" y="3873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6571942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3467329" y="3703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3720302" y="37488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756018" y="30052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5659457" y="3603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4500422" y="3132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4378783" y="3836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3328917" y="3635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603486" y="304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3068179" y="4001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5031682" y="41943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489275" y="3836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3878023" y="27315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3435344" y="2891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2583681" y="3713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3469528" y="3904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5435594" y="3722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2117507" y="35484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105350" y="3439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4303200" y="2882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3475818" y="34482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080700" y="3915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3806374" y="34368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5712146" y="43326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2812288" y="3879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633029" y="3687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4169891" y="2631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3408727" y="3321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3592488" y="3735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398442" y="37789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146031" y="3609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4854454" y="30679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924196" y="3162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217592" y="33683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4455396" y="37560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372777" y="3815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144528" y="3385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734086" y="37959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2573935" y="3427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4068844" y="3903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722496" y="32055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4943017" y="35285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3203520" y="39914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5884435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6035871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855239" y="40496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4509805" y="31488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4078571" y="3823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2109003" y="3285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2879472" y="3483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6175560" y="3010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580428" y="35786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6608216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659717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160021" y="3048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3852441" y="3615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1902742" y="33210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536471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3669252" y="41941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527874" y="2970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434340" y="3332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4070349" y="32918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3221766" y="34512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5739910" y="4123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98011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3311151" y="3075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402815" y="3451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4508966" y="29917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486057" y="38050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2922820" y="3857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3387249" y="4214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2760999" y="37301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3994688" y="4261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4340069" y="42594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6957426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1802793" y="3007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3348150" y="3927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3223545" y="3697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421888" y="39390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130373" y="43523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5271977" y="33342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6330429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2287" y="37786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4364262" y="3773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131937" y="3893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36047" y="43386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5148169" y="4479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675471" y="3793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5956229" y="39705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3057192" y="36911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659128" y="3919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240959" y="4183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3603546" y="2870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549330" y="39924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4073037" y="3509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227075" y="33733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5504939" y="40496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2780889" y="3637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621661" y="3958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2910446" y="39749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4173656" y="34964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5014461" y="31700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4467302" y="4232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4947565" y="3862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3500784" y="3776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2649265" y="3399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5105649" y="33088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010036" y="3825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003234" y="3314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327574" y="3628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6310841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5635941" y="3566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4702181" y="3590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594727" y="4255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1647337" y="35241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6633406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283622" y="4128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598959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4692600" y="3089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4027129" y="3287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4559790" y="32785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82"/>
            <p:cNvSpPr/>
            <p:nvPr/>
          </p:nvSpPr>
          <p:spPr>
            <a:xfrm>
              <a:off x="1326279" y="3528968"/>
              <a:ext cx="6943744" cy="528251"/>
            </a:xfrm>
            <a:custGeom>
              <a:avLst/>
              <a:pathLst>
                <a:path w="6943744" h="528251">
                  <a:moveTo>
                    <a:pt x="0" y="0"/>
                  </a:moveTo>
                  <a:lnTo>
                    <a:pt x="87895" y="6356"/>
                  </a:lnTo>
                  <a:lnTo>
                    <a:pt x="175790" y="12700"/>
                  </a:lnTo>
                  <a:lnTo>
                    <a:pt x="263686" y="19031"/>
                  </a:lnTo>
                  <a:lnTo>
                    <a:pt x="351581" y="25349"/>
                  </a:lnTo>
                  <a:lnTo>
                    <a:pt x="439477" y="31650"/>
                  </a:lnTo>
                  <a:lnTo>
                    <a:pt x="527372" y="37935"/>
                  </a:lnTo>
                  <a:lnTo>
                    <a:pt x="615268" y="44201"/>
                  </a:lnTo>
                  <a:lnTo>
                    <a:pt x="703163" y="50447"/>
                  </a:lnTo>
                  <a:lnTo>
                    <a:pt x="791059" y="56670"/>
                  </a:lnTo>
                  <a:lnTo>
                    <a:pt x="878954" y="62868"/>
                  </a:lnTo>
                  <a:lnTo>
                    <a:pt x="966850" y="69038"/>
                  </a:lnTo>
                  <a:lnTo>
                    <a:pt x="1054745" y="75177"/>
                  </a:lnTo>
                  <a:lnTo>
                    <a:pt x="1142641" y="81281"/>
                  </a:lnTo>
                  <a:lnTo>
                    <a:pt x="1230536" y="87346"/>
                  </a:lnTo>
                  <a:lnTo>
                    <a:pt x="1318432" y="93368"/>
                  </a:lnTo>
                  <a:lnTo>
                    <a:pt x="1406327" y="99341"/>
                  </a:lnTo>
                  <a:lnTo>
                    <a:pt x="1494223" y="105259"/>
                  </a:lnTo>
                  <a:lnTo>
                    <a:pt x="1582118" y="111114"/>
                  </a:lnTo>
                  <a:lnTo>
                    <a:pt x="1670014" y="116899"/>
                  </a:lnTo>
                  <a:lnTo>
                    <a:pt x="1757909" y="122604"/>
                  </a:lnTo>
                  <a:lnTo>
                    <a:pt x="1845805" y="128219"/>
                  </a:lnTo>
                  <a:lnTo>
                    <a:pt x="1933700" y="133733"/>
                  </a:lnTo>
                  <a:lnTo>
                    <a:pt x="2021596" y="139131"/>
                  </a:lnTo>
                  <a:lnTo>
                    <a:pt x="2109491" y="144399"/>
                  </a:lnTo>
                  <a:lnTo>
                    <a:pt x="2197387" y="149523"/>
                  </a:lnTo>
                  <a:lnTo>
                    <a:pt x="2285282" y="154485"/>
                  </a:lnTo>
                  <a:lnTo>
                    <a:pt x="2373178" y="159270"/>
                  </a:lnTo>
                  <a:lnTo>
                    <a:pt x="2461073" y="163861"/>
                  </a:lnTo>
                  <a:lnTo>
                    <a:pt x="2548969" y="168244"/>
                  </a:lnTo>
                  <a:lnTo>
                    <a:pt x="2636864" y="172407"/>
                  </a:lnTo>
                  <a:lnTo>
                    <a:pt x="2724760" y="176341"/>
                  </a:lnTo>
                  <a:lnTo>
                    <a:pt x="2812655" y="180042"/>
                  </a:lnTo>
                  <a:lnTo>
                    <a:pt x="2900551" y="183510"/>
                  </a:lnTo>
                  <a:lnTo>
                    <a:pt x="2988446" y="186750"/>
                  </a:lnTo>
                  <a:lnTo>
                    <a:pt x="3076342" y="189772"/>
                  </a:lnTo>
                  <a:lnTo>
                    <a:pt x="3164237" y="192588"/>
                  </a:lnTo>
                  <a:lnTo>
                    <a:pt x="3252133" y="195212"/>
                  </a:lnTo>
                  <a:lnTo>
                    <a:pt x="3340028" y="197661"/>
                  </a:lnTo>
                  <a:lnTo>
                    <a:pt x="3427924" y="199950"/>
                  </a:lnTo>
                  <a:lnTo>
                    <a:pt x="3515819" y="202098"/>
                  </a:lnTo>
                  <a:lnTo>
                    <a:pt x="3603715" y="204118"/>
                  </a:lnTo>
                  <a:lnTo>
                    <a:pt x="3691610" y="206024"/>
                  </a:lnTo>
                  <a:lnTo>
                    <a:pt x="3779506" y="207831"/>
                  </a:lnTo>
                  <a:lnTo>
                    <a:pt x="3867401" y="209549"/>
                  </a:lnTo>
                  <a:lnTo>
                    <a:pt x="3955297" y="211189"/>
                  </a:lnTo>
                  <a:lnTo>
                    <a:pt x="4043192" y="212760"/>
                  </a:lnTo>
                  <a:lnTo>
                    <a:pt x="4131088" y="214269"/>
                  </a:lnTo>
                  <a:lnTo>
                    <a:pt x="4218983" y="215725"/>
                  </a:lnTo>
                  <a:lnTo>
                    <a:pt x="4306879" y="217132"/>
                  </a:lnTo>
                  <a:lnTo>
                    <a:pt x="4394774" y="218496"/>
                  </a:lnTo>
                  <a:lnTo>
                    <a:pt x="4482670" y="219822"/>
                  </a:lnTo>
                  <a:lnTo>
                    <a:pt x="4570565" y="221114"/>
                  </a:lnTo>
                  <a:lnTo>
                    <a:pt x="4658461" y="222375"/>
                  </a:lnTo>
                  <a:lnTo>
                    <a:pt x="4746356" y="223609"/>
                  </a:lnTo>
                  <a:lnTo>
                    <a:pt x="4834252" y="224818"/>
                  </a:lnTo>
                  <a:lnTo>
                    <a:pt x="4922147" y="226005"/>
                  </a:lnTo>
                  <a:lnTo>
                    <a:pt x="5010043" y="227171"/>
                  </a:lnTo>
                  <a:lnTo>
                    <a:pt x="5097938" y="228319"/>
                  </a:lnTo>
                  <a:lnTo>
                    <a:pt x="5185834" y="229451"/>
                  </a:lnTo>
                  <a:lnTo>
                    <a:pt x="5273729" y="230567"/>
                  </a:lnTo>
                  <a:lnTo>
                    <a:pt x="5361625" y="231669"/>
                  </a:lnTo>
                  <a:lnTo>
                    <a:pt x="5449520" y="232759"/>
                  </a:lnTo>
                  <a:lnTo>
                    <a:pt x="5537416" y="233836"/>
                  </a:lnTo>
                  <a:lnTo>
                    <a:pt x="5625311" y="234903"/>
                  </a:lnTo>
                  <a:lnTo>
                    <a:pt x="5713207" y="235960"/>
                  </a:lnTo>
                  <a:lnTo>
                    <a:pt x="5801102" y="237008"/>
                  </a:lnTo>
                  <a:lnTo>
                    <a:pt x="5888998" y="238048"/>
                  </a:lnTo>
                  <a:lnTo>
                    <a:pt x="5976893" y="239079"/>
                  </a:lnTo>
                  <a:lnTo>
                    <a:pt x="6064789" y="240104"/>
                  </a:lnTo>
                  <a:lnTo>
                    <a:pt x="6152684" y="241121"/>
                  </a:lnTo>
                  <a:lnTo>
                    <a:pt x="6240580" y="242132"/>
                  </a:lnTo>
                  <a:lnTo>
                    <a:pt x="6328475" y="243138"/>
                  </a:lnTo>
                  <a:lnTo>
                    <a:pt x="6416371" y="244138"/>
                  </a:lnTo>
                  <a:lnTo>
                    <a:pt x="6504266" y="245132"/>
                  </a:lnTo>
                  <a:lnTo>
                    <a:pt x="6592162" y="246122"/>
                  </a:lnTo>
                  <a:lnTo>
                    <a:pt x="6680057" y="247108"/>
                  </a:lnTo>
                  <a:lnTo>
                    <a:pt x="6767953" y="248089"/>
                  </a:lnTo>
                  <a:lnTo>
                    <a:pt x="6855848" y="249066"/>
                  </a:lnTo>
                  <a:lnTo>
                    <a:pt x="6943744" y="250040"/>
                  </a:lnTo>
                  <a:lnTo>
                    <a:pt x="6943744" y="528251"/>
                  </a:lnTo>
                  <a:lnTo>
                    <a:pt x="6855848" y="521789"/>
                  </a:lnTo>
                  <a:lnTo>
                    <a:pt x="6767953" y="515331"/>
                  </a:lnTo>
                  <a:lnTo>
                    <a:pt x="6680057" y="508877"/>
                  </a:lnTo>
                  <a:lnTo>
                    <a:pt x="6592162" y="502427"/>
                  </a:lnTo>
                  <a:lnTo>
                    <a:pt x="6504266" y="495981"/>
                  </a:lnTo>
                  <a:lnTo>
                    <a:pt x="6416371" y="489540"/>
                  </a:lnTo>
                  <a:lnTo>
                    <a:pt x="6328475" y="483105"/>
                  </a:lnTo>
                  <a:lnTo>
                    <a:pt x="6240580" y="476675"/>
                  </a:lnTo>
                  <a:lnTo>
                    <a:pt x="6152684" y="470250"/>
                  </a:lnTo>
                  <a:lnTo>
                    <a:pt x="6064789" y="463832"/>
                  </a:lnTo>
                  <a:lnTo>
                    <a:pt x="5976893" y="457421"/>
                  </a:lnTo>
                  <a:lnTo>
                    <a:pt x="5888998" y="451017"/>
                  </a:lnTo>
                  <a:lnTo>
                    <a:pt x="5801102" y="444621"/>
                  </a:lnTo>
                  <a:lnTo>
                    <a:pt x="5713207" y="438234"/>
                  </a:lnTo>
                  <a:lnTo>
                    <a:pt x="5625311" y="431855"/>
                  </a:lnTo>
                  <a:lnTo>
                    <a:pt x="5537416" y="425487"/>
                  </a:lnTo>
                  <a:lnTo>
                    <a:pt x="5449520" y="419129"/>
                  </a:lnTo>
                  <a:lnTo>
                    <a:pt x="5361625" y="412783"/>
                  </a:lnTo>
                  <a:lnTo>
                    <a:pt x="5273729" y="406450"/>
                  </a:lnTo>
                  <a:lnTo>
                    <a:pt x="5185834" y="400130"/>
                  </a:lnTo>
                  <a:lnTo>
                    <a:pt x="5097938" y="393826"/>
                  </a:lnTo>
                  <a:lnTo>
                    <a:pt x="5010043" y="387539"/>
                  </a:lnTo>
                  <a:lnTo>
                    <a:pt x="4922147" y="381270"/>
                  </a:lnTo>
                  <a:lnTo>
                    <a:pt x="4834252" y="375021"/>
                  </a:lnTo>
                  <a:lnTo>
                    <a:pt x="4746356" y="368794"/>
                  </a:lnTo>
                  <a:lnTo>
                    <a:pt x="4658461" y="362593"/>
                  </a:lnTo>
                  <a:lnTo>
                    <a:pt x="4570565" y="356419"/>
                  </a:lnTo>
                  <a:lnTo>
                    <a:pt x="4482670" y="350275"/>
                  </a:lnTo>
                  <a:lnTo>
                    <a:pt x="4394774" y="344166"/>
                  </a:lnTo>
                  <a:lnTo>
                    <a:pt x="4306879" y="338094"/>
                  </a:lnTo>
                  <a:lnTo>
                    <a:pt x="4218983" y="332066"/>
                  </a:lnTo>
                  <a:lnTo>
                    <a:pt x="4131088" y="326086"/>
                  </a:lnTo>
                  <a:lnTo>
                    <a:pt x="4043192" y="320160"/>
                  </a:lnTo>
                  <a:lnTo>
                    <a:pt x="3955297" y="314295"/>
                  </a:lnTo>
                  <a:lnTo>
                    <a:pt x="3867401" y="308499"/>
                  </a:lnTo>
                  <a:lnTo>
                    <a:pt x="3779506" y="302782"/>
                  </a:lnTo>
                  <a:lnTo>
                    <a:pt x="3691610" y="297153"/>
                  </a:lnTo>
                  <a:lnTo>
                    <a:pt x="3603715" y="291625"/>
                  </a:lnTo>
                  <a:lnTo>
                    <a:pt x="3515819" y="286209"/>
                  </a:lnTo>
                  <a:lnTo>
                    <a:pt x="3427924" y="280921"/>
                  </a:lnTo>
                  <a:lnTo>
                    <a:pt x="3340028" y="275775"/>
                  </a:lnTo>
                  <a:lnTo>
                    <a:pt x="3252133" y="270788"/>
                  </a:lnTo>
                  <a:lnTo>
                    <a:pt x="3164237" y="265977"/>
                  </a:lnTo>
                  <a:lnTo>
                    <a:pt x="3076342" y="261357"/>
                  </a:lnTo>
                  <a:lnTo>
                    <a:pt x="2988446" y="256944"/>
                  </a:lnTo>
                  <a:lnTo>
                    <a:pt x="2900551" y="252749"/>
                  </a:lnTo>
                  <a:lnTo>
                    <a:pt x="2812655" y="248781"/>
                  </a:lnTo>
                  <a:lnTo>
                    <a:pt x="2724760" y="245047"/>
                  </a:lnTo>
                  <a:lnTo>
                    <a:pt x="2636864" y="241545"/>
                  </a:lnTo>
                  <a:lnTo>
                    <a:pt x="2548969" y="238272"/>
                  </a:lnTo>
                  <a:lnTo>
                    <a:pt x="2461073" y="235220"/>
                  </a:lnTo>
                  <a:lnTo>
                    <a:pt x="2373178" y="232375"/>
                  </a:lnTo>
                  <a:lnTo>
                    <a:pt x="2285282" y="229724"/>
                  </a:lnTo>
                  <a:lnTo>
                    <a:pt x="2197387" y="227251"/>
                  </a:lnTo>
                  <a:lnTo>
                    <a:pt x="2109491" y="224939"/>
                  </a:lnTo>
                  <a:lnTo>
                    <a:pt x="2021596" y="222773"/>
                  </a:lnTo>
                  <a:lnTo>
                    <a:pt x="1933700" y="220735"/>
                  </a:lnTo>
                  <a:lnTo>
                    <a:pt x="1845805" y="218813"/>
                  </a:lnTo>
                  <a:lnTo>
                    <a:pt x="1757909" y="216993"/>
                  </a:lnTo>
                  <a:lnTo>
                    <a:pt x="1670014" y="215262"/>
                  </a:lnTo>
                  <a:lnTo>
                    <a:pt x="1582118" y="213612"/>
                  </a:lnTo>
                  <a:lnTo>
                    <a:pt x="1494223" y="212032"/>
                  </a:lnTo>
                  <a:lnTo>
                    <a:pt x="1406327" y="210514"/>
                  </a:lnTo>
                  <a:lnTo>
                    <a:pt x="1318432" y="209051"/>
                  </a:lnTo>
                  <a:lnTo>
                    <a:pt x="1230536" y="207637"/>
                  </a:lnTo>
                  <a:lnTo>
                    <a:pt x="1142641" y="206267"/>
                  </a:lnTo>
                  <a:lnTo>
                    <a:pt x="1054745" y="204936"/>
                  </a:lnTo>
                  <a:lnTo>
                    <a:pt x="966850" y="203639"/>
                  </a:lnTo>
                  <a:lnTo>
                    <a:pt x="878954" y="202374"/>
                  </a:lnTo>
                  <a:lnTo>
                    <a:pt x="791059" y="201136"/>
                  </a:lnTo>
                  <a:lnTo>
                    <a:pt x="703163" y="199924"/>
                  </a:lnTo>
                  <a:lnTo>
                    <a:pt x="615268" y="198734"/>
                  </a:lnTo>
                  <a:lnTo>
                    <a:pt x="527372" y="197565"/>
                  </a:lnTo>
                  <a:lnTo>
                    <a:pt x="439477" y="196414"/>
                  </a:lnTo>
                  <a:lnTo>
                    <a:pt x="351581" y="195280"/>
                  </a:lnTo>
                  <a:lnTo>
                    <a:pt x="263686" y="194162"/>
                  </a:lnTo>
                  <a:lnTo>
                    <a:pt x="175790" y="193058"/>
                  </a:lnTo>
                  <a:lnTo>
                    <a:pt x="87895" y="191967"/>
                  </a:lnTo>
                  <a:lnTo>
                    <a:pt x="0" y="190887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3" name="pl483"/>
            <p:cNvSpPr/>
            <p:nvPr/>
          </p:nvSpPr>
          <p:spPr>
            <a:xfrm>
              <a:off x="1326279" y="3528968"/>
              <a:ext cx="6943744" cy="250040"/>
            </a:xfrm>
            <a:custGeom>
              <a:avLst/>
              <a:pathLst>
                <a:path w="6943744" h="250040">
                  <a:moveTo>
                    <a:pt x="0" y="0"/>
                  </a:moveTo>
                  <a:lnTo>
                    <a:pt x="87895" y="6356"/>
                  </a:lnTo>
                  <a:lnTo>
                    <a:pt x="175790" y="12700"/>
                  </a:lnTo>
                  <a:lnTo>
                    <a:pt x="263686" y="19031"/>
                  </a:lnTo>
                  <a:lnTo>
                    <a:pt x="351581" y="25349"/>
                  </a:lnTo>
                  <a:lnTo>
                    <a:pt x="439477" y="31650"/>
                  </a:lnTo>
                  <a:lnTo>
                    <a:pt x="527372" y="37935"/>
                  </a:lnTo>
                  <a:lnTo>
                    <a:pt x="615268" y="44201"/>
                  </a:lnTo>
                  <a:lnTo>
                    <a:pt x="703163" y="50447"/>
                  </a:lnTo>
                  <a:lnTo>
                    <a:pt x="791059" y="56670"/>
                  </a:lnTo>
                  <a:lnTo>
                    <a:pt x="878954" y="62868"/>
                  </a:lnTo>
                  <a:lnTo>
                    <a:pt x="966850" y="69038"/>
                  </a:lnTo>
                  <a:lnTo>
                    <a:pt x="1054745" y="75177"/>
                  </a:lnTo>
                  <a:lnTo>
                    <a:pt x="1142641" y="81281"/>
                  </a:lnTo>
                  <a:lnTo>
                    <a:pt x="1230536" y="87346"/>
                  </a:lnTo>
                  <a:lnTo>
                    <a:pt x="1318432" y="93368"/>
                  </a:lnTo>
                  <a:lnTo>
                    <a:pt x="1406327" y="99341"/>
                  </a:lnTo>
                  <a:lnTo>
                    <a:pt x="1494223" y="105259"/>
                  </a:lnTo>
                  <a:lnTo>
                    <a:pt x="1582118" y="111114"/>
                  </a:lnTo>
                  <a:lnTo>
                    <a:pt x="1670014" y="116899"/>
                  </a:lnTo>
                  <a:lnTo>
                    <a:pt x="1757909" y="122604"/>
                  </a:lnTo>
                  <a:lnTo>
                    <a:pt x="1845805" y="128219"/>
                  </a:lnTo>
                  <a:lnTo>
                    <a:pt x="1933700" y="133733"/>
                  </a:lnTo>
                  <a:lnTo>
                    <a:pt x="2021596" y="139131"/>
                  </a:lnTo>
                  <a:lnTo>
                    <a:pt x="2109491" y="144399"/>
                  </a:lnTo>
                  <a:lnTo>
                    <a:pt x="2197387" y="149523"/>
                  </a:lnTo>
                  <a:lnTo>
                    <a:pt x="2285282" y="154485"/>
                  </a:lnTo>
                  <a:lnTo>
                    <a:pt x="2373178" y="159270"/>
                  </a:lnTo>
                  <a:lnTo>
                    <a:pt x="2461073" y="163861"/>
                  </a:lnTo>
                  <a:lnTo>
                    <a:pt x="2548969" y="168244"/>
                  </a:lnTo>
                  <a:lnTo>
                    <a:pt x="2636864" y="172407"/>
                  </a:lnTo>
                  <a:lnTo>
                    <a:pt x="2724760" y="176341"/>
                  </a:lnTo>
                  <a:lnTo>
                    <a:pt x="2812655" y="180042"/>
                  </a:lnTo>
                  <a:lnTo>
                    <a:pt x="2900551" y="183510"/>
                  </a:lnTo>
                  <a:lnTo>
                    <a:pt x="2988446" y="186750"/>
                  </a:lnTo>
                  <a:lnTo>
                    <a:pt x="3076342" y="189772"/>
                  </a:lnTo>
                  <a:lnTo>
                    <a:pt x="3164237" y="192588"/>
                  </a:lnTo>
                  <a:lnTo>
                    <a:pt x="3252133" y="195212"/>
                  </a:lnTo>
                  <a:lnTo>
                    <a:pt x="3340028" y="197661"/>
                  </a:lnTo>
                  <a:lnTo>
                    <a:pt x="3427924" y="199950"/>
                  </a:lnTo>
                  <a:lnTo>
                    <a:pt x="3515819" y="202098"/>
                  </a:lnTo>
                  <a:lnTo>
                    <a:pt x="3603715" y="204118"/>
                  </a:lnTo>
                  <a:lnTo>
                    <a:pt x="3691610" y="206024"/>
                  </a:lnTo>
                  <a:lnTo>
                    <a:pt x="3779506" y="207831"/>
                  </a:lnTo>
                  <a:lnTo>
                    <a:pt x="3867401" y="209549"/>
                  </a:lnTo>
                  <a:lnTo>
                    <a:pt x="3955297" y="211189"/>
                  </a:lnTo>
                  <a:lnTo>
                    <a:pt x="4043192" y="212760"/>
                  </a:lnTo>
                  <a:lnTo>
                    <a:pt x="4131088" y="214269"/>
                  </a:lnTo>
                  <a:lnTo>
                    <a:pt x="4218983" y="215725"/>
                  </a:lnTo>
                  <a:lnTo>
                    <a:pt x="4306879" y="217132"/>
                  </a:lnTo>
                  <a:lnTo>
                    <a:pt x="4394774" y="218496"/>
                  </a:lnTo>
                  <a:lnTo>
                    <a:pt x="4482670" y="219822"/>
                  </a:lnTo>
                  <a:lnTo>
                    <a:pt x="4570565" y="221114"/>
                  </a:lnTo>
                  <a:lnTo>
                    <a:pt x="4658461" y="222375"/>
                  </a:lnTo>
                  <a:lnTo>
                    <a:pt x="4746356" y="223609"/>
                  </a:lnTo>
                  <a:lnTo>
                    <a:pt x="4834252" y="224818"/>
                  </a:lnTo>
                  <a:lnTo>
                    <a:pt x="4922147" y="226005"/>
                  </a:lnTo>
                  <a:lnTo>
                    <a:pt x="5010043" y="227171"/>
                  </a:lnTo>
                  <a:lnTo>
                    <a:pt x="5097938" y="228319"/>
                  </a:lnTo>
                  <a:lnTo>
                    <a:pt x="5185834" y="229451"/>
                  </a:lnTo>
                  <a:lnTo>
                    <a:pt x="5273729" y="230567"/>
                  </a:lnTo>
                  <a:lnTo>
                    <a:pt x="5361625" y="231669"/>
                  </a:lnTo>
                  <a:lnTo>
                    <a:pt x="5449520" y="232759"/>
                  </a:lnTo>
                  <a:lnTo>
                    <a:pt x="5537416" y="233836"/>
                  </a:lnTo>
                  <a:lnTo>
                    <a:pt x="5625311" y="234903"/>
                  </a:lnTo>
                  <a:lnTo>
                    <a:pt x="5713207" y="235960"/>
                  </a:lnTo>
                  <a:lnTo>
                    <a:pt x="5801102" y="237008"/>
                  </a:lnTo>
                  <a:lnTo>
                    <a:pt x="5888998" y="238048"/>
                  </a:lnTo>
                  <a:lnTo>
                    <a:pt x="5976893" y="239079"/>
                  </a:lnTo>
                  <a:lnTo>
                    <a:pt x="6064789" y="240104"/>
                  </a:lnTo>
                  <a:lnTo>
                    <a:pt x="6152684" y="241121"/>
                  </a:lnTo>
                  <a:lnTo>
                    <a:pt x="6240580" y="242132"/>
                  </a:lnTo>
                  <a:lnTo>
                    <a:pt x="6328475" y="243138"/>
                  </a:lnTo>
                  <a:lnTo>
                    <a:pt x="6416371" y="244138"/>
                  </a:lnTo>
                  <a:lnTo>
                    <a:pt x="6504266" y="245132"/>
                  </a:lnTo>
                  <a:lnTo>
                    <a:pt x="6592162" y="246122"/>
                  </a:lnTo>
                  <a:lnTo>
                    <a:pt x="6680057" y="247108"/>
                  </a:lnTo>
                  <a:lnTo>
                    <a:pt x="6767953" y="248089"/>
                  </a:lnTo>
                  <a:lnTo>
                    <a:pt x="6855848" y="249066"/>
                  </a:lnTo>
                  <a:lnTo>
                    <a:pt x="6943744" y="25004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84" name="pl484"/>
            <p:cNvSpPr/>
            <p:nvPr/>
          </p:nvSpPr>
          <p:spPr>
            <a:xfrm>
              <a:off x="1326279" y="3719856"/>
              <a:ext cx="6943744" cy="337363"/>
            </a:xfrm>
            <a:custGeom>
              <a:avLst/>
              <a:pathLst>
                <a:path w="6943744" h="337363">
                  <a:moveTo>
                    <a:pt x="6943744" y="337363"/>
                  </a:moveTo>
                  <a:lnTo>
                    <a:pt x="6855848" y="330901"/>
                  </a:lnTo>
                  <a:lnTo>
                    <a:pt x="6767953" y="324443"/>
                  </a:lnTo>
                  <a:lnTo>
                    <a:pt x="6680057" y="317989"/>
                  </a:lnTo>
                  <a:lnTo>
                    <a:pt x="6592162" y="311539"/>
                  </a:lnTo>
                  <a:lnTo>
                    <a:pt x="6504266" y="305093"/>
                  </a:lnTo>
                  <a:lnTo>
                    <a:pt x="6416371" y="298652"/>
                  </a:lnTo>
                  <a:lnTo>
                    <a:pt x="6328475" y="292217"/>
                  </a:lnTo>
                  <a:lnTo>
                    <a:pt x="6240580" y="285787"/>
                  </a:lnTo>
                  <a:lnTo>
                    <a:pt x="6152684" y="279362"/>
                  </a:lnTo>
                  <a:lnTo>
                    <a:pt x="6064789" y="272944"/>
                  </a:lnTo>
                  <a:lnTo>
                    <a:pt x="5976893" y="266533"/>
                  </a:lnTo>
                  <a:lnTo>
                    <a:pt x="5888998" y="260129"/>
                  </a:lnTo>
                  <a:lnTo>
                    <a:pt x="5801102" y="253733"/>
                  </a:lnTo>
                  <a:lnTo>
                    <a:pt x="5713207" y="247346"/>
                  </a:lnTo>
                  <a:lnTo>
                    <a:pt x="5625311" y="240967"/>
                  </a:lnTo>
                  <a:lnTo>
                    <a:pt x="5537416" y="234599"/>
                  </a:lnTo>
                  <a:lnTo>
                    <a:pt x="5449520" y="228241"/>
                  </a:lnTo>
                  <a:lnTo>
                    <a:pt x="5361625" y="221895"/>
                  </a:lnTo>
                  <a:lnTo>
                    <a:pt x="5273729" y="215562"/>
                  </a:lnTo>
                  <a:lnTo>
                    <a:pt x="5185834" y="209242"/>
                  </a:lnTo>
                  <a:lnTo>
                    <a:pt x="5097938" y="202938"/>
                  </a:lnTo>
                  <a:lnTo>
                    <a:pt x="5010043" y="196651"/>
                  </a:lnTo>
                  <a:lnTo>
                    <a:pt x="4922147" y="190382"/>
                  </a:lnTo>
                  <a:lnTo>
                    <a:pt x="4834252" y="184133"/>
                  </a:lnTo>
                  <a:lnTo>
                    <a:pt x="4746356" y="177907"/>
                  </a:lnTo>
                  <a:lnTo>
                    <a:pt x="4658461" y="171705"/>
                  </a:lnTo>
                  <a:lnTo>
                    <a:pt x="4570565" y="165531"/>
                  </a:lnTo>
                  <a:lnTo>
                    <a:pt x="4482670" y="159387"/>
                  </a:lnTo>
                  <a:lnTo>
                    <a:pt x="4394774" y="153278"/>
                  </a:lnTo>
                  <a:lnTo>
                    <a:pt x="4306879" y="147207"/>
                  </a:lnTo>
                  <a:lnTo>
                    <a:pt x="4218983" y="141178"/>
                  </a:lnTo>
                  <a:lnTo>
                    <a:pt x="4131088" y="135198"/>
                  </a:lnTo>
                  <a:lnTo>
                    <a:pt x="4043192" y="129272"/>
                  </a:lnTo>
                  <a:lnTo>
                    <a:pt x="3955297" y="123407"/>
                  </a:lnTo>
                  <a:lnTo>
                    <a:pt x="3867401" y="117612"/>
                  </a:lnTo>
                  <a:lnTo>
                    <a:pt x="3779506" y="111894"/>
                  </a:lnTo>
                  <a:lnTo>
                    <a:pt x="3691610" y="106265"/>
                  </a:lnTo>
                  <a:lnTo>
                    <a:pt x="3603715" y="100737"/>
                  </a:lnTo>
                  <a:lnTo>
                    <a:pt x="3515819" y="95321"/>
                  </a:lnTo>
                  <a:lnTo>
                    <a:pt x="3427924" y="90033"/>
                  </a:lnTo>
                  <a:lnTo>
                    <a:pt x="3340028" y="84887"/>
                  </a:lnTo>
                  <a:lnTo>
                    <a:pt x="3252133" y="79901"/>
                  </a:lnTo>
                  <a:lnTo>
                    <a:pt x="3164237" y="75089"/>
                  </a:lnTo>
                  <a:lnTo>
                    <a:pt x="3076342" y="70469"/>
                  </a:lnTo>
                  <a:lnTo>
                    <a:pt x="2988446" y="66056"/>
                  </a:lnTo>
                  <a:lnTo>
                    <a:pt x="2900551" y="61861"/>
                  </a:lnTo>
                  <a:lnTo>
                    <a:pt x="2812655" y="57893"/>
                  </a:lnTo>
                  <a:lnTo>
                    <a:pt x="2724760" y="54159"/>
                  </a:lnTo>
                  <a:lnTo>
                    <a:pt x="2636864" y="50657"/>
                  </a:lnTo>
                  <a:lnTo>
                    <a:pt x="2548969" y="47384"/>
                  </a:lnTo>
                  <a:lnTo>
                    <a:pt x="2461073" y="44332"/>
                  </a:lnTo>
                  <a:lnTo>
                    <a:pt x="2373178" y="41487"/>
                  </a:lnTo>
                  <a:lnTo>
                    <a:pt x="2285282" y="38836"/>
                  </a:lnTo>
                  <a:lnTo>
                    <a:pt x="2197387" y="36363"/>
                  </a:lnTo>
                  <a:lnTo>
                    <a:pt x="2109491" y="34052"/>
                  </a:lnTo>
                  <a:lnTo>
                    <a:pt x="2021596" y="31885"/>
                  </a:lnTo>
                  <a:lnTo>
                    <a:pt x="1933700" y="29847"/>
                  </a:lnTo>
                  <a:lnTo>
                    <a:pt x="1845805" y="27925"/>
                  </a:lnTo>
                  <a:lnTo>
                    <a:pt x="1757909" y="26105"/>
                  </a:lnTo>
                  <a:lnTo>
                    <a:pt x="1670014" y="24375"/>
                  </a:lnTo>
                  <a:lnTo>
                    <a:pt x="1582118" y="22724"/>
                  </a:lnTo>
                  <a:lnTo>
                    <a:pt x="1494223" y="21144"/>
                  </a:lnTo>
                  <a:lnTo>
                    <a:pt x="1406327" y="19626"/>
                  </a:lnTo>
                  <a:lnTo>
                    <a:pt x="1318432" y="18163"/>
                  </a:lnTo>
                  <a:lnTo>
                    <a:pt x="1230536" y="16750"/>
                  </a:lnTo>
                  <a:lnTo>
                    <a:pt x="1142641" y="15379"/>
                  </a:lnTo>
                  <a:lnTo>
                    <a:pt x="1054745" y="14048"/>
                  </a:lnTo>
                  <a:lnTo>
                    <a:pt x="966850" y="12751"/>
                  </a:lnTo>
                  <a:lnTo>
                    <a:pt x="878954" y="11486"/>
                  </a:lnTo>
                  <a:lnTo>
                    <a:pt x="791059" y="10248"/>
                  </a:lnTo>
                  <a:lnTo>
                    <a:pt x="703163" y="9036"/>
                  </a:lnTo>
                  <a:lnTo>
                    <a:pt x="615268" y="7846"/>
                  </a:lnTo>
                  <a:lnTo>
                    <a:pt x="527372" y="6677"/>
                  </a:lnTo>
                  <a:lnTo>
                    <a:pt x="439477" y="5526"/>
                  </a:lnTo>
                  <a:lnTo>
                    <a:pt x="351581" y="4392"/>
                  </a:lnTo>
                  <a:lnTo>
                    <a:pt x="263686" y="3274"/>
                  </a:lnTo>
                  <a:lnTo>
                    <a:pt x="175790" y="2170"/>
                  </a:lnTo>
                  <a:lnTo>
                    <a:pt x="87895" y="107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85" name="pl485"/>
            <p:cNvSpPr/>
            <p:nvPr/>
          </p:nvSpPr>
          <p:spPr>
            <a:xfrm>
              <a:off x="1326279" y="3624412"/>
              <a:ext cx="6943744" cy="293702"/>
            </a:xfrm>
            <a:custGeom>
              <a:avLst/>
              <a:pathLst>
                <a:path w="6943744" h="293702">
                  <a:moveTo>
                    <a:pt x="0" y="0"/>
                  </a:moveTo>
                  <a:lnTo>
                    <a:pt x="87895" y="3717"/>
                  </a:lnTo>
                  <a:lnTo>
                    <a:pt x="175790" y="7435"/>
                  </a:lnTo>
                  <a:lnTo>
                    <a:pt x="263686" y="11153"/>
                  </a:lnTo>
                  <a:lnTo>
                    <a:pt x="351581" y="14870"/>
                  </a:lnTo>
                  <a:lnTo>
                    <a:pt x="439477" y="18588"/>
                  </a:lnTo>
                  <a:lnTo>
                    <a:pt x="527372" y="22306"/>
                  </a:lnTo>
                  <a:lnTo>
                    <a:pt x="615268" y="26024"/>
                  </a:lnTo>
                  <a:lnTo>
                    <a:pt x="703163" y="29741"/>
                  </a:lnTo>
                  <a:lnTo>
                    <a:pt x="791059" y="33459"/>
                  </a:lnTo>
                  <a:lnTo>
                    <a:pt x="878954" y="37177"/>
                  </a:lnTo>
                  <a:lnTo>
                    <a:pt x="966850" y="40895"/>
                  </a:lnTo>
                  <a:lnTo>
                    <a:pt x="1054745" y="44612"/>
                  </a:lnTo>
                  <a:lnTo>
                    <a:pt x="1142641" y="48330"/>
                  </a:lnTo>
                  <a:lnTo>
                    <a:pt x="1230536" y="52048"/>
                  </a:lnTo>
                  <a:lnTo>
                    <a:pt x="1318432" y="55766"/>
                  </a:lnTo>
                  <a:lnTo>
                    <a:pt x="1406327" y="59483"/>
                  </a:lnTo>
                  <a:lnTo>
                    <a:pt x="1494223" y="63201"/>
                  </a:lnTo>
                  <a:lnTo>
                    <a:pt x="1582118" y="66919"/>
                  </a:lnTo>
                  <a:lnTo>
                    <a:pt x="1670014" y="70637"/>
                  </a:lnTo>
                  <a:lnTo>
                    <a:pt x="1757909" y="74354"/>
                  </a:lnTo>
                  <a:lnTo>
                    <a:pt x="1845805" y="78072"/>
                  </a:lnTo>
                  <a:lnTo>
                    <a:pt x="1933700" y="81790"/>
                  </a:lnTo>
                  <a:lnTo>
                    <a:pt x="2021596" y="85508"/>
                  </a:lnTo>
                  <a:lnTo>
                    <a:pt x="2109491" y="89225"/>
                  </a:lnTo>
                  <a:lnTo>
                    <a:pt x="2197387" y="92943"/>
                  </a:lnTo>
                  <a:lnTo>
                    <a:pt x="2285282" y="96661"/>
                  </a:lnTo>
                  <a:lnTo>
                    <a:pt x="2373178" y="100379"/>
                  </a:lnTo>
                  <a:lnTo>
                    <a:pt x="2461073" y="104096"/>
                  </a:lnTo>
                  <a:lnTo>
                    <a:pt x="2548969" y="107814"/>
                  </a:lnTo>
                  <a:lnTo>
                    <a:pt x="2636864" y="111532"/>
                  </a:lnTo>
                  <a:lnTo>
                    <a:pt x="2724760" y="115250"/>
                  </a:lnTo>
                  <a:lnTo>
                    <a:pt x="2812655" y="118967"/>
                  </a:lnTo>
                  <a:lnTo>
                    <a:pt x="2900551" y="122685"/>
                  </a:lnTo>
                  <a:lnTo>
                    <a:pt x="2988446" y="126403"/>
                  </a:lnTo>
                  <a:lnTo>
                    <a:pt x="3076342" y="130121"/>
                  </a:lnTo>
                  <a:lnTo>
                    <a:pt x="3164237" y="133838"/>
                  </a:lnTo>
                  <a:lnTo>
                    <a:pt x="3252133" y="137556"/>
                  </a:lnTo>
                  <a:lnTo>
                    <a:pt x="3340028" y="141274"/>
                  </a:lnTo>
                  <a:lnTo>
                    <a:pt x="3427924" y="144992"/>
                  </a:lnTo>
                  <a:lnTo>
                    <a:pt x="3515819" y="148709"/>
                  </a:lnTo>
                  <a:lnTo>
                    <a:pt x="3603715" y="152427"/>
                  </a:lnTo>
                  <a:lnTo>
                    <a:pt x="3691610" y="156145"/>
                  </a:lnTo>
                  <a:lnTo>
                    <a:pt x="3779506" y="159863"/>
                  </a:lnTo>
                  <a:lnTo>
                    <a:pt x="3867401" y="163580"/>
                  </a:lnTo>
                  <a:lnTo>
                    <a:pt x="3955297" y="167298"/>
                  </a:lnTo>
                  <a:lnTo>
                    <a:pt x="4043192" y="171016"/>
                  </a:lnTo>
                  <a:lnTo>
                    <a:pt x="4131088" y="174734"/>
                  </a:lnTo>
                  <a:lnTo>
                    <a:pt x="4218983" y="178451"/>
                  </a:lnTo>
                  <a:lnTo>
                    <a:pt x="4306879" y="182169"/>
                  </a:lnTo>
                  <a:lnTo>
                    <a:pt x="4394774" y="185887"/>
                  </a:lnTo>
                  <a:lnTo>
                    <a:pt x="4482670" y="189605"/>
                  </a:lnTo>
                  <a:lnTo>
                    <a:pt x="4570565" y="193322"/>
                  </a:lnTo>
                  <a:lnTo>
                    <a:pt x="4658461" y="197040"/>
                  </a:lnTo>
                  <a:lnTo>
                    <a:pt x="4746356" y="200758"/>
                  </a:lnTo>
                  <a:lnTo>
                    <a:pt x="4834252" y="204476"/>
                  </a:lnTo>
                  <a:lnTo>
                    <a:pt x="4922147" y="208193"/>
                  </a:lnTo>
                  <a:lnTo>
                    <a:pt x="5010043" y="211911"/>
                  </a:lnTo>
                  <a:lnTo>
                    <a:pt x="5097938" y="215629"/>
                  </a:lnTo>
                  <a:lnTo>
                    <a:pt x="5185834" y="219347"/>
                  </a:lnTo>
                  <a:lnTo>
                    <a:pt x="5273729" y="223064"/>
                  </a:lnTo>
                  <a:lnTo>
                    <a:pt x="5361625" y="226782"/>
                  </a:lnTo>
                  <a:lnTo>
                    <a:pt x="5449520" y="230500"/>
                  </a:lnTo>
                  <a:lnTo>
                    <a:pt x="5537416" y="234218"/>
                  </a:lnTo>
                  <a:lnTo>
                    <a:pt x="5625311" y="237935"/>
                  </a:lnTo>
                  <a:lnTo>
                    <a:pt x="5713207" y="241653"/>
                  </a:lnTo>
                  <a:lnTo>
                    <a:pt x="5801102" y="245371"/>
                  </a:lnTo>
                  <a:lnTo>
                    <a:pt x="5888998" y="249089"/>
                  </a:lnTo>
                  <a:lnTo>
                    <a:pt x="5976893" y="252806"/>
                  </a:lnTo>
                  <a:lnTo>
                    <a:pt x="6064789" y="256524"/>
                  </a:lnTo>
                  <a:lnTo>
                    <a:pt x="6152684" y="260242"/>
                  </a:lnTo>
                  <a:lnTo>
                    <a:pt x="6240580" y="263960"/>
                  </a:lnTo>
                  <a:lnTo>
                    <a:pt x="6328475" y="267677"/>
                  </a:lnTo>
                  <a:lnTo>
                    <a:pt x="6416371" y="271395"/>
                  </a:lnTo>
                  <a:lnTo>
                    <a:pt x="6504266" y="275113"/>
                  </a:lnTo>
                  <a:lnTo>
                    <a:pt x="6592162" y="278831"/>
                  </a:lnTo>
                  <a:lnTo>
                    <a:pt x="6680057" y="282548"/>
                  </a:lnTo>
                  <a:lnTo>
                    <a:pt x="6767953" y="286266"/>
                  </a:lnTo>
                  <a:lnTo>
                    <a:pt x="6855848" y="289984"/>
                  </a:lnTo>
                  <a:lnTo>
                    <a:pt x="6943744" y="293702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tx486"/>
            <p:cNvSpPr/>
            <p:nvPr/>
          </p:nvSpPr>
          <p:spPr>
            <a:xfrm>
              <a:off x="692708" y="5567843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-400</a:t>
              </a:r>
            </a:p>
          </p:txBody>
        </p:sp>
        <p:sp>
          <p:nvSpPr>
            <p:cNvPr id="487" name="tx487"/>
            <p:cNvSpPr/>
            <p:nvPr/>
          </p:nvSpPr>
          <p:spPr>
            <a:xfrm>
              <a:off x="692708" y="4632485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488" name="tx488"/>
            <p:cNvSpPr/>
            <p:nvPr/>
          </p:nvSpPr>
          <p:spPr>
            <a:xfrm>
              <a:off x="854283" y="3697127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89" name="tx489"/>
            <p:cNvSpPr/>
            <p:nvPr/>
          </p:nvSpPr>
          <p:spPr>
            <a:xfrm>
              <a:off x="729924" y="2761769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490" name="tx490"/>
            <p:cNvSpPr/>
            <p:nvPr/>
          </p:nvSpPr>
          <p:spPr>
            <a:xfrm>
              <a:off x="252733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91" name="tx491"/>
            <p:cNvSpPr/>
            <p:nvPr/>
          </p:nvSpPr>
          <p:spPr>
            <a:xfrm>
              <a:off x="4696391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2" name="tx492"/>
            <p:cNvSpPr/>
            <p:nvPr/>
          </p:nvSpPr>
          <p:spPr>
            <a:xfrm>
              <a:off x="6896538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93" name="tx493"/>
            <p:cNvSpPr/>
            <p:nvPr/>
          </p:nvSpPr>
          <p:spPr>
            <a:xfrm>
              <a:off x="3416401" y="5925448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 (unindexed, mL/min)</a:t>
              </a:r>
            </a:p>
          </p:txBody>
        </p:sp>
        <p:sp>
          <p:nvSpPr>
            <p:cNvPr id="494" name="tx494"/>
            <p:cNvSpPr/>
            <p:nvPr/>
          </p:nvSpPr>
          <p:spPr>
            <a:xfrm rot="-5400000">
              <a:off x="-152930" y="3759743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95" name="tx495"/>
            <p:cNvSpPr/>
            <p:nvPr/>
          </p:nvSpPr>
          <p:spPr>
            <a:xfrm>
              <a:off x="979092" y="1669789"/>
              <a:ext cx="505361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vs CKD-EPI Cr-Cys eGFR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2026-07-06T08:59:41Z</dcterms:modified>
  <cp:category/>
</cp:coreProperties>
</file>