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944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958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897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898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58951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8966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989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313666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25113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84199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26503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06622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0572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633405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259727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95401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36899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405320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081436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9836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5421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069762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198769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160091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95293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059046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738317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534937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94691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156705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633554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39867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401220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30139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60493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7913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55592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449305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283039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1950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301453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57333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13497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07575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133667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20233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93435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506183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65713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32888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36154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310975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0067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44010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920007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856758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861733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395581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9194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342678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051048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4674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25820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207409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90692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4109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090476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968019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4359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62324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8739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35222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769543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631665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749463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590466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72205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479454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75303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37658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22068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6753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78684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470891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019399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863399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832056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56535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930034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63997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726837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585065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04099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64785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01435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647812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75191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574438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56238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080029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610105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034043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861041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800918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658816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4980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13882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463515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575217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4263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3605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193633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6717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9911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501782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333023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88378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07186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707069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57275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872016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47288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97778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428536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197827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639042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21059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550910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402114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3155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01719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73848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3286109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005163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50111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452471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24233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704336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81330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8308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6659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422963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93767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34878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595930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032511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5070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0948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37510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093831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3196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73305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18896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8431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345527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63988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545483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532610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12160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77103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491194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4991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106769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279742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381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465940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113488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4163849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931292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63008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33643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706456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020671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77920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37462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087378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322138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980819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185201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6053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7371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623096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0270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224728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449479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5788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63428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7638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20121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621663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375907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34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376510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935737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22861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176533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34934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325766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00272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209282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212271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30722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09573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311546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927983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647080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807384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152338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898626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818329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209722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311767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398225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14612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39322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94434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46921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767372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98303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79766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82083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087870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1954966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25532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519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520742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83927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01302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504631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819768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892307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0247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59712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16547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5503636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703378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013125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8812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806668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71702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270131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677427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44672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796710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788393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7976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99331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683877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3800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02930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174578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81540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583502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4268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08446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492023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655981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462044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759289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5530964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45263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585067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855670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30167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920888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8095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63390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137560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165009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20733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345095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5035053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38765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22213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399778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50150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1889684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35458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275245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31769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1276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08590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07193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155987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206431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534552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83453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529437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010005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5148251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780664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7836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08801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49300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5530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01676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99676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84532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636813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25034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737174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950884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61161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052696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54845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59053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1746778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94277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522531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000610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694843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745215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852133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168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950704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886376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409258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963301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32249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83919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786180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83997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932857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865399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200971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425793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328204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08148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16118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36519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619893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4646262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587417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38719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63958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395455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17508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300572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3945173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217381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5105414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2619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6544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692552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195366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57406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56976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900755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657194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467329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3720302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756018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659457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500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7878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332891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603486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068179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31682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489275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878023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435344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58368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46952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5435594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11750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105350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303200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75818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080700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806374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5712146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81228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33029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4169891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408727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592488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9844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46031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854454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924196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217592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455396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372777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144528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34086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573935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06884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722496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943017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20352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58844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603587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85523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509805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078571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109003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879472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6175560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580428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66082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65971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1600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85244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1902742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53647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6692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52787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434340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407034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22176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739910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9801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311151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402815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5089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486057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92282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387249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760999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94688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340069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69574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1802793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348150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223545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421888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13037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27197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633042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2287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364262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1319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36047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514816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675471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5956229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3057192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6591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409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603546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54933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4073037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2270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504939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780889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62166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910446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17365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01446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46730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947565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500784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649265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105649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010036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003234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327574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631084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5635941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02181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594727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1647337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663340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283622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98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692600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4027129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4559790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1326279" y="3528968"/>
              <a:ext cx="6943744" cy="528251"/>
            </a:xfrm>
            <a:custGeom>
              <a:avLst/>
              <a:pathLst>
                <a:path w="6943744" h="528251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  <a:lnTo>
                    <a:pt x="6943744" y="528251"/>
                  </a:lnTo>
                  <a:lnTo>
                    <a:pt x="6855848" y="521789"/>
                  </a:lnTo>
                  <a:lnTo>
                    <a:pt x="6767953" y="515331"/>
                  </a:lnTo>
                  <a:lnTo>
                    <a:pt x="6680057" y="508877"/>
                  </a:lnTo>
                  <a:lnTo>
                    <a:pt x="6592162" y="502427"/>
                  </a:lnTo>
                  <a:lnTo>
                    <a:pt x="6504266" y="495981"/>
                  </a:lnTo>
                  <a:lnTo>
                    <a:pt x="6416371" y="489540"/>
                  </a:lnTo>
                  <a:lnTo>
                    <a:pt x="6328475" y="483105"/>
                  </a:lnTo>
                  <a:lnTo>
                    <a:pt x="6240580" y="476675"/>
                  </a:lnTo>
                  <a:lnTo>
                    <a:pt x="6152684" y="470250"/>
                  </a:lnTo>
                  <a:lnTo>
                    <a:pt x="6064789" y="463832"/>
                  </a:lnTo>
                  <a:lnTo>
                    <a:pt x="5976893" y="457421"/>
                  </a:lnTo>
                  <a:lnTo>
                    <a:pt x="5888998" y="451017"/>
                  </a:lnTo>
                  <a:lnTo>
                    <a:pt x="5801102" y="444621"/>
                  </a:lnTo>
                  <a:lnTo>
                    <a:pt x="5713207" y="438234"/>
                  </a:lnTo>
                  <a:lnTo>
                    <a:pt x="5625311" y="431855"/>
                  </a:lnTo>
                  <a:lnTo>
                    <a:pt x="5537416" y="425487"/>
                  </a:lnTo>
                  <a:lnTo>
                    <a:pt x="5449520" y="419129"/>
                  </a:lnTo>
                  <a:lnTo>
                    <a:pt x="5361625" y="412783"/>
                  </a:lnTo>
                  <a:lnTo>
                    <a:pt x="5273729" y="406450"/>
                  </a:lnTo>
                  <a:lnTo>
                    <a:pt x="5185834" y="400130"/>
                  </a:lnTo>
                  <a:lnTo>
                    <a:pt x="5097938" y="393826"/>
                  </a:lnTo>
                  <a:lnTo>
                    <a:pt x="5010043" y="387539"/>
                  </a:lnTo>
                  <a:lnTo>
                    <a:pt x="4922147" y="381270"/>
                  </a:lnTo>
                  <a:lnTo>
                    <a:pt x="4834252" y="375021"/>
                  </a:lnTo>
                  <a:lnTo>
                    <a:pt x="4746356" y="368794"/>
                  </a:lnTo>
                  <a:lnTo>
                    <a:pt x="4658461" y="362593"/>
                  </a:lnTo>
                  <a:lnTo>
                    <a:pt x="4570565" y="356419"/>
                  </a:lnTo>
                  <a:lnTo>
                    <a:pt x="4482670" y="350275"/>
                  </a:lnTo>
                  <a:lnTo>
                    <a:pt x="4394774" y="344166"/>
                  </a:lnTo>
                  <a:lnTo>
                    <a:pt x="4306879" y="338094"/>
                  </a:lnTo>
                  <a:lnTo>
                    <a:pt x="4218983" y="332066"/>
                  </a:lnTo>
                  <a:lnTo>
                    <a:pt x="4131088" y="326086"/>
                  </a:lnTo>
                  <a:lnTo>
                    <a:pt x="4043192" y="320160"/>
                  </a:lnTo>
                  <a:lnTo>
                    <a:pt x="3955297" y="314295"/>
                  </a:lnTo>
                  <a:lnTo>
                    <a:pt x="3867401" y="308499"/>
                  </a:lnTo>
                  <a:lnTo>
                    <a:pt x="3779506" y="302782"/>
                  </a:lnTo>
                  <a:lnTo>
                    <a:pt x="3691610" y="297153"/>
                  </a:lnTo>
                  <a:lnTo>
                    <a:pt x="3603715" y="291625"/>
                  </a:lnTo>
                  <a:lnTo>
                    <a:pt x="3515819" y="286209"/>
                  </a:lnTo>
                  <a:lnTo>
                    <a:pt x="3427924" y="280921"/>
                  </a:lnTo>
                  <a:lnTo>
                    <a:pt x="3340028" y="275775"/>
                  </a:lnTo>
                  <a:lnTo>
                    <a:pt x="3252133" y="270788"/>
                  </a:lnTo>
                  <a:lnTo>
                    <a:pt x="3164237" y="265977"/>
                  </a:lnTo>
                  <a:lnTo>
                    <a:pt x="3076342" y="261357"/>
                  </a:lnTo>
                  <a:lnTo>
                    <a:pt x="2988446" y="256944"/>
                  </a:lnTo>
                  <a:lnTo>
                    <a:pt x="2900551" y="252749"/>
                  </a:lnTo>
                  <a:lnTo>
                    <a:pt x="2812655" y="248781"/>
                  </a:lnTo>
                  <a:lnTo>
                    <a:pt x="2724760" y="245047"/>
                  </a:lnTo>
                  <a:lnTo>
                    <a:pt x="2636864" y="241545"/>
                  </a:lnTo>
                  <a:lnTo>
                    <a:pt x="2548969" y="238272"/>
                  </a:lnTo>
                  <a:lnTo>
                    <a:pt x="2461073" y="235220"/>
                  </a:lnTo>
                  <a:lnTo>
                    <a:pt x="2373178" y="232375"/>
                  </a:lnTo>
                  <a:lnTo>
                    <a:pt x="2285282" y="229724"/>
                  </a:lnTo>
                  <a:lnTo>
                    <a:pt x="2197387" y="227251"/>
                  </a:lnTo>
                  <a:lnTo>
                    <a:pt x="2109491" y="224939"/>
                  </a:lnTo>
                  <a:lnTo>
                    <a:pt x="2021596" y="222773"/>
                  </a:lnTo>
                  <a:lnTo>
                    <a:pt x="1933700" y="220735"/>
                  </a:lnTo>
                  <a:lnTo>
                    <a:pt x="1845805" y="218813"/>
                  </a:lnTo>
                  <a:lnTo>
                    <a:pt x="1757909" y="216993"/>
                  </a:lnTo>
                  <a:lnTo>
                    <a:pt x="1670014" y="215262"/>
                  </a:lnTo>
                  <a:lnTo>
                    <a:pt x="1582118" y="213612"/>
                  </a:lnTo>
                  <a:lnTo>
                    <a:pt x="1494223" y="212032"/>
                  </a:lnTo>
                  <a:lnTo>
                    <a:pt x="1406327" y="210514"/>
                  </a:lnTo>
                  <a:lnTo>
                    <a:pt x="1318432" y="209051"/>
                  </a:lnTo>
                  <a:lnTo>
                    <a:pt x="1230536" y="207637"/>
                  </a:lnTo>
                  <a:lnTo>
                    <a:pt x="1142641" y="206267"/>
                  </a:lnTo>
                  <a:lnTo>
                    <a:pt x="1054745" y="204936"/>
                  </a:lnTo>
                  <a:lnTo>
                    <a:pt x="966850" y="203639"/>
                  </a:lnTo>
                  <a:lnTo>
                    <a:pt x="878954" y="202374"/>
                  </a:lnTo>
                  <a:lnTo>
                    <a:pt x="791059" y="201136"/>
                  </a:lnTo>
                  <a:lnTo>
                    <a:pt x="703163" y="199924"/>
                  </a:lnTo>
                  <a:lnTo>
                    <a:pt x="615268" y="198734"/>
                  </a:lnTo>
                  <a:lnTo>
                    <a:pt x="527372" y="197565"/>
                  </a:lnTo>
                  <a:lnTo>
                    <a:pt x="439477" y="196414"/>
                  </a:lnTo>
                  <a:lnTo>
                    <a:pt x="351581" y="195280"/>
                  </a:lnTo>
                  <a:lnTo>
                    <a:pt x="263686" y="194162"/>
                  </a:lnTo>
                  <a:lnTo>
                    <a:pt x="175790" y="193058"/>
                  </a:lnTo>
                  <a:lnTo>
                    <a:pt x="87895" y="191967"/>
                  </a:lnTo>
                  <a:lnTo>
                    <a:pt x="0" y="19088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1326279" y="3528968"/>
              <a:ext cx="6943744" cy="250040"/>
            </a:xfrm>
            <a:custGeom>
              <a:avLst/>
              <a:pathLst>
                <a:path w="6943744" h="250040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3719856"/>
              <a:ext cx="6943744" cy="337363"/>
            </a:xfrm>
            <a:custGeom>
              <a:avLst/>
              <a:pathLst>
                <a:path w="6943744" h="337363">
                  <a:moveTo>
                    <a:pt x="6943744" y="337363"/>
                  </a:moveTo>
                  <a:lnTo>
                    <a:pt x="6855848" y="330901"/>
                  </a:lnTo>
                  <a:lnTo>
                    <a:pt x="6767953" y="324443"/>
                  </a:lnTo>
                  <a:lnTo>
                    <a:pt x="6680057" y="317989"/>
                  </a:lnTo>
                  <a:lnTo>
                    <a:pt x="6592162" y="311539"/>
                  </a:lnTo>
                  <a:lnTo>
                    <a:pt x="6504266" y="305093"/>
                  </a:lnTo>
                  <a:lnTo>
                    <a:pt x="6416371" y="298652"/>
                  </a:lnTo>
                  <a:lnTo>
                    <a:pt x="6328475" y="292217"/>
                  </a:lnTo>
                  <a:lnTo>
                    <a:pt x="6240580" y="285787"/>
                  </a:lnTo>
                  <a:lnTo>
                    <a:pt x="6152684" y="279362"/>
                  </a:lnTo>
                  <a:lnTo>
                    <a:pt x="6064789" y="272944"/>
                  </a:lnTo>
                  <a:lnTo>
                    <a:pt x="5976893" y="266533"/>
                  </a:lnTo>
                  <a:lnTo>
                    <a:pt x="5888998" y="260129"/>
                  </a:lnTo>
                  <a:lnTo>
                    <a:pt x="5801102" y="253733"/>
                  </a:lnTo>
                  <a:lnTo>
                    <a:pt x="5713207" y="247346"/>
                  </a:lnTo>
                  <a:lnTo>
                    <a:pt x="5625311" y="240967"/>
                  </a:lnTo>
                  <a:lnTo>
                    <a:pt x="5537416" y="234599"/>
                  </a:lnTo>
                  <a:lnTo>
                    <a:pt x="5449520" y="228241"/>
                  </a:lnTo>
                  <a:lnTo>
                    <a:pt x="5361625" y="221895"/>
                  </a:lnTo>
                  <a:lnTo>
                    <a:pt x="5273729" y="215562"/>
                  </a:lnTo>
                  <a:lnTo>
                    <a:pt x="5185834" y="209242"/>
                  </a:lnTo>
                  <a:lnTo>
                    <a:pt x="5097938" y="202938"/>
                  </a:lnTo>
                  <a:lnTo>
                    <a:pt x="5010043" y="196651"/>
                  </a:lnTo>
                  <a:lnTo>
                    <a:pt x="4922147" y="190382"/>
                  </a:lnTo>
                  <a:lnTo>
                    <a:pt x="4834252" y="184133"/>
                  </a:lnTo>
                  <a:lnTo>
                    <a:pt x="4746356" y="177907"/>
                  </a:lnTo>
                  <a:lnTo>
                    <a:pt x="4658461" y="171705"/>
                  </a:lnTo>
                  <a:lnTo>
                    <a:pt x="4570565" y="165531"/>
                  </a:lnTo>
                  <a:lnTo>
                    <a:pt x="4482670" y="159387"/>
                  </a:lnTo>
                  <a:lnTo>
                    <a:pt x="4394774" y="153278"/>
                  </a:lnTo>
                  <a:lnTo>
                    <a:pt x="4306879" y="147207"/>
                  </a:lnTo>
                  <a:lnTo>
                    <a:pt x="4218983" y="141178"/>
                  </a:lnTo>
                  <a:lnTo>
                    <a:pt x="4131088" y="135198"/>
                  </a:lnTo>
                  <a:lnTo>
                    <a:pt x="4043192" y="129272"/>
                  </a:lnTo>
                  <a:lnTo>
                    <a:pt x="3955297" y="123407"/>
                  </a:lnTo>
                  <a:lnTo>
                    <a:pt x="3867401" y="117612"/>
                  </a:lnTo>
                  <a:lnTo>
                    <a:pt x="3779506" y="111894"/>
                  </a:lnTo>
                  <a:lnTo>
                    <a:pt x="3691610" y="106265"/>
                  </a:lnTo>
                  <a:lnTo>
                    <a:pt x="3603715" y="100737"/>
                  </a:lnTo>
                  <a:lnTo>
                    <a:pt x="3515819" y="95321"/>
                  </a:lnTo>
                  <a:lnTo>
                    <a:pt x="3427924" y="90033"/>
                  </a:lnTo>
                  <a:lnTo>
                    <a:pt x="3340028" y="84887"/>
                  </a:lnTo>
                  <a:lnTo>
                    <a:pt x="3252133" y="79901"/>
                  </a:lnTo>
                  <a:lnTo>
                    <a:pt x="3164237" y="75089"/>
                  </a:lnTo>
                  <a:lnTo>
                    <a:pt x="3076342" y="70469"/>
                  </a:lnTo>
                  <a:lnTo>
                    <a:pt x="2988446" y="66056"/>
                  </a:lnTo>
                  <a:lnTo>
                    <a:pt x="2900551" y="61861"/>
                  </a:lnTo>
                  <a:lnTo>
                    <a:pt x="2812655" y="57893"/>
                  </a:lnTo>
                  <a:lnTo>
                    <a:pt x="2724760" y="54159"/>
                  </a:lnTo>
                  <a:lnTo>
                    <a:pt x="2636864" y="50657"/>
                  </a:lnTo>
                  <a:lnTo>
                    <a:pt x="2548969" y="47384"/>
                  </a:lnTo>
                  <a:lnTo>
                    <a:pt x="2461073" y="44332"/>
                  </a:lnTo>
                  <a:lnTo>
                    <a:pt x="2373178" y="41487"/>
                  </a:lnTo>
                  <a:lnTo>
                    <a:pt x="2285282" y="38836"/>
                  </a:lnTo>
                  <a:lnTo>
                    <a:pt x="2197387" y="36363"/>
                  </a:lnTo>
                  <a:lnTo>
                    <a:pt x="2109491" y="34052"/>
                  </a:lnTo>
                  <a:lnTo>
                    <a:pt x="2021596" y="31885"/>
                  </a:lnTo>
                  <a:lnTo>
                    <a:pt x="1933700" y="29847"/>
                  </a:lnTo>
                  <a:lnTo>
                    <a:pt x="1845805" y="27925"/>
                  </a:lnTo>
                  <a:lnTo>
                    <a:pt x="1757909" y="26105"/>
                  </a:lnTo>
                  <a:lnTo>
                    <a:pt x="1670014" y="24375"/>
                  </a:lnTo>
                  <a:lnTo>
                    <a:pt x="1582118" y="22724"/>
                  </a:lnTo>
                  <a:lnTo>
                    <a:pt x="1494223" y="21144"/>
                  </a:lnTo>
                  <a:lnTo>
                    <a:pt x="1406327" y="19626"/>
                  </a:lnTo>
                  <a:lnTo>
                    <a:pt x="1318432" y="18163"/>
                  </a:lnTo>
                  <a:lnTo>
                    <a:pt x="1230536" y="16750"/>
                  </a:lnTo>
                  <a:lnTo>
                    <a:pt x="1142641" y="15379"/>
                  </a:lnTo>
                  <a:lnTo>
                    <a:pt x="1054745" y="14048"/>
                  </a:lnTo>
                  <a:lnTo>
                    <a:pt x="966850" y="12751"/>
                  </a:lnTo>
                  <a:lnTo>
                    <a:pt x="878954" y="11486"/>
                  </a:lnTo>
                  <a:lnTo>
                    <a:pt x="791059" y="10248"/>
                  </a:lnTo>
                  <a:lnTo>
                    <a:pt x="703163" y="9036"/>
                  </a:lnTo>
                  <a:lnTo>
                    <a:pt x="615268" y="7846"/>
                  </a:lnTo>
                  <a:lnTo>
                    <a:pt x="527372" y="6677"/>
                  </a:lnTo>
                  <a:lnTo>
                    <a:pt x="439477" y="5526"/>
                  </a:lnTo>
                  <a:lnTo>
                    <a:pt x="351581" y="4392"/>
                  </a:lnTo>
                  <a:lnTo>
                    <a:pt x="263686" y="3274"/>
                  </a:lnTo>
                  <a:lnTo>
                    <a:pt x="175790" y="2170"/>
                  </a:lnTo>
                  <a:lnTo>
                    <a:pt x="87895" y="10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3624412"/>
              <a:ext cx="6943744" cy="293702"/>
            </a:xfrm>
            <a:custGeom>
              <a:avLst/>
              <a:pathLst>
                <a:path w="6943744" h="293702">
                  <a:moveTo>
                    <a:pt x="0" y="0"/>
                  </a:moveTo>
                  <a:lnTo>
                    <a:pt x="87895" y="3717"/>
                  </a:lnTo>
                  <a:lnTo>
                    <a:pt x="175790" y="7435"/>
                  </a:lnTo>
                  <a:lnTo>
                    <a:pt x="263686" y="11153"/>
                  </a:lnTo>
                  <a:lnTo>
                    <a:pt x="351581" y="14870"/>
                  </a:lnTo>
                  <a:lnTo>
                    <a:pt x="439477" y="18588"/>
                  </a:lnTo>
                  <a:lnTo>
                    <a:pt x="527372" y="22306"/>
                  </a:lnTo>
                  <a:lnTo>
                    <a:pt x="615268" y="26024"/>
                  </a:lnTo>
                  <a:lnTo>
                    <a:pt x="703163" y="29741"/>
                  </a:lnTo>
                  <a:lnTo>
                    <a:pt x="791059" y="33459"/>
                  </a:lnTo>
                  <a:lnTo>
                    <a:pt x="878954" y="37177"/>
                  </a:lnTo>
                  <a:lnTo>
                    <a:pt x="966850" y="40895"/>
                  </a:lnTo>
                  <a:lnTo>
                    <a:pt x="1054745" y="44612"/>
                  </a:lnTo>
                  <a:lnTo>
                    <a:pt x="1142641" y="48330"/>
                  </a:lnTo>
                  <a:lnTo>
                    <a:pt x="1230536" y="52048"/>
                  </a:lnTo>
                  <a:lnTo>
                    <a:pt x="1318432" y="55766"/>
                  </a:lnTo>
                  <a:lnTo>
                    <a:pt x="1406327" y="59483"/>
                  </a:lnTo>
                  <a:lnTo>
                    <a:pt x="1494223" y="63201"/>
                  </a:lnTo>
                  <a:lnTo>
                    <a:pt x="1582118" y="66919"/>
                  </a:lnTo>
                  <a:lnTo>
                    <a:pt x="1670014" y="70637"/>
                  </a:lnTo>
                  <a:lnTo>
                    <a:pt x="1757909" y="74354"/>
                  </a:lnTo>
                  <a:lnTo>
                    <a:pt x="1845805" y="78072"/>
                  </a:lnTo>
                  <a:lnTo>
                    <a:pt x="1933700" y="81790"/>
                  </a:lnTo>
                  <a:lnTo>
                    <a:pt x="2021596" y="85508"/>
                  </a:lnTo>
                  <a:lnTo>
                    <a:pt x="2109491" y="89225"/>
                  </a:lnTo>
                  <a:lnTo>
                    <a:pt x="2197387" y="92943"/>
                  </a:lnTo>
                  <a:lnTo>
                    <a:pt x="2285282" y="96661"/>
                  </a:lnTo>
                  <a:lnTo>
                    <a:pt x="2373178" y="100379"/>
                  </a:lnTo>
                  <a:lnTo>
                    <a:pt x="2461073" y="104096"/>
                  </a:lnTo>
                  <a:lnTo>
                    <a:pt x="2548969" y="107814"/>
                  </a:lnTo>
                  <a:lnTo>
                    <a:pt x="2636864" y="111532"/>
                  </a:lnTo>
                  <a:lnTo>
                    <a:pt x="2724760" y="115250"/>
                  </a:lnTo>
                  <a:lnTo>
                    <a:pt x="2812655" y="118967"/>
                  </a:lnTo>
                  <a:lnTo>
                    <a:pt x="2900551" y="122685"/>
                  </a:lnTo>
                  <a:lnTo>
                    <a:pt x="2988446" y="126403"/>
                  </a:lnTo>
                  <a:lnTo>
                    <a:pt x="3076342" y="130121"/>
                  </a:lnTo>
                  <a:lnTo>
                    <a:pt x="3164237" y="133838"/>
                  </a:lnTo>
                  <a:lnTo>
                    <a:pt x="3252133" y="137556"/>
                  </a:lnTo>
                  <a:lnTo>
                    <a:pt x="3340028" y="141274"/>
                  </a:lnTo>
                  <a:lnTo>
                    <a:pt x="3427924" y="144992"/>
                  </a:lnTo>
                  <a:lnTo>
                    <a:pt x="3515819" y="148709"/>
                  </a:lnTo>
                  <a:lnTo>
                    <a:pt x="3603715" y="152427"/>
                  </a:lnTo>
                  <a:lnTo>
                    <a:pt x="3691610" y="156145"/>
                  </a:lnTo>
                  <a:lnTo>
                    <a:pt x="3779506" y="159863"/>
                  </a:lnTo>
                  <a:lnTo>
                    <a:pt x="3867401" y="163580"/>
                  </a:lnTo>
                  <a:lnTo>
                    <a:pt x="3955297" y="167298"/>
                  </a:lnTo>
                  <a:lnTo>
                    <a:pt x="4043192" y="171016"/>
                  </a:lnTo>
                  <a:lnTo>
                    <a:pt x="4131088" y="174734"/>
                  </a:lnTo>
                  <a:lnTo>
                    <a:pt x="4218983" y="178451"/>
                  </a:lnTo>
                  <a:lnTo>
                    <a:pt x="4306879" y="182169"/>
                  </a:lnTo>
                  <a:lnTo>
                    <a:pt x="4394774" y="185887"/>
                  </a:lnTo>
                  <a:lnTo>
                    <a:pt x="4482670" y="189605"/>
                  </a:lnTo>
                  <a:lnTo>
                    <a:pt x="4570565" y="193322"/>
                  </a:lnTo>
                  <a:lnTo>
                    <a:pt x="4658461" y="197040"/>
                  </a:lnTo>
                  <a:lnTo>
                    <a:pt x="4746356" y="200758"/>
                  </a:lnTo>
                  <a:lnTo>
                    <a:pt x="4834252" y="204476"/>
                  </a:lnTo>
                  <a:lnTo>
                    <a:pt x="4922147" y="208193"/>
                  </a:lnTo>
                  <a:lnTo>
                    <a:pt x="5010043" y="211911"/>
                  </a:lnTo>
                  <a:lnTo>
                    <a:pt x="5097938" y="215629"/>
                  </a:lnTo>
                  <a:lnTo>
                    <a:pt x="5185834" y="219347"/>
                  </a:lnTo>
                  <a:lnTo>
                    <a:pt x="5273729" y="223064"/>
                  </a:lnTo>
                  <a:lnTo>
                    <a:pt x="5361625" y="226782"/>
                  </a:lnTo>
                  <a:lnTo>
                    <a:pt x="5449520" y="230500"/>
                  </a:lnTo>
                  <a:lnTo>
                    <a:pt x="5537416" y="234218"/>
                  </a:lnTo>
                  <a:lnTo>
                    <a:pt x="5625311" y="237935"/>
                  </a:lnTo>
                  <a:lnTo>
                    <a:pt x="5713207" y="241653"/>
                  </a:lnTo>
                  <a:lnTo>
                    <a:pt x="5801102" y="245371"/>
                  </a:lnTo>
                  <a:lnTo>
                    <a:pt x="5888998" y="249089"/>
                  </a:lnTo>
                  <a:lnTo>
                    <a:pt x="5976893" y="252806"/>
                  </a:lnTo>
                  <a:lnTo>
                    <a:pt x="6064789" y="256524"/>
                  </a:lnTo>
                  <a:lnTo>
                    <a:pt x="6152684" y="260242"/>
                  </a:lnTo>
                  <a:lnTo>
                    <a:pt x="6240580" y="263960"/>
                  </a:lnTo>
                  <a:lnTo>
                    <a:pt x="6328475" y="267677"/>
                  </a:lnTo>
                  <a:lnTo>
                    <a:pt x="6416371" y="271395"/>
                  </a:lnTo>
                  <a:lnTo>
                    <a:pt x="6504266" y="275113"/>
                  </a:lnTo>
                  <a:lnTo>
                    <a:pt x="6592162" y="278831"/>
                  </a:lnTo>
                  <a:lnTo>
                    <a:pt x="6680057" y="282548"/>
                  </a:lnTo>
                  <a:lnTo>
                    <a:pt x="6767953" y="286266"/>
                  </a:lnTo>
                  <a:lnTo>
                    <a:pt x="6855848" y="289984"/>
                  </a:lnTo>
                  <a:lnTo>
                    <a:pt x="6943744" y="29370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tx486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7" name="tx487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25273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469639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689653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494" name="tx49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2026-07-22T08:00:19Z</dcterms:modified>
  <cp:category/>
</cp:coreProperties>
</file>