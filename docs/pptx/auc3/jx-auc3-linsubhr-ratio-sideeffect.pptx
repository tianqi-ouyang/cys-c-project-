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89827"/>
            </a:xfrm>
            <a:custGeom>
              <a:avLst/>
              <a:pathLst>
                <a:path w="7392041" h="3589827">
                  <a:moveTo>
                    <a:pt x="1065471" y="0"/>
                  </a:moveTo>
                  <a:lnTo>
                    <a:pt x="1135311" y="160571"/>
                  </a:lnTo>
                  <a:lnTo>
                    <a:pt x="1212555" y="329571"/>
                  </a:lnTo>
                  <a:lnTo>
                    <a:pt x="1289799" y="490391"/>
                  </a:lnTo>
                  <a:lnTo>
                    <a:pt x="1367042" y="643429"/>
                  </a:lnTo>
                  <a:lnTo>
                    <a:pt x="1444286" y="789060"/>
                  </a:lnTo>
                  <a:lnTo>
                    <a:pt x="1521529" y="927643"/>
                  </a:lnTo>
                  <a:lnTo>
                    <a:pt x="1598773" y="1059520"/>
                  </a:lnTo>
                  <a:lnTo>
                    <a:pt x="1676016" y="1185015"/>
                  </a:lnTo>
                  <a:lnTo>
                    <a:pt x="1753260" y="1304436"/>
                  </a:lnTo>
                  <a:lnTo>
                    <a:pt x="1830504" y="1418078"/>
                  </a:lnTo>
                  <a:lnTo>
                    <a:pt x="1907747" y="1526220"/>
                  </a:lnTo>
                  <a:lnTo>
                    <a:pt x="1984991" y="1629128"/>
                  </a:lnTo>
                  <a:lnTo>
                    <a:pt x="2062234" y="1727056"/>
                  </a:lnTo>
                  <a:lnTo>
                    <a:pt x="2139478" y="1820245"/>
                  </a:lnTo>
                  <a:lnTo>
                    <a:pt x="2216721" y="1908924"/>
                  </a:lnTo>
                  <a:lnTo>
                    <a:pt x="2293965" y="1993312"/>
                  </a:lnTo>
                  <a:lnTo>
                    <a:pt x="2371209" y="2073615"/>
                  </a:lnTo>
                  <a:lnTo>
                    <a:pt x="2448452" y="2150033"/>
                  </a:lnTo>
                  <a:lnTo>
                    <a:pt x="2525696" y="2222752"/>
                  </a:lnTo>
                  <a:lnTo>
                    <a:pt x="2602939" y="2291952"/>
                  </a:lnTo>
                  <a:lnTo>
                    <a:pt x="2680183" y="2357802"/>
                  </a:lnTo>
                  <a:lnTo>
                    <a:pt x="2757426" y="2420466"/>
                  </a:lnTo>
                  <a:lnTo>
                    <a:pt x="2834670" y="2480098"/>
                  </a:lnTo>
                  <a:lnTo>
                    <a:pt x="2911914" y="2536843"/>
                  </a:lnTo>
                  <a:lnTo>
                    <a:pt x="2989157" y="2590842"/>
                  </a:lnTo>
                  <a:lnTo>
                    <a:pt x="3066401" y="2642228"/>
                  </a:lnTo>
                  <a:lnTo>
                    <a:pt x="3143644" y="2691128"/>
                  </a:lnTo>
                  <a:lnTo>
                    <a:pt x="3220888" y="2737660"/>
                  </a:lnTo>
                  <a:lnTo>
                    <a:pt x="3298131" y="2781941"/>
                  </a:lnTo>
                  <a:lnTo>
                    <a:pt x="3375375" y="2796625"/>
                  </a:lnTo>
                  <a:lnTo>
                    <a:pt x="3452619" y="2810394"/>
                  </a:lnTo>
                  <a:lnTo>
                    <a:pt x="3529862" y="2823941"/>
                  </a:lnTo>
                  <a:lnTo>
                    <a:pt x="3607106" y="2837270"/>
                  </a:lnTo>
                  <a:lnTo>
                    <a:pt x="3684349" y="2850385"/>
                  </a:lnTo>
                  <a:lnTo>
                    <a:pt x="3761593" y="2863289"/>
                  </a:lnTo>
                  <a:lnTo>
                    <a:pt x="3838836" y="2875986"/>
                  </a:lnTo>
                  <a:lnTo>
                    <a:pt x="3916080" y="2888478"/>
                  </a:lnTo>
                  <a:lnTo>
                    <a:pt x="3993324" y="2900769"/>
                  </a:lnTo>
                  <a:lnTo>
                    <a:pt x="4070567" y="2912863"/>
                  </a:lnTo>
                  <a:lnTo>
                    <a:pt x="4147811" y="2924762"/>
                  </a:lnTo>
                  <a:lnTo>
                    <a:pt x="4225054" y="2936470"/>
                  </a:lnTo>
                  <a:lnTo>
                    <a:pt x="4302298" y="2947989"/>
                  </a:lnTo>
                  <a:lnTo>
                    <a:pt x="4379541" y="2959323"/>
                  </a:lnTo>
                  <a:lnTo>
                    <a:pt x="4456785" y="2970475"/>
                  </a:lnTo>
                  <a:lnTo>
                    <a:pt x="4534029" y="2981448"/>
                  </a:lnTo>
                  <a:lnTo>
                    <a:pt x="4611272" y="2992244"/>
                  </a:lnTo>
                  <a:lnTo>
                    <a:pt x="4688516" y="3002866"/>
                  </a:lnTo>
                  <a:lnTo>
                    <a:pt x="4765759" y="3013317"/>
                  </a:lnTo>
                  <a:lnTo>
                    <a:pt x="4843003" y="3023601"/>
                  </a:lnTo>
                  <a:lnTo>
                    <a:pt x="4920246" y="3033719"/>
                  </a:lnTo>
                  <a:lnTo>
                    <a:pt x="4997490" y="3043674"/>
                  </a:lnTo>
                  <a:lnTo>
                    <a:pt x="5074734" y="3053469"/>
                  </a:lnTo>
                  <a:lnTo>
                    <a:pt x="5151977" y="3063106"/>
                  </a:lnTo>
                  <a:lnTo>
                    <a:pt x="5229221" y="3072589"/>
                  </a:lnTo>
                  <a:lnTo>
                    <a:pt x="5306464" y="3081919"/>
                  </a:lnTo>
                  <a:lnTo>
                    <a:pt x="5383708" y="3091099"/>
                  </a:lnTo>
                  <a:lnTo>
                    <a:pt x="5460951" y="3100131"/>
                  </a:lnTo>
                  <a:lnTo>
                    <a:pt x="5538195" y="3109018"/>
                  </a:lnTo>
                  <a:lnTo>
                    <a:pt x="5615439" y="3117762"/>
                  </a:lnTo>
                  <a:lnTo>
                    <a:pt x="5692682" y="3126365"/>
                  </a:lnTo>
                  <a:lnTo>
                    <a:pt x="5769926" y="3134830"/>
                  </a:lnTo>
                  <a:lnTo>
                    <a:pt x="5847169" y="3143159"/>
                  </a:lnTo>
                  <a:lnTo>
                    <a:pt x="5924413" y="3151354"/>
                  </a:lnTo>
                  <a:lnTo>
                    <a:pt x="6001656" y="3159417"/>
                  </a:lnTo>
                  <a:lnTo>
                    <a:pt x="6078900" y="3167350"/>
                  </a:lnTo>
                  <a:lnTo>
                    <a:pt x="6156144" y="3175156"/>
                  </a:lnTo>
                  <a:lnTo>
                    <a:pt x="6233387" y="3182836"/>
                  </a:lnTo>
                  <a:lnTo>
                    <a:pt x="6310631" y="3190393"/>
                  </a:lnTo>
                  <a:lnTo>
                    <a:pt x="6387874" y="3197828"/>
                  </a:lnTo>
                  <a:lnTo>
                    <a:pt x="6465118" y="3205144"/>
                  </a:lnTo>
                  <a:lnTo>
                    <a:pt x="6542361" y="3212342"/>
                  </a:lnTo>
                  <a:lnTo>
                    <a:pt x="6619605" y="3219424"/>
                  </a:lnTo>
                  <a:lnTo>
                    <a:pt x="6696849" y="3226392"/>
                  </a:lnTo>
                  <a:lnTo>
                    <a:pt x="6774092" y="3233248"/>
                  </a:lnTo>
                  <a:lnTo>
                    <a:pt x="6851336" y="3239994"/>
                  </a:lnTo>
                  <a:lnTo>
                    <a:pt x="6928579" y="3246631"/>
                  </a:lnTo>
                  <a:lnTo>
                    <a:pt x="7005823" y="3253162"/>
                  </a:lnTo>
                  <a:lnTo>
                    <a:pt x="7083066" y="3259587"/>
                  </a:lnTo>
                  <a:lnTo>
                    <a:pt x="7160310" y="3265909"/>
                  </a:lnTo>
                  <a:lnTo>
                    <a:pt x="7237554" y="3272130"/>
                  </a:lnTo>
                  <a:lnTo>
                    <a:pt x="7314797" y="3278250"/>
                  </a:lnTo>
                  <a:lnTo>
                    <a:pt x="7392041" y="3284272"/>
                  </a:lnTo>
                  <a:lnTo>
                    <a:pt x="7392041" y="3589827"/>
                  </a:lnTo>
                  <a:lnTo>
                    <a:pt x="7314797" y="3586632"/>
                  </a:lnTo>
                  <a:lnTo>
                    <a:pt x="7237554" y="3583275"/>
                  </a:lnTo>
                  <a:lnTo>
                    <a:pt x="7160310" y="3579747"/>
                  </a:lnTo>
                  <a:lnTo>
                    <a:pt x="7083066" y="3576040"/>
                  </a:lnTo>
                  <a:lnTo>
                    <a:pt x="7005823" y="3572144"/>
                  </a:lnTo>
                  <a:lnTo>
                    <a:pt x="6928579" y="3568051"/>
                  </a:lnTo>
                  <a:lnTo>
                    <a:pt x="6851336" y="3563749"/>
                  </a:lnTo>
                  <a:lnTo>
                    <a:pt x="6774092" y="3559228"/>
                  </a:lnTo>
                  <a:lnTo>
                    <a:pt x="6696849" y="3554477"/>
                  </a:lnTo>
                  <a:lnTo>
                    <a:pt x="6619605" y="3549485"/>
                  </a:lnTo>
                  <a:lnTo>
                    <a:pt x="6542361" y="3544238"/>
                  </a:lnTo>
                  <a:lnTo>
                    <a:pt x="6465118" y="3538725"/>
                  </a:lnTo>
                  <a:lnTo>
                    <a:pt x="6387874" y="3532932"/>
                  </a:lnTo>
                  <a:lnTo>
                    <a:pt x="6310631" y="3526844"/>
                  </a:lnTo>
                  <a:lnTo>
                    <a:pt x="6233387" y="3520446"/>
                  </a:lnTo>
                  <a:lnTo>
                    <a:pt x="6156144" y="3513723"/>
                  </a:lnTo>
                  <a:lnTo>
                    <a:pt x="6078900" y="3506658"/>
                  </a:lnTo>
                  <a:lnTo>
                    <a:pt x="6001656" y="3499234"/>
                  </a:lnTo>
                  <a:lnTo>
                    <a:pt x="5924413" y="3491432"/>
                  </a:lnTo>
                  <a:lnTo>
                    <a:pt x="5847169" y="3483233"/>
                  </a:lnTo>
                  <a:lnTo>
                    <a:pt x="5769926" y="3474617"/>
                  </a:lnTo>
                  <a:lnTo>
                    <a:pt x="5692682" y="3465564"/>
                  </a:lnTo>
                  <a:lnTo>
                    <a:pt x="5615439" y="3456050"/>
                  </a:lnTo>
                  <a:lnTo>
                    <a:pt x="5538195" y="3446052"/>
                  </a:lnTo>
                  <a:lnTo>
                    <a:pt x="5460951" y="3435545"/>
                  </a:lnTo>
                  <a:lnTo>
                    <a:pt x="5383708" y="3424504"/>
                  </a:lnTo>
                  <a:lnTo>
                    <a:pt x="5306464" y="3412902"/>
                  </a:lnTo>
                  <a:lnTo>
                    <a:pt x="5229221" y="3400710"/>
                  </a:lnTo>
                  <a:lnTo>
                    <a:pt x="5151977" y="3387897"/>
                  </a:lnTo>
                  <a:lnTo>
                    <a:pt x="5074734" y="3374433"/>
                  </a:lnTo>
                  <a:lnTo>
                    <a:pt x="4997490" y="3360284"/>
                  </a:lnTo>
                  <a:lnTo>
                    <a:pt x="4920246" y="3345416"/>
                  </a:lnTo>
                  <a:lnTo>
                    <a:pt x="4843003" y="3329792"/>
                  </a:lnTo>
                  <a:lnTo>
                    <a:pt x="4765759" y="3313373"/>
                  </a:lnTo>
                  <a:lnTo>
                    <a:pt x="4688516" y="3296119"/>
                  </a:lnTo>
                  <a:lnTo>
                    <a:pt x="4611272" y="3277987"/>
                  </a:lnTo>
                  <a:lnTo>
                    <a:pt x="4534029" y="3258933"/>
                  </a:lnTo>
                  <a:lnTo>
                    <a:pt x="4456785" y="3238911"/>
                  </a:lnTo>
                  <a:lnTo>
                    <a:pt x="4379541" y="3217870"/>
                  </a:lnTo>
                  <a:lnTo>
                    <a:pt x="4302298" y="3195759"/>
                  </a:lnTo>
                  <a:lnTo>
                    <a:pt x="4225054" y="3172523"/>
                  </a:lnTo>
                  <a:lnTo>
                    <a:pt x="4147811" y="3148106"/>
                  </a:lnTo>
                  <a:lnTo>
                    <a:pt x="4070567" y="3122447"/>
                  </a:lnTo>
                  <a:lnTo>
                    <a:pt x="3993324" y="3095484"/>
                  </a:lnTo>
                  <a:lnTo>
                    <a:pt x="3916080" y="3067149"/>
                  </a:lnTo>
                  <a:lnTo>
                    <a:pt x="3838836" y="3037372"/>
                  </a:lnTo>
                  <a:lnTo>
                    <a:pt x="3761593" y="3006082"/>
                  </a:lnTo>
                  <a:lnTo>
                    <a:pt x="3684349" y="2973200"/>
                  </a:lnTo>
                  <a:lnTo>
                    <a:pt x="3607106" y="2938646"/>
                  </a:lnTo>
                  <a:lnTo>
                    <a:pt x="3529862" y="2902335"/>
                  </a:lnTo>
                  <a:lnTo>
                    <a:pt x="3452619" y="2864177"/>
                  </a:lnTo>
                  <a:lnTo>
                    <a:pt x="3375375" y="2824079"/>
                  </a:lnTo>
                  <a:lnTo>
                    <a:pt x="3298131" y="2782631"/>
                  </a:lnTo>
                  <a:lnTo>
                    <a:pt x="3220888" y="2768409"/>
                  </a:lnTo>
                  <a:lnTo>
                    <a:pt x="3143644" y="2753953"/>
                  </a:lnTo>
                  <a:lnTo>
                    <a:pt x="3066401" y="2739262"/>
                  </a:lnTo>
                  <a:lnTo>
                    <a:pt x="2989157" y="2724330"/>
                  </a:lnTo>
                  <a:lnTo>
                    <a:pt x="2911914" y="2709155"/>
                  </a:lnTo>
                  <a:lnTo>
                    <a:pt x="2834670" y="2693731"/>
                  </a:lnTo>
                  <a:lnTo>
                    <a:pt x="2757426" y="2678055"/>
                  </a:lnTo>
                  <a:lnTo>
                    <a:pt x="2680183" y="2662123"/>
                  </a:lnTo>
                  <a:lnTo>
                    <a:pt x="2602939" y="2645930"/>
                  </a:lnTo>
                  <a:lnTo>
                    <a:pt x="2525696" y="2629473"/>
                  </a:lnTo>
                  <a:lnTo>
                    <a:pt x="2448452" y="2612747"/>
                  </a:lnTo>
                  <a:lnTo>
                    <a:pt x="2371209" y="2595747"/>
                  </a:lnTo>
                  <a:lnTo>
                    <a:pt x="2293965" y="2578469"/>
                  </a:lnTo>
                  <a:lnTo>
                    <a:pt x="2216721" y="2560909"/>
                  </a:lnTo>
                  <a:lnTo>
                    <a:pt x="2139478" y="2543062"/>
                  </a:lnTo>
                  <a:lnTo>
                    <a:pt x="2062234" y="2524923"/>
                  </a:lnTo>
                  <a:lnTo>
                    <a:pt x="1984991" y="2506487"/>
                  </a:lnTo>
                  <a:lnTo>
                    <a:pt x="1907747" y="2487750"/>
                  </a:lnTo>
                  <a:lnTo>
                    <a:pt x="1830504" y="2468707"/>
                  </a:lnTo>
                  <a:lnTo>
                    <a:pt x="1753260" y="2449353"/>
                  </a:lnTo>
                  <a:lnTo>
                    <a:pt x="1676016" y="2429682"/>
                  </a:lnTo>
                  <a:lnTo>
                    <a:pt x="1598773" y="2409689"/>
                  </a:lnTo>
                  <a:lnTo>
                    <a:pt x="1521529" y="2389370"/>
                  </a:lnTo>
                  <a:lnTo>
                    <a:pt x="1444286" y="2368719"/>
                  </a:lnTo>
                  <a:lnTo>
                    <a:pt x="1367042" y="2347730"/>
                  </a:lnTo>
                  <a:lnTo>
                    <a:pt x="1289799" y="2326397"/>
                  </a:lnTo>
                  <a:lnTo>
                    <a:pt x="1212555" y="2304716"/>
                  </a:lnTo>
                  <a:lnTo>
                    <a:pt x="1135311" y="2282681"/>
                  </a:lnTo>
                  <a:lnTo>
                    <a:pt x="1058068" y="2260286"/>
                  </a:lnTo>
                  <a:lnTo>
                    <a:pt x="980824" y="2237524"/>
                  </a:lnTo>
                  <a:lnTo>
                    <a:pt x="903581" y="2214390"/>
                  </a:lnTo>
                  <a:lnTo>
                    <a:pt x="826337" y="2190878"/>
                  </a:lnTo>
                  <a:lnTo>
                    <a:pt x="749094" y="2166982"/>
                  </a:lnTo>
                  <a:lnTo>
                    <a:pt x="671850" y="2142695"/>
                  </a:lnTo>
                  <a:lnTo>
                    <a:pt x="594606" y="2118011"/>
                  </a:lnTo>
                  <a:lnTo>
                    <a:pt x="517363" y="2092923"/>
                  </a:lnTo>
                  <a:lnTo>
                    <a:pt x="440119" y="2067426"/>
                  </a:lnTo>
                  <a:lnTo>
                    <a:pt x="362876" y="2041511"/>
                  </a:lnTo>
                  <a:lnTo>
                    <a:pt x="285632" y="2015173"/>
                  </a:lnTo>
                  <a:lnTo>
                    <a:pt x="208389" y="1988404"/>
                  </a:lnTo>
                  <a:lnTo>
                    <a:pt x="131145" y="1961198"/>
                  </a:lnTo>
                  <a:lnTo>
                    <a:pt x="53901" y="1933547"/>
                  </a:lnTo>
                  <a:lnTo>
                    <a:pt x="0" y="19139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2989" y="1896563"/>
              <a:ext cx="6326569" cy="3284272"/>
            </a:xfrm>
            <a:custGeom>
              <a:avLst/>
              <a:pathLst>
                <a:path w="6326569" h="3284272">
                  <a:moveTo>
                    <a:pt x="0" y="0"/>
                  </a:moveTo>
                  <a:lnTo>
                    <a:pt x="69839" y="160571"/>
                  </a:lnTo>
                  <a:lnTo>
                    <a:pt x="147083" y="329571"/>
                  </a:lnTo>
                  <a:lnTo>
                    <a:pt x="224327" y="490391"/>
                  </a:lnTo>
                  <a:lnTo>
                    <a:pt x="301570" y="643429"/>
                  </a:lnTo>
                  <a:lnTo>
                    <a:pt x="378814" y="789060"/>
                  </a:lnTo>
                  <a:lnTo>
                    <a:pt x="456057" y="927643"/>
                  </a:lnTo>
                  <a:lnTo>
                    <a:pt x="533301" y="1059520"/>
                  </a:lnTo>
                  <a:lnTo>
                    <a:pt x="610544" y="1185015"/>
                  </a:lnTo>
                  <a:lnTo>
                    <a:pt x="687788" y="1304436"/>
                  </a:lnTo>
                  <a:lnTo>
                    <a:pt x="765032" y="1418078"/>
                  </a:lnTo>
                  <a:lnTo>
                    <a:pt x="842275" y="1526220"/>
                  </a:lnTo>
                  <a:lnTo>
                    <a:pt x="919519" y="1629128"/>
                  </a:lnTo>
                  <a:lnTo>
                    <a:pt x="996762" y="1727056"/>
                  </a:lnTo>
                  <a:lnTo>
                    <a:pt x="1074006" y="1820245"/>
                  </a:lnTo>
                  <a:lnTo>
                    <a:pt x="1151249" y="1908924"/>
                  </a:lnTo>
                  <a:lnTo>
                    <a:pt x="1228493" y="1993312"/>
                  </a:lnTo>
                  <a:lnTo>
                    <a:pt x="1305737" y="2073615"/>
                  </a:lnTo>
                  <a:lnTo>
                    <a:pt x="1382980" y="2150033"/>
                  </a:lnTo>
                  <a:lnTo>
                    <a:pt x="1460224" y="2222752"/>
                  </a:lnTo>
                  <a:lnTo>
                    <a:pt x="1537467" y="2291952"/>
                  </a:lnTo>
                  <a:lnTo>
                    <a:pt x="1614711" y="2357802"/>
                  </a:lnTo>
                  <a:lnTo>
                    <a:pt x="1691954" y="2420466"/>
                  </a:lnTo>
                  <a:lnTo>
                    <a:pt x="1769198" y="2480098"/>
                  </a:lnTo>
                  <a:lnTo>
                    <a:pt x="1846442" y="2536843"/>
                  </a:lnTo>
                  <a:lnTo>
                    <a:pt x="1923685" y="2590842"/>
                  </a:lnTo>
                  <a:lnTo>
                    <a:pt x="2000929" y="2642228"/>
                  </a:lnTo>
                  <a:lnTo>
                    <a:pt x="2078172" y="2691128"/>
                  </a:lnTo>
                  <a:lnTo>
                    <a:pt x="2155416" y="2737660"/>
                  </a:lnTo>
                  <a:lnTo>
                    <a:pt x="2232659" y="2781941"/>
                  </a:lnTo>
                  <a:lnTo>
                    <a:pt x="2309903" y="2796625"/>
                  </a:lnTo>
                  <a:lnTo>
                    <a:pt x="2387147" y="2810394"/>
                  </a:lnTo>
                  <a:lnTo>
                    <a:pt x="2464390" y="2823941"/>
                  </a:lnTo>
                  <a:lnTo>
                    <a:pt x="2541634" y="2837270"/>
                  </a:lnTo>
                  <a:lnTo>
                    <a:pt x="2618877" y="2850385"/>
                  </a:lnTo>
                  <a:lnTo>
                    <a:pt x="2696121" y="2863289"/>
                  </a:lnTo>
                  <a:lnTo>
                    <a:pt x="2773364" y="2875986"/>
                  </a:lnTo>
                  <a:lnTo>
                    <a:pt x="2850608" y="2888478"/>
                  </a:lnTo>
                  <a:lnTo>
                    <a:pt x="2927852" y="2900769"/>
                  </a:lnTo>
                  <a:lnTo>
                    <a:pt x="3005095" y="2912863"/>
                  </a:lnTo>
                  <a:lnTo>
                    <a:pt x="3082339" y="2924762"/>
                  </a:lnTo>
                  <a:lnTo>
                    <a:pt x="3159582" y="2936470"/>
                  </a:lnTo>
                  <a:lnTo>
                    <a:pt x="3236826" y="2947989"/>
                  </a:lnTo>
                  <a:lnTo>
                    <a:pt x="3314069" y="2959323"/>
                  </a:lnTo>
                  <a:lnTo>
                    <a:pt x="3391313" y="2970475"/>
                  </a:lnTo>
                  <a:lnTo>
                    <a:pt x="3468557" y="2981448"/>
                  </a:lnTo>
                  <a:lnTo>
                    <a:pt x="3545800" y="2992244"/>
                  </a:lnTo>
                  <a:lnTo>
                    <a:pt x="3623044" y="3002866"/>
                  </a:lnTo>
                  <a:lnTo>
                    <a:pt x="3700287" y="3013317"/>
                  </a:lnTo>
                  <a:lnTo>
                    <a:pt x="3777531" y="3023601"/>
                  </a:lnTo>
                  <a:lnTo>
                    <a:pt x="3854774" y="3033719"/>
                  </a:lnTo>
                  <a:lnTo>
                    <a:pt x="3932018" y="3043674"/>
                  </a:lnTo>
                  <a:lnTo>
                    <a:pt x="4009262" y="3053469"/>
                  </a:lnTo>
                  <a:lnTo>
                    <a:pt x="4086505" y="3063106"/>
                  </a:lnTo>
                  <a:lnTo>
                    <a:pt x="4163749" y="3072589"/>
                  </a:lnTo>
                  <a:lnTo>
                    <a:pt x="4240992" y="3081919"/>
                  </a:lnTo>
                  <a:lnTo>
                    <a:pt x="4318236" y="3091099"/>
                  </a:lnTo>
                  <a:lnTo>
                    <a:pt x="4395479" y="3100131"/>
                  </a:lnTo>
                  <a:lnTo>
                    <a:pt x="4472723" y="3109018"/>
                  </a:lnTo>
                  <a:lnTo>
                    <a:pt x="4549967" y="3117762"/>
                  </a:lnTo>
                  <a:lnTo>
                    <a:pt x="4627210" y="3126365"/>
                  </a:lnTo>
                  <a:lnTo>
                    <a:pt x="4704454" y="3134830"/>
                  </a:lnTo>
                  <a:lnTo>
                    <a:pt x="4781697" y="3143159"/>
                  </a:lnTo>
                  <a:lnTo>
                    <a:pt x="4858941" y="3151354"/>
                  </a:lnTo>
                  <a:lnTo>
                    <a:pt x="4936185" y="3159417"/>
                  </a:lnTo>
                  <a:lnTo>
                    <a:pt x="5013428" y="3167350"/>
                  </a:lnTo>
                  <a:lnTo>
                    <a:pt x="5090672" y="3175156"/>
                  </a:lnTo>
                  <a:lnTo>
                    <a:pt x="5167915" y="3182836"/>
                  </a:lnTo>
                  <a:lnTo>
                    <a:pt x="5245159" y="3190393"/>
                  </a:lnTo>
                  <a:lnTo>
                    <a:pt x="5322402" y="3197828"/>
                  </a:lnTo>
                  <a:lnTo>
                    <a:pt x="5399646" y="3205144"/>
                  </a:lnTo>
                  <a:lnTo>
                    <a:pt x="5476890" y="3212342"/>
                  </a:lnTo>
                  <a:lnTo>
                    <a:pt x="5554133" y="3219424"/>
                  </a:lnTo>
                  <a:lnTo>
                    <a:pt x="5631377" y="3226392"/>
                  </a:lnTo>
                  <a:lnTo>
                    <a:pt x="5708620" y="3233248"/>
                  </a:lnTo>
                  <a:lnTo>
                    <a:pt x="5785864" y="3239994"/>
                  </a:lnTo>
                  <a:lnTo>
                    <a:pt x="5863107" y="3246631"/>
                  </a:lnTo>
                  <a:lnTo>
                    <a:pt x="5940351" y="3253162"/>
                  </a:lnTo>
                  <a:lnTo>
                    <a:pt x="6017595" y="3259587"/>
                  </a:lnTo>
                  <a:lnTo>
                    <a:pt x="6094838" y="3265909"/>
                  </a:lnTo>
                  <a:lnTo>
                    <a:pt x="6172082" y="3272130"/>
                  </a:lnTo>
                  <a:lnTo>
                    <a:pt x="6249325" y="3278250"/>
                  </a:lnTo>
                  <a:lnTo>
                    <a:pt x="6326569" y="3284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10499"/>
              <a:ext cx="7392041" cy="1675890"/>
            </a:xfrm>
            <a:custGeom>
              <a:avLst/>
              <a:pathLst>
                <a:path w="7392041" h="1675890">
                  <a:moveTo>
                    <a:pt x="7392041" y="1675890"/>
                  </a:moveTo>
                  <a:lnTo>
                    <a:pt x="7314797" y="1672696"/>
                  </a:lnTo>
                  <a:lnTo>
                    <a:pt x="7237554" y="1669339"/>
                  </a:lnTo>
                  <a:lnTo>
                    <a:pt x="7160310" y="1665811"/>
                  </a:lnTo>
                  <a:lnTo>
                    <a:pt x="7083066" y="1662104"/>
                  </a:lnTo>
                  <a:lnTo>
                    <a:pt x="7005823" y="1658208"/>
                  </a:lnTo>
                  <a:lnTo>
                    <a:pt x="6928579" y="1654114"/>
                  </a:lnTo>
                  <a:lnTo>
                    <a:pt x="6851336" y="1649812"/>
                  </a:lnTo>
                  <a:lnTo>
                    <a:pt x="6774092" y="1645291"/>
                  </a:lnTo>
                  <a:lnTo>
                    <a:pt x="6696849" y="1640540"/>
                  </a:lnTo>
                  <a:lnTo>
                    <a:pt x="6619605" y="1635548"/>
                  </a:lnTo>
                  <a:lnTo>
                    <a:pt x="6542361" y="1630302"/>
                  </a:lnTo>
                  <a:lnTo>
                    <a:pt x="6465118" y="1624789"/>
                  </a:lnTo>
                  <a:lnTo>
                    <a:pt x="6387874" y="1618995"/>
                  </a:lnTo>
                  <a:lnTo>
                    <a:pt x="6310631" y="1612907"/>
                  </a:lnTo>
                  <a:lnTo>
                    <a:pt x="6233387" y="1606509"/>
                  </a:lnTo>
                  <a:lnTo>
                    <a:pt x="6156144" y="1599786"/>
                  </a:lnTo>
                  <a:lnTo>
                    <a:pt x="6078900" y="1592721"/>
                  </a:lnTo>
                  <a:lnTo>
                    <a:pt x="6001656" y="1585297"/>
                  </a:lnTo>
                  <a:lnTo>
                    <a:pt x="5924413" y="1577495"/>
                  </a:lnTo>
                  <a:lnTo>
                    <a:pt x="5847169" y="1569297"/>
                  </a:lnTo>
                  <a:lnTo>
                    <a:pt x="5769926" y="1560681"/>
                  </a:lnTo>
                  <a:lnTo>
                    <a:pt x="5692682" y="1551627"/>
                  </a:lnTo>
                  <a:lnTo>
                    <a:pt x="5615439" y="1542113"/>
                  </a:lnTo>
                  <a:lnTo>
                    <a:pt x="5538195" y="1532115"/>
                  </a:lnTo>
                  <a:lnTo>
                    <a:pt x="5460951" y="1521609"/>
                  </a:lnTo>
                  <a:lnTo>
                    <a:pt x="5383708" y="1510568"/>
                  </a:lnTo>
                  <a:lnTo>
                    <a:pt x="5306464" y="1498965"/>
                  </a:lnTo>
                  <a:lnTo>
                    <a:pt x="5229221" y="1486773"/>
                  </a:lnTo>
                  <a:lnTo>
                    <a:pt x="5151977" y="1473961"/>
                  </a:lnTo>
                  <a:lnTo>
                    <a:pt x="5074734" y="1460497"/>
                  </a:lnTo>
                  <a:lnTo>
                    <a:pt x="4997490" y="1446348"/>
                  </a:lnTo>
                  <a:lnTo>
                    <a:pt x="4920246" y="1431480"/>
                  </a:lnTo>
                  <a:lnTo>
                    <a:pt x="4843003" y="1415855"/>
                  </a:lnTo>
                  <a:lnTo>
                    <a:pt x="4765759" y="1399436"/>
                  </a:lnTo>
                  <a:lnTo>
                    <a:pt x="4688516" y="1382182"/>
                  </a:lnTo>
                  <a:lnTo>
                    <a:pt x="4611272" y="1364050"/>
                  </a:lnTo>
                  <a:lnTo>
                    <a:pt x="4534029" y="1344997"/>
                  </a:lnTo>
                  <a:lnTo>
                    <a:pt x="4456785" y="1324974"/>
                  </a:lnTo>
                  <a:lnTo>
                    <a:pt x="4379541" y="1303933"/>
                  </a:lnTo>
                  <a:lnTo>
                    <a:pt x="4302298" y="1281822"/>
                  </a:lnTo>
                  <a:lnTo>
                    <a:pt x="4225054" y="1258587"/>
                  </a:lnTo>
                  <a:lnTo>
                    <a:pt x="4147811" y="1234170"/>
                  </a:lnTo>
                  <a:lnTo>
                    <a:pt x="4070567" y="1208511"/>
                  </a:lnTo>
                  <a:lnTo>
                    <a:pt x="3993324" y="1181547"/>
                  </a:lnTo>
                  <a:lnTo>
                    <a:pt x="3916080" y="1153212"/>
                  </a:lnTo>
                  <a:lnTo>
                    <a:pt x="3838836" y="1123436"/>
                  </a:lnTo>
                  <a:lnTo>
                    <a:pt x="3761593" y="1092145"/>
                  </a:lnTo>
                  <a:lnTo>
                    <a:pt x="3684349" y="1059264"/>
                  </a:lnTo>
                  <a:lnTo>
                    <a:pt x="3607106" y="1024710"/>
                  </a:lnTo>
                  <a:lnTo>
                    <a:pt x="3529862" y="988398"/>
                  </a:lnTo>
                  <a:lnTo>
                    <a:pt x="3452619" y="950241"/>
                  </a:lnTo>
                  <a:lnTo>
                    <a:pt x="3375375" y="910142"/>
                  </a:lnTo>
                  <a:lnTo>
                    <a:pt x="3298131" y="868695"/>
                  </a:lnTo>
                  <a:lnTo>
                    <a:pt x="3220888" y="854472"/>
                  </a:lnTo>
                  <a:lnTo>
                    <a:pt x="3143644" y="840017"/>
                  </a:lnTo>
                  <a:lnTo>
                    <a:pt x="3066401" y="825326"/>
                  </a:lnTo>
                  <a:lnTo>
                    <a:pt x="2989157" y="810394"/>
                  </a:lnTo>
                  <a:lnTo>
                    <a:pt x="2911914" y="795218"/>
                  </a:lnTo>
                  <a:lnTo>
                    <a:pt x="2834670" y="779795"/>
                  </a:lnTo>
                  <a:lnTo>
                    <a:pt x="2757426" y="764119"/>
                  </a:lnTo>
                  <a:lnTo>
                    <a:pt x="2680183" y="748186"/>
                  </a:lnTo>
                  <a:lnTo>
                    <a:pt x="2602939" y="731994"/>
                  </a:lnTo>
                  <a:lnTo>
                    <a:pt x="2525696" y="715536"/>
                  </a:lnTo>
                  <a:lnTo>
                    <a:pt x="2448452" y="698810"/>
                  </a:lnTo>
                  <a:lnTo>
                    <a:pt x="2371209" y="681810"/>
                  </a:lnTo>
                  <a:lnTo>
                    <a:pt x="2293965" y="664533"/>
                  </a:lnTo>
                  <a:lnTo>
                    <a:pt x="2216721" y="646972"/>
                  </a:lnTo>
                  <a:lnTo>
                    <a:pt x="2139478" y="629125"/>
                  </a:lnTo>
                  <a:lnTo>
                    <a:pt x="2062234" y="610986"/>
                  </a:lnTo>
                  <a:lnTo>
                    <a:pt x="1984991" y="592551"/>
                  </a:lnTo>
                  <a:lnTo>
                    <a:pt x="1907747" y="573814"/>
                  </a:lnTo>
                  <a:lnTo>
                    <a:pt x="1830504" y="554771"/>
                  </a:lnTo>
                  <a:lnTo>
                    <a:pt x="1753260" y="535416"/>
                  </a:lnTo>
                  <a:lnTo>
                    <a:pt x="1676016" y="515745"/>
                  </a:lnTo>
                  <a:lnTo>
                    <a:pt x="1598773" y="495753"/>
                  </a:lnTo>
                  <a:lnTo>
                    <a:pt x="1521529" y="475434"/>
                  </a:lnTo>
                  <a:lnTo>
                    <a:pt x="1444286" y="454782"/>
                  </a:lnTo>
                  <a:lnTo>
                    <a:pt x="1367042" y="433793"/>
                  </a:lnTo>
                  <a:lnTo>
                    <a:pt x="1289799" y="412461"/>
                  </a:lnTo>
                  <a:lnTo>
                    <a:pt x="1212555" y="390780"/>
                  </a:lnTo>
                  <a:lnTo>
                    <a:pt x="1135311" y="368745"/>
                  </a:lnTo>
                  <a:lnTo>
                    <a:pt x="1058068" y="346349"/>
                  </a:lnTo>
                  <a:lnTo>
                    <a:pt x="980824" y="323587"/>
                  </a:lnTo>
                  <a:lnTo>
                    <a:pt x="903581" y="300453"/>
                  </a:lnTo>
                  <a:lnTo>
                    <a:pt x="826337" y="276942"/>
                  </a:lnTo>
                  <a:lnTo>
                    <a:pt x="749094" y="253045"/>
                  </a:lnTo>
                  <a:lnTo>
                    <a:pt x="671850" y="228758"/>
                  </a:lnTo>
                  <a:lnTo>
                    <a:pt x="594606" y="204074"/>
                  </a:lnTo>
                  <a:lnTo>
                    <a:pt x="517363" y="178987"/>
                  </a:lnTo>
                  <a:lnTo>
                    <a:pt x="440119" y="153489"/>
                  </a:lnTo>
                  <a:lnTo>
                    <a:pt x="362876" y="127574"/>
                  </a:lnTo>
                  <a:lnTo>
                    <a:pt x="285632" y="101236"/>
                  </a:lnTo>
                  <a:lnTo>
                    <a:pt x="208389" y="74468"/>
                  </a:lnTo>
                  <a:lnTo>
                    <a:pt x="131145" y="47261"/>
                  </a:lnTo>
                  <a:lnTo>
                    <a:pt x="53901" y="196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000924"/>
              <a:ext cx="7392041" cy="3396165"/>
            </a:xfrm>
            <a:custGeom>
              <a:avLst/>
              <a:pathLst>
                <a:path w="7392041" h="3396165">
                  <a:moveTo>
                    <a:pt x="0" y="0"/>
                  </a:moveTo>
                  <a:lnTo>
                    <a:pt x="53901" y="80953"/>
                  </a:lnTo>
                  <a:lnTo>
                    <a:pt x="131145" y="193207"/>
                  </a:lnTo>
                  <a:lnTo>
                    <a:pt x="208389" y="301827"/>
                  </a:lnTo>
                  <a:lnTo>
                    <a:pt x="285632" y="406930"/>
                  </a:lnTo>
                  <a:lnTo>
                    <a:pt x="362876" y="508630"/>
                  </a:lnTo>
                  <a:lnTo>
                    <a:pt x="440119" y="607038"/>
                  </a:lnTo>
                  <a:lnTo>
                    <a:pt x="517363" y="702260"/>
                  </a:lnTo>
                  <a:lnTo>
                    <a:pt x="594606" y="794399"/>
                  </a:lnTo>
                  <a:lnTo>
                    <a:pt x="671850" y="883555"/>
                  </a:lnTo>
                  <a:lnTo>
                    <a:pt x="749094" y="969825"/>
                  </a:lnTo>
                  <a:lnTo>
                    <a:pt x="826337" y="1053302"/>
                  </a:lnTo>
                  <a:lnTo>
                    <a:pt x="903581" y="1134076"/>
                  </a:lnTo>
                  <a:lnTo>
                    <a:pt x="980824" y="1212236"/>
                  </a:lnTo>
                  <a:lnTo>
                    <a:pt x="1058068" y="1287865"/>
                  </a:lnTo>
                  <a:lnTo>
                    <a:pt x="1135311" y="1361045"/>
                  </a:lnTo>
                  <a:lnTo>
                    <a:pt x="1212555" y="1431856"/>
                  </a:lnTo>
                  <a:lnTo>
                    <a:pt x="1289799" y="1500375"/>
                  </a:lnTo>
                  <a:lnTo>
                    <a:pt x="1367042" y="1566675"/>
                  </a:lnTo>
                  <a:lnTo>
                    <a:pt x="1444286" y="1630829"/>
                  </a:lnTo>
                  <a:lnTo>
                    <a:pt x="1521529" y="1692906"/>
                  </a:lnTo>
                  <a:lnTo>
                    <a:pt x="1598773" y="1752974"/>
                  </a:lnTo>
                  <a:lnTo>
                    <a:pt x="1676016" y="1811096"/>
                  </a:lnTo>
                  <a:lnTo>
                    <a:pt x="1753260" y="1867337"/>
                  </a:lnTo>
                  <a:lnTo>
                    <a:pt x="1830504" y="1921757"/>
                  </a:lnTo>
                  <a:lnTo>
                    <a:pt x="1907747" y="1974416"/>
                  </a:lnTo>
                  <a:lnTo>
                    <a:pt x="1984991" y="2025369"/>
                  </a:lnTo>
                  <a:lnTo>
                    <a:pt x="2062234" y="2074673"/>
                  </a:lnTo>
                  <a:lnTo>
                    <a:pt x="2139478" y="2122381"/>
                  </a:lnTo>
                  <a:lnTo>
                    <a:pt x="2216721" y="2168544"/>
                  </a:lnTo>
                  <a:lnTo>
                    <a:pt x="2293965" y="2213213"/>
                  </a:lnTo>
                  <a:lnTo>
                    <a:pt x="2371209" y="2256435"/>
                  </a:lnTo>
                  <a:lnTo>
                    <a:pt x="2448452" y="2298258"/>
                  </a:lnTo>
                  <a:lnTo>
                    <a:pt x="2525696" y="2338727"/>
                  </a:lnTo>
                  <a:lnTo>
                    <a:pt x="2602939" y="2377886"/>
                  </a:lnTo>
                  <a:lnTo>
                    <a:pt x="2680183" y="2415778"/>
                  </a:lnTo>
                  <a:lnTo>
                    <a:pt x="2757426" y="2452442"/>
                  </a:lnTo>
                  <a:lnTo>
                    <a:pt x="2834670" y="2487920"/>
                  </a:lnTo>
                  <a:lnTo>
                    <a:pt x="2911914" y="2522249"/>
                  </a:lnTo>
                  <a:lnTo>
                    <a:pt x="2989157" y="2555466"/>
                  </a:lnTo>
                  <a:lnTo>
                    <a:pt x="3066401" y="2587608"/>
                  </a:lnTo>
                  <a:lnTo>
                    <a:pt x="3143644" y="2618710"/>
                  </a:lnTo>
                  <a:lnTo>
                    <a:pt x="3220888" y="2648805"/>
                  </a:lnTo>
                  <a:lnTo>
                    <a:pt x="3298131" y="2677925"/>
                  </a:lnTo>
                  <a:lnTo>
                    <a:pt x="3375375" y="2706103"/>
                  </a:lnTo>
                  <a:lnTo>
                    <a:pt x="3452619" y="2733368"/>
                  </a:lnTo>
                  <a:lnTo>
                    <a:pt x="3529862" y="2759751"/>
                  </a:lnTo>
                  <a:lnTo>
                    <a:pt x="3607106" y="2785279"/>
                  </a:lnTo>
                  <a:lnTo>
                    <a:pt x="3684349" y="2809981"/>
                  </a:lnTo>
                  <a:lnTo>
                    <a:pt x="3761593" y="2833883"/>
                  </a:lnTo>
                  <a:lnTo>
                    <a:pt x="3838836" y="2857012"/>
                  </a:lnTo>
                  <a:lnTo>
                    <a:pt x="3916080" y="2879391"/>
                  </a:lnTo>
                  <a:lnTo>
                    <a:pt x="3993324" y="2901047"/>
                  </a:lnTo>
                  <a:lnTo>
                    <a:pt x="4070567" y="2922001"/>
                  </a:lnTo>
                  <a:lnTo>
                    <a:pt x="4147811" y="2942276"/>
                  </a:lnTo>
                  <a:lnTo>
                    <a:pt x="4225054" y="2961896"/>
                  </a:lnTo>
                  <a:lnTo>
                    <a:pt x="4302298" y="2980880"/>
                  </a:lnTo>
                  <a:lnTo>
                    <a:pt x="4379541" y="2999249"/>
                  </a:lnTo>
                  <a:lnTo>
                    <a:pt x="4456785" y="3017024"/>
                  </a:lnTo>
                  <a:lnTo>
                    <a:pt x="4534029" y="3034223"/>
                  </a:lnTo>
                  <a:lnTo>
                    <a:pt x="4611272" y="3050866"/>
                  </a:lnTo>
                  <a:lnTo>
                    <a:pt x="4688516" y="3066970"/>
                  </a:lnTo>
                  <a:lnTo>
                    <a:pt x="4765759" y="3082552"/>
                  </a:lnTo>
                  <a:lnTo>
                    <a:pt x="4843003" y="3097630"/>
                  </a:lnTo>
                  <a:lnTo>
                    <a:pt x="4920246" y="3112220"/>
                  </a:lnTo>
                  <a:lnTo>
                    <a:pt x="4997490" y="3126337"/>
                  </a:lnTo>
                  <a:lnTo>
                    <a:pt x="5074734" y="3139997"/>
                  </a:lnTo>
                  <a:lnTo>
                    <a:pt x="5151977" y="3153216"/>
                  </a:lnTo>
                  <a:lnTo>
                    <a:pt x="5229221" y="3166006"/>
                  </a:lnTo>
                  <a:lnTo>
                    <a:pt x="5306464" y="3178382"/>
                  </a:lnTo>
                  <a:lnTo>
                    <a:pt x="5383708" y="3190357"/>
                  </a:lnTo>
                  <a:lnTo>
                    <a:pt x="5460951" y="3201945"/>
                  </a:lnTo>
                  <a:lnTo>
                    <a:pt x="5538195" y="3213158"/>
                  </a:lnTo>
                  <a:lnTo>
                    <a:pt x="5615439" y="3224007"/>
                  </a:lnTo>
                  <a:lnTo>
                    <a:pt x="5692682" y="3234505"/>
                  </a:lnTo>
                  <a:lnTo>
                    <a:pt x="5769926" y="3244664"/>
                  </a:lnTo>
                  <a:lnTo>
                    <a:pt x="5847169" y="3254493"/>
                  </a:lnTo>
                  <a:lnTo>
                    <a:pt x="5924413" y="3264005"/>
                  </a:lnTo>
                  <a:lnTo>
                    <a:pt x="6001656" y="3273208"/>
                  </a:lnTo>
                  <a:lnTo>
                    <a:pt x="6078900" y="3282114"/>
                  </a:lnTo>
                  <a:lnTo>
                    <a:pt x="6156144" y="3290731"/>
                  </a:lnTo>
                  <a:lnTo>
                    <a:pt x="6233387" y="3299069"/>
                  </a:lnTo>
                  <a:lnTo>
                    <a:pt x="6310631" y="3307137"/>
                  </a:lnTo>
                  <a:lnTo>
                    <a:pt x="6387874" y="3314944"/>
                  </a:lnTo>
                  <a:lnTo>
                    <a:pt x="6465118" y="3322498"/>
                  </a:lnTo>
                  <a:lnTo>
                    <a:pt x="6542361" y="3329808"/>
                  </a:lnTo>
                  <a:lnTo>
                    <a:pt x="6619605" y="3336881"/>
                  </a:lnTo>
                  <a:lnTo>
                    <a:pt x="6696849" y="3343725"/>
                  </a:lnTo>
                  <a:lnTo>
                    <a:pt x="6774092" y="3350348"/>
                  </a:lnTo>
                  <a:lnTo>
                    <a:pt x="6851336" y="3356756"/>
                  </a:lnTo>
                  <a:lnTo>
                    <a:pt x="6928579" y="3362956"/>
                  </a:lnTo>
                  <a:lnTo>
                    <a:pt x="7005823" y="3368956"/>
                  </a:lnTo>
                  <a:lnTo>
                    <a:pt x="7083066" y="3374762"/>
                  </a:lnTo>
                  <a:lnTo>
                    <a:pt x="7160310" y="3380379"/>
                  </a:lnTo>
                  <a:lnTo>
                    <a:pt x="7237554" y="3385815"/>
                  </a:lnTo>
                  <a:lnTo>
                    <a:pt x="7314797" y="3391075"/>
                  </a:lnTo>
                  <a:lnTo>
                    <a:pt x="7392041" y="33961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2026-05-21T09:06:48Z</dcterms:modified>
  <cp:category/>
</cp:coreProperties>
</file>