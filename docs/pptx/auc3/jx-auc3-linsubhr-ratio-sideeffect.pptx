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35581"/>
            </a:xfrm>
            <a:custGeom>
              <a:avLst/>
              <a:pathLst>
                <a:path w="6964104" h="1235581">
                  <a:moveTo>
                    <a:pt x="1202598" y="0"/>
                  </a:moveTo>
                  <a:lnTo>
                    <a:pt x="1266200" y="55267"/>
                  </a:lnTo>
                  <a:lnTo>
                    <a:pt x="1336545" y="113435"/>
                  </a:lnTo>
                  <a:lnTo>
                    <a:pt x="1406889" y="168787"/>
                  </a:lnTo>
                  <a:lnTo>
                    <a:pt x="1477234" y="221461"/>
                  </a:lnTo>
                  <a:lnTo>
                    <a:pt x="1547578" y="271586"/>
                  </a:lnTo>
                  <a:lnTo>
                    <a:pt x="1617923" y="319285"/>
                  </a:lnTo>
                  <a:lnTo>
                    <a:pt x="1688267" y="364676"/>
                  </a:lnTo>
                  <a:lnTo>
                    <a:pt x="1758612" y="407869"/>
                  </a:lnTo>
                  <a:lnTo>
                    <a:pt x="1828956" y="448973"/>
                  </a:lnTo>
                  <a:lnTo>
                    <a:pt x="1899301" y="488087"/>
                  </a:lnTo>
                  <a:lnTo>
                    <a:pt x="1969645" y="525309"/>
                  </a:lnTo>
                  <a:lnTo>
                    <a:pt x="2039990" y="560729"/>
                  </a:lnTo>
                  <a:lnTo>
                    <a:pt x="2110334" y="594435"/>
                  </a:lnTo>
                  <a:lnTo>
                    <a:pt x="2180679" y="626509"/>
                  </a:lnTo>
                  <a:lnTo>
                    <a:pt x="2251023" y="657032"/>
                  </a:lnTo>
                  <a:lnTo>
                    <a:pt x="2321368" y="686077"/>
                  </a:lnTo>
                  <a:lnTo>
                    <a:pt x="2391712" y="713717"/>
                  </a:lnTo>
                  <a:lnTo>
                    <a:pt x="2462057" y="740019"/>
                  </a:lnTo>
                  <a:lnTo>
                    <a:pt x="2532401" y="765048"/>
                  </a:lnTo>
                  <a:lnTo>
                    <a:pt x="2602746" y="788866"/>
                  </a:lnTo>
                  <a:lnTo>
                    <a:pt x="2673090" y="811531"/>
                  </a:lnTo>
                  <a:lnTo>
                    <a:pt x="2743435" y="833099"/>
                  </a:lnTo>
                  <a:lnTo>
                    <a:pt x="2813779" y="853624"/>
                  </a:lnTo>
                  <a:lnTo>
                    <a:pt x="2884124" y="873155"/>
                  </a:lnTo>
                  <a:lnTo>
                    <a:pt x="2954468" y="891741"/>
                  </a:lnTo>
                  <a:lnTo>
                    <a:pt x="3024813" y="909427"/>
                  </a:lnTo>
                  <a:lnTo>
                    <a:pt x="3095157" y="926258"/>
                  </a:lnTo>
                  <a:lnTo>
                    <a:pt x="3165502" y="942274"/>
                  </a:lnTo>
                  <a:lnTo>
                    <a:pt x="3235846" y="957515"/>
                  </a:lnTo>
                  <a:lnTo>
                    <a:pt x="3306191" y="962569"/>
                  </a:lnTo>
                  <a:lnTo>
                    <a:pt x="3376535" y="967308"/>
                  </a:lnTo>
                  <a:lnTo>
                    <a:pt x="3446880" y="971971"/>
                  </a:lnTo>
                  <a:lnTo>
                    <a:pt x="3517224" y="976559"/>
                  </a:lnTo>
                  <a:lnTo>
                    <a:pt x="3587569" y="981073"/>
                  </a:lnTo>
                  <a:lnTo>
                    <a:pt x="3657913" y="985514"/>
                  </a:lnTo>
                  <a:lnTo>
                    <a:pt x="3728257" y="989884"/>
                  </a:lnTo>
                  <a:lnTo>
                    <a:pt x="3798602" y="994184"/>
                  </a:lnTo>
                  <a:lnTo>
                    <a:pt x="3868946" y="998415"/>
                  </a:lnTo>
                  <a:lnTo>
                    <a:pt x="3939291" y="1002577"/>
                  </a:lnTo>
                  <a:lnTo>
                    <a:pt x="4009635" y="1006673"/>
                  </a:lnTo>
                  <a:lnTo>
                    <a:pt x="4079980" y="1010702"/>
                  </a:lnTo>
                  <a:lnTo>
                    <a:pt x="4150324" y="1014667"/>
                  </a:lnTo>
                  <a:lnTo>
                    <a:pt x="4220669" y="1018568"/>
                  </a:lnTo>
                  <a:lnTo>
                    <a:pt x="4291013" y="1022407"/>
                  </a:lnTo>
                  <a:lnTo>
                    <a:pt x="4361358" y="1026183"/>
                  </a:lnTo>
                  <a:lnTo>
                    <a:pt x="4431702" y="1029899"/>
                  </a:lnTo>
                  <a:lnTo>
                    <a:pt x="4502047" y="1033555"/>
                  </a:lnTo>
                  <a:lnTo>
                    <a:pt x="4572391" y="1037152"/>
                  </a:lnTo>
                  <a:lnTo>
                    <a:pt x="4642736" y="1040692"/>
                  </a:lnTo>
                  <a:lnTo>
                    <a:pt x="4713080" y="1044174"/>
                  </a:lnTo>
                  <a:lnTo>
                    <a:pt x="4783425" y="1047601"/>
                  </a:lnTo>
                  <a:lnTo>
                    <a:pt x="4853769" y="1050972"/>
                  </a:lnTo>
                  <a:lnTo>
                    <a:pt x="4924114" y="1054289"/>
                  </a:lnTo>
                  <a:lnTo>
                    <a:pt x="4994458" y="1057553"/>
                  </a:lnTo>
                  <a:lnTo>
                    <a:pt x="5064803" y="1060764"/>
                  </a:lnTo>
                  <a:lnTo>
                    <a:pt x="5135147" y="1063924"/>
                  </a:lnTo>
                  <a:lnTo>
                    <a:pt x="5205492" y="1067033"/>
                  </a:lnTo>
                  <a:lnTo>
                    <a:pt x="5275836" y="1070092"/>
                  </a:lnTo>
                  <a:lnTo>
                    <a:pt x="5346181" y="1073101"/>
                  </a:lnTo>
                  <a:lnTo>
                    <a:pt x="5416525" y="1076062"/>
                  </a:lnTo>
                  <a:lnTo>
                    <a:pt x="5486870" y="1078976"/>
                  </a:lnTo>
                  <a:lnTo>
                    <a:pt x="5557214" y="1081843"/>
                  </a:lnTo>
                  <a:lnTo>
                    <a:pt x="5627559" y="1084663"/>
                  </a:lnTo>
                  <a:lnTo>
                    <a:pt x="5697903" y="1087438"/>
                  </a:lnTo>
                  <a:lnTo>
                    <a:pt x="5768248" y="1090169"/>
                  </a:lnTo>
                  <a:lnTo>
                    <a:pt x="5838592" y="1092856"/>
                  </a:lnTo>
                  <a:lnTo>
                    <a:pt x="5908937" y="1095499"/>
                  </a:lnTo>
                  <a:lnTo>
                    <a:pt x="5979281" y="1098100"/>
                  </a:lnTo>
                  <a:lnTo>
                    <a:pt x="6049626" y="1100659"/>
                  </a:lnTo>
                  <a:lnTo>
                    <a:pt x="6119970" y="1103177"/>
                  </a:lnTo>
                  <a:lnTo>
                    <a:pt x="6190315" y="1105654"/>
                  </a:lnTo>
                  <a:lnTo>
                    <a:pt x="6260659" y="1108092"/>
                  </a:lnTo>
                  <a:lnTo>
                    <a:pt x="6331004" y="1110490"/>
                  </a:lnTo>
                  <a:lnTo>
                    <a:pt x="6401348" y="1112850"/>
                  </a:lnTo>
                  <a:lnTo>
                    <a:pt x="6471693" y="1115172"/>
                  </a:lnTo>
                  <a:lnTo>
                    <a:pt x="6542037" y="1117457"/>
                  </a:lnTo>
                  <a:lnTo>
                    <a:pt x="6612382" y="1119704"/>
                  </a:lnTo>
                  <a:lnTo>
                    <a:pt x="6682726" y="1121916"/>
                  </a:lnTo>
                  <a:lnTo>
                    <a:pt x="6753071" y="1124092"/>
                  </a:lnTo>
                  <a:lnTo>
                    <a:pt x="6823415" y="1126233"/>
                  </a:lnTo>
                  <a:lnTo>
                    <a:pt x="6893760" y="1128340"/>
                  </a:lnTo>
                  <a:lnTo>
                    <a:pt x="6964104" y="1130412"/>
                  </a:lnTo>
                  <a:lnTo>
                    <a:pt x="6964104" y="1235581"/>
                  </a:lnTo>
                  <a:lnTo>
                    <a:pt x="6893760" y="1234482"/>
                  </a:lnTo>
                  <a:lnTo>
                    <a:pt x="6823415" y="1233326"/>
                  </a:lnTo>
                  <a:lnTo>
                    <a:pt x="6753071" y="1232112"/>
                  </a:lnTo>
                  <a:lnTo>
                    <a:pt x="6682726" y="1230836"/>
                  </a:lnTo>
                  <a:lnTo>
                    <a:pt x="6612382" y="1229495"/>
                  </a:lnTo>
                  <a:lnTo>
                    <a:pt x="6542037" y="1228086"/>
                  </a:lnTo>
                  <a:lnTo>
                    <a:pt x="6471693" y="1226605"/>
                  </a:lnTo>
                  <a:lnTo>
                    <a:pt x="6401348" y="1225049"/>
                  </a:lnTo>
                  <a:lnTo>
                    <a:pt x="6331004" y="1223414"/>
                  </a:lnTo>
                  <a:lnTo>
                    <a:pt x="6260659" y="1221696"/>
                  </a:lnTo>
                  <a:lnTo>
                    <a:pt x="6190315" y="1219890"/>
                  </a:lnTo>
                  <a:lnTo>
                    <a:pt x="6119970" y="1217992"/>
                  </a:lnTo>
                  <a:lnTo>
                    <a:pt x="6049626" y="1215998"/>
                  </a:lnTo>
                  <a:lnTo>
                    <a:pt x="5979281" y="1213903"/>
                  </a:lnTo>
                  <a:lnTo>
                    <a:pt x="5908937" y="1211701"/>
                  </a:lnTo>
                  <a:lnTo>
                    <a:pt x="5838592" y="1209387"/>
                  </a:lnTo>
                  <a:lnTo>
                    <a:pt x="5768248" y="1206955"/>
                  </a:lnTo>
                  <a:lnTo>
                    <a:pt x="5697903" y="1204400"/>
                  </a:lnTo>
                  <a:lnTo>
                    <a:pt x="5627559" y="1201714"/>
                  </a:lnTo>
                  <a:lnTo>
                    <a:pt x="5557214" y="1198893"/>
                  </a:lnTo>
                  <a:lnTo>
                    <a:pt x="5486870" y="1195927"/>
                  </a:lnTo>
                  <a:lnTo>
                    <a:pt x="5416525" y="1192811"/>
                  </a:lnTo>
                  <a:lnTo>
                    <a:pt x="5346181" y="1189536"/>
                  </a:lnTo>
                  <a:lnTo>
                    <a:pt x="5275836" y="1186095"/>
                  </a:lnTo>
                  <a:lnTo>
                    <a:pt x="5205492" y="1182479"/>
                  </a:lnTo>
                  <a:lnTo>
                    <a:pt x="5135147" y="1178679"/>
                  </a:lnTo>
                  <a:lnTo>
                    <a:pt x="5064803" y="1174685"/>
                  </a:lnTo>
                  <a:lnTo>
                    <a:pt x="4994458" y="1170489"/>
                  </a:lnTo>
                  <a:lnTo>
                    <a:pt x="4924114" y="1166079"/>
                  </a:lnTo>
                  <a:lnTo>
                    <a:pt x="4853769" y="1161445"/>
                  </a:lnTo>
                  <a:lnTo>
                    <a:pt x="4783425" y="1156575"/>
                  </a:lnTo>
                  <a:lnTo>
                    <a:pt x="4713080" y="1151457"/>
                  </a:lnTo>
                  <a:lnTo>
                    <a:pt x="4642736" y="1146080"/>
                  </a:lnTo>
                  <a:lnTo>
                    <a:pt x="4572391" y="1140428"/>
                  </a:lnTo>
                  <a:lnTo>
                    <a:pt x="4502047" y="1134490"/>
                  </a:lnTo>
                  <a:lnTo>
                    <a:pt x="4431702" y="1128249"/>
                  </a:lnTo>
                  <a:lnTo>
                    <a:pt x="4361358" y="1121691"/>
                  </a:lnTo>
                  <a:lnTo>
                    <a:pt x="4291013" y="1114799"/>
                  </a:lnTo>
                  <a:lnTo>
                    <a:pt x="4220669" y="1107557"/>
                  </a:lnTo>
                  <a:lnTo>
                    <a:pt x="4150324" y="1099947"/>
                  </a:lnTo>
                  <a:lnTo>
                    <a:pt x="4079980" y="1091949"/>
                  </a:lnTo>
                  <a:lnTo>
                    <a:pt x="4009635" y="1083545"/>
                  </a:lnTo>
                  <a:lnTo>
                    <a:pt x="3939291" y="1074714"/>
                  </a:lnTo>
                  <a:lnTo>
                    <a:pt x="3868946" y="1065433"/>
                  </a:lnTo>
                  <a:lnTo>
                    <a:pt x="3798602" y="1055681"/>
                  </a:lnTo>
                  <a:lnTo>
                    <a:pt x="3728257" y="1045432"/>
                  </a:lnTo>
                  <a:lnTo>
                    <a:pt x="3657913" y="1034662"/>
                  </a:lnTo>
                  <a:lnTo>
                    <a:pt x="3587569" y="1023345"/>
                  </a:lnTo>
                  <a:lnTo>
                    <a:pt x="3517224" y="1011451"/>
                  </a:lnTo>
                  <a:lnTo>
                    <a:pt x="3446880" y="998953"/>
                  </a:lnTo>
                  <a:lnTo>
                    <a:pt x="3376535" y="985820"/>
                  </a:lnTo>
                  <a:lnTo>
                    <a:pt x="3306191" y="972018"/>
                  </a:lnTo>
                  <a:lnTo>
                    <a:pt x="3235846" y="957753"/>
                  </a:lnTo>
                  <a:lnTo>
                    <a:pt x="3165502" y="952857"/>
                  </a:lnTo>
                  <a:lnTo>
                    <a:pt x="3095157" y="947882"/>
                  </a:lnTo>
                  <a:lnTo>
                    <a:pt x="3024813" y="942825"/>
                  </a:lnTo>
                  <a:lnTo>
                    <a:pt x="2954468" y="937686"/>
                  </a:lnTo>
                  <a:lnTo>
                    <a:pt x="2884124" y="932463"/>
                  </a:lnTo>
                  <a:lnTo>
                    <a:pt x="2813779" y="927154"/>
                  </a:lnTo>
                  <a:lnTo>
                    <a:pt x="2743435" y="921759"/>
                  </a:lnTo>
                  <a:lnTo>
                    <a:pt x="2673090" y="916275"/>
                  </a:lnTo>
                  <a:lnTo>
                    <a:pt x="2602746" y="910702"/>
                  </a:lnTo>
                  <a:lnTo>
                    <a:pt x="2532401" y="905037"/>
                  </a:lnTo>
                  <a:lnTo>
                    <a:pt x="2462057" y="899280"/>
                  </a:lnTo>
                  <a:lnTo>
                    <a:pt x="2391712" y="893429"/>
                  </a:lnTo>
                  <a:lnTo>
                    <a:pt x="2321368" y="887482"/>
                  </a:lnTo>
                  <a:lnTo>
                    <a:pt x="2251023" y="881438"/>
                  </a:lnTo>
                  <a:lnTo>
                    <a:pt x="2180679" y="875295"/>
                  </a:lnTo>
                  <a:lnTo>
                    <a:pt x="2110334" y="869052"/>
                  </a:lnTo>
                  <a:lnTo>
                    <a:pt x="2039990" y="862707"/>
                  </a:lnTo>
                  <a:lnTo>
                    <a:pt x="1969645" y="856258"/>
                  </a:lnTo>
                  <a:lnTo>
                    <a:pt x="1899301" y="849703"/>
                  </a:lnTo>
                  <a:lnTo>
                    <a:pt x="1828956" y="843042"/>
                  </a:lnTo>
                  <a:lnTo>
                    <a:pt x="1758612" y="836271"/>
                  </a:lnTo>
                  <a:lnTo>
                    <a:pt x="1688267" y="829390"/>
                  </a:lnTo>
                  <a:lnTo>
                    <a:pt x="1617923" y="822396"/>
                  </a:lnTo>
                  <a:lnTo>
                    <a:pt x="1547578" y="815288"/>
                  </a:lnTo>
                  <a:lnTo>
                    <a:pt x="1477234" y="808064"/>
                  </a:lnTo>
                  <a:lnTo>
                    <a:pt x="1406889" y="800722"/>
                  </a:lnTo>
                  <a:lnTo>
                    <a:pt x="1336545" y="793259"/>
                  </a:lnTo>
                  <a:lnTo>
                    <a:pt x="1266200" y="785675"/>
                  </a:lnTo>
                  <a:lnTo>
                    <a:pt x="1195856" y="777967"/>
                  </a:lnTo>
                  <a:lnTo>
                    <a:pt x="1125511" y="770132"/>
                  </a:lnTo>
                  <a:lnTo>
                    <a:pt x="1055167" y="762170"/>
                  </a:lnTo>
                  <a:lnTo>
                    <a:pt x="984822" y="754077"/>
                  </a:lnTo>
                  <a:lnTo>
                    <a:pt x="914478" y="745852"/>
                  </a:lnTo>
                  <a:lnTo>
                    <a:pt x="844133" y="737493"/>
                  </a:lnTo>
                  <a:lnTo>
                    <a:pt x="773789" y="728997"/>
                  </a:lnTo>
                  <a:lnTo>
                    <a:pt x="703444" y="720362"/>
                  </a:lnTo>
                  <a:lnTo>
                    <a:pt x="633100" y="711586"/>
                  </a:lnTo>
                  <a:lnTo>
                    <a:pt x="562755" y="702667"/>
                  </a:lnTo>
                  <a:lnTo>
                    <a:pt x="492411" y="693601"/>
                  </a:lnTo>
                  <a:lnTo>
                    <a:pt x="422066" y="684388"/>
                  </a:lnTo>
                  <a:lnTo>
                    <a:pt x="351722" y="675024"/>
                  </a:lnTo>
                  <a:lnTo>
                    <a:pt x="281377" y="665507"/>
                  </a:lnTo>
                  <a:lnTo>
                    <a:pt x="211033" y="655834"/>
                  </a:lnTo>
                  <a:lnTo>
                    <a:pt x="140688" y="646003"/>
                  </a:lnTo>
                  <a:lnTo>
                    <a:pt x="70344" y="636011"/>
                  </a:lnTo>
                  <a:lnTo>
                    <a:pt x="0" y="6258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37910" y="2143092"/>
              <a:ext cx="5761505" cy="1130412"/>
            </a:xfrm>
            <a:custGeom>
              <a:avLst/>
              <a:pathLst>
                <a:path w="5761505" h="1130412">
                  <a:moveTo>
                    <a:pt x="0" y="0"/>
                  </a:moveTo>
                  <a:lnTo>
                    <a:pt x="63602" y="55267"/>
                  </a:lnTo>
                  <a:lnTo>
                    <a:pt x="133946" y="113435"/>
                  </a:lnTo>
                  <a:lnTo>
                    <a:pt x="204291" y="168787"/>
                  </a:lnTo>
                  <a:lnTo>
                    <a:pt x="274635" y="221461"/>
                  </a:lnTo>
                  <a:lnTo>
                    <a:pt x="344980" y="271586"/>
                  </a:lnTo>
                  <a:lnTo>
                    <a:pt x="415324" y="319285"/>
                  </a:lnTo>
                  <a:lnTo>
                    <a:pt x="485669" y="364676"/>
                  </a:lnTo>
                  <a:lnTo>
                    <a:pt x="556013" y="407869"/>
                  </a:lnTo>
                  <a:lnTo>
                    <a:pt x="626358" y="448973"/>
                  </a:lnTo>
                  <a:lnTo>
                    <a:pt x="696702" y="488087"/>
                  </a:lnTo>
                  <a:lnTo>
                    <a:pt x="767047" y="525309"/>
                  </a:lnTo>
                  <a:lnTo>
                    <a:pt x="837391" y="560729"/>
                  </a:lnTo>
                  <a:lnTo>
                    <a:pt x="907736" y="594435"/>
                  </a:lnTo>
                  <a:lnTo>
                    <a:pt x="978080" y="626509"/>
                  </a:lnTo>
                  <a:lnTo>
                    <a:pt x="1048425" y="657032"/>
                  </a:lnTo>
                  <a:lnTo>
                    <a:pt x="1118769" y="686077"/>
                  </a:lnTo>
                  <a:lnTo>
                    <a:pt x="1189113" y="713717"/>
                  </a:lnTo>
                  <a:lnTo>
                    <a:pt x="1259458" y="740019"/>
                  </a:lnTo>
                  <a:lnTo>
                    <a:pt x="1329802" y="765048"/>
                  </a:lnTo>
                  <a:lnTo>
                    <a:pt x="1400147" y="788866"/>
                  </a:lnTo>
                  <a:lnTo>
                    <a:pt x="1470491" y="811531"/>
                  </a:lnTo>
                  <a:lnTo>
                    <a:pt x="1540836" y="833099"/>
                  </a:lnTo>
                  <a:lnTo>
                    <a:pt x="1611180" y="853624"/>
                  </a:lnTo>
                  <a:lnTo>
                    <a:pt x="1681525" y="873155"/>
                  </a:lnTo>
                  <a:lnTo>
                    <a:pt x="1751869" y="891741"/>
                  </a:lnTo>
                  <a:lnTo>
                    <a:pt x="1822214" y="909427"/>
                  </a:lnTo>
                  <a:lnTo>
                    <a:pt x="1892558" y="926258"/>
                  </a:lnTo>
                  <a:lnTo>
                    <a:pt x="1962903" y="942274"/>
                  </a:lnTo>
                  <a:lnTo>
                    <a:pt x="2033247" y="957515"/>
                  </a:lnTo>
                  <a:lnTo>
                    <a:pt x="2103592" y="962569"/>
                  </a:lnTo>
                  <a:lnTo>
                    <a:pt x="2173936" y="967308"/>
                  </a:lnTo>
                  <a:lnTo>
                    <a:pt x="2244281" y="971971"/>
                  </a:lnTo>
                  <a:lnTo>
                    <a:pt x="2314625" y="976559"/>
                  </a:lnTo>
                  <a:lnTo>
                    <a:pt x="2384970" y="981073"/>
                  </a:lnTo>
                  <a:lnTo>
                    <a:pt x="2455314" y="985514"/>
                  </a:lnTo>
                  <a:lnTo>
                    <a:pt x="2525659" y="989884"/>
                  </a:lnTo>
                  <a:lnTo>
                    <a:pt x="2596003" y="994184"/>
                  </a:lnTo>
                  <a:lnTo>
                    <a:pt x="2666348" y="998415"/>
                  </a:lnTo>
                  <a:lnTo>
                    <a:pt x="2736692" y="1002577"/>
                  </a:lnTo>
                  <a:lnTo>
                    <a:pt x="2807037" y="1006673"/>
                  </a:lnTo>
                  <a:lnTo>
                    <a:pt x="2877381" y="1010702"/>
                  </a:lnTo>
                  <a:lnTo>
                    <a:pt x="2947726" y="1014667"/>
                  </a:lnTo>
                  <a:lnTo>
                    <a:pt x="3018070" y="1018568"/>
                  </a:lnTo>
                  <a:lnTo>
                    <a:pt x="3088415" y="1022407"/>
                  </a:lnTo>
                  <a:lnTo>
                    <a:pt x="3158759" y="1026183"/>
                  </a:lnTo>
                  <a:lnTo>
                    <a:pt x="3229104" y="1029899"/>
                  </a:lnTo>
                  <a:lnTo>
                    <a:pt x="3299448" y="1033555"/>
                  </a:lnTo>
                  <a:lnTo>
                    <a:pt x="3369793" y="1037152"/>
                  </a:lnTo>
                  <a:lnTo>
                    <a:pt x="3440137" y="1040692"/>
                  </a:lnTo>
                  <a:lnTo>
                    <a:pt x="3510482" y="1044174"/>
                  </a:lnTo>
                  <a:lnTo>
                    <a:pt x="3580826" y="1047601"/>
                  </a:lnTo>
                  <a:lnTo>
                    <a:pt x="3651171" y="1050972"/>
                  </a:lnTo>
                  <a:lnTo>
                    <a:pt x="3721515" y="1054289"/>
                  </a:lnTo>
                  <a:lnTo>
                    <a:pt x="3791860" y="1057553"/>
                  </a:lnTo>
                  <a:lnTo>
                    <a:pt x="3862204" y="1060764"/>
                  </a:lnTo>
                  <a:lnTo>
                    <a:pt x="3932549" y="1063924"/>
                  </a:lnTo>
                  <a:lnTo>
                    <a:pt x="4002893" y="1067033"/>
                  </a:lnTo>
                  <a:lnTo>
                    <a:pt x="4073238" y="1070092"/>
                  </a:lnTo>
                  <a:lnTo>
                    <a:pt x="4143582" y="1073101"/>
                  </a:lnTo>
                  <a:lnTo>
                    <a:pt x="4213927" y="1076062"/>
                  </a:lnTo>
                  <a:lnTo>
                    <a:pt x="4284271" y="1078976"/>
                  </a:lnTo>
                  <a:lnTo>
                    <a:pt x="4354616" y="1081843"/>
                  </a:lnTo>
                  <a:lnTo>
                    <a:pt x="4424960" y="1084663"/>
                  </a:lnTo>
                  <a:lnTo>
                    <a:pt x="4495305" y="1087438"/>
                  </a:lnTo>
                  <a:lnTo>
                    <a:pt x="4565649" y="1090169"/>
                  </a:lnTo>
                  <a:lnTo>
                    <a:pt x="4635994" y="1092856"/>
                  </a:lnTo>
                  <a:lnTo>
                    <a:pt x="4706338" y="1095499"/>
                  </a:lnTo>
                  <a:lnTo>
                    <a:pt x="4776683" y="1098100"/>
                  </a:lnTo>
                  <a:lnTo>
                    <a:pt x="4847027" y="1100659"/>
                  </a:lnTo>
                  <a:lnTo>
                    <a:pt x="4917371" y="1103177"/>
                  </a:lnTo>
                  <a:lnTo>
                    <a:pt x="4987716" y="1105654"/>
                  </a:lnTo>
                  <a:lnTo>
                    <a:pt x="5058060" y="1108092"/>
                  </a:lnTo>
                  <a:lnTo>
                    <a:pt x="5128405" y="1110490"/>
                  </a:lnTo>
                  <a:lnTo>
                    <a:pt x="5198749" y="1112850"/>
                  </a:lnTo>
                  <a:lnTo>
                    <a:pt x="5269094" y="1115172"/>
                  </a:lnTo>
                  <a:lnTo>
                    <a:pt x="5339438" y="1117457"/>
                  </a:lnTo>
                  <a:lnTo>
                    <a:pt x="5409783" y="1119704"/>
                  </a:lnTo>
                  <a:lnTo>
                    <a:pt x="5480127" y="1121916"/>
                  </a:lnTo>
                  <a:lnTo>
                    <a:pt x="5550472" y="1124092"/>
                  </a:lnTo>
                  <a:lnTo>
                    <a:pt x="5620816" y="1126233"/>
                  </a:lnTo>
                  <a:lnTo>
                    <a:pt x="5691161" y="1128340"/>
                  </a:lnTo>
                  <a:lnTo>
                    <a:pt x="5761505" y="1130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768948"/>
              <a:ext cx="6964104" cy="609724"/>
            </a:xfrm>
            <a:custGeom>
              <a:avLst/>
              <a:pathLst>
                <a:path w="6964104" h="609724">
                  <a:moveTo>
                    <a:pt x="6964104" y="609724"/>
                  </a:moveTo>
                  <a:lnTo>
                    <a:pt x="6893760" y="608625"/>
                  </a:lnTo>
                  <a:lnTo>
                    <a:pt x="6823415" y="607469"/>
                  </a:lnTo>
                  <a:lnTo>
                    <a:pt x="6753071" y="606255"/>
                  </a:lnTo>
                  <a:lnTo>
                    <a:pt x="6682726" y="604979"/>
                  </a:lnTo>
                  <a:lnTo>
                    <a:pt x="6612382" y="603638"/>
                  </a:lnTo>
                  <a:lnTo>
                    <a:pt x="6542037" y="602229"/>
                  </a:lnTo>
                  <a:lnTo>
                    <a:pt x="6471693" y="600748"/>
                  </a:lnTo>
                  <a:lnTo>
                    <a:pt x="6401348" y="599192"/>
                  </a:lnTo>
                  <a:lnTo>
                    <a:pt x="6331004" y="597557"/>
                  </a:lnTo>
                  <a:lnTo>
                    <a:pt x="6260659" y="595839"/>
                  </a:lnTo>
                  <a:lnTo>
                    <a:pt x="6190315" y="594033"/>
                  </a:lnTo>
                  <a:lnTo>
                    <a:pt x="6119970" y="592136"/>
                  </a:lnTo>
                  <a:lnTo>
                    <a:pt x="6049626" y="590142"/>
                  </a:lnTo>
                  <a:lnTo>
                    <a:pt x="5979281" y="588046"/>
                  </a:lnTo>
                  <a:lnTo>
                    <a:pt x="5908937" y="585844"/>
                  </a:lnTo>
                  <a:lnTo>
                    <a:pt x="5838592" y="583530"/>
                  </a:lnTo>
                  <a:lnTo>
                    <a:pt x="5768248" y="581098"/>
                  </a:lnTo>
                  <a:lnTo>
                    <a:pt x="5697903" y="578543"/>
                  </a:lnTo>
                  <a:lnTo>
                    <a:pt x="5627559" y="575858"/>
                  </a:lnTo>
                  <a:lnTo>
                    <a:pt x="5557214" y="573036"/>
                  </a:lnTo>
                  <a:lnTo>
                    <a:pt x="5486870" y="570070"/>
                  </a:lnTo>
                  <a:lnTo>
                    <a:pt x="5416525" y="566954"/>
                  </a:lnTo>
                  <a:lnTo>
                    <a:pt x="5346181" y="563680"/>
                  </a:lnTo>
                  <a:lnTo>
                    <a:pt x="5275836" y="560238"/>
                  </a:lnTo>
                  <a:lnTo>
                    <a:pt x="5205492" y="556622"/>
                  </a:lnTo>
                  <a:lnTo>
                    <a:pt x="5135147" y="552822"/>
                  </a:lnTo>
                  <a:lnTo>
                    <a:pt x="5064803" y="548829"/>
                  </a:lnTo>
                  <a:lnTo>
                    <a:pt x="4994458" y="544632"/>
                  </a:lnTo>
                  <a:lnTo>
                    <a:pt x="4924114" y="540222"/>
                  </a:lnTo>
                  <a:lnTo>
                    <a:pt x="4853769" y="535588"/>
                  </a:lnTo>
                  <a:lnTo>
                    <a:pt x="4783425" y="530718"/>
                  </a:lnTo>
                  <a:lnTo>
                    <a:pt x="4713080" y="525601"/>
                  </a:lnTo>
                  <a:lnTo>
                    <a:pt x="4642736" y="520223"/>
                  </a:lnTo>
                  <a:lnTo>
                    <a:pt x="4572391" y="514572"/>
                  </a:lnTo>
                  <a:lnTo>
                    <a:pt x="4502047" y="508633"/>
                  </a:lnTo>
                  <a:lnTo>
                    <a:pt x="4431702" y="502392"/>
                  </a:lnTo>
                  <a:lnTo>
                    <a:pt x="4361358" y="495834"/>
                  </a:lnTo>
                  <a:lnTo>
                    <a:pt x="4291013" y="488943"/>
                  </a:lnTo>
                  <a:lnTo>
                    <a:pt x="4220669" y="481701"/>
                  </a:lnTo>
                  <a:lnTo>
                    <a:pt x="4150324" y="474090"/>
                  </a:lnTo>
                  <a:lnTo>
                    <a:pt x="4079980" y="466093"/>
                  </a:lnTo>
                  <a:lnTo>
                    <a:pt x="4009635" y="457689"/>
                  </a:lnTo>
                  <a:lnTo>
                    <a:pt x="3939291" y="448857"/>
                  </a:lnTo>
                  <a:lnTo>
                    <a:pt x="3868946" y="439576"/>
                  </a:lnTo>
                  <a:lnTo>
                    <a:pt x="3798602" y="429824"/>
                  </a:lnTo>
                  <a:lnTo>
                    <a:pt x="3728257" y="419575"/>
                  </a:lnTo>
                  <a:lnTo>
                    <a:pt x="3657913" y="408805"/>
                  </a:lnTo>
                  <a:lnTo>
                    <a:pt x="3587569" y="397488"/>
                  </a:lnTo>
                  <a:lnTo>
                    <a:pt x="3517224" y="385595"/>
                  </a:lnTo>
                  <a:lnTo>
                    <a:pt x="3446880" y="373097"/>
                  </a:lnTo>
                  <a:lnTo>
                    <a:pt x="3376535" y="359963"/>
                  </a:lnTo>
                  <a:lnTo>
                    <a:pt x="3306191" y="346162"/>
                  </a:lnTo>
                  <a:lnTo>
                    <a:pt x="3235846" y="331896"/>
                  </a:lnTo>
                  <a:lnTo>
                    <a:pt x="3165502" y="327001"/>
                  </a:lnTo>
                  <a:lnTo>
                    <a:pt x="3095157" y="322025"/>
                  </a:lnTo>
                  <a:lnTo>
                    <a:pt x="3024813" y="316969"/>
                  </a:lnTo>
                  <a:lnTo>
                    <a:pt x="2954468" y="311829"/>
                  </a:lnTo>
                  <a:lnTo>
                    <a:pt x="2884124" y="306606"/>
                  </a:lnTo>
                  <a:lnTo>
                    <a:pt x="2813779" y="301297"/>
                  </a:lnTo>
                  <a:lnTo>
                    <a:pt x="2743435" y="295902"/>
                  </a:lnTo>
                  <a:lnTo>
                    <a:pt x="2673090" y="290418"/>
                  </a:lnTo>
                  <a:lnTo>
                    <a:pt x="2602746" y="284845"/>
                  </a:lnTo>
                  <a:lnTo>
                    <a:pt x="2532401" y="279180"/>
                  </a:lnTo>
                  <a:lnTo>
                    <a:pt x="2462057" y="273423"/>
                  </a:lnTo>
                  <a:lnTo>
                    <a:pt x="2391712" y="267572"/>
                  </a:lnTo>
                  <a:lnTo>
                    <a:pt x="2321368" y="261625"/>
                  </a:lnTo>
                  <a:lnTo>
                    <a:pt x="2251023" y="255581"/>
                  </a:lnTo>
                  <a:lnTo>
                    <a:pt x="2180679" y="249439"/>
                  </a:lnTo>
                  <a:lnTo>
                    <a:pt x="2110334" y="243195"/>
                  </a:lnTo>
                  <a:lnTo>
                    <a:pt x="2039990" y="236850"/>
                  </a:lnTo>
                  <a:lnTo>
                    <a:pt x="1969645" y="230401"/>
                  </a:lnTo>
                  <a:lnTo>
                    <a:pt x="1899301" y="223846"/>
                  </a:lnTo>
                  <a:lnTo>
                    <a:pt x="1828956" y="217185"/>
                  </a:lnTo>
                  <a:lnTo>
                    <a:pt x="1758612" y="210414"/>
                  </a:lnTo>
                  <a:lnTo>
                    <a:pt x="1688267" y="203533"/>
                  </a:lnTo>
                  <a:lnTo>
                    <a:pt x="1617923" y="196539"/>
                  </a:lnTo>
                  <a:lnTo>
                    <a:pt x="1547578" y="189431"/>
                  </a:lnTo>
                  <a:lnTo>
                    <a:pt x="1477234" y="182207"/>
                  </a:lnTo>
                  <a:lnTo>
                    <a:pt x="1406889" y="174865"/>
                  </a:lnTo>
                  <a:lnTo>
                    <a:pt x="1336545" y="167403"/>
                  </a:lnTo>
                  <a:lnTo>
                    <a:pt x="1266200" y="159818"/>
                  </a:lnTo>
                  <a:lnTo>
                    <a:pt x="1195856" y="152110"/>
                  </a:lnTo>
                  <a:lnTo>
                    <a:pt x="1125511" y="144276"/>
                  </a:lnTo>
                  <a:lnTo>
                    <a:pt x="1055167" y="136313"/>
                  </a:lnTo>
                  <a:lnTo>
                    <a:pt x="984822" y="128221"/>
                  </a:lnTo>
                  <a:lnTo>
                    <a:pt x="914478" y="119996"/>
                  </a:lnTo>
                  <a:lnTo>
                    <a:pt x="844133" y="111636"/>
                  </a:lnTo>
                  <a:lnTo>
                    <a:pt x="773789" y="103140"/>
                  </a:lnTo>
                  <a:lnTo>
                    <a:pt x="703444" y="94505"/>
                  </a:lnTo>
                  <a:lnTo>
                    <a:pt x="633100" y="85729"/>
                  </a:lnTo>
                  <a:lnTo>
                    <a:pt x="562755" y="76810"/>
                  </a:lnTo>
                  <a:lnTo>
                    <a:pt x="492411" y="67745"/>
                  </a:lnTo>
                  <a:lnTo>
                    <a:pt x="422066" y="58531"/>
                  </a:lnTo>
                  <a:lnTo>
                    <a:pt x="351722" y="49167"/>
                  </a:lnTo>
                  <a:lnTo>
                    <a:pt x="281377" y="39650"/>
                  </a:lnTo>
                  <a:lnTo>
                    <a:pt x="211033" y="29977"/>
                  </a:lnTo>
                  <a:lnTo>
                    <a:pt x="140688" y="20146"/>
                  </a:lnTo>
                  <a:lnTo>
                    <a:pt x="70344" y="10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5681" y="2143092"/>
              <a:ext cx="6793734" cy="1204845"/>
            </a:xfrm>
            <a:custGeom>
              <a:avLst/>
              <a:pathLst>
                <a:path w="6793734" h="1204845">
                  <a:moveTo>
                    <a:pt x="0" y="0"/>
                  </a:moveTo>
                  <a:lnTo>
                    <a:pt x="40663" y="23854"/>
                  </a:lnTo>
                  <a:lnTo>
                    <a:pt x="111008" y="63783"/>
                  </a:lnTo>
                  <a:lnTo>
                    <a:pt x="181352" y="102420"/>
                  </a:lnTo>
                  <a:lnTo>
                    <a:pt x="251697" y="139805"/>
                  </a:lnTo>
                  <a:lnTo>
                    <a:pt x="322041" y="175981"/>
                  </a:lnTo>
                  <a:lnTo>
                    <a:pt x="392386" y="210985"/>
                  </a:lnTo>
                  <a:lnTo>
                    <a:pt x="462730" y="244856"/>
                  </a:lnTo>
                  <a:lnTo>
                    <a:pt x="533075" y="277630"/>
                  </a:lnTo>
                  <a:lnTo>
                    <a:pt x="603419" y="309344"/>
                  </a:lnTo>
                  <a:lnTo>
                    <a:pt x="673764" y="340030"/>
                  </a:lnTo>
                  <a:lnTo>
                    <a:pt x="744108" y="369724"/>
                  </a:lnTo>
                  <a:lnTo>
                    <a:pt x="814453" y="398455"/>
                  </a:lnTo>
                  <a:lnTo>
                    <a:pt x="884797" y="426257"/>
                  </a:lnTo>
                  <a:lnTo>
                    <a:pt x="955142" y="453159"/>
                  </a:lnTo>
                  <a:lnTo>
                    <a:pt x="1025486" y="479189"/>
                  </a:lnTo>
                  <a:lnTo>
                    <a:pt x="1095831" y="504377"/>
                  </a:lnTo>
                  <a:lnTo>
                    <a:pt x="1166175" y="528750"/>
                  </a:lnTo>
                  <a:lnTo>
                    <a:pt x="1236520" y="552333"/>
                  </a:lnTo>
                  <a:lnTo>
                    <a:pt x="1306864" y="575153"/>
                  </a:lnTo>
                  <a:lnTo>
                    <a:pt x="1377209" y="597234"/>
                  </a:lnTo>
                  <a:lnTo>
                    <a:pt x="1447553" y="618601"/>
                  </a:lnTo>
                  <a:lnTo>
                    <a:pt x="1517898" y="639275"/>
                  </a:lnTo>
                  <a:lnTo>
                    <a:pt x="1588242" y="659280"/>
                  </a:lnTo>
                  <a:lnTo>
                    <a:pt x="1658587" y="678638"/>
                  </a:lnTo>
                  <a:lnTo>
                    <a:pt x="1728931" y="697369"/>
                  </a:lnTo>
                  <a:lnTo>
                    <a:pt x="1799276" y="715493"/>
                  </a:lnTo>
                  <a:lnTo>
                    <a:pt x="1869620" y="733031"/>
                  </a:lnTo>
                  <a:lnTo>
                    <a:pt x="1939965" y="750001"/>
                  </a:lnTo>
                  <a:lnTo>
                    <a:pt x="2010309" y="766421"/>
                  </a:lnTo>
                  <a:lnTo>
                    <a:pt x="2080654" y="782310"/>
                  </a:lnTo>
                  <a:lnTo>
                    <a:pt x="2150998" y="797685"/>
                  </a:lnTo>
                  <a:lnTo>
                    <a:pt x="2221343" y="812561"/>
                  </a:lnTo>
                  <a:lnTo>
                    <a:pt x="2291687" y="826956"/>
                  </a:lnTo>
                  <a:lnTo>
                    <a:pt x="2362032" y="840886"/>
                  </a:lnTo>
                  <a:lnTo>
                    <a:pt x="2432376" y="854364"/>
                  </a:lnTo>
                  <a:lnTo>
                    <a:pt x="2502721" y="867405"/>
                  </a:lnTo>
                  <a:lnTo>
                    <a:pt x="2573065" y="880025"/>
                  </a:lnTo>
                  <a:lnTo>
                    <a:pt x="2643409" y="892236"/>
                  </a:lnTo>
                  <a:lnTo>
                    <a:pt x="2713754" y="904052"/>
                  </a:lnTo>
                  <a:lnTo>
                    <a:pt x="2784098" y="915485"/>
                  </a:lnTo>
                  <a:lnTo>
                    <a:pt x="2854443" y="926548"/>
                  </a:lnTo>
                  <a:lnTo>
                    <a:pt x="2924787" y="937253"/>
                  </a:lnTo>
                  <a:lnTo>
                    <a:pt x="2995132" y="947611"/>
                  </a:lnTo>
                  <a:lnTo>
                    <a:pt x="3065476" y="957634"/>
                  </a:lnTo>
                  <a:lnTo>
                    <a:pt x="3135821" y="967332"/>
                  </a:lnTo>
                  <a:lnTo>
                    <a:pt x="3206165" y="976717"/>
                  </a:lnTo>
                  <a:lnTo>
                    <a:pt x="3276510" y="985797"/>
                  </a:lnTo>
                  <a:lnTo>
                    <a:pt x="3346854" y="994584"/>
                  </a:lnTo>
                  <a:lnTo>
                    <a:pt x="3417199" y="1003086"/>
                  </a:lnTo>
                  <a:lnTo>
                    <a:pt x="3487543" y="1011313"/>
                  </a:lnTo>
                  <a:lnTo>
                    <a:pt x="3557888" y="1019274"/>
                  </a:lnTo>
                  <a:lnTo>
                    <a:pt x="3628232" y="1026977"/>
                  </a:lnTo>
                  <a:lnTo>
                    <a:pt x="3698577" y="1034430"/>
                  </a:lnTo>
                  <a:lnTo>
                    <a:pt x="3768921" y="1041642"/>
                  </a:lnTo>
                  <a:lnTo>
                    <a:pt x="3839266" y="1048621"/>
                  </a:lnTo>
                  <a:lnTo>
                    <a:pt x="3909610" y="1055374"/>
                  </a:lnTo>
                  <a:lnTo>
                    <a:pt x="3979955" y="1061908"/>
                  </a:lnTo>
                  <a:lnTo>
                    <a:pt x="4050299" y="1068230"/>
                  </a:lnTo>
                  <a:lnTo>
                    <a:pt x="4120644" y="1074348"/>
                  </a:lnTo>
                  <a:lnTo>
                    <a:pt x="4190988" y="1080268"/>
                  </a:lnTo>
                  <a:lnTo>
                    <a:pt x="4261333" y="1085996"/>
                  </a:lnTo>
                  <a:lnTo>
                    <a:pt x="4331677" y="1091539"/>
                  </a:lnTo>
                  <a:lnTo>
                    <a:pt x="4402022" y="1096902"/>
                  </a:lnTo>
                  <a:lnTo>
                    <a:pt x="4472366" y="1102092"/>
                  </a:lnTo>
                  <a:lnTo>
                    <a:pt x="4542711" y="1107114"/>
                  </a:lnTo>
                  <a:lnTo>
                    <a:pt x="4613055" y="1111973"/>
                  </a:lnTo>
                  <a:lnTo>
                    <a:pt x="4683400" y="1116674"/>
                  </a:lnTo>
                  <a:lnTo>
                    <a:pt x="4753744" y="1121224"/>
                  </a:lnTo>
                  <a:lnTo>
                    <a:pt x="4824089" y="1125626"/>
                  </a:lnTo>
                  <a:lnTo>
                    <a:pt x="4894433" y="1129886"/>
                  </a:lnTo>
                  <a:lnTo>
                    <a:pt x="4964778" y="1134008"/>
                  </a:lnTo>
                  <a:lnTo>
                    <a:pt x="5035122" y="1137996"/>
                  </a:lnTo>
                  <a:lnTo>
                    <a:pt x="5105467" y="1141855"/>
                  </a:lnTo>
                  <a:lnTo>
                    <a:pt x="5175811" y="1145590"/>
                  </a:lnTo>
                  <a:lnTo>
                    <a:pt x="5246156" y="1149203"/>
                  </a:lnTo>
                  <a:lnTo>
                    <a:pt x="5316500" y="1152700"/>
                  </a:lnTo>
                  <a:lnTo>
                    <a:pt x="5386845" y="1156083"/>
                  </a:lnTo>
                  <a:lnTo>
                    <a:pt x="5457189" y="1159356"/>
                  </a:lnTo>
                  <a:lnTo>
                    <a:pt x="5527534" y="1162524"/>
                  </a:lnTo>
                  <a:lnTo>
                    <a:pt x="5597878" y="1165589"/>
                  </a:lnTo>
                  <a:lnTo>
                    <a:pt x="5668223" y="1168555"/>
                  </a:lnTo>
                  <a:lnTo>
                    <a:pt x="5738567" y="1171425"/>
                  </a:lnTo>
                  <a:lnTo>
                    <a:pt x="5808912" y="1174202"/>
                  </a:lnTo>
                  <a:lnTo>
                    <a:pt x="5879256" y="1176889"/>
                  </a:lnTo>
                  <a:lnTo>
                    <a:pt x="5949601" y="1179489"/>
                  </a:lnTo>
                  <a:lnTo>
                    <a:pt x="6019945" y="1182005"/>
                  </a:lnTo>
                  <a:lnTo>
                    <a:pt x="6090290" y="1184440"/>
                  </a:lnTo>
                  <a:lnTo>
                    <a:pt x="6160634" y="1186795"/>
                  </a:lnTo>
                  <a:lnTo>
                    <a:pt x="6230979" y="1189075"/>
                  </a:lnTo>
                  <a:lnTo>
                    <a:pt x="6301323" y="1191280"/>
                  </a:lnTo>
                  <a:lnTo>
                    <a:pt x="6371667" y="1193415"/>
                  </a:lnTo>
                  <a:lnTo>
                    <a:pt x="6442012" y="1195480"/>
                  </a:lnTo>
                  <a:lnTo>
                    <a:pt x="6512356" y="1197478"/>
                  </a:lnTo>
                  <a:lnTo>
                    <a:pt x="6582701" y="1199411"/>
                  </a:lnTo>
                  <a:lnTo>
                    <a:pt x="6653045" y="1201282"/>
                  </a:lnTo>
                  <a:lnTo>
                    <a:pt x="6723390" y="1203093"/>
                  </a:lnTo>
                  <a:lnTo>
                    <a:pt x="6793734" y="12048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(1.20-1.77), p_Bonf = &lt;0.001 (n = 6)  |  per IQR decline (Δ = 29.5 %): 3.05 (1.73-5.37)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35581"/>
            </a:xfrm>
            <a:custGeom>
              <a:avLst/>
              <a:pathLst>
                <a:path w="6964104" h="1235581">
                  <a:moveTo>
                    <a:pt x="1202598" y="0"/>
                  </a:moveTo>
                  <a:lnTo>
                    <a:pt x="1266200" y="55267"/>
                  </a:lnTo>
                  <a:lnTo>
                    <a:pt x="1336545" y="113435"/>
                  </a:lnTo>
                  <a:lnTo>
                    <a:pt x="1406889" y="168787"/>
                  </a:lnTo>
                  <a:lnTo>
                    <a:pt x="1477234" y="221461"/>
                  </a:lnTo>
                  <a:lnTo>
                    <a:pt x="1547578" y="271586"/>
                  </a:lnTo>
                  <a:lnTo>
                    <a:pt x="1617923" y="319285"/>
                  </a:lnTo>
                  <a:lnTo>
                    <a:pt x="1688267" y="364676"/>
                  </a:lnTo>
                  <a:lnTo>
                    <a:pt x="1758612" y="407869"/>
                  </a:lnTo>
                  <a:lnTo>
                    <a:pt x="1828956" y="448973"/>
                  </a:lnTo>
                  <a:lnTo>
                    <a:pt x="1899301" y="488087"/>
                  </a:lnTo>
                  <a:lnTo>
                    <a:pt x="1969645" y="525309"/>
                  </a:lnTo>
                  <a:lnTo>
                    <a:pt x="2039990" y="560729"/>
                  </a:lnTo>
                  <a:lnTo>
                    <a:pt x="2110334" y="594435"/>
                  </a:lnTo>
                  <a:lnTo>
                    <a:pt x="2180679" y="626509"/>
                  </a:lnTo>
                  <a:lnTo>
                    <a:pt x="2251023" y="657032"/>
                  </a:lnTo>
                  <a:lnTo>
                    <a:pt x="2321368" y="686077"/>
                  </a:lnTo>
                  <a:lnTo>
                    <a:pt x="2391712" y="713717"/>
                  </a:lnTo>
                  <a:lnTo>
                    <a:pt x="2462057" y="740019"/>
                  </a:lnTo>
                  <a:lnTo>
                    <a:pt x="2532401" y="765048"/>
                  </a:lnTo>
                  <a:lnTo>
                    <a:pt x="2602746" y="788866"/>
                  </a:lnTo>
                  <a:lnTo>
                    <a:pt x="2673090" y="811531"/>
                  </a:lnTo>
                  <a:lnTo>
                    <a:pt x="2743435" y="833099"/>
                  </a:lnTo>
                  <a:lnTo>
                    <a:pt x="2813779" y="853624"/>
                  </a:lnTo>
                  <a:lnTo>
                    <a:pt x="2884124" y="873155"/>
                  </a:lnTo>
                  <a:lnTo>
                    <a:pt x="2954468" y="891741"/>
                  </a:lnTo>
                  <a:lnTo>
                    <a:pt x="3024813" y="909427"/>
                  </a:lnTo>
                  <a:lnTo>
                    <a:pt x="3095157" y="926258"/>
                  </a:lnTo>
                  <a:lnTo>
                    <a:pt x="3165502" y="942274"/>
                  </a:lnTo>
                  <a:lnTo>
                    <a:pt x="3235846" y="957515"/>
                  </a:lnTo>
                  <a:lnTo>
                    <a:pt x="3306191" y="962569"/>
                  </a:lnTo>
                  <a:lnTo>
                    <a:pt x="3376535" y="967308"/>
                  </a:lnTo>
                  <a:lnTo>
                    <a:pt x="3446880" y="971971"/>
                  </a:lnTo>
                  <a:lnTo>
                    <a:pt x="3517224" y="976559"/>
                  </a:lnTo>
                  <a:lnTo>
                    <a:pt x="3587569" y="981073"/>
                  </a:lnTo>
                  <a:lnTo>
                    <a:pt x="3657913" y="985514"/>
                  </a:lnTo>
                  <a:lnTo>
                    <a:pt x="3728257" y="989884"/>
                  </a:lnTo>
                  <a:lnTo>
                    <a:pt x="3798602" y="994184"/>
                  </a:lnTo>
                  <a:lnTo>
                    <a:pt x="3868946" y="998415"/>
                  </a:lnTo>
                  <a:lnTo>
                    <a:pt x="3939291" y="1002577"/>
                  </a:lnTo>
                  <a:lnTo>
                    <a:pt x="4009635" y="1006673"/>
                  </a:lnTo>
                  <a:lnTo>
                    <a:pt x="4079980" y="1010702"/>
                  </a:lnTo>
                  <a:lnTo>
                    <a:pt x="4150324" y="1014667"/>
                  </a:lnTo>
                  <a:lnTo>
                    <a:pt x="4220669" y="1018568"/>
                  </a:lnTo>
                  <a:lnTo>
                    <a:pt x="4291013" y="1022407"/>
                  </a:lnTo>
                  <a:lnTo>
                    <a:pt x="4361358" y="1026183"/>
                  </a:lnTo>
                  <a:lnTo>
                    <a:pt x="4431702" y="1029899"/>
                  </a:lnTo>
                  <a:lnTo>
                    <a:pt x="4502047" y="1033555"/>
                  </a:lnTo>
                  <a:lnTo>
                    <a:pt x="4572391" y="1037152"/>
                  </a:lnTo>
                  <a:lnTo>
                    <a:pt x="4642736" y="1040692"/>
                  </a:lnTo>
                  <a:lnTo>
                    <a:pt x="4713080" y="1044174"/>
                  </a:lnTo>
                  <a:lnTo>
                    <a:pt x="4783425" y="1047601"/>
                  </a:lnTo>
                  <a:lnTo>
                    <a:pt x="4853769" y="1050972"/>
                  </a:lnTo>
                  <a:lnTo>
                    <a:pt x="4924114" y="1054289"/>
                  </a:lnTo>
                  <a:lnTo>
                    <a:pt x="4994458" y="1057553"/>
                  </a:lnTo>
                  <a:lnTo>
                    <a:pt x="5064803" y="1060764"/>
                  </a:lnTo>
                  <a:lnTo>
                    <a:pt x="5135147" y="1063924"/>
                  </a:lnTo>
                  <a:lnTo>
                    <a:pt x="5205492" y="1067033"/>
                  </a:lnTo>
                  <a:lnTo>
                    <a:pt x="5275836" y="1070092"/>
                  </a:lnTo>
                  <a:lnTo>
                    <a:pt x="5346181" y="1073101"/>
                  </a:lnTo>
                  <a:lnTo>
                    <a:pt x="5416525" y="1076062"/>
                  </a:lnTo>
                  <a:lnTo>
                    <a:pt x="5486870" y="1078976"/>
                  </a:lnTo>
                  <a:lnTo>
                    <a:pt x="5557214" y="1081843"/>
                  </a:lnTo>
                  <a:lnTo>
                    <a:pt x="5627559" y="1084663"/>
                  </a:lnTo>
                  <a:lnTo>
                    <a:pt x="5697903" y="1087438"/>
                  </a:lnTo>
                  <a:lnTo>
                    <a:pt x="5768248" y="1090169"/>
                  </a:lnTo>
                  <a:lnTo>
                    <a:pt x="5838592" y="1092856"/>
                  </a:lnTo>
                  <a:lnTo>
                    <a:pt x="5908937" y="1095499"/>
                  </a:lnTo>
                  <a:lnTo>
                    <a:pt x="5979281" y="1098100"/>
                  </a:lnTo>
                  <a:lnTo>
                    <a:pt x="6049626" y="1100659"/>
                  </a:lnTo>
                  <a:lnTo>
                    <a:pt x="6119970" y="1103177"/>
                  </a:lnTo>
                  <a:lnTo>
                    <a:pt x="6190315" y="1105654"/>
                  </a:lnTo>
                  <a:lnTo>
                    <a:pt x="6260659" y="1108092"/>
                  </a:lnTo>
                  <a:lnTo>
                    <a:pt x="6331004" y="1110490"/>
                  </a:lnTo>
                  <a:lnTo>
                    <a:pt x="6401348" y="1112850"/>
                  </a:lnTo>
                  <a:lnTo>
                    <a:pt x="6471693" y="1115172"/>
                  </a:lnTo>
                  <a:lnTo>
                    <a:pt x="6542037" y="1117457"/>
                  </a:lnTo>
                  <a:lnTo>
                    <a:pt x="6612382" y="1119704"/>
                  </a:lnTo>
                  <a:lnTo>
                    <a:pt x="6682726" y="1121916"/>
                  </a:lnTo>
                  <a:lnTo>
                    <a:pt x="6753071" y="1124092"/>
                  </a:lnTo>
                  <a:lnTo>
                    <a:pt x="6823415" y="1126233"/>
                  </a:lnTo>
                  <a:lnTo>
                    <a:pt x="6893760" y="1128340"/>
                  </a:lnTo>
                  <a:lnTo>
                    <a:pt x="6964104" y="1130412"/>
                  </a:lnTo>
                  <a:lnTo>
                    <a:pt x="6964104" y="1235581"/>
                  </a:lnTo>
                  <a:lnTo>
                    <a:pt x="6893760" y="1234482"/>
                  </a:lnTo>
                  <a:lnTo>
                    <a:pt x="6823415" y="1233326"/>
                  </a:lnTo>
                  <a:lnTo>
                    <a:pt x="6753071" y="1232112"/>
                  </a:lnTo>
                  <a:lnTo>
                    <a:pt x="6682726" y="1230836"/>
                  </a:lnTo>
                  <a:lnTo>
                    <a:pt x="6612382" y="1229495"/>
                  </a:lnTo>
                  <a:lnTo>
                    <a:pt x="6542037" y="1228086"/>
                  </a:lnTo>
                  <a:lnTo>
                    <a:pt x="6471693" y="1226605"/>
                  </a:lnTo>
                  <a:lnTo>
                    <a:pt x="6401348" y="1225049"/>
                  </a:lnTo>
                  <a:lnTo>
                    <a:pt x="6331004" y="1223414"/>
                  </a:lnTo>
                  <a:lnTo>
                    <a:pt x="6260659" y="1221696"/>
                  </a:lnTo>
                  <a:lnTo>
                    <a:pt x="6190315" y="1219890"/>
                  </a:lnTo>
                  <a:lnTo>
                    <a:pt x="6119970" y="1217992"/>
                  </a:lnTo>
                  <a:lnTo>
                    <a:pt x="6049626" y="1215998"/>
                  </a:lnTo>
                  <a:lnTo>
                    <a:pt x="5979281" y="1213903"/>
                  </a:lnTo>
                  <a:lnTo>
                    <a:pt x="5908937" y="1211701"/>
                  </a:lnTo>
                  <a:lnTo>
                    <a:pt x="5838592" y="1209387"/>
                  </a:lnTo>
                  <a:lnTo>
                    <a:pt x="5768248" y="1206955"/>
                  </a:lnTo>
                  <a:lnTo>
                    <a:pt x="5697903" y="1204400"/>
                  </a:lnTo>
                  <a:lnTo>
                    <a:pt x="5627559" y="1201714"/>
                  </a:lnTo>
                  <a:lnTo>
                    <a:pt x="5557214" y="1198893"/>
                  </a:lnTo>
                  <a:lnTo>
                    <a:pt x="5486870" y="1195927"/>
                  </a:lnTo>
                  <a:lnTo>
                    <a:pt x="5416525" y="1192811"/>
                  </a:lnTo>
                  <a:lnTo>
                    <a:pt x="5346181" y="1189536"/>
                  </a:lnTo>
                  <a:lnTo>
                    <a:pt x="5275836" y="1186095"/>
                  </a:lnTo>
                  <a:lnTo>
                    <a:pt x="5205492" y="1182479"/>
                  </a:lnTo>
                  <a:lnTo>
                    <a:pt x="5135147" y="1178679"/>
                  </a:lnTo>
                  <a:lnTo>
                    <a:pt x="5064803" y="1174685"/>
                  </a:lnTo>
                  <a:lnTo>
                    <a:pt x="4994458" y="1170489"/>
                  </a:lnTo>
                  <a:lnTo>
                    <a:pt x="4924114" y="1166079"/>
                  </a:lnTo>
                  <a:lnTo>
                    <a:pt x="4853769" y="1161445"/>
                  </a:lnTo>
                  <a:lnTo>
                    <a:pt x="4783425" y="1156575"/>
                  </a:lnTo>
                  <a:lnTo>
                    <a:pt x="4713080" y="1151457"/>
                  </a:lnTo>
                  <a:lnTo>
                    <a:pt x="4642736" y="1146080"/>
                  </a:lnTo>
                  <a:lnTo>
                    <a:pt x="4572391" y="1140428"/>
                  </a:lnTo>
                  <a:lnTo>
                    <a:pt x="4502047" y="1134490"/>
                  </a:lnTo>
                  <a:lnTo>
                    <a:pt x="4431702" y="1128249"/>
                  </a:lnTo>
                  <a:lnTo>
                    <a:pt x="4361358" y="1121691"/>
                  </a:lnTo>
                  <a:lnTo>
                    <a:pt x="4291013" y="1114799"/>
                  </a:lnTo>
                  <a:lnTo>
                    <a:pt x="4220669" y="1107557"/>
                  </a:lnTo>
                  <a:lnTo>
                    <a:pt x="4150324" y="1099947"/>
                  </a:lnTo>
                  <a:lnTo>
                    <a:pt x="4079980" y="1091949"/>
                  </a:lnTo>
                  <a:lnTo>
                    <a:pt x="4009635" y="1083545"/>
                  </a:lnTo>
                  <a:lnTo>
                    <a:pt x="3939291" y="1074714"/>
                  </a:lnTo>
                  <a:lnTo>
                    <a:pt x="3868946" y="1065433"/>
                  </a:lnTo>
                  <a:lnTo>
                    <a:pt x="3798602" y="1055681"/>
                  </a:lnTo>
                  <a:lnTo>
                    <a:pt x="3728257" y="1045432"/>
                  </a:lnTo>
                  <a:lnTo>
                    <a:pt x="3657913" y="1034662"/>
                  </a:lnTo>
                  <a:lnTo>
                    <a:pt x="3587569" y="1023345"/>
                  </a:lnTo>
                  <a:lnTo>
                    <a:pt x="3517224" y="1011451"/>
                  </a:lnTo>
                  <a:lnTo>
                    <a:pt x="3446880" y="998953"/>
                  </a:lnTo>
                  <a:lnTo>
                    <a:pt x="3376535" y="985820"/>
                  </a:lnTo>
                  <a:lnTo>
                    <a:pt x="3306191" y="972018"/>
                  </a:lnTo>
                  <a:lnTo>
                    <a:pt x="3235846" y="957753"/>
                  </a:lnTo>
                  <a:lnTo>
                    <a:pt x="3165502" y="952857"/>
                  </a:lnTo>
                  <a:lnTo>
                    <a:pt x="3095157" y="947882"/>
                  </a:lnTo>
                  <a:lnTo>
                    <a:pt x="3024813" y="942825"/>
                  </a:lnTo>
                  <a:lnTo>
                    <a:pt x="2954468" y="937686"/>
                  </a:lnTo>
                  <a:lnTo>
                    <a:pt x="2884124" y="932463"/>
                  </a:lnTo>
                  <a:lnTo>
                    <a:pt x="2813779" y="927154"/>
                  </a:lnTo>
                  <a:lnTo>
                    <a:pt x="2743435" y="921759"/>
                  </a:lnTo>
                  <a:lnTo>
                    <a:pt x="2673090" y="916275"/>
                  </a:lnTo>
                  <a:lnTo>
                    <a:pt x="2602746" y="910702"/>
                  </a:lnTo>
                  <a:lnTo>
                    <a:pt x="2532401" y="905037"/>
                  </a:lnTo>
                  <a:lnTo>
                    <a:pt x="2462057" y="899280"/>
                  </a:lnTo>
                  <a:lnTo>
                    <a:pt x="2391712" y="893429"/>
                  </a:lnTo>
                  <a:lnTo>
                    <a:pt x="2321368" y="887482"/>
                  </a:lnTo>
                  <a:lnTo>
                    <a:pt x="2251023" y="881438"/>
                  </a:lnTo>
                  <a:lnTo>
                    <a:pt x="2180679" y="875295"/>
                  </a:lnTo>
                  <a:lnTo>
                    <a:pt x="2110334" y="869052"/>
                  </a:lnTo>
                  <a:lnTo>
                    <a:pt x="2039990" y="862707"/>
                  </a:lnTo>
                  <a:lnTo>
                    <a:pt x="1969645" y="856258"/>
                  </a:lnTo>
                  <a:lnTo>
                    <a:pt x="1899301" y="849703"/>
                  </a:lnTo>
                  <a:lnTo>
                    <a:pt x="1828956" y="843042"/>
                  </a:lnTo>
                  <a:lnTo>
                    <a:pt x="1758612" y="836271"/>
                  </a:lnTo>
                  <a:lnTo>
                    <a:pt x="1688267" y="829390"/>
                  </a:lnTo>
                  <a:lnTo>
                    <a:pt x="1617923" y="822396"/>
                  </a:lnTo>
                  <a:lnTo>
                    <a:pt x="1547578" y="815288"/>
                  </a:lnTo>
                  <a:lnTo>
                    <a:pt x="1477234" y="808064"/>
                  </a:lnTo>
                  <a:lnTo>
                    <a:pt x="1406889" y="800722"/>
                  </a:lnTo>
                  <a:lnTo>
                    <a:pt x="1336545" y="793259"/>
                  </a:lnTo>
                  <a:lnTo>
                    <a:pt x="1266200" y="785675"/>
                  </a:lnTo>
                  <a:lnTo>
                    <a:pt x="1195856" y="777967"/>
                  </a:lnTo>
                  <a:lnTo>
                    <a:pt x="1125511" y="770132"/>
                  </a:lnTo>
                  <a:lnTo>
                    <a:pt x="1055167" y="762170"/>
                  </a:lnTo>
                  <a:lnTo>
                    <a:pt x="984822" y="754077"/>
                  </a:lnTo>
                  <a:lnTo>
                    <a:pt x="914478" y="745852"/>
                  </a:lnTo>
                  <a:lnTo>
                    <a:pt x="844133" y="737493"/>
                  </a:lnTo>
                  <a:lnTo>
                    <a:pt x="773789" y="728997"/>
                  </a:lnTo>
                  <a:lnTo>
                    <a:pt x="703444" y="720362"/>
                  </a:lnTo>
                  <a:lnTo>
                    <a:pt x="633100" y="711586"/>
                  </a:lnTo>
                  <a:lnTo>
                    <a:pt x="562755" y="702667"/>
                  </a:lnTo>
                  <a:lnTo>
                    <a:pt x="492411" y="693601"/>
                  </a:lnTo>
                  <a:lnTo>
                    <a:pt x="422066" y="684388"/>
                  </a:lnTo>
                  <a:lnTo>
                    <a:pt x="351722" y="675024"/>
                  </a:lnTo>
                  <a:lnTo>
                    <a:pt x="281377" y="665507"/>
                  </a:lnTo>
                  <a:lnTo>
                    <a:pt x="211033" y="655834"/>
                  </a:lnTo>
                  <a:lnTo>
                    <a:pt x="140688" y="646003"/>
                  </a:lnTo>
                  <a:lnTo>
                    <a:pt x="70344" y="636011"/>
                  </a:lnTo>
                  <a:lnTo>
                    <a:pt x="0" y="6258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437910" y="4336484"/>
              <a:ext cx="5761505" cy="1130412"/>
            </a:xfrm>
            <a:custGeom>
              <a:avLst/>
              <a:pathLst>
                <a:path w="5761505" h="1130412">
                  <a:moveTo>
                    <a:pt x="0" y="0"/>
                  </a:moveTo>
                  <a:lnTo>
                    <a:pt x="63602" y="55267"/>
                  </a:lnTo>
                  <a:lnTo>
                    <a:pt x="133946" y="113435"/>
                  </a:lnTo>
                  <a:lnTo>
                    <a:pt x="204291" y="168787"/>
                  </a:lnTo>
                  <a:lnTo>
                    <a:pt x="274635" y="221461"/>
                  </a:lnTo>
                  <a:lnTo>
                    <a:pt x="344980" y="271586"/>
                  </a:lnTo>
                  <a:lnTo>
                    <a:pt x="415324" y="319285"/>
                  </a:lnTo>
                  <a:lnTo>
                    <a:pt x="485669" y="364676"/>
                  </a:lnTo>
                  <a:lnTo>
                    <a:pt x="556013" y="407869"/>
                  </a:lnTo>
                  <a:lnTo>
                    <a:pt x="626358" y="448973"/>
                  </a:lnTo>
                  <a:lnTo>
                    <a:pt x="696702" y="488087"/>
                  </a:lnTo>
                  <a:lnTo>
                    <a:pt x="767047" y="525309"/>
                  </a:lnTo>
                  <a:lnTo>
                    <a:pt x="837391" y="560729"/>
                  </a:lnTo>
                  <a:lnTo>
                    <a:pt x="907736" y="594435"/>
                  </a:lnTo>
                  <a:lnTo>
                    <a:pt x="978080" y="626509"/>
                  </a:lnTo>
                  <a:lnTo>
                    <a:pt x="1048425" y="657032"/>
                  </a:lnTo>
                  <a:lnTo>
                    <a:pt x="1118769" y="686077"/>
                  </a:lnTo>
                  <a:lnTo>
                    <a:pt x="1189113" y="713717"/>
                  </a:lnTo>
                  <a:lnTo>
                    <a:pt x="1259458" y="740019"/>
                  </a:lnTo>
                  <a:lnTo>
                    <a:pt x="1329802" y="765048"/>
                  </a:lnTo>
                  <a:lnTo>
                    <a:pt x="1400147" y="788866"/>
                  </a:lnTo>
                  <a:lnTo>
                    <a:pt x="1470491" y="811531"/>
                  </a:lnTo>
                  <a:lnTo>
                    <a:pt x="1540836" y="833099"/>
                  </a:lnTo>
                  <a:lnTo>
                    <a:pt x="1611180" y="853624"/>
                  </a:lnTo>
                  <a:lnTo>
                    <a:pt x="1681525" y="873155"/>
                  </a:lnTo>
                  <a:lnTo>
                    <a:pt x="1751869" y="891741"/>
                  </a:lnTo>
                  <a:lnTo>
                    <a:pt x="1822214" y="909427"/>
                  </a:lnTo>
                  <a:lnTo>
                    <a:pt x="1892558" y="926258"/>
                  </a:lnTo>
                  <a:lnTo>
                    <a:pt x="1962903" y="942274"/>
                  </a:lnTo>
                  <a:lnTo>
                    <a:pt x="2033247" y="957515"/>
                  </a:lnTo>
                  <a:lnTo>
                    <a:pt x="2103592" y="962569"/>
                  </a:lnTo>
                  <a:lnTo>
                    <a:pt x="2173936" y="967308"/>
                  </a:lnTo>
                  <a:lnTo>
                    <a:pt x="2244281" y="971971"/>
                  </a:lnTo>
                  <a:lnTo>
                    <a:pt x="2314625" y="976559"/>
                  </a:lnTo>
                  <a:lnTo>
                    <a:pt x="2384970" y="981073"/>
                  </a:lnTo>
                  <a:lnTo>
                    <a:pt x="2455314" y="985514"/>
                  </a:lnTo>
                  <a:lnTo>
                    <a:pt x="2525659" y="989884"/>
                  </a:lnTo>
                  <a:lnTo>
                    <a:pt x="2596003" y="994184"/>
                  </a:lnTo>
                  <a:lnTo>
                    <a:pt x="2666348" y="998415"/>
                  </a:lnTo>
                  <a:lnTo>
                    <a:pt x="2736692" y="1002577"/>
                  </a:lnTo>
                  <a:lnTo>
                    <a:pt x="2807037" y="1006673"/>
                  </a:lnTo>
                  <a:lnTo>
                    <a:pt x="2877381" y="1010702"/>
                  </a:lnTo>
                  <a:lnTo>
                    <a:pt x="2947726" y="1014667"/>
                  </a:lnTo>
                  <a:lnTo>
                    <a:pt x="3018070" y="1018568"/>
                  </a:lnTo>
                  <a:lnTo>
                    <a:pt x="3088415" y="1022407"/>
                  </a:lnTo>
                  <a:lnTo>
                    <a:pt x="3158759" y="1026183"/>
                  </a:lnTo>
                  <a:lnTo>
                    <a:pt x="3229104" y="1029899"/>
                  </a:lnTo>
                  <a:lnTo>
                    <a:pt x="3299448" y="1033555"/>
                  </a:lnTo>
                  <a:lnTo>
                    <a:pt x="3369793" y="1037152"/>
                  </a:lnTo>
                  <a:lnTo>
                    <a:pt x="3440137" y="1040692"/>
                  </a:lnTo>
                  <a:lnTo>
                    <a:pt x="3510482" y="1044174"/>
                  </a:lnTo>
                  <a:lnTo>
                    <a:pt x="3580826" y="1047601"/>
                  </a:lnTo>
                  <a:lnTo>
                    <a:pt x="3651171" y="1050972"/>
                  </a:lnTo>
                  <a:lnTo>
                    <a:pt x="3721515" y="1054289"/>
                  </a:lnTo>
                  <a:lnTo>
                    <a:pt x="3791860" y="1057553"/>
                  </a:lnTo>
                  <a:lnTo>
                    <a:pt x="3862204" y="1060764"/>
                  </a:lnTo>
                  <a:lnTo>
                    <a:pt x="3932549" y="1063924"/>
                  </a:lnTo>
                  <a:lnTo>
                    <a:pt x="4002893" y="1067033"/>
                  </a:lnTo>
                  <a:lnTo>
                    <a:pt x="4073238" y="1070092"/>
                  </a:lnTo>
                  <a:lnTo>
                    <a:pt x="4143582" y="1073101"/>
                  </a:lnTo>
                  <a:lnTo>
                    <a:pt x="4213927" y="1076062"/>
                  </a:lnTo>
                  <a:lnTo>
                    <a:pt x="4284271" y="1078976"/>
                  </a:lnTo>
                  <a:lnTo>
                    <a:pt x="4354616" y="1081843"/>
                  </a:lnTo>
                  <a:lnTo>
                    <a:pt x="4424960" y="1084663"/>
                  </a:lnTo>
                  <a:lnTo>
                    <a:pt x="4495305" y="1087438"/>
                  </a:lnTo>
                  <a:lnTo>
                    <a:pt x="4565649" y="1090169"/>
                  </a:lnTo>
                  <a:lnTo>
                    <a:pt x="4635994" y="1092856"/>
                  </a:lnTo>
                  <a:lnTo>
                    <a:pt x="4706338" y="1095499"/>
                  </a:lnTo>
                  <a:lnTo>
                    <a:pt x="4776683" y="1098100"/>
                  </a:lnTo>
                  <a:lnTo>
                    <a:pt x="4847027" y="1100659"/>
                  </a:lnTo>
                  <a:lnTo>
                    <a:pt x="4917371" y="1103177"/>
                  </a:lnTo>
                  <a:lnTo>
                    <a:pt x="4987716" y="1105654"/>
                  </a:lnTo>
                  <a:lnTo>
                    <a:pt x="5058060" y="1108092"/>
                  </a:lnTo>
                  <a:lnTo>
                    <a:pt x="5128405" y="1110490"/>
                  </a:lnTo>
                  <a:lnTo>
                    <a:pt x="5198749" y="1112850"/>
                  </a:lnTo>
                  <a:lnTo>
                    <a:pt x="5269094" y="1115172"/>
                  </a:lnTo>
                  <a:lnTo>
                    <a:pt x="5339438" y="1117457"/>
                  </a:lnTo>
                  <a:lnTo>
                    <a:pt x="5409783" y="1119704"/>
                  </a:lnTo>
                  <a:lnTo>
                    <a:pt x="5480127" y="1121916"/>
                  </a:lnTo>
                  <a:lnTo>
                    <a:pt x="5550472" y="1124092"/>
                  </a:lnTo>
                  <a:lnTo>
                    <a:pt x="5620816" y="1126233"/>
                  </a:lnTo>
                  <a:lnTo>
                    <a:pt x="5691161" y="1128340"/>
                  </a:lnTo>
                  <a:lnTo>
                    <a:pt x="5761505" y="1130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62341"/>
              <a:ext cx="6964104" cy="609724"/>
            </a:xfrm>
            <a:custGeom>
              <a:avLst/>
              <a:pathLst>
                <a:path w="6964104" h="609724">
                  <a:moveTo>
                    <a:pt x="6964104" y="609724"/>
                  </a:moveTo>
                  <a:lnTo>
                    <a:pt x="6893760" y="608625"/>
                  </a:lnTo>
                  <a:lnTo>
                    <a:pt x="6823415" y="607469"/>
                  </a:lnTo>
                  <a:lnTo>
                    <a:pt x="6753071" y="606255"/>
                  </a:lnTo>
                  <a:lnTo>
                    <a:pt x="6682726" y="604979"/>
                  </a:lnTo>
                  <a:lnTo>
                    <a:pt x="6612382" y="603638"/>
                  </a:lnTo>
                  <a:lnTo>
                    <a:pt x="6542037" y="602229"/>
                  </a:lnTo>
                  <a:lnTo>
                    <a:pt x="6471693" y="600748"/>
                  </a:lnTo>
                  <a:lnTo>
                    <a:pt x="6401348" y="599192"/>
                  </a:lnTo>
                  <a:lnTo>
                    <a:pt x="6331004" y="597557"/>
                  </a:lnTo>
                  <a:lnTo>
                    <a:pt x="6260659" y="595839"/>
                  </a:lnTo>
                  <a:lnTo>
                    <a:pt x="6190315" y="594033"/>
                  </a:lnTo>
                  <a:lnTo>
                    <a:pt x="6119970" y="592136"/>
                  </a:lnTo>
                  <a:lnTo>
                    <a:pt x="6049626" y="590142"/>
                  </a:lnTo>
                  <a:lnTo>
                    <a:pt x="5979281" y="588046"/>
                  </a:lnTo>
                  <a:lnTo>
                    <a:pt x="5908937" y="585844"/>
                  </a:lnTo>
                  <a:lnTo>
                    <a:pt x="5838592" y="583530"/>
                  </a:lnTo>
                  <a:lnTo>
                    <a:pt x="5768248" y="581098"/>
                  </a:lnTo>
                  <a:lnTo>
                    <a:pt x="5697903" y="578543"/>
                  </a:lnTo>
                  <a:lnTo>
                    <a:pt x="5627559" y="575858"/>
                  </a:lnTo>
                  <a:lnTo>
                    <a:pt x="5557214" y="573036"/>
                  </a:lnTo>
                  <a:lnTo>
                    <a:pt x="5486870" y="570070"/>
                  </a:lnTo>
                  <a:lnTo>
                    <a:pt x="5416525" y="566954"/>
                  </a:lnTo>
                  <a:lnTo>
                    <a:pt x="5346181" y="563680"/>
                  </a:lnTo>
                  <a:lnTo>
                    <a:pt x="5275836" y="560238"/>
                  </a:lnTo>
                  <a:lnTo>
                    <a:pt x="5205492" y="556622"/>
                  </a:lnTo>
                  <a:lnTo>
                    <a:pt x="5135147" y="552822"/>
                  </a:lnTo>
                  <a:lnTo>
                    <a:pt x="5064803" y="548829"/>
                  </a:lnTo>
                  <a:lnTo>
                    <a:pt x="4994458" y="544632"/>
                  </a:lnTo>
                  <a:lnTo>
                    <a:pt x="4924114" y="540222"/>
                  </a:lnTo>
                  <a:lnTo>
                    <a:pt x="4853769" y="535588"/>
                  </a:lnTo>
                  <a:lnTo>
                    <a:pt x="4783425" y="530718"/>
                  </a:lnTo>
                  <a:lnTo>
                    <a:pt x="4713080" y="525601"/>
                  </a:lnTo>
                  <a:lnTo>
                    <a:pt x="4642736" y="520223"/>
                  </a:lnTo>
                  <a:lnTo>
                    <a:pt x="4572391" y="514572"/>
                  </a:lnTo>
                  <a:lnTo>
                    <a:pt x="4502047" y="508633"/>
                  </a:lnTo>
                  <a:lnTo>
                    <a:pt x="4431702" y="502392"/>
                  </a:lnTo>
                  <a:lnTo>
                    <a:pt x="4361358" y="495834"/>
                  </a:lnTo>
                  <a:lnTo>
                    <a:pt x="4291013" y="488943"/>
                  </a:lnTo>
                  <a:lnTo>
                    <a:pt x="4220669" y="481701"/>
                  </a:lnTo>
                  <a:lnTo>
                    <a:pt x="4150324" y="474090"/>
                  </a:lnTo>
                  <a:lnTo>
                    <a:pt x="4079980" y="466093"/>
                  </a:lnTo>
                  <a:lnTo>
                    <a:pt x="4009635" y="457689"/>
                  </a:lnTo>
                  <a:lnTo>
                    <a:pt x="3939291" y="448857"/>
                  </a:lnTo>
                  <a:lnTo>
                    <a:pt x="3868946" y="439576"/>
                  </a:lnTo>
                  <a:lnTo>
                    <a:pt x="3798602" y="429824"/>
                  </a:lnTo>
                  <a:lnTo>
                    <a:pt x="3728257" y="419575"/>
                  </a:lnTo>
                  <a:lnTo>
                    <a:pt x="3657913" y="408805"/>
                  </a:lnTo>
                  <a:lnTo>
                    <a:pt x="3587569" y="397488"/>
                  </a:lnTo>
                  <a:lnTo>
                    <a:pt x="3517224" y="385595"/>
                  </a:lnTo>
                  <a:lnTo>
                    <a:pt x="3446880" y="373097"/>
                  </a:lnTo>
                  <a:lnTo>
                    <a:pt x="3376535" y="359963"/>
                  </a:lnTo>
                  <a:lnTo>
                    <a:pt x="3306191" y="346162"/>
                  </a:lnTo>
                  <a:lnTo>
                    <a:pt x="3235846" y="331896"/>
                  </a:lnTo>
                  <a:lnTo>
                    <a:pt x="3165502" y="327001"/>
                  </a:lnTo>
                  <a:lnTo>
                    <a:pt x="3095157" y="322025"/>
                  </a:lnTo>
                  <a:lnTo>
                    <a:pt x="3024813" y="316969"/>
                  </a:lnTo>
                  <a:lnTo>
                    <a:pt x="2954468" y="311829"/>
                  </a:lnTo>
                  <a:lnTo>
                    <a:pt x="2884124" y="306606"/>
                  </a:lnTo>
                  <a:lnTo>
                    <a:pt x="2813779" y="301297"/>
                  </a:lnTo>
                  <a:lnTo>
                    <a:pt x="2743435" y="295902"/>
                  </a:lnTo>
                  <a:lnTo>
                    <a:pt x="2673090" y="290418"/>
                  </a:lnTo>
                  <a:lnTo>
                    <a:pt x="2602746" y="284845"/>
                  </a:lnTo>
                  <a:lnTo>
                    <a:pt x="2532401" y="279180"/>
                  </a:lnTo>
                  <a:lnTo>
                    <a:pt x="2462057" y="273423"/>
                  </a:lnTo>
                  <a:lnTo>
                    <a:pt x="2391712" y="267572"/>
                  </a:lnTo>
                  <a:lnTo>
                    <a:pt x="2321368" y="261625"/>
                  </a:lnTo>
                  <a:lnTo>
                    <a:pt x="2251023" y="255581"/>
                  </a:lnTo>
                  <a:lnTo>
                    <a:pt x="2180679" y="249439"/>
                  </a:lnTo>
                  <a:lnTo>
                    <a:pt x="2110334" y="243195"/>
                  </a:lnTo>
                  <a:lnTo>
                    <a:pt x="2039990" y="236850"/>
                  </a:lnTo>
                  <a:lnTo>
                    <a:pt x="1969645" y="230401"/>
                  </a:lnTo>
                  <a:lnTo>
                    <a:pt x="1899301" y="223846"/>
                  </a:lnTo>
                  <a:lnTo>
                    <a:pt x="1828956" y="217185"/>
                  </a:lnTo>
                  <a:lnTo>
                    <a:pt x="1758612" y="210414"/>
                  </a:lnTo>
                  <a:lnTo>
                    <a:pt x="1688267" y="203533"/>
                  </a:lnTo>
                  <a:lnTo>
                    <a:pt x="1617923" y="196539"/>
                  </a:lnTo>
                  <a:lnTo>
                    <a:pt x="1547578" y="189431"/>
                  </a:lnTo>
                  <a:lnTo>
                    <a:pt x="1477234" y="182207"/>
                  </a:lnTo>
                  <a:lnTo>
                    <a:pt x="1406889" y="174865"/>
                  </a:lnTo>
                  <a:lnTo>
                    <a:pt x="1336545" y="167403"/>
                  </a:lnTo>
                  <a:lnTo>
                    <a:pt x="1266200" y="159818"/>
                  </a:lnTo>
                  <a:lnTo>
                    <a:pt x="1195856" y="152110"/>
                  </a:lnTo>
                  <a:lnTo>
                    <a:pt x="1125511" y="144276"/>
                  </a:lnTo>
                  <a:lnTo>
                    <a:pt x="1055167" y="136313"/>
                  </a:lnTo>
                  <a:lnTo>
                    <a:pt x="984822" y="128221"/>
                  </a:lnTo>
                  <a:lnTo>
                    <a:pt x="914478" y="119996"/>
                  </a:lnTo>
                  <a:lnTo>
                    <a:pt x="844133" y="111636"/>
                  </a:lnTo>
                  <a:lnTo>
                    <a:pt x="773789" y="103140"/>
                  </a:lnTo>
                  <a:lnTo>
                    <a:pt x="703444" y="94505"/>
                  </a:lnTo>
                  <a:lnTo>
                    <a:pt x="633100" y="85729"/>
                  </a:lnTo>
                  <a:lnTo>
                    <a:pt x="562755" y="76810"/>
                  </a:lnTo>
                  <a:lnTo>
                    <a:pt x="492411" y="67745"/>
                  </a:lnTo>
                  <a:lnTo>
                    <a:pt x="422066" y="58531"/>
                  </a:lnTo>
                  <a:lnTo>
                    <a:pt x="351722" y="49167"/>
                  </a:lnTo>
                  <a:lnTo>
                    <a:pt x="281377" y="39650"/>
                  </a:lnTo>
                  <a:lnTo>
                    <a:pt x="211033" y="29977"/>
                  </a:lnTo>
                  <a:lnTo>
                    <a:pt x="140688" y="20146"/>
                  </a:lnTo>
                  <a:lnTo>
                    <a:pt x="70344" y="10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405681" y="4336484"/>
              <a:ext cx="6793734" cy="1204845"/>
            </a:xfrm>
            <a:custGeom>
              <a:avLst/>
              <a:pathLst>
                <a:path w="6793734" h="1204845">
                  <a:moveTo>
                    <a:pt x="0" y="0"/>
                  </a:moveTo>
                  <a:lnTo>
                    <a:pt x="40663" y="23854"/>
                  </a:lnTo>
                  <a:lnTo>
                    <a:pt x="111008" y="63783"/>
                  </a:lnTo>
                  <a:lnTo>
                    <a:pt x="181352" y="102420"/>
                  </a:lnTo>
                  <a:lnTo>
                    <a:pt x="251697" y="139805"/>
                  </a:lnTo>
                  <a:lnTo>
                    <a:pt x="322041" y="175981"/>
                  </a:lnTo>
                  <a:lnTo>
                    <a:pt x="392386" y="210985"/>
                  </a:lnTo>
                  <a:lnTo>
                    <a:pt x="462730" y="244856"/>
                  </a:lnTo>
                  <a:lnTo>
                    <a:pt x="533075" y="277630"/>
                  </a:lnTo>
                  <a:lnTo>
                    <a:pt x="603419" y="309344"/>
                  </a:lnTo>
                  <a:lnTo>
                    <a:pt x="673764" y="340030"/>
                  </a:lnTo>
                  <a:lnTo>
                    <a:pt x="744108" y="369724"/>
                  </a:lnTo>
                  <a:lnTo>
                    <a:pt x="814453" y="398455"/>
                  </a:lnTo>
                  <a:lnTo>
                    <a:pt x="884797" y="426257"/>
                  </a:lnTo>
                  <a:lnTo>
                    <a:pt x="955142" y="453159"/>
                  </a:lnTo>
                  <a:lnTo>
                    <a:pt x="1025486" y="479189"/>
                  </a:lnTo>
                  <a:lnTo>
                    <a:pt x="1095831" y="504377"/>
                  </a:lnTo>
                  <a:lnTo>
                    <a:pt x="1166175" y="528750"/>
                  </a:lnTo>
                  <a:lnTo>
                    <a:pt x="1236520" y="552333"/>
                  </a:lnTo>
                  <a:lnTo>
                    <a:pt x="1306864" y="575153"/>
                  </a:lnTo>
                  <a:lnTo>
                    <a:pt x="1377209" y="597234"/>
                  </a:lnTo>
                  <a:lnTo>
                    <a:pt x="1447553" y="618601"/>
                  </a:lnTo>
                  <a:lnTo>
                    <a:pt x="1517898" y="639275"/>
                  </a:lnTo>
                  <a:lnTo>
                    <a:pt x="1588242" y="659280"/>
                  </a:lnTo>
                  <a:lnTo>
                    <a:pt x="1658587" y="678638"/>
                  </a:lnTo>
                  <a:lnTo>
                    <a:pt x="1728931" y="697369"/>
                  </a:lnTo>
                  <a:lnTo>
                    <a:pt x="1799276" y="715493"/>
                  </a:lnTo>
                  <a:lnTo>
                    <a:pt x="1869620" y="733031"/>
                  </a:lnTo>
                  <a:lnTo>
                    <a:pt x="1939965" y="750001"/>
                  </a:lnTo>
                  <a:lnTo>
                    <a:pt x="2010309" y="766421"/>
                  </a:lnTo>
                  <a:lnTo>
                    <a:pt x="2080654" y="782310"/>
                  </a:lnTo>
                  <a:lnTo>
                    <a:pt x="2150998" y="797685"/>
                  </a:lnTo>
                  <a:lnTo>
                    <a:pt x="2221343" y="812561"/>
                  </a:lnTo>
                  <a:lnTo>
                    <a:pt x="2291687" y="826956"/>
                  </a:lnTo>
                  <a:lnTo>
                    <a:pt x="2362032" y="840886"/>
                  </a:lnTo>
                  <a:lnTo>
                    <a:pt x="2432376" y="854364"/>
                  </a:lnTo>
                  <a:lnTo>
                    <a:pt x="2502721" y="867405"/>
                  </a:lnTo>
                  <a:lnTo>
                    <a:pt x="2573065" y="880025"/>
                  </a:lnTo>
                  <a:lnTo>
                    <a:pt x="2643409" y="892236"/>
                  </a:lnTo>
                  <a:lnTo>
                    <a:pt x="2713754" y="904052"/>
                  </a:lnTo>
                  <a:lnTo>
                    <a:pt x="2784098" y="915485"/>
                  </a:lnTo>
                  <a:lnTo>
                    <a:pt x="2854443" y="926548"/>
                  </a:lnTo>
                  <a:lnTo>
                    <a:pt x="2924787" y="937253"/>
                  </a:lnTo>
                  <a:lnTo>
                    <a:pt x="2995132" y="947611"/>
                  </a:lnTo>
                  <a:lnTo>
                    <a:pt x="3065476" y="957634"/>
                  </a:lnTo>
                  <a:lnTo>
                    <a:pt x="3135821" y="967332"/>
                  </a:lnTo>
                  <a:lnTo>
                    <a:pt x="3206165" y="976717"/>
                  </a:lnTo>
                  <a:lnTo>
                    <a:pt x="3276510" y="985797"/>
                  </a:lnTo>
                  <a:lnTo>
                    <a:pt x="3346854" y="994584"/>
                  </a:lnTo>
                  <a:lnTo>
                    <a:pt x="3417199" y="1003086"/>
                  </a:lnTo>
                  <a:lnTo>
                    <a:pt x="3487543" y="1011313"/>
                  </a:lnTo>
                  <a:lnTo>
                    <a:pt x="3557888" y="1019274"/>
                  </a:lnTo>
                  <a:lnTo>
                    <a:pt x="3628232" y="1026977"/>
                  </a:lnTo>
                  <a:lnTo>
                    <a:pt x="3698577" y="1034430"/>
                  </a:lnTo>
                  <a:lnTo>
                    <a:pt x="3768921" y="1041642"/>
                  </a:lnTo>
                  <a:lnTo>
                    <a:pt x="3839266" y="1048621"/>
                  </a:lnTo>
                  <a:lnTo>
                    <a:pt x="3909610" y="1055374"/>
                  </a:lnTo>
                  <a:lnTo>
                    <a:pt x="3979955" y="1061908"/>
                  </a:lnTo>
                  <a:lnTo>
                    <a:pt x="4050299" y="1068230"/>
                  </a:lnTo>
                  <a:lnTo>
                    <a:pt x="4120644" y="1074348"/>
                  </a:lnTo>
                  <a:lnTo>
                    <a:pt x="4190988" y="1080268"/>
                  </a:lnTo>
                  <a:lnTo>
                    <a:pt x="4261333" y="1085996"/>
                  </a:lnTo>
                  <a:lnTo>
                    <a:pt x="4331677" y="1091539"/>
                  </a:lnTo>
                  <a:lnTo>
                    <a:pt x="4402022" y="1096902"/>
                  </a:lnTo>
                  <a:lnTo>
                    <a:pt x="4472366" y="1102092"/>
                  </a:lnTo>
                  <a:lnTo>
                    <a:pt x="4542711" y="1107114"/>
                  </a:lnTo>
                  <a:lnTo>
                    <a:pt x="4613055" y="1111973"/>
                  </a:lnTo>
                  <a:lnTo>
                    <a:pt x="4683400" y="1116674"/>
                  </a:lnTo>
                  <a:lnTo>
                    <a:pt x="4753744" y="1121224"/>
                  </a:lnTo>
                  <a:lnTo>
                    <a:pt x="4824089" y="1125626"/>
                  </a:lnTo>
                  <a:lnTo>
                    <a:pt x="4894433" y="1129886"/>
                  </a:lnTo>
                  <a:lnTo>
                    <a:pt x="4964778" y="1134008"/>
                  </a:lnTo>
                  <a:lnTo>
                    <a:pt x="5035122" y="1137996"/>
                  </a:lnTo>
                  <a:lnTo>
                    <a:pt x="5105467" y="1141855"/>
                  </a:lnTo>
                  <a:lnTo>
                    <a:pt x="5175811" y="1145590"/>
                  </a:lnTo>
                  <a:lnTo>
                    <a:pt x="5246156" y="1149203"/>
                  </a:lnTo>
                  <a:lnTo>
                    <a:pt x="5316500" y="1152700"/>
                  </a:lnTo>
                  <a:lnTo>
                    <a:pt x="5386845" y="1156083"/>
                  </a:lnTo>
                  <a:lnTo>
                    <a:pt x="5457189" y="1159356"/>
                  </a:lnTo>
                  <a:lnTo>
                    <a:pt x="5527534" y="1162524"/>
                  </a:lnTo>
                  <a:lnTo>
                    <a:pt x="5597878" y="1165589"/>
                  </a:lnTo>
                  <a:lnTo>
                    <a:pt x="5668223" y="1168555"/>
                  </a:lnTo>
                  <a:lnTo>
                    <a:pt x="5738567" y="1171425"/>
                  </a:lnTo>
                  <a:lnTo>
                    <a:pt x="5808912" y="1174202"/>
                  </a:lnTo>
                  <a:lnTo>
                    <a:pt x="5879256" y="1176889"/>
                  </a:lnTo>
                  <a:lnTo>
                    <a:pt x="5949601" y="1179489"/>
                  </a:lnTo>
                  <a:lnTo>
                    <a:pt x="6019945" y="1182005"/>
                  </a:lnTo>
                  <a:lnTo>
                    <a:pt x="6090290" y="1184440"/>
                  </a:lnTo>
                  <a:lnTo>
                    <a:pt x="6160634" y="1186795"/>
                  </a:lnTo>
                  <a:lnTo>
                    <a:pt x="6230979" y="1189075"/>
                  </a:lnTo>
                  <a:lnTo>
                    <a:pt x="6301323" y="1191280"/>
                  </a:lnTo>
                  <a:lnTo>
                    <a:pt x="6371667" y="1193415"/>
                  </a:lnTo>
                  <a:lnTo>
                    <a:pt x="6442012" y="1195480"/>
                  </a:lnTo>
                  <a:lnTo>
                    <a:pt x="6512356" y="1197478"/>
                  </a:lnTo>
                  <a:lnTo>
                    <a:pt x="6582701" y="1199411"/>
                  </a:lnTo>
                  <a:lnTo>
                    <a:pt x="6653045" y="1201282"/>
                  </a:lnTo>
                  <a:lnTo>
                    <a:pt x="6723390" y="1203093"/>
                  </a:lnTo>
                  <a:lnTo>
                    <a:pt x="6793734" y="12048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(1.20-1.77), p_Bonf = &lt;0.001 (n = 6)  |  per IQR decline (Δ = 29.5 %): 3.05 (1.73-5.37)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2026-07-22T08:00:11Z</dcterms:modified>
  <cp:category/>
</cp:coreProperties>
</file>