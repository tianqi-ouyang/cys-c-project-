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423835"/>
            </a:xfrm>
            <a:custGeom>
              <a:avLst/>
              <a:pathLst>
                <a:path w="7392041" h="3423835">
                  <a:moveTo>
                    <a:pt x="1065471" y="0"/>
                  </a:moveTo>
                  <a:lnTo>
                    <a:pt x="1135311" y="153147"/>
                  </a:lnTo>
                  <a:lnTo>
                    <a:pt x="1212555" y="314331"/>
                  </a:lnTo>
                  <a:lnTo>
                    <a:pt x="1289799" y="467716"/>
                  </a:lnTo>
                  <a:lnTo>
                    <a:pt x="1367042" y="613677"/>
                  </a:lnTo>
                  <a:lnTo>
                    <a:pt x="1444286" y="752574"/>
                  </a:lnTo>
                  <a:lnTo>
                    <a:pt x="1521529" y="884750"/>
                  </a:lnTo>
                  <a:lnTo>
                    <a:pt x="1598773" y="1010528"/>
                  </a:lnTo>
                  <a:lnTo>
                    <a:pt x="1676016" y="1130220"/>
                  </a:lnTo>
                  <a:lnTo>
                    <a:pt x="1753260" y="1244119"/>
                  </a:lnTo>
                  <a:lnTo>
                    <a:pt x="1830504" y="1352506"/>
                  </a:lnTo>
                  <a:lnTo>
                    <a:pt x="1907747" y="1455648"/>
                  </a:lnTo>
                  <a:lnTo>
                    <a:pt x="1984991" y="1553798"/>
                  </a:lnTo>
                  <a:lnTo>
                    <a:pt x="2062234" y="1647198"/>
                  </a:lnTo>
                  <a:lnTo>
                    <a:pt x="2139478" y="1736078"/>
                  </a:lnTo>
                  <a:lnTo>
                    <a:pt x="2216721" y="1820657"/>
                  </a:lnTo>
                  <a:lnTo>
                    <a:pt x="2293965" y="1901142"/>
                  </a:lnTo>
                  <a:lnTo>
                    <a:pt x="2371209" y="1977732"/>
                  </a:lnTo>
                  <a:lnTo>
                    <a:pt x="2448452" y="2050616"/>
                  </a:lnTo>
                  <a:lnTo>
                    <a:pt x="2525696" y="2119973"/>
                  </a:lnTo>
                  <a:lnTo>
                    <a:pt x="2602939" y="2185972"/>
                  </a:lnTo>
                  <a:lnTo>
                    <a:pt x="2680183" y="2248778"/>
                  </a:lnTo>
                  <a:lnTo>
                    <a:pt x="2757426" y="2308545"/>
                  </a:lnTo>
                  <a:lnTo>
                    <a:pt x="2834670" y="2365419"/>
                  </a:lnTo>
                  <a:lnTo>
                    <a:pt x="2911914" y="2419540"/>
                  </a:lnTo>
                  <a:lnTo>
                    <a:pt x="2989157" y="2471043"/>
                  </a:lnTo>
                  <a:lnTo>
                    <a:pt x="3066401" y="2520053"/>
                  </a:lnTo>
                  <a:lnTo>
                    <a:pt x="3143644" y="2566691"/>
                  </a:lnTo>
                  <a:lnTo>
                    <a:pt x="3220888" y="2611072"/>
                  </a:lnTo>
                  <a:lnTo>
                    <a:pt x="3298131" y="2653305"/>
                  </a:lnTo>
                  <a:lnTo>
                    <a:pt x="3375375" y="2667310"/>
                  </a:lnTo>
                  <a:lnTo>
                    <a:pt x="3452619" y="2680442"/>
                  </a:lnTo>
                  <a:lnTo>
                    <a:pt x="3529862" y="2693363"/>
                  </a:lnTo>
                  <a:lnTo>
                    <a:pt x="3607106" y="2706076"/>
                  </a:lnTo>
                  <a:lnTo>
                    <a:pt x="3684349" y="2718585"/>
                  </a:lnTo>
                  <a:lnTo>
                    <a:pt x="3761593" y="2730892"/>
                  </a:lnTo>
                  <a:lnTo>
                    <a:pt x="3838836" y="2743001"/>
                  </a:lnTo>
                  <a:lnTo>
                    <a:pt x="3916080" y="2754916"/>
                  </a:lnTo>
                  <a:lnTo>
                    <a:pt x="3993324" y="2766639"/>
                  </a:lnTo>
                  <a:lnTo>
                    <a:pt x="4070567" y="2778173"/>
                  </a:lnTo>
                  <a:lnTo>
                    <a:pt x="4147811" y="2789522"/>
                  </a:lnTo>
                  <a:lnTo>
                    <a:pt x="4225054" y="2800689"/>
                  </a:lnTo>
                  <a:lnTo>
                    <a:pt x="4302298" y="2811675"/>
                  </a:lnTo>
                  <a:lnTo>
                    <a:pt x="4379541" y="2822485"/>
                  </a:lnTo>
                  <a:lnTo>
                    <a:pt x="4456785" y="2833122"/>
                  </a:lnTo>
                  <a:lnTo>
                    <a:pt x="4534029" y="2843587"/>
                  </a:lnTo>
                  <a:lnTo>
                    <a:pt x="4611272" y="2853883"/>
                  </a:lnTo>
                  <a:lnTo>
                    <a:pt x="4688516" y="2864014"/>
                  </a:lnTo>
                  <a:lnTo>
                    <a:pt x="4765759" y="2873983"/>
                  </a:lnTo>
                  <a:lnTo>
                    <a:pt x="4843003" y="2883790"/>
                  </a:lnTo>
                  <a:lnTo>
                    <a:pt x="4920246" y="2893441"/>
                  </a:lnTo>
                  <a:lnTo>
                    <a:pt x="4997490" y="2902935"/>
                  </a:lnTo>
                  <a:lnTo>
                    <a:pt x="5074734" y="2912278"/>
                  </a:lnTo>
                  <a:lnTo>
                    <a:pt x="5151977" y="2921469"/>
                  </a:lnTo>
                  <a:lnTo>
                    <a:pt x="5229221" y="2930513"/>
                  </a:lnTo>
                  <a:lnTo>
                    <a:pt x="5306464" y="2939412"/>
                  </a:lnTo>
                  <a:lnTo>
                    <a:pt x="5383708" y="2948167"/>
                  </a:lnTo>
                  <a:lnTo>
                    <a:pt x="5460951" y="2956782"/>
                  </a:lnTo>
                  <a:lnTo>
                    <a:pt x="5538195" y="2965258"/>
                  </a:lnTo>
                  <a:lnTo>
                    <a:pt x="5615439" y="2973598"/>
                  </a:lnTo>
                  <a:lnTo>
                    <a:pt x="5692682" y="2981803"/>
                  </a:lnTo>
                  <a:lnTo>
                    <a:pt x="5769926" y="2989877"/>
                  </a:lnTo>
                  <a:lnTo>
                    <a:pt x="5847169" y="2997821"/>
                  </a:lnTo>
                  <a:lnTo>
                    <a:pt x="5924413" y="3005637"/>
                  </a:lnTo>
                  <a:lnTo>
                    <a:pt x="6001656" y="3013327"/>
                  </a:lnTo>
                  <a:lnTo>
                    <a:pt x="6078900" y="3020893"/>
                  </a:lnTo>
                  <a:lnTo>
                    <a:pt x="6156144" y="3028338"/>
                  </a:lnTo>
                  <a:lnTo>
                    <a:pt x="6233387" y="3035663"/>
                  </a:lnTo>
                  <a:lnTo>
                    <a:pt x="6310631" y="3042870"/>
                  </a:lnTo>
                  <a:lnTo>
                    <a:pt x="6387874" y="3049962"/>
                  </a:lnTo>
                  <a:lnTo>
                    <a:pt x="6465118" y="3056939"/>
                  </a:lnTo>
                  <a:lnTo>
                    <a:pt x="6542361" y="3063804"/>
                  </a:lnTo>
                  <a:lnTo>
                    <a:pt x="6619605" y="3070559"/>
                  </a:lnTo>
                  <a:lnTo>
                    <a:pt x="6696849" y="3077205"/>
                  </a:lnTo>
                  <a:lnTo>
                    <a:pt x="6774092" y="3083744"/>
                  </a:lnTo>
                  <a:lnTo>
                    <a:pt x="6851336" y="3090178"/>
                  </a:lnTo>
                  <a:lnTo>
                    <a:pt x="6928579" y="3096508"/>
                  </a:lnTo>
                  <a:lnTo>
                    <a:pt x="7005823" y="3102737"/>
                  </a:lnTo>
                  <a:lnTo>
                    <a:pt x="7083066" y="3108865"/>
                  </a:lnTo>
                  <a:lnTo>
                    <a:pt x="7160310" y="3114895"/>
                  </a:lnTo>
                  <a:lnTo>
                    <a:pt x="7237554" y="3120828"/>
                  </a:lnTo>
                  <a:lnTo>
                    <a:pt x="7314797" y="3126665"/>
                  </a:lnTo>
                  <a:lnTo>
                    <a:pt x="7392041" y="3132409"/>
                  </a:lnTo>
                  <a:lnTo>
                    <a:pt x="7392041" y="3423835"/>
                  </a:lnTo>
                  <a:lnTo>
                    <a:pt x="7314797" y="3420788"/>
                  </a:lnTo>
                  <a:lnTo>
                    <a:pt x="7237554" y="3417586"/>
                  </a:lnTo>
                  <a:lnTo>
                    <a:pt x="7160310" y="3414221"/>
                  </a:lnTo>
                  <a:lnTo>
                    <a:pt x="7083066" y="3410685"/>
                  </a:lnTo>
                  <a:lnTo>
                    <a:pt x="7005823" y="3406970"/>
                  </a:lnTo>
                  <a:lnTo>
                    <a:pt x="6928579" y="3403065"/>
                  </a:lnTo>
                  <a:lnTo>
                    <a:pt x="6851336" y="3398962"/>
                  </a:lnTo>
                  <a:lnTo>
                    <a:pt x="6774092" y="3394650"/>
                  </a:lnTo>
                  <a:lnTo>
                    <a:pt x="6696849" y="3390119"/>
                  </a:lnTo>
                  <a:lnTo>
                    <a:pt x="6619605" y="3385358"/>
                  </a:lnTo>
                  <a:lnTo>
                    <a:pt x="6542361" y="3380354"/>
                  </a:lnTo>
                  <a:lnTo>
                    <a:pt x="6465118" y="3375096"/>
                  </a:lnTo>
                  <a:lnTo>
                    <a:pt x="6387874" y="3369570"/>
                  </a:lnTo>
                  <a:lnTo>
                    <a:pt x="6310631" y="3363764"/>
                  </a:lnTo>
                  <a:lnTo>
                    <a:pt x="6233387" y="3357662"/>
                  </a:lnTo>
                  <a:lnTo>
                    <a:pt x="6156144" y="3351250"/>
                  </a:lnTo>
                  <a:lnTo>
                    <a:pt x="6078900" y="3344511"/>
                  </a:lnTo>
                  <a:lnTo>
                    <a:pt x="6001656" y="3337430"/>
                  </a:lnTo>
                  <a:lnTo>
                    <a:pt x="5924413" y="3329989"/>
                  </a:lnTo>
                  <a:lnTo>
                    <a:pt x="5847169" y="3322170"/>
                  </a:lnTo>
                  <a:lnTo>
                    <a:pt x="5769926" y="3313952"/>
                  </a:lnTo>
                  <a:lnTo>
                    <a:pt x="5692682" y="3305317"/>
                  </a:lnTo>
                  <a:lnTo>
                    <a:pt x="5615439" y="3296243"/>
                  </a:lnTo>
                  <a:lnTo>
                    <a:pt x="5538195" y="3286707"/>
                  </a:lnTo>
                  <a:lnTo>
                    <a:pt x="5460951" y="3276687"/>
                  </a:lnTo>
                  <a:lnTo>
                    <a:pt x="5383708" y="3266156"/>
                  </a:lnTo>
                  <a:lnTo>
                    <a:pt x="5306464" y="3255091"/>
                  </a:lnTo>
                  <a:lnTo>
                    <a:pt x="5229221" y="3243462"/>
                  </a:lnTo>
                  <a:lnTo>
                    <a:pt x="5151977" y="3231242"/>
                  </a:lnTo>
                  <a:lnTo>
                    <a:pt x="5074734" y="3218401"/>
                  </a:lnTo>
                  <a:lnTo>
                    <a:pt x="4997490" y="3204906"/>
                  </a:lnTo>
                  <a:lnTo>
                    <a:pt x="4920246" y="3190725"/>
                  </a:lnTo>
                  <a:lnTo>
                    <a:pt x="4843003" y="3175823"/>
                  </a:lnTo>
                  <a:lnTo>
                    <a:pt x="4765759" y="3160163"/>
                  </a:lnTo>
                  <a:lnTo>
                    <a:pt x="4688516" y="3143707"/>
                  </a:lnTo>
                  <a:lnTo>
                    <a:pt x="4611272" y="3126414"/>
                  </a:lnTo>
                  <a:lnTo>
                    <a:pt x="4534029" y="3108242"/>
                  </a:lnTo>
                  <a:lnTo>
                    <a:pt x="4456785" y="3089145"/>
                  </a:lnTo>
                  <a:lnTo>
                    <a:pt x="4379541" y="3069077"/>
                  </a:lnTo>
                  <a:lnTo>
                    <a:pt x="4302298" y="3047988"/>
                  </a:lnTo>
                  <a:lnTo>
                    <a:pt x="4225054" y="3025827"/>
                  </a:lnTo>
                  <a:lnTo>
                    <a:pt x="4147811" y="3002539"/>
                  </a:lnTo>
                  <a:lnTo>
                    <a:pt x="4070567" y="2978067"/>
                  </a:lnTo>
                  <a:lnTo>
                    <a:pt x="3993324" y="2952350"/>
                  </a:lnTo>
                  <a:lnTo>
                    <a:pt x="3916080" y="2925325"/>
                  </a:lnTo>
                  <a:lnTo>
                    <a:pt x="3838836" y="2896925"/>
                  </a:lnTo>
                  <a:lnTo>
                    <a:pt x="3761593" y="2867082"/>
                  </a:lnTo>
                  <a:lnTo>
                    <a:pt x="3684349" y="2835721"/>
                  </a:lnTo>
                  <a:lnTo>
                    <a:pt x="3607106" y="2802764"/>
                  </a:lnTo>
                  <a:lnTo>
                    <a:pt x="3529862" y="2768132"/>
                  </a:lnTo>
                  <a:lnTo>
                    <a:pt x="3452619" y="2731739"/>
                  </a:lnTo>
                  <a:lnTo>
                    <a:pt x="3375375" y="2693494"/>
                  </a:lnTo>
                  <a:lnTo>
                    <a:pt x="3298131" y="2653963"/>
                  </a:lnTo>
                  <a:lnTo>
                    <a:pt x="3220888" y="2640398"/>
                  </a:lnTo>
                  <a:lnTo>
                    <a:pt x="3143644" y="2626612"/>
                  </a:lnTo>
                  <a:lnTo>
                    <a:pt x="3066401" y="2612600"/>
                  </a:lnTo>
                  <a:lnTo>
                    <a:pt x="2989157" y="2598358"/>
                  </a:lnTo>
                  <a:lnTo>
                    <a:pt x="2911914" y="2583884"/>
                  </a:lnTo>
                  <a:lnTo>
                    <a:pt x="2834670" y="2569174"/>
                  </a:lnTo>
                  <a:lnTo>
                    <a:pt x="2757426" y="2554223"/>
                  </a:lnTo>
                  <a:lnTo>
                    <a:pt x="2680183" y="2539027"/>
                  </a:lnTo>
                  <a:lnTo>
                    <a:pt x="2602939" y="2523584"/>
                  </a:lnTo>
                  <a:lnTo>
                    <a:pt x="2525696" y="2507887"/>
                  </a:lnTo>
                  <a:lnTo>
                    <a:pt x="2448452" y="2491934"/>
                  </a:lnTo>
                  <a:lnTo>
                    <a:pt x="2371209" y="2475720"/>
                  </a:lnTo>
                  <a:lnTo>
                    <a:pt x="2293965" y="2459242"/>
                  </a:lnTo>
                  <a:lnTo>
                    <a:pt x="2216721" y="2442494"/>
                  </a:lnTo>
                  <a:lnTo>
                    <a:pt x="2139478" y="2425472"/>
                  </a:lnTo>
                  <a:lnTo>
                    <a:pt x="2062234" y="2408171"/>
                  </a:lnTo>
                  <a:lnTo>
                    <a:pt x="1984991" y="2390588"/>
                  </a:lnTo>
                  <a:lnTo>
                    <a:pt x="1907747" y="2372718"/>
                  </a:lnTo>
                  <a:lnTo>
                    <a:pt x="1830504" y="2354555"/>
                  </a:lnTo>
                  <a:lnTo>
                    <a:pt x="1753260" y="2336096"/>
                  </a:lnTo>
                  <a:lnTo>
                    <a:pt x="1676016" y="2317334"/>
                  </a:lnTo>
                  <a:lnTo>
                    <a:pt x="1598773" y="2298266"/>
                  </a:lnTo>
                  <a:lnTo>
                    <a:pt x="1521529" y="2278886"/>
                  </a:lnTo>
                  <a:lnTo>
                    <a:pt x="1444286" y="2259190"/>
                  </a:lnTo>
                  <a:lnTo>
                    <a:pt x="1367042" y="2239171"/>
                  </a:lnTo>
                  <a:lnTo>
                    <a:pt x="1289799" y="2218826"/>
                  </a:lnTo>
                  <a:lnTo>
                    <a:pt x="1212555" y="2198147"/>
                  </a:lnTo>
                  <a:lnTo>
                    <a:pt x="1135311" y="2177131"/>
                  </a:lnTo>
                  <a:lnTo>
                    <a:pt x="1058068" y="2155771"/>
                  </a:lnTo>
                  <a:lnTo>
                    <a:pt x="980824" y="2134062"/>
                  </a:lnTo>
                  <a:lnTo>
                    <a:pt x="903581" y="2111997"/>
                  </a:lnTo>
                  <a:lnTo>
                    <a:pt x="826337" y="2089573"/>
                  </a:lnTo>
                  <a:lnTo>
                    <a:pt x="749094" y="2066781"/>
                  </a:lnTo>
                  <a:lnTo>
                    <a:pt x="671850" y="2043617"/>
                  </a:lnTo>
                  <a:lnTo>
                    <a:pt x="594606" y="2020075"/>
                  </a:lnTo>
                  <a:lnTo>
                    <a:pt x="517363" y="1996147"/>
                  </a:lnTo>
                  <a:lnTo>
                    <a:pt x="440119" y="1971829"/>
                  </a:lnTo>
                  <a:lnTo>
                    <a:pt x="362876" y="1947112"/>
                  </a:lnTo>
                  <a:lnTo>
                    <a:pt x="285632" y="1921992"/>
                  </a:lnTo>
                  <a:lnTo>
                    <a:pt x="208389" y="1896461"/>
                  </a:lnTo>
                  <a:lnTo>
                    <a:pt x="131145" y="1870513"/>
                  </a:lnTo>
                  <a:lnTo>
                    <a:pt x="53901" y="1844140"/>
                  </a:lnTo>
                  <a:lnTo>
                    <a:pt x="0" y="182543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82989" y="2073503"/>
              <a:ext cx="6326569" cy="3132409"/>
            </a:xfrm>
            <a:custGeom>
              <a:avLst/>
              <a:pathLst>
                <a:path w="6326569" h="3132409">
                  <a:moveTo>
                    <a:pt x="0" y="0"/>
                  </a:moveTo>
                  <a:lnTo>
                    <a:pt x="69839" y="153147"/>
                  </a:lnTo>
                  <a:lnTo>
                    <a:pt x="147083" y="314331"/>
                  </a:lnTo>
                  <a:lnTo>
                    <a:pt x="224327" y="467716"/>
                  </a:lnTo>
                  <a:lnTo>
                    <a:pt x="301570" y="613677"/>
                  </a:lnTo>
                  <a:lnTo>
                    <a:pt x="378814" y="752574"/>
                  </a:lnTo>
                  <a:lnTo>
                    <a:pt x="456057" y="884750"/>
                  </a:lnTo>
                  <a:lnTo>
                    <a:pt x="533301" y="1010528"/>
                  </a:lnTo>
                  <a:lnTo>
                    <a:pt x="610544" y="1130220"/>
                  </a:lnTo>
                  <a:lnTo>
                    <a:pt x="687788" y="1244119"/>
                  </a:lnTo>
                  <a:lnTo>
                    <a:pt x="765032" y="1352506"/>
                  </a:lnTo>
                  <a:lnTo>
                    <a:pt x="842275" y="1455648"/>
                  </a:lnTo>
                  <a:lnTo>
                    <a:pt x="919519" y="1553798"/>
                  </a:lnTo>
                  <a:lnTo>
                    <a:pt x="996762" y="1647198"/>
                  </a:lnTo>
                  <a:lnTo>
                    <a:pt x="1074006" y="1736078"/>
                  </a:lnTo>
                  <a:lnTo>
                    <a:pt x="1151249" y="1820657"/>
                  </a:lnTo>
                  <a:lnTo>
                    <a:pt x="1228493" y="1901142"/>
                  </a:lnTo>
                  <a:lnTo>
                    <a:pt x="1305737" y="1977732"/>
                  </a:lnTo>
                  <a:lnTo>
                    <a:pt x="1382980" y="2050616"/>
                  </a:lnTo>
                  <a:lnTo>
                    <a:pt x="1460224" y="2119973"/>
                  </a:lnTo>
                  <a:lnTo>
                    <a:pt x="1537467" y="2185972"/>
                  </a:lnTo>
                  <a:lnTo>
                    <a:pt x="1614711" y="2248778"/>
                  </a:lnTo>
                  <a:lnTo>
                    <a:pt x="1691954" y="2308545"/>
                  </a:lnTo>
                  <a:lnTo>
                    <a:pt x="1769198" y="2365419"/>
                  </a:lnTo>
                  <a:lnTo>
                    <a:pt x="1846442" y="2419540"/>
                  </a:lnTo>
                  <a:lnTo>
                    <a:pt x="1923685" y="2471043"/>
                  </a:lnTo>
                  <a:lnTo>
                    <a:pt x="2000929" y="2520053"/>
                  </a:lnTo>
                  <a:lnTo>
                    <a:pt x="2078172" y="2566691"/>
                  </a:lnTo>
                  <a:lnTo>
                    <a:pt x="2155416" y="2611072"/>
                  </a:lnTo>
                  <a:lnTo>
                    <a:pt x="2232659" y="2653305"/>
                  </a:lnTo>
                  <a:lnTo>
                    <a:pt x="2309903" y="2667310"/>
                  </a:lnTo>
                  <a:lnTo>
                    <a:pt x="2387147" y="2680442"/>
                  </a:lnTo>
                  <a:lnTo>
                    <a:pt x="2464390" y="2693363"/>
                  </a:lnTo>
                  <a:lnTo>
                    <a:pt x="2541634" y="2706076"/>
                  </a:lnTo>
                  <a:lnTo>
                    <a:pt x="2618877" y="2718585"/>
                  </a:lnTo>
                  <a:lnTo>
                    <a:pt x="2696121" y="2730892"/>
                  </a:lnTo>
                  <a:lnTo>
                    <a:pt x="2773364" y="2743001"/>
                  </a:lnTo>
                  <a:lnTo>
                    <a:pt x="2850608" y="2754916"/>
                  </a:lnTo>
                  <a:lnTo>
                    <a:pt x="2927852" y="2766639"/>
                  </a:lnTo>
                  <a:lnTo>
                    <a:pt x="3005095" y="2778173"/>
                  </a:lnTo>
                  <a:lnTo>
                    <a:pt x="3082339" y="2789522"/>
                  </a:lnTo>
                  <a:lnTo>
                    <a:pt x="3159582" y="2800689"/>
                  </a:lnTo>
                  <a:lnTo>
                    <a:pt x="3236826" y="2811675"/>
                  </a:lnTo>
                  <a:lnTo>
                    <a:pt x="3314069" y="2822485"/>
                  </a:lnTo>
                  <a:lnTo>
                    <a:pt x="3391313" y="2833122"/>
                  </a:lnTo>
                  <a:lnTo>
                    <a:pt x="3468557" y="2843587"/>
                  </a:lnTo>
                  <a:lnTo>
                    <a:pt x="3545800" y="2853883"/>
                  </a:lnTo>
                  <a:lnTo>
                    <a:pt x="3623044" y="2864014"/>
                  </a:lnTo>
                  <a:lnTo>
                    <a:pt x="3700287" y="2873983"/>
                  </a:lnTo>
                  <a:lnTo>
                    <a:pt x="3777531" y="2883790"/>
                  </a:lnTo>
                  <a:lnTo>
                    <a:pt x="3854774" y="2893441"/>
                  </a:lnTo>
                  <a:lnTo>
                    <a:pt x="3932018" y="2902935"/>
                  </a:lnTo>
                  <a:lnTo>
                    <a:pt x="4009262" y="2912278"/>
                  </a:lnTo>
                  <a:lnTo>
                    <a:pt x="4086505" y="2921469"/>
                  </a:lnTo>
                  <a:lnTo>
                    <a:pt x="4163749" y="2930513"/>
                  </a:lnTo>
                  <a:lnTo>
                    <a:pt x="4240992" y="2939412"/>
                  </a:lnTo>
                  <a:lnTo>
                    <a:pt x="4318236" y="2948167"/>
                  </a:lnTo>
                  <a:lnTo>
                    <a:pt x="4395479" y="2956782"/>
                  </a:lnTo>
                  <a:lnTo>
                    <a:pt x="4472723" y="2965258"/>
                  </a:lnTo>
                  <a:lnTo>
                    <a:pt x="4549967" y="2973598"/>
                  </a:lnTo>
                  <a:lnTo>
                    <a:pt x="4627210" y="2981803"/>
                  </a:lnTo>
                  <a:lnTo>
                    <a:pt x="4704454" y="2989877"/>
                  </a:lnTo>
                  <a:lnTo>
                    <a:pt x="4781697" y="2997821"/>
                  </a:lnTo>
                  <a:lnTo>
                    <a:pt x="4858941" y="3005637"/>
                  </a:lnTo>
                  <a:lnTo>
                    <a:pt x="4936185" y="3013327"/>
                  </a:lnTo>
                  <a:lnTo>
                    <a:pt x="5013428" y="3020893"/>
                  </a:lnTo>
                  <a:lnTo>
                    <a:pt x="5090672" y="3028338"/>
                  </a:lnTo>
                  <a:lnTo>
                    <a:pt x="5167915" y="3035663"/>
                  </a:lnTo>
                  <a:lnTo>
                    <a:pt x="5245159" y="3042870"/>
                  </a:lnTo>
                  <a:lnTo>
                    <a:pt x="5322402" y="3049962"/>
                  </a:lnTo>
                  <a:lnTo>
                    <a:pt x="5399646" y="3056939"/>
                  </a:lnTo>
                  <a:lnTo>
                    <a:pt x="5476890" y="3063804"/>
                  </a:lnTo>
                  <a:lnTo>
                    <a:pt x="5554133" y="3070559"/>
                  </a:lnTo>
                  <a:lnTo>
                    <a:pt x="5631377" y="3077205"/>
                  </a:lnTo>
                  <a:lnTo>
                    <a:pt x="5708620" y="3083744"/>
                  </a:lnTo>
                  <a:lnTo>
                    <a:pt x="5785864" y="3090178"/>
                  </a:lnTo>
                  <a:lnTo>
                    <a:pt x="5863107" y="3096508"/>
                  </a:lnTo>
                  <a:lnTo>
                    <a:pt x="5940351" y="3102737"/>
                  </a:lnTo>
                  <a:lnTo>
                    <a:pt x="6017595" y="3108865"/>
                  </a:lnTo>
                  <a:lnTo>
                    <a:pt x="6094838" y="3114895"/>
                  </a:lnTo>
                  <a:lnTo>
                    <a:pt x="6172082" y="3120828"/>
                  </a:lnTo>
                  <a:lnTo>
                    <a:pt x="6249325" y="3126665"/>
                  </a:lnTo>
                  <a:lnTo>
                    <a:pt x="6326569" y="31324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3898939"/>
              <a:ext cx="7392041" cy="1598398"/>
            </a:xfrm>
            <a:custGeom>
              <a:avLst/>
              <a:pathLst>
                <a:path w="7392041" h="1598398">
                  <a:moveTo>
                    <a:pt x="7392041" y="1598398"/>
                  </a:moveTo>
                  <a:lnTo>
                    <a:pt x="7314797" y="1595351"/>
                  </a:lnTo>
                  <a:lnTo>
                    <a:pt x="7237554" y="1592149"/>
                  </a:lnTo>
                  <a:lnTo>
                    <a:pt x="7160310" y="1588784"/>
                  </a:lnTo>
                  <a:lnTo>
                    <a:pt x="7083066" y="1585249"/>
                  </a:lnTo>
                  <a:lnTo>
                    <a:pt x="7005823" y="1581533"/>
                  </a:lnTo>
                  <a:lnTo>
                    <a:pt x="6928579" y="1577628"/>
                  </a:lnTo>
                  <a:lnTo>
                    <a:pt x="6851336" y="1573525"/>
                  </a:lnTo>
                  <a:lnTo>
                    <a:pt x="6774092" y="1569213"/>
                  </a:lnTo>
                  <a:lnTo>
                    <a:pt x="6696849" y="1564682"/>
                  </a:lnTo>
                  <a:lnTo>
                    <a:pt x="6619605" y="1559921"/>
                  </a:lnTo>
                  <a:lnTo>
                    <a:pt x="6542361" y="1554917"/>
                  </a:lnTo>
                  <a:lnTo>
                    <a:pt x="6465118" y="1549659"/>
                  </a:lnTo>
                  <a:lnTo>
                    <a:pt x="6387874" y="1544133"/>
                  </a:lnTo>
                  <a:lnTo>
                    <a:pt x="6310631" y="1538327"/>
                  </a:lnTo>
                  <a:lnTo>
                    <a:pt x="6233387" y="1532225"/>
                  </a:lnTo>
                  <a:lnTo>
                    <a:pt x="6156144" y="1525813"/>
                  </a:lnTo>
                  <a:lnTo>
                    <a:pt x="6078900" y="1519074"/>
                  </a:lnTo>
                  <a:lnTo>
                    <a:pt x="6001656" y="1511993"/>
                  </a:lnTo>
                  <a:lnTo>
                    <a:pt x="5924413" y="1504552"/>
                  </a:lnTo>
                  <a:lnTo>
                    <a:pt x="5847169" y="1496733"/>
                  </a:lnTo>
                  <a:lnTo>
                    <a:pt x="5769926" y="1488516"/>
                  </a:lnTo>
                  <a:lnTo>
                    <a:pt x="5692682" y="1479881"/>
                  </a:lnTo>
                  <a:lnTo>
                    <a:pt x="5615439" y="1470806"/>
                  </a:lnTo>
                  <a:lnTo>
                    <a:pt x="5538195" y="1461271"/>
                  </a:lnTo>
                  <a:lnTo>
                    <a:pt x="5460951" y="1451250"/>
                  </a:lnTo>
                  <a:lnTo>
                    <a:pt x="5383708" y="1440720"/>
                  </a:lnTo>
                  <a:lnTo>
                    <a:pt x="5306464" y="1429654"/>
                  </a:lnTo>
                  <a:lnTo>
                    <a:pt x="5229221" y="1418025"/>
                  </a:lnTo>
                  <a:lnTo>
                    <a:pt x="5151977" y="1405805"/>
                  </a:lnTo>
                  <a:lnTo>
                    <a:pt x="5074734" y="1392964"/>
                  </a:lnTo>
                  <a:lnTo>
                    <a:pt x="4997490" y="1379469"/>
                  </a:lnTo>
                  <a:lnTo>
                    <a:pt x="4920246" y="1365288"/>
                  </a:lnTo>
                  <a:lnTo>
                    <a:pt x="4843003" y="1350386"/>
                  </a:lnTo>
                  <a:lnTo>
                    <a:pt x="4765759" y="1334727"/>
                  </a:lnTo>
                  <a:lnTo>
                    <a:pt x="4688516" y="1318270"/>
                  </a:lnTo>
                  <a:lnTo>
                    <a:pt x="4611272" y="1300977"/>
                  </a:lnTo>
                  <a:lnTo>
                    <a:pt x="4534029" y="1282805"/>
                  </a:lnTo>
                  <a:lnTo>
                    <a:pt x="4456785" y="1263708"/>
                  </a:lnTo>
                  <a:lnTo>
                    <a:pt x="4379541" y="1243640"/>
                  </a:lnTo>
                  <a:lnTo>
                    <a:pt x="4302298" y="1222551"/>
                  </a:lnTo>
                  <a:lnTo>
                    <a:pt x="4225054" y="1200390"/>
                  </a:lnTo>
                  <a:lnTo>
                    <a:pt x="4147811" y="1177102"/>
                  </a:lnTo>
                  <a:lnTo>
                    <a:pt x="4070567" y="1152630"/>
                  </a:lnTo>
                  <a:lnTo>
                    <a:pt x="3993324" y="1126913"/>
                  </a:lnTo>
                  <a:lnTo>
                    <a:pt x="3916080" y="1099888"/>
                  </a:lnTo>
                  <a:lnTo>
                    <a:pt x="3838836" y="1071489"/>
                  </a:lnTo>
                  <a:lnTo>
                    <a:pt x="3761593" y="1041645"/>
                  </a:lnTo>
                  <a:lnTo>
                    <a:pt x="3684349" y="1010284"/>
                  </a:lnTo>
                  <a:lnTo>
                    <a:pt x="3607106" y="977328"/>
                  </a:lnTo>
                  <a:lnTo>
                    <a:pt x="3529862" y="942695"/>
                  </a:lnTo>
                  <a:lnTo>
                    <a:pt x="3452619" y="906302"/>
                  </a:lnTo>
                  <a:lnTo>
                    <a:pt x="3375375" y="868057"/>
                  </a:lnTo>
                  <a:lnTo>
                    <a:pt x="3298131" y="828526"/>
                  </a:lnTo>
                  <a:lnTo>
                    <a:pt x="3220888" y="814962"/>
                  </a:lnTo>
                  <a:lnTo>
                    <a:pt x="3143644" y="801175"/>
                  </a:lnTo>
                  <a:lnTo>
                    <a:pt x="3066401" y="787163"/>
                  </a:lnTo>
                  <a:lnTo>
                    <a:pt x="2989157" y="772922"/>
                  </a:lnTo>
                  <a:lnTo>
                    <a:pt x="2911914" y="758448"/>
                  </a:lnTo>
                  <a:lnTo>
                    <a:pt x="2834670" y="743737"/>
                  </a:lnTo>
                  <a:lnTo>
                    <a:pt x="2757426" y="728786"/>
                  </a:lnTo>
                  <a:lnTo>
                    <a:pt x="2680183" y="713591"/>
                  </a:lnTo>
                  <a:lnTo>
                    <a:pt x="2602939" y="698147"/>
                  </a:lnTo>
                  <a:lnTo>
                    <a:pt x="2525696" y="682450"/>
                  </a:lnTo>
                  <a:lnTo>
                    <a:pt x="2448452" y="666497"/>
                  </a:lnTo>
                  <a:lnTo>
                    <a:pt x="2371209" y="650284"/>
                  </a:lnTo>
                  <a:lnTo>
                    <a:pt x="2293965" y="633805"/>
                  </a:lnTo>
                  <a:lnTo>
                    <a:pt x="2216721" y="617057"/>
                  </a:lnTo>
                  <a:lnTo>
                    <a:pt x="2139478" y="600035"/>
                  </a:lnTo>
                  <a:lnTo>
                    <a:pt x="2062234" y="582734"/>
                  </a:lnTo>
                  <a:lnTo>
                    <a:pt x="1984991" y="565151"/>
                  </a:lnTo>
                  <a:lnTo>
                    <a:pt x="1907747" y="547281"/>
                  </a:lnTo>
                  <a:lnTo>
                    <a:pt x="1830504" y="529118"/>
                  </a:lnTo>
                  <a:lnTo>
                    <a:pt x="1753260" y="510659"/>
                  </a:lnTo>
                  <a:lnTo>
                    <a:pt x="1676016" y="491897"/>
                  </a:lnTo>
                  <a:lnTo>
                    <a:pt x="1598773" y="472829"/>
                  </a:lnTo>
                  <a:lnTo>
                    <a:pt x="1521529" y="453450"/>
                  </a:lnTo>
                  <a:lnTo>
                    <a:pt x="1444286" y="433753"/>
                  </a:lnTo>
                  <a:lnTo>
                    <a:pt x="1367042" y="413735"/>
                  </a:lnTo>
                  <a:lnTo>
                    <a:pt x="1289799" y="393389"/>
                  </a:lnTo>
                  <a:lnTo>
                    <a:pt x="1212555" y="372710"/>
                  </a:lnTo>
                  <a:lnTo>
                    <a:pt x="1135311" y="351694"/>
                  </a:lnTo>
                  <a:lnTo>
                    <a:pt x="1058068" y="330334"/>
                  </a:lnTo>
                  <a:lnTo>
                    <a:pt x="980824" y="308625"/>
                  </a:lnTo>
                  <a:lnTo>
                    <a:pt x="903581" y="286561"/>
                  </a:lnTo>
                  <a:lnTo>
                    <a:pt x="826337" y="264136"/>
                  </a:lnTo>
                  <a:lnTo>
                    <a:pt x="749094" y="241344"/>
                  </a:lnTo>
                  <a:lnTo>
                    <a:pt x="671850" y="218180"/>
                  </a:lnTo>
                  <a:lnTo>
                    <a:pt x="594606" y="194638"/>
                  </a:lnTo>
                  <a:lnTo>
                    <a:pt x="517363" y="170710"/>
                  </a:lnTo>
                  <a:lnTo>
                    <a:pt x="440119" y="146392"/>
                  </a:lnTo>
                  <a:lnTo>
                    <a:pt x="362876" y="121675"/>
                  </a:lnTo>
                  <a:lnTo>
                    <a:pt x="285632" y="96555"/>
                  </a:lnTo>
                  <a:lnTo>
                    <a:pt x="208389" y="71024"/>
                  </a:lnTo>
                  <a:lnTo>
                    <a:pt x="131145" y="45076"/>
                  </a:lnTo>
                  <a:lnTo>
                    <a:pt x="53901" y="187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2173038"/>
              <a:ext cx="7392041" cy="3239127"/>
            </a:xfrm>
            <a:custGeom>
              <a:avLst/>
              <a:pathLst>
                <a:path w="7392041" h="3239127">
                  <a:moveTo>
                    <a:pt x="0" y="0"/>
                  </a:moveTo>
                  <a:lnTo>
                    <a:pt x="53901" y="77210"/>
                  </a:lnTo>
                  <a:lnTo>
                    <a:pt x="131145" y="184273"/>
                  </a:lnTo>
                  <a:lnTo>
                    <a:pt x="208389" y="287870"/>
                  </a:lnTo>
                  <a:lnTo>
                    <a:pt x="285632" y="388113"/>
                  </a:lnTo>
                  <a:lnTo>
                    <a:pt x="362876" y="485111"/>
                  </a:lnTo>
                  <a:lnTo>
                    <a:pt x="440119" y="578969"/>
                  </a:lnTo>
                  <a:lnTo>
                    <a:pt x="517363" y="669788"/>
                  </a:lnTo>
                  <a:lnTo>
                    <a:pt x="594606" y="757666"/>
                  </a:lnTo>
                  <a:lnTo>
                    <a:pt x="671850" y="842700"/>
                  </a:lnTo>
                  <a:lnTo>
                    <a:pt x="749094" y="924981"/>
                  </a:lnTo>
                  <a:lnTo>
                    <a:pt x="826337" y="1004598"/>
                  </a:lnTo>
                  <a:lnTo>
                    <a:pt x="903581" y="1081637"/>
                  </a:lnTo>
                  <a:lnTo>
                    <a:pt x="980824" y="1156182"/>
                  </a:lnTo>
                  <a:lnTo>
                    <a:pt x="1058068" y="1228314"/>
                  </a:lnTo>
                  <a:lnTo>
                    <a:pt x="1135311" y="1298111"/>
                  </a:lnTo>
                  <a:lnTo>
                    <a:pt x="1212555" y="1365648"/>
                  </a:lnTo>
                  <a:lnTo>
                    <a:pt x="1289799" y="1430998"/>
                  </a:lnTo>
                  <a:lnTo>
                    <a:pt x="1367042" y="1494233"/>
                  </a:lnTo>
                  <a:lnTo>
                    <a:pt x="1444286" y="1555420"/>
                  </a:lnTo>
                  <a:lnTo>
                    <a:pt x="1521529" y="1614627"/>
                  </a:lnTo>
                  <a:lnTo>
                    <a:pt x="1598773" y="1671917"/>
                  </a:lnTo>
                  <a:lnTo>
                    <a:pt x="1676016" y="1727352"/>
                  </a:lnTo>
                  <a:lnTo>
                    <a:pt x="1753260" y="1780992"/>
                  </a:lnTo>
                  <a:lnTo>
                    <a:pt x="1830504" y="1832896"/>
                  </a:lnTo>
                  <a:lnTo>
                    <a:pt x="1907747" y="1883119"/>
                  </a:lnTo>
                  <a:lnTo>
                    <a:pt x="1984991" y="1931717"/>
                  </a:lnTo>
                  <a:lnTo>
                    <a:pt x="2062234" y="1978741"/>
                  </a:lnTo>
                  <a:lnTo>
                    <a:pt x="2139478" y="2024243"/>
                  </a:lnTo>
                  <a:lnTo>
                    <a:pt x="2216721" y="2068271"/>
                  </a:lnTo>
                  <a:lnTo>
                    <a:pt x="2293965" y="2110874"/>
                  </a:lnTo>
                  <a:lnTo>
                    <a:pt x="2371209" y="2152098"/>
                  </a:lnTo>
                  <a:lnTo>
                    <a:pt x="2448452" y="2191988"/>
                  </a:lnTo>
                  <a:lnTo>
                    <a:pt x="2525696" y="2230586"/>
                  </a:lnTo>
                  <a:lnTo>
                    <a:pt x="2602939" y="2267934"/>
                  </a:lnTo>
                  <a:lnTo>
                    <a:pt x="2680183" y="2304073"/>
                  </a:lnTo>
                  <a:lnTo>
                    <a:pt x="2757426" y="2339042"/>
                  </a:lnTo>
                  <a:lnTo>
                    <a:pt x="2834670" y="2372879"/>
                  </a:lnTo>
                  <a:lnTo>
                    <a:pt x="2911914" y="2405621"/>
                  </a:lnTo>
                  <a:lnTo>
                    <a:pt x="2989157" y="2437302"/>
                  </a:lnTo>
                  <a:lnTo>
                    <a:pt x="3066401" y="2467958"/>
                  </a:lnTo>
                  <a:lnTo>
                    <a:pt x="3143644" y="2497622"/>
                  </a:lnTo>
                  <a:lnTo>
                    <a:pt x="3220888" y="2526325"/>
                  </a:lnTo>
                  <a:lnTo>
                    <a:pt x="3298131" y="2554099"/>
                  </a:lnTo>
                  <a:lnTo>
                    <a:pt x="3375375" y="2580973"/>
                  </a:lnTo>
                  <a:lnTo>
                    <a:pt x="3452619" y="2606978"/>
                  </a:lnTo>
                  <a:lnTo>
                    <a:pt x="3529862" y="2632141"/>
                  </a:lnTo>
                  <a:lnTo>
                    <a:pt x="3607106" y="2656489"/>
                  </a:lnTo>
                  <a:lnTo>
                    <a:pt x="3684349" y="2680049"/>
                  </a:lnTo>
                  <a:lnTo>
                    <a:pt x="3761593" y="2702846"/>
                  </a:lnTo>
                  <a:lnTo>
                    <a:pt x="3838836" y="2724905"/>
                  </a:lnTo>
                  <a:lnTo>
                    <a:pt x="3916080" y="2746249"/>
                  </a:lnTo>
                  <a:lnTo>
                    <a:pt x="3993324" y="2766903"/>
                  </a:lnTo>
                  <a:lnTo>
                    <a:pt x="4070567" y="2786888"/>
                  </a:lnTo>
                  <a:lnTo>
                    <a:pt x="4147811" y="2806227"/>
                  </a:lnTo>
                  <a:lnTo>
                    <a:pt x="4225054" y="2824939"/>
                  </a:lnTo>
                  <a:lnTo>
                    <a:pt x="4302298" y="2843045"/>
                  </a:lnTo>
                  <a:lnTo>
                    <a:pt x="4379541" y="2860565"/>
                  </a:lnTo>
                  <a:lnTo>
                    <a:pt x="4456785" y="2877518"/>
                  </a:lnTo>
                  <a:lnTo>
                    <a:pt x="4534029" y="2893922"/>
                  </a:lnTo>
                  <a:lnTo>
                    <a:pt x="4611272" y="2909795"/>
                  </a:lnTo>
                  <a:lnTo>
                    <a:pt x="4688516" y="2925154"/>
                  </a:lnTo>
                  <a:lnTo>
                    <a:pt x="4765759" y="2940016"/>
                  </a:lnTo>
                  <a:lnTo>
                    <a:pt x="4843003" y="2954397"/>
                  </a:lnTo>
                  <a:lnTo>
                    <a:pt x="4920246" y="2968312"/>
                  </a:lnTo>
                  <a:lnTo>
                    <a:pt x="4997490" y="2981776"/>
                  </a:lnTo>
                  <a:lnTo>
                    <a:pt x="5074734" y="2994805"/>
                  </a:lnTo>
                  <a:lnTo>
                    <a:pt x="5151977" y="3007412"/>
                  </a:lnTo>
                  <a:lnTo>
                    <a:pt x="5229221" y="3019611"/>
                  </a:lnTo>
                  <a:lnTo>
                    <a:pt x="5306464" y="3031415"/>
                  </a:lnTo>
                  <a:lnTo>
                    <a:pt x="5383708" y="3042836"/>
                  </a:lnTo>
                  <a:lnTo>
                    <a:pt x="5460951" y="3053888"/>
                  </a:lnTo>
                  <a:lnTo>
                    <a:pt x="5538195" y="3064582"/>
                  </a:lnTo>
                  <a:lnTo>
                    <a:pt x="5615439" y="3074930"/>
                  </a:lnTo>
                  <a:lnTo>
                    <a:pt x="5692682" y="3084943"/>
                  </a:lnTo>
                  <a:lnTo>
                    <a:pt x="5769926" y="3094632"/>
                  </a:lnTo>
                  <a:lnTo>
                    <a:pt x="5847169" y="3104007"/>
                  </a:lnTo>
                  <a:lnTo>
                    <a:pt x="5924413" y="3113078"/>
                  </a:lnTo>
                  <a:lnTo>
                    <a:pt x="6001656" y="3121856"/>
                  </a:lnTo>
                  <a:lnTo>
                    <a:pt x="6078900" y="3130350"/>
                  </a:lnTo>
                  <a:lnTo>
                    <a:pt x="6156144" y="3138569"/>
                  </a:lnTo>
                  <a:lnTo>
                    <a:pt x="6233387" y="3146521"/>
                  </a:lnTo>
                  <a:lnTo>
                    <a:pt x="6310631" y="3154216"/>
                  </a:lnTo>
                  <a:lnTo>
                    <a:pt x="6387874" y="3161662"/>
                  </a:lnTo>
                  <a:lnTo>
                    <a:pt x="6465118" y="3168867"/>
                  </a:lnTo>
                  <a:lnTo>
                    <a:pt x="6542361" y="3175839"/>
                  </a:lnTo>
                  <a:lnTo>
                    <a:pt x="6619605" y="3182585"/>
                  </a:lnTo>
                  <a:lnTo>
                    <a:pt x="6696849" y="3189113"/>
                  </a:lnTo>
                  <a:lnTo>
                    <a:pt x="6774092" y="3195429"/>
                  </a:lnTo>
                  <a:lnTo>
                    <a:pt x="6851336" y="3201541"/>
                  </a:lnTo>
                  <a:lnTo>
                    <a:pt x="6928579" y="3207454"/>
                  </a:lnTo>
                  <a:lnTo>
                    <a:pt x="7005823" y="3213177"/>
                  </a:lnTo>
                  <a:lnTo>
                    <a:pt x="7083066" y="3218714"/>
                  </a:lnTo>
                  <a:lnTo>
                    <a:pt x="7160310" y="3224072"/>
                  </a:lnTo>
                  <a:lnTo>
                    <a:pt x="7237554" y="3229256"/>
                  </a:lnTo>
                  <a:lnTo>
                    <a:pt x="7314797" y="3234273"/>
                  </a:lnTo>
                  <a:lnTo>
                    <a:pt x="7392041" y="323912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9987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1.46 (1.20-1.77), p_Bonf = &lt;0.001 (n = 6)  |  per IQR decline (Δ = 0.30): 3.05 (1.73-5.37)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2026-07-06T08:59:34Z</dcterms:modified>
  <cp:category/>
</cp:coreProperties>
</file>