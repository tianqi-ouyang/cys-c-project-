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236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183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200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6821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977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9412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621501"/>
            </a:xfrm>
            <a:custGeom>
              <a:avLst/>
              <a:pathLst>
                <a:path w="7090630" h="3621501">
                  <a:moveTo>
                    <a:pt x="0" y="2859892"/>
                  </a:moveTo>
                  <a:lnTo>
                    <a:pt x="71622" y="2858284"/>
                  </a:lnTo>
                  <a:lnTo>
                    <a:pt x="143245" y="2856673"/>
                  </a:lnTo>
                  <a:lnTo>
                    <a:pt x="214867" y="2855059"/>
                  </a:lnTo>
                  <a:lnTo>
                    <a:pt x="286490" y="2853441"/>
                  </a:lnTo>
                  <a:lnTo>
                    <a:pt x="358112" y="2851821"/>
                  </a:lnTo>
                  <a:lnTo>
                    <a:pt x="429735" y="2850196"/>
                  </a:lnTo>
                  <a:lnTo>
                    <a:pt x="501357" y="2848569"/>
                  </a:lnTo>
                  <a:lnTo>
                    <a:pt x="572980" y="2846938"/>
                  </a:lnTo>
                  <a:lnTo>
                    <a:pt x="644602" y="2845304"/>
                  </a:lnTo>
                  <a:lnTo>
                    <a:pt x="716225" y="2843667"/>
                  </a:lnTo>
                  <a:lnTo>
                    <a:pt x="787847" y="2842026"/>
                  </a:lnTo>
                  <a:lnTo>
                    <a:pt x="859470" y="2840382"/>
                  </a:lnTo>
                  <a:lnTo>
                    <a:pt x="931092" y="2838734"/>
                  </a:lnTo>
                  <a:lnTo>
                    <a:pt x="1002715" y="2837084"/>
                  </a:lnTo>
                  <a:lnTo>
                    <a:pt x="1074337" y="2835430"/>
                  </a:lnTo>
                  <a:lnTo>
                    <a:pt x="1145960" y="2833772"/>
                  </a:lnTo>
                  <a:lnTo>
                    <a:pt x="1217582" y="2832111"/>
                  </a:lnTo>
                  <a:lnTo>
                    <a:pt x="1289205" y="2830447"/>
                  </a:lnTo>
                  <a:lnTo>
                    <a:pt x="1360827" y="2828780"/>
                  </a:lnTo>
                  <a:lnTo>
                    <a:pt x="1432450" y="2827109"/>
                  </a:lnTo>
                  <a:lnTo>
                    <a:pt x="1504073" y="2825435"/>
                  </a:lnTo>
                  <a:lnTo>
                    <a:pt x="1575695" y="2823757"/>
                  </a:lnTo>
                  <a:lnTo>
                    <a:pt x="1647318" y="2822076"/>
                  </a:lnTo>
                  <a:lnTo>
                    <a:pt x="1718940" y="2820391"/>
                  </a:lnTo>
                  <a:lnTo>
                    <a:pt x="1790563" y="2818703"/>
                  </a:lnTo>
                  <a:lnTo>
                    <a:pt x="1862185" y="2817012"/>
                  </a:lnTo>
                  <a:lnTo>
                    <a:pt x="1933808" y="2815317"/>
                  </a:lnTo>
                  <a:lnTo>
                    <a:pt x="2005430" y="2813619"/>
                  </a:lnTo>
                  <a:lnTo>
                    <a:pt x="2077053" y="2811917"/>
                  </a:lnTo>
                  <a:lnTo>
                    <a:pt x="2148675" y="2810212"/>
                  </a:lnTo>
                  <a:lnTo>
                    <a:pt x="2220298" y="2808504"/>
                  </a:lnTo>
                  <a:lnTo>
                    <a:pt x="2291920" y="2806792"/>
                  </a:lnTo>
                  <a:lnTo>
                    <a:pt x="2363543" y="2805076"/>
                  </a:lnTo>
                  <a:lnTo>
                    <a:pt x="2435165" y="2803357"/>
                  </a:lnTo>
                  <a:lnTo>
                    <a:pt x="2506788" y="2801635"/>
                  </a:lnTo>
                  <a:lnTo>
                    <a:pt x="2578410" y="2799909"/>
                  </a:lnTo>
                  <a:lnTo>
                    <a:pt x="2650033" y="2798179"/>
                  </a:lnTo>
                  <a:lnTo>
                    <a:pt x="2721655" y="2796446"/>
                  </a:lnTo>
                  <a:lnTo>
                    <a:pt x="2793278" y="2794710"/>
                  </a:lnTo>
                  <a:lnTo>
                    <a:pt x="2864901" y="2792970"/>
                  </a:lnTo>
                  <a:lnTo>
                    <a:pt x="2936523" y="2791226"/>
                  </a:lnTo>
                  <a:lnTo>
                    <a:pt x="3008146" y="2789479"/>
                  </a:lnTo>
                  <a:lnTo>
                    <a:pt x="3079768" y="2787729"/>
                  </a:lnTo>
                  <a:lnTo>
                    <a:pt x="3151391" y="2785975"/>
                  </a:lnTo>
                  <a:lnTo>
                    <a:pt x="3223013" y="2784217"/>
                  </a:lnTo>
                  <a:lnTo>
                    <a:pt x="3294636" y="2764417"/>
                  </a:lnTo>
                  <a:lnTo>
                    <a:pt x="3366258" y="2697303"/>
                  </a:lnTo>
                  <a:lnTo>
                    <a:pt x="3437881" y="2625118"/>
                  </a:lnTo>
                  <a:lnTo>
                    <a:pt x="3509503" y="2547480"/>
                  </a:lnTo>
                  <a:lnTo>
                    <a:pt x="3581126" y="2463975"/>
                  </a:lnTo>
                  <a:lnTo>
                    <a:pt x="3652748" y="2374160"/>
                  </a:lnTo>
                  <a:lnTo>
                    <a:pt x="3724371" y="2277559"/>
                  </a:lnTo>
                  <a:lnTo>
                    <a:pt x="3795993" y="2173659"/>
                  </a:lnTo>
                  <a:lnTo>
                    <a:pt x="3867616" y="2061908"/>
                  </a:lnTo>
                  <a:lnTo>
                    <a:pt x="3939238" y="1941714"/>
                  </a:lnTo>
                  <a:lnTo>
                    <a:pt x="4010861" y="1812438"/>
                  </a:lnTo>
                  <a:lnTo>
                    <a:pt x="4082483" y="1673393"/>
                  </a:lnTo>
                  <a:lnTo>
                    <a:pt x="4154106" y="1523843"/>
                  </a:lnTo>
                  <a:lnTo>
                    <a:pt x="4225729" y="1362993"/>
                  </a:lnTo>
                  <a:lnTo>
                    <a:pt x="4297351" y="1189989"/>
                  </a:lnTo>
                  <a:lnTo>
                    <a:pt x="4368974" y="1003913"/>
                  </a:lnTo>
                  <a:lnTo>
                    <a:pt x="4440596" y="803778"/>
                  </a:lnTo>
                  <a:lnTo>
                    <a:pt x="4512219" y="588520"/>
                  </a:lnTo>
                  <a:lnTo>
                    <a:pt x="4583841" y="356998"/>
                  </a:lnTo>
                  <a:lnTo>
                    <a:pt x="4655464" y="107982"/>
                  </a:lnTo>
                  <a:lnTo>
                    <a:pt x="4684340" y="0"/>
                  </a:lnTo>
                  <a:lnTo>
                    <a:pt x="7090630" y="0"/>
                  </a:lnTo>
                  <a:lnTo>
                    <a:pt x="7090630" y="2683811"/>
                  </a:lnTo>
                  <a:lnTo>
                    <a:pt x="7019007" y="2685772"/>
                  </a:lnTo>
                  <a:lnTo>
                    <a:pt x="6947385" y="2687729"/>
                  </a:lnTo>
                  <a:lnTo>
                    <a:pt x="6875762" y="2689682"/>
                  </a:lnTo>
                  <a:lnTo>
                    <a:pt x="6804139" y="2691631"/>
                  </a:lnTo>
                  <a:lnTo>
                    <a:pt x="6732517" y="2693576"/>
                  </a:lnTo>
                  <a:lnTo>
                    <a:pt x="6660894" y="2695517"/>
                  </a:lnTo>
                  <a:lnTo>
                    <a:pt x="6589272" y="2697455"/>
                  </a:lnTo>
                  <a:lnTo>
                    <a:pt x="6517649" y="2699388"/>
                  </a:lnTo>
                  <a:lnTo>
                    <a:pt x="6446027" y="2701317"/>
                  </a:lnTo>
                  <a:lnTo>
                    <a:pt x="6374404" y="2703243"/>
                  </a:lnTo>
                  <a:lnTo>
                    <a:pt x="6302782" y="2705165"/>
                  </a:lnTo>
                  <a:lnTo>
                    <a:pt x="6231159" y="2707082"/>
                  </a:lnTo>
                  <a:lnTo>
                    <a:pt x="6159537" y="2708996"/>
                  </a:lnTo>
                  <a:lnTo>
                    <a:pt x="6087914" y="2710906"/>
                  </a:lnTo>
                  <a:lnTo>
                    <a:pt x="6016292" y="2712812"/>
                  </a:lnTo>
                  <a:lnTo>
                    <a:pt x="5944669" y="2714714"/>
                  </a:lnTo>
                  <a:lnTo>
                    <a:pt x="5873047" y="2716613"/>
                  </a:lnTo>
                  <a:lnTo>
                    <a:pt x="5801424" y="2718507"/>
                  </a:lnTo>
                  <a:lnTo>
                    <a:pt x="5729802" y="2720398"/>
                  </a:lnTo>
                  <a:lnTo>
                    <a:pt x="5658179" y="2722285"/>
                  </a:lnTo>
                  <a:lnTo>
                    <a:pt x="5586557" y="2724168"/>
                  </a:lnTo>
                  <a:lnTo>
                    <a:pt x="5514934" y="2726047"/>
                  </a:lnTo>
                  <a:lnTo>
                    <a:pt x="5443311" y="2727923"/>
                  </a:lnTo>
                  <a:lnTo>
                    <a:pt x="5371689" y="2729795"/>
                  </a:lnTo>
                  <a:lnTo>
                    <a:pt x="5300066" y="2731662"/>
                  </a:lnTo>
                  <a:lnTo>
                    <a:pt x="5228444" y="2733526"/>
                  </a:lnTo>
                  <a:lnTo>
                    <a:pt x="5156821" y="2735387"/>
                  </a:lnTo>
                  <a:lnTo>
                    <a:pt x="5085199" y="2737243"/>
                  </a:lnTo>
                  <a:lnTo>
                    <a:pt x="5013576" y="2739096"/>
                  </a:lnTo>
                  <a:lnTo>
                    <a:pt x="4941954" y="2740945"/>
                  </a:lnTo>
                  <a:lnTo>
                    <a:pt x="4870331" y="2742791"/>
                  </a:lnTo>
                  <a:lnTo>
                    <a:pt x="4798709" y="2744632"/>
                  </a:lnTo>
                  <a:lnTo>
                    <a:pt x="4727086" y="2746470"/>
                  </a:lnTo>
                  <a:lnTo>
                    <a:pt x="4655464" y="2748304"/>
                  </a:lnTo>
                  <a:lnTo>
                    <a:pt x="4583841" y="2750134"/>
                  </a:lnTo>
                  <a:lnTo>
                    <a:pt x="4512219" y="2751961"/>
                  </a:lnTo>
                  <a:lnTo>
                    <a:pt x="4440596" y="2753784"/>
                  </a:lnTo>
                  <a:lnTo>
                    <a:pt x="4368974" y="2755603"/>
                  </a:lnTo>
                  <a:lnTo>
                    <a:pt x="4297351" y="2757419"/>
                  </a:lnTo>
                  <a:lnTo>
                    <a:pt x="4225729" y="2759231"/>
                  </a:lnTo>
                  <a:lnTo>
                    <a:pt x="4154106" y="2761039"/>
                  </a:lnTo>
                  <a:lnTo>
                    <a:pt x="4082483" y="2762844"/>
                  </a:lnTo>
                  <a:lnTo>
                    <a:pt x="4010861" y="2764645"/>
                  </a:lnTo>
                  <a:lnTo>
                    <a:pt x="3939238" y="2766442"/>
                  </a:lnTo>
                  <a:lnTo>
                    <a:pt x="3867616" y="2768236"/>
                  </a:lnTo>
                  <a:lnTo>
                    <a:pt x="3795993" y="2770026"/>
                  </a:lnTo>
                  <a:lnTo>
                    <a:pt x="3724371" y="2771813"/>
                  </a:lnTo>
                  <a:lnTo>
                    <a:pt x="3652748" y="2773595"/>
                  </a:lnTo>
                  <a:lnTo>
                    <a:pt x="3581126" y="2775375"/>
                  </a:lnTo>
                  <a:lnTo>
                    <a:pt x="3509503" y="2777150"/>
                  </a:lnTo>
                  <a:lnTo>
                    <a:pt x="3437881" y="2778922"/>
                  </a:lnTo>
                  <a:lnTo>
                    <a:pt x="3366258" y="2780691"/>
                  </a:lnTo>
                  <a:lnTo>
                    <a:pt x="3294636" y="2782456"/>
                  </a:lnTo>
                  <a:lnTo>
                    <a:pt x="3223013" y="2826815"/>
                  </a:lnTo>
                  <a:lnTo>
                    <a:pt x="3151391" y="2884831"/>
                  </a:lnTo>
                  <a:lnTo>
                    <a:pt x="3079768" y="2938770"/>
                  </a:lnTo>
                  <a:lnTo>
                    <a:pt x="3008146" y="2988920"/>
                  </a:lnTo>
                  <a:lnTo>
                    <a:pt x="2936523" y="3035548"/>
                  </a:lnTo>
                  <a:lnTo>
                    <a:pt x="2864901" y="3078899"/>
                  </a:lnTo>
                  <a:lnTo>
                    <a:pt x="2793278" y="3119205"/>
                  </a:lnTo>
                  <a:lnTo>
                    <a:pt x="2721655" y="3156680"/>
                  </a:lnTo>
                  <a:lnTo>
                    <a:pt x="2650033" y="3191522"/>
                  </a:lnTo>
                  <a:lnTo>
                    <a:pt x="2578410" y="3223916"/>
                  </a:lnTo>
                  <a:lnTo>
                    <a:pt x="2506788" y="3254034"/>
                  </a:lnTo>
                  <a:lnTo>
                    <a:pt x="2435165" y="3282037"/>
                  </a:lnTo>
                  <a:lnTo>
                    <a:pt x="2363543" y="3308072"/>
                  </a:lnTo>
                  <a:lnTo>
                    <a:pt x="2291920" y="3332279"/>
                  </a:lnTo>
                  <a:lnTo>
                    <a:pt x="2220298" y="3354785"/>
                  </a:lnTo>
                  <a:lnTo>
                    <a:pt x="2148675" y="3375710"/>
                  </a:lnTo>
                  <a:lnTo>
                    <a:pt x="2077053" y="3395164"/>
                  </a:lnTo>
                  <a:lnTo>
                    <a:pt x="2005430" y="3413253"/>
                  </a:lnTo>
                  <a:lnTo>
                    <a:pt x="1933808" y="3430070"/>
                  </a:lnTo>
                  <a:lnTo>
                    <a:pt x="1862185" y="3445706"/>
                  </a:lnTo>
                  <a:lnTo>
                    <a:pt x="1790563" y="3460244"/>
                  </a:lnTo>
                  <a:lnTo>
                    <a:pt x="1718940" y="3473760"/>
                  </a:lnTo>
                  <a:lnTo>
                    <a:pt x="1647318" y="3486327"/>
                  </a:lnTo>
                  <a:lnTo>
                    <a:pt x="1575695" y="3498010"/>
                  </a:lnTo>
                  <a:lnTo>
                    <a:pt x="1504073" y="3508874"/>
                  </a:lnTo>
                  <a:lnTo>
                    <a:pt x="1432450" y="3518974"/>
                  </a:lnTo>
                  <a:lnTo>
                    <a:pt x="1360827" y="3528364"/>
                  </a:lnTo>
                  <a:lnTo>
                    <a:pt x="1289205" y="3537095"/>
                  </a:lnTo>
                  <a:lnTo>
                    <a:pt x="1217582" y="3545212"/>
                  </a:lnTo>
                  <a:lnTo>
                    <a:pt x="1145960" y="3552759"/>
                  </a:lnTo>
                  <a:lnTo>
                    <a:pt x="1074337" y="3559776"/>
                  </a:lnTo>
                  <a:lnTo>
                    <a:pt x="1002715" y="3566300"/>
                  </a:lnTo>
                  <a:lnTo>
                    <a:pt x="931092" y="3572366"/>
                  </a:lnTo>
                  <a:lnTo>
                    <a:pt x="859470" y="3578005"/>
                  </a:lnTo>
                  <a:lnTo>
                    <a:pt x="787847" y="3583249"/>
                  </a:lnTo>
                  <a:lnTo>
                    <a:pt x="716225" y="3588124"/>
                  </a:lnTo>
                  <a:lnTo>
                    <a:pt x="644602" y="3592656"/>
                  </a:lnTo>
                  <a:lnTo>
                    <a:pt x="572980" y="3596871"/>
                  </a:lnTo>
                  <a:lnTo>
                    <a:pt x="501357" y="3600789"/>
                  </a:lnTo>
                  <a:lnTo>
                    <a:pt x="429735" y="3604431"/>
                  </a:lnTo>
                  <a:lnTo>
                    <a:pt x="358112" y="3607818"/>
                  </a:lnTo>
                  <a:lnTo>
                    <a:pt x="286490" y="3610967"/>
                  </a:lnTo>
                  <a:lnTo>
                    <a:pt x="214867" y="3613895"/>
                  </a:lnTo>
                  <a:lnTo>
                    <a:pt x="143245" y="3616617"/>
                  </a:lnTo>
                  <a:lnTo>
                    <a:pt x="71622" y="3619148"/>
                  </a:lnTo>
                  <a:lnTo>
                    <a:pt x="0" y="362150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4684340" cy="2859892"/>
            </a:xfrm>
            <a:custGeom>
              <a:avLst/>
              <a:pathLst>
                <a:path w="4684340" h="2859892">
                  <a:moveTo>
                    <a:pt x="0" y="2859892"/>
                  </a:moveTo>
                  <a:lnTo>
                    <a:pt x="71622" y="2858284"/>
                  </a:lnTo>
                  <a:lnTo>
                    <a:pt x="143245" y="2856673"/>
                  </a:lnTo>
                  <a:lnTo>
                    <a:pt x="214867" y="2855059"/>
                  </a:lnTo>
                  <a:lnTo>
                    <a:pt x="286490" y="2853441"/>
                  </a:lnTo>
                  <a:lnTo>
                    <a:pt x="358112" y="2851821"/>
                  </a:lnTo>
                  <a:lnTo>
                    <a:pt x="429735" y="2850196"/>
                  </a:lnTo>
                  <a:lnTo>
                    <a:pt x="501357" y="2848569"/>
                  </a:lnTo>
                  <a:lnTo>
                    <a:pt x="572980" y="2846938"/>
                  </a:lnTo>
                  <a:lnTo>
                    <a:pt x="644602" y="2845304"/>
                  </a:lnTo>
                  <a:lnTo>
                    <a:pt x="716225" y="2843667"/>
                  </a:lnTo>
                  <a:lnTo>
                    <a:pt x="787847" y="2842026"/>
                  </a:lnTo>
                  <a:lnTo>
                    <a:pt x="859470" y="2840382"/>
                  </a:lnTo>
                  <a:lnTo>
                    <a:pt x="931092" y="2838734"/>
                  </a:lnTo>
                  <a:lnTo>
                    <a:pt x="1002715" y="2837084"/>
                  </a:lnTo>
                  <a:lnTo>
                    <a:pt x="1074337" y="2835430"/>
                  </a:lnTo>
                  <a:lnTo>
                    <a:pt x="1145960" y="2833772"/>
                  </a:lnTo>
                  <a:lnTo>
                    <a:pt x="1217582" y="2832111"/>
                  </a:lnTo>
                  <a:lnTo>
                    <a:pt x="1289205" y="2830447"/>
                  </a:lnTo>
                  <a:lnTo>
                    <a:pt x="1360827" y="2828780"/>
                  </a:lnTo>
                  <a:lnTo>
                    <a:pt x="1432450" y="2827109"/>
                  </a:lnTo>
                  <a:lnTo>
                    <a:pt x="1504073" y="2825435"/>
                  </a:lnTo>
                  <a:lnTo>
                    <a:pt x="1575695" y="2823757"/>
                  </a:lnTo>
                  <a:lnTo>
                    <a:pt x="1647318" y="2822076"/>
                  </a:lnTo>
                  <a:lnTo>
                    <a:pt x="1718940" y="2820391"/>
                  </a:lnTo>
                  <a:lnTo>
                    <a:pt x="1790563" y="2818703"/>
                  </a:lnTo>
                  <a:lnTo>
                    <a:pt x="1862185" y="2817012"/>
                  </a:lnTo>
                  <a:lnTo>
                    <a:pt x="1933808" y="2815317"/>
                  </a:lnTo>
                  <a:lnTo>
                    <a:pt x="2005430" y="2813619"/>
                  </a:lnTo>
                  <a:lnTo>
                    <a:pt x="2077053" y="2811917"/>
                  </a:lnTo>
                  <a:lnTo>
                    <a:pt x="2148675" y="2810212"/>
                  </a:lnTo>
                  <a:lnTo>
                    <a:pt x="2220298" y="2808504"/>
                  </a:lnTo>
                  <a:lnTo>
                    <a:pt x="2291920" y="2806792"/>
                  </a:lnTo>
                  <a:lnTo>
                    <a:pt x="2363543" y="2805076"/>
                  </a:lnTo>
                  <a:lnTo>
                    <a:pt x="2435165" y="2803357"/>
                  </a:lnTo>
                  <a:lnTo>
                    <a:pt x="2506788" y="2801635"/>
                  </a:lnTo>
                  <a:lnTo>
                    <a:pt x="2578410" y="2799909"/>
                  </a:lnTo>
                  <a:lnTo>
                    <a:pt x="2650033" y="2798179"/>
                  </a:lnTo>
                  <a:lnTo>
                    <a:pt x="2721655" y="2796446"/>
                  </a:lnTo>
                  <a:lnTo>
                    <a:pt x="2793278" y="2794710"/>
                  </a:lnTo>
                  <a:lnTo>
                    <a:pt x="2864901" y="2792970"/>
                  </a:lnTo>
                  <a:lnTo>
                    <a:pt x="2936523" y="2791226"/>
                  </a:lnTo>
                  <a:lnTo>
                    <a:pt x="3008146" y="2789479"/>
                  </a:lnTo>
                  <a:lnTo>
                    <a:pt x="3079768" y="2787729"/>
                  </a:lnTo>
                  <a:lnTo>
                    <a:pt x="3151391" y="2785975"/>
                  </a:lnTo>
                  <a:lnTo>
                    <a:pt x="3223013" y="2784217"/>
                  </a:lnTo>
                  <a:lnTo>
                    <a:pt x="3294636" y="2764417"/>
                  </a:lnTo>
                  <a:lnTo>
                    <a:pt x="3366258" y="2697303"/>
                  </a:lnTo>
                  <a:lnTo>
                    <a:pt x="3437881" y="2625118"/>
                  </a:lnTo>
                  <a:lnTo>
                    <a:pt x="3509503" y="2547480"/>
                  </a:lnTo>
                  <a:lnTo>
                    <a:pt x="3581126" y="2463975"/>
                  </a:lnTo>
                  <a:lnTo>
                    <a:pt x="3652748" y="2374160"/>
                  </a:lnTo>
                  <a:lnTo>
                    <a:pt x="3724371" y="2277559"/>
                  </a:lnTo>
                  <a:lnTo>
                    <a:pt x="3795993" y="2173659"/>
                  </a:lnTo>
                  <a:lnTo>
                    <a:pt x="3867616" y="2061908"/>
                  </a:lnTo>
                  <a:lnTo>
                    <a:pt x="3939238" y="1941714"/>
                  </a:lnTo>
                  <a:lnTo>
                    <a:pt x="4010861" y="1812438"/>
                  </a:lnTo>
                  <a:lnTo>
                    <a:pt x="4082483" y="1673393"/>
                  </a:lnTo>
                  <a:lnTo>
                    <a:pt x="4154106" y="1523843"/>
                  </a:lnTo>
                  <a:lnTo>
                    <a:pt x="4225729" y="1362993"/>
                  </a:lnTo>
                  <a:lnTo>
                    <a:pt x="4297351" y="1189989"/>
                  </a:lnTo>
                  <a:lnTo>
                    <a:pt x="4368974" y="1003913"/>
                  </a:lnTo>
                  <a:lnTo>
                    <a:pt x="4440596" y="803778"/>
                  </a:lnTo>
                  <a:lnTo>
                    <a:pt x="4512219" y="588520"/>
                  </a:lnTo>
                  <a:lnTo>
                    <a:pt x="4583841" y="356998"/>
                  </a:lnTo>
                  <a:lnTo>
                    <a:pt x="4655464" y="107982"/>
                  </a:lnTo>
                  <a:lnTo>
                    <a:pt x="468434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580375"/>
              <a:ext cx="7090630" cy="937690"/>
            </a:xfrm>
            <a:custGeom>
              <a:avLst/>
              <a:pathLst>
                <a:path w="7090630" h="937690">
                  <a:moveTo>
                    <a:pt x="7090630" y="0"/>
                  </a:moveTo>
                  <a:lnTo>
                    <a:pt x="7019007" y="1960"/>
                  </a:lnTo>
                  <a:lnTo>
                    <a:pt x="6947385" y="3917"/>
                  </a:lnTo>
                  <a:lnTo>
                    <a:pt x="6875762" y="5870"/>
                  </a:lnTo>
                  <a:lnTo>
                    <a:pt x="6804139" y="7820"/>
                  </a:lnTo>
                  <a:lnTo>
                    <a:pt x="6732517" y="9765"/>
                  </a:lnTo>
                  <a:lnTo>
                    <a:pt x="6660894" y="11706"/>
                  </a:lnTo>
                  <a:lnTo>
                    <a:pt x="6589272" y="13643"/>
                  </a:lnTo>
                  <a:lnTo>
                    <a:pt x="6517649" y="15576"/>
                  </a:lnTo>
                  <a:lnTo>
                    <a:pt x="6446027" y="17506"/>
                  </a:lnTo>
                  <a:lnTo>
                    <a:pt x="6374404" y="19431"/>
                  </a:lnTo>
                  <a:lnTo>
                    <a:pt x="6302782" y="21353"/>
                  </a:lnTo>
                  <a:lnTo>
                    <a:pt x="6231159" y="23271"/>
                  </a:lnTo>
                  <a:lnTo>
                    <a:pt x="6159537" y="25184"/>
                  </a:lnTo>
                  <a:lnTo>
                    <a:pt x="6087914" y="27094"/>
                  </a:lnTo>
                  <a:lnTo>
                    <a:pt x="6016292" y="29001"/>
                  </a:lnTo>
                  <a:lnTo>
                    <a:pt x="5944669" y="30903"/>
                  </a:lnTo>
                  <a:lnTo>
                    <a:pt x="5873047" y="32801"/>
                  </a:lnTo>
                  <a:lnTo>
                    <a:pt x="5801424" y="34696"/>
                  </a:lnTo>
                  <a:lnTo>
                    <a:pt x="5729802" y="36586"/>
                  </a:lnTo>
                  <a:lnTo>
                    <a:pt x="5658179" y="38473"/>
                  </a:lnTo>
                  <a:lnTo>
                    <a:pt x="5586557" y="40356"/>
                  </a:lnTo>
                  <a:lnTo>
                    <a:pt x="5514934" y="42236"/>
                  </a:lnTo>
                  <a:lnTo>
                    <a:pt x="5443311" y="44111"/>
                  </a:lnTo>
                  <a:lnTo>
                    <a:pt x="5371689" y="45983"/>
                  </a:lnTo>
                  <a:lnTo>
                    <a:pt x="5300066" y="47851"/>
                  </a:lnTo>
                  <a:lnTo>
                    <a:pt x="5228444" y="49715"/>
                  </a:lnTo>
                  <a:lnTo>
                    <a:pt x="5156821" y="51575"/>
                  </a:lnTo>
                  <a:lnTo>
                    <a:pt x="5085199" y="53432"/>
                  </a:lnTo>
                  <a:lnTo>
                    <a:pt x="5013576" y="55284"/>
                  </a:lnTo>
                  <a:lnTo>
                    <a:pt x="4941954" y="57134"/>
                  </a:lnTo>
                  <a:lnTo>
                    <a:pt x="4870331" y="58979"/>
                  </a:lnTo>
                  <a:lnTo>
                    <a:pt x="4798709" y="60820"/>
                  </a:lnTo>
                  <a:lnTo>
                    <a:pt x="4727086" y="62658"/>
                  </a:lnTo>
                  <a:lnTo>
                    <a:pt x="4655464" y="64492"/>
                  </a:lnTo>
                  <a:lnTo>
                    <a:pt x="4583841" y="66323"/>
                  </a:lnTo>
                  <a:lnTo>
                    <a:pt x="4512219" y="68149"/>
                  </a:lnTo>
                  <a:lnTo>
                    <a:pt x="4440596" y="69972"/>
                  </a:lnTo>
                  <a:lnTo>
                    <a:pt x="4368974" y="71792"/>
                  </a:lnTo>
                  <a:lnTo>
                    <a:pt x="4297351" y="73607"/>
                  </a:lnTo>
                  <a:lnTo>
                    <a:pt x="4225729" y="75419"/>
                  </a:lnTo>
                  <a:lnTo>
                    <a:pt x="4154106" y="77228"/>
                  </a:lnTo>
                  <a:lnTo>
                    <a:pt x="4082483" y="79032"/>
                  </a:lnTo>
                  <a:lnTo>
                    <a:pt x="4010861" y="80833"/>
                  </a:lnTo>
                  <a:lnTo>
                    <a:pt x="3939238" y="82631"/>
                  </a:lnTo>
                  <a:lnTo>
                    <a:pt x="3867616" y="84424"/>
                  </a:lnTo>
                  <a:lnTo>
                    <a:pt x="3795993" y="86214"/>
                  </a:lnTo>
                  <a:lnTo>
                    <a:pt x="3724371" y="88001"/>
                  </a:lnTo>
                  <a:lnTo>
                    <a:pt x="3652748" y="89784"/>
                  </a:lnTo>
                  <a:lnTo>
                    <a:pt x="3581126" y="91563"/>
                  </a:lnTo>
                  <a:lnTo>
                    <a:pt x="3509503" y="93339"/>
                  </a:lnTo>
                  <a:lnTo>
                    <a:pt x="3437881" y="95111"/>
                  </a:lnTo>
                  <a:lnTo>
                    <a:pt x="3366258" y="96879"/>
                  </a:lnTo>
                  <a:lnTo>
                    <a:pt x="3294636" y="98644"/>
                  </a:lnTo>
                  <a:lnTo>
                    <a:pt x="3223013" y="143004"/>
                  </a:lnTo>
                  <a:lnTo>
                    <a:pt x="3151391" y="201019"/>
                  </a:lnTo>
                  <a:lnTo>
                    <a:pt x="3079768" y="254958"/>
                  </a:lnTo>
                  <a:lnTo>
                    <a:pt x="3008146" y="305109"/>
                  </a:lnTo>
                  <a:lnTo>
                    <a:pt x="2936523" y="351736"/>
                  </a:lnTo>
                  <a:lnTo>
                    <a:pt x="2864901" y="395087"/>
                  </a:lnTo>
                  <a:lnTo>
                    <a:pt x="2793278" y="435394"/>
                  </a:lnTo>
                  <a:lnTo>
                    <a:pt x="2721655" y="472868"/>
                  </a:lnTo>
                  <a:lnTo>
                    <a:pt x="2650033" y="507710"/>
                  </a:lnTo>
                  <a:lnTo>
                    <a:pt x="2578410" y="540104"/>
                  </a:lnTo>
                  <a:lnTo>
                    <a:pt x="2506788" y="570223"/>
                  </a:lnTo>
                  <a:lnTo>
                    <a:pt x="2435165" y="598225"/>
                  </a:lnTo>
                  <a:lnTo>
                    <a:pt x="2363543" y="624261"/>
                  </a:lnTo>
                  <a:lnTo>
                    <a:pt x="2291920" y="648467"/>
                  </a:lnTo>
                  <a:lnTo>
                    <a:pt x="2220298" y="670973"/>
                  </a:lnTo>
                  <a:lnTo>
                    <a:pt x="2148675" y="691898"/>
                  </a:lnTo>
                  <a:lnTo>
                    <a:pt x="2077053" y="711353"/>
                  </a:lnTo>
                  <a:lnTo>
                    <a:pt x="2005430" y="729441"/>
                  </a:lnTo>
                  <a:lnTo>
                    <a:pt x="1933808" y="746258"/>
                  </a:lnTo>
                  <a:lnTo>
                    <a:pt x="1862185" y="761894"/>
                  </a:lnTo>
                  <a:lnTo>
                    <a:pt x="1790563" y="776432"/>
                  </a:lnTo>
                  <a:lnTo>
                    <a:pt x="1718940" y="789948"/>
                  </a:lnTo>
                  <a:lnTo>
                    <a:pt x="1647318" y="802515"/>
                  </a:lnTo>
                  <a:lnTo>
                    <a:pt x="1575695" y="814199"/>
                  </a:lnTo>
                  <a:lnTo>
                    <a:pt x="1504073" y="825062"/>
                  </a:lnTo>
                  <a:lnTo>
                    <a:pt x="1432450" y="835162"/>
                  </a:lnTo>
                  <a:lnTo>
                    <a:pt x="1360827" y="844552"/>
                  </a:lnTo>
                  <a:lnTo>
                    <a:pt x="1289205" y="853283"/>
                  </a:lnTo>
                  <a:lnTo>
                    <a:pt x="1217582" y="861400"/>
                  </a:lnTo>
                  <a:lnTo>
                    <a:pt x="1145960" y="868948"/>
                  </a:lnTo>
                  <a:lnTo>
                    <a:pt x="1074337" y="875965"/>
                  </a:lnTo>
                  <a:lnTo>
                    <a:pt x="1002715" y="882489"/>
                  </a:lnTo>
                  <a:lnTo>
                    <a:pt x="931092" y="888554"/>
                  </a:lnTo>
                  <a:lnTo>
                    <a:pt x="859470" y="894194"/>
                  </a:lnTo>
                  <a:lnTo>
                    <a:pt x="787847" y="899437"/>
                  </a:lnTo>
                  <a:lnTo>
                    <a:pt x="716225" y="904312"/>
                  </a:lnTo>
                  <a:lnTo>
                    <a:pt x="644602" y="908845"/>
                  </a:lnTo>
                  <a:lnTo>
                    <a:pt x="572980" y="913059"/>
                  </a:lnTo>
                  <a:lnTo>
                    <a:pt x="501357" y="916977"/>
                  </a:lnTo>
                  <a:lnTo>
                    <a:pt x="429735" y="920620"/>
                  </a:lnTo>
                  <a:lnTo>
                    <a:pt x="358112" y="924007"/>
                  </a:lnTo>
                  <a:lnTo>
                    <a:pt x="286490" y="927156"/>
                  </a:lnTo>
                  <a:lnTo>
                    <a:pt x="214867" y="930083"/>
                  </a:lnTo>
                  <a:lnTo>
                    <a:pt x="143245" y="932806"/>
                  </a:lnTo>
                  <a:lnTo>
                    <a:pt x="71622" y="935336"/>
                  </a:lnTo>
                  <a:lnTo>
                    <a:pt x="0" y="9376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1896563"/>
              <a:ext cx="6019622" cy="3495519"/>
            </a:xfrm>
            <a:custGeom>
              <a:avLst/>
              <a:pathLst>
                <a:path w="6019622" h="3495519">
                  <a:moveTo>
                    <a:pt x="0" y="3495519"/>
                  </a:moveTo>
                  <a:lnTo>
                    <a:pt x="71622" y="3489526"/>
                  </a:lnTo>
                  <a:lnTo>
                    <a:pt x="143245" y="3483304"/>
                  </a:lnTo>
                  <a:lnTo>
                    <a:pt x="214867" y="3476845"/>
                  </a:lnTo>
                  <a:lnTo>
                    <a:pt x="286490" y="3470140"/>
                  </a:lnTo>
                  <a:lnTo>
                    <a:pt x="358112" y="3463179"/>
                  </a:lnTo>
                  <a:lnTo>
                    <a:pt x="429735" y="3455952"/>
                  </a:lnTo>
                  <a:lnTo>
                    <a:pt x="501357" y="3448450"/>
                  </a:lnTo>
                  <a:lnTo>
                    <a:pt x="572980" y="3440661"/>
                  </a:lnTo>
                  <a:lnTo>
                    <a:pt x="644602" y="3432576"/>
                  </a:lnTo>
                  <a:lnTo>
                    <a:pt x="716225" y="3424182"/>
                  </a:lnTo>
                  <a:lnTo>
                    <a:pt x="787847" y="3415467"/>
                  </a:lnTo>
                  <a:lnTo>
                    <a:pt x="859470" y="3406421"/>
                  </a:lnTo>
                  <a:lnTo>
                    <a:pt x="931092" y="3397029"/>
                  </a:lnTo>
                  <a:lnTo>
                    <a:pt x="1002715" y="3387280"/>
                  </a:lnTo>
                  <a:lnTo>
                    <a:pt x="1074337" y="3377158"/>
                  </a:lnTo>
                  <a:lnTo>
                    <a:pt x="1145960" y="3366650"/>
                  </a:lnTo>
                  <a:lnTo>
                    <a:pt x="1217582" y="3355741"/>
                  </a:lnTo>
                  <a:lnTo>
                    <a:pt x="1289205" y="3344417"/>
                  </a:lnTo>
                  <a:lnTo>
                    <a:pt x="1360827" y="3332660"/>
                  </a:lnTo>
                  <a:lnTo>
                    <a:pt x="1432450" y="3320455"/>
                  </a:lnTo>
                  <a:lnTo>
                    <a:pt x="1504073" y="3307785"/>
                  </a:lnTo>
                  <a:lnTo>
                    <a:pt x="1575695" y="3294631"/>
                  </a:lnTo>
                  <a:lnTo>
                    <a:pt x="1647318" y="3280975"/>
                  </a:lnTo>
                  <a:lnTo>
                    <a:pt x="1718940" y="3266799"/>
                  </a:lnTo>
                  <a:lnTo>
                    <a:pt x="1790563" y="3252081"/>
                  </a:lnTo>
                  <a:lnTo>
                    <a:pt x="1862185" y="3236803"/>
                  </a:lnTo>
                  <a:lnTo>
                    <a:pt x="1933808" y="3220942"/>
                  </a:lnTo>
                  <a:lnTo>
                    <a:pt x="2005430" y="3204475"/>
                  </a:lnTo>
                  <a:lnTo>
                    <a:pt x="2077053" y="3187381"/>
                  </a:lnTo>
                  <a:lnTo>
                    <a:pt x="2148675" y="3169635"/>
                  </a:lnTo>
                  <a:lnTo>
                    <a:pt x="2220298" y="3151211"/>
                  </a:lnTo>
                  <a:lnTo>
                    <a:pt x="2291920" y="3132085"/>
                  </a:lnTo>
                  <a:lnTo>
                    <a:pt x="2363543" y="3112230"/>
                  </a:lnTo>
                  <a:lnTo>
                    <a:pt x="2435165" y="3091617"/>
                  </a:lnTo>
                  <a:lnTo>
                    <a:pt x="2506788" y="3070218"/>
                  </a:lnTo>
                  <a:lnTo>
                    <a:pt x="2578410" y="3048002"/>
                  </a:lnTo>
                  <a:lnTo>
                    <a:pt x="2650033" y="3024940"/>
                  </a:lnTo>
                  <a:lnTo>
                    <a:pt x="2721655" y="3000997"/>
                  </a:lnTo>
                  <a:lnTo>
                    <a:pt x="2793278" y="2976142"/>
                  </a:lnTo>
                  <a:lnTo>
                    <a:pt x="2864901" y="2950338"/>
                  </a:lnTo>
                  <a:lnTo>
                    <a:pt x="2936523" y="2923550"/>
                  </a:lnTo>
                  <a:lnTo>
                    <a:pt x="3008146" y="2895741"/>
                  </a:lnTo>
                  <a:lnTo>
                    <a:pt x="3079768" y="2866870"/>
                  </a:lnTo>
                  <a:lnTo>
                    <a:pt x="3151391" y="2836899"/>
                  </a:lnTo>
                  <a:lnTo>
                    <a:pt x="3223013" y="2805784"/>
                  </a:lnTo>
                  <a:lnTo>
                    <a:pt x="3294636" y="2773482"/>
                  </a:lnTo>
                  <a:lnTo>
                    <a:pt x="3366258" y="2739949"/>
                  </a:lnTo>
                  <a:lnTo>
                    <a:pt x="3437881" y="2705136"/>
                  </a:lnTo>
                  <a:lnTo>
                    <a:pt x="3509503" y="2668995"/>
                  </a:lnTo>
                  <a:lnTo>
                    <a:pt x="3581126" y="2631476"/>
                  </a:lnTo>
                  <a:lnTo>
                    <a:pt x="3652748" y="2592526"/>
                  </a:lnTo>
                  <a:lnTo>
                    <a:pt x="3724371" y="2552090"/>
                  </a:lnTo>
                  <a:lnTo>
                    <a:pt x="3795993" y="2510112"/>
                  </a:lnTo>
                  <a:lnTo>
                    <a:pt x="3867616" y="2466533"/>
                  </a:lnTo>
                  <a:lnTo>
                    <a:pt x="3939238" y="2421291"/>
                  </a:lnTo>
                  <a:lnTo>
                    <a:pt x="4010861" y="2374324"/>
                  </a:lnTo>
                  <a:lnTo>
                    <a:pt x="4082483" y="2325566"/>
                  </a:lnTo>
                  <a:lnTo>
                    <a:pt x="4154106" y="2274947"/>
                  </a:lnTo>
                  <a:lnTo>
                    <a:pt x="4225729" y="2222398"/>
                  </a:lnTo>
                  <a:lnTo>
                    <a:pt x="4297351" y="2167845"/>
                  </a:lnTo>
                  <a:lnTo>
                    <a:pt x="4368974" y="2111210"/>
                  </a:lnTo>
                  <a:lnTo>
                    <a:pt x="4440596" y="2052416"/>
                  </a:lnTo>
                  <a:lnTo>
                    <a:pt x="4512219" y="1991378"/>
                  </a:lnTo>
                  <a:lnTo>
                    <a:pt x="4583841" y="1928013"/>
                  </a:lnTo>
                  <a:lnTo>
                    <a:pt x="4655464" y="1862231"/>
                  </a:lnTo>
                  <a:lnTo>
                    <a:pt x="4727086" y="1793940"/>
                  </a:lnTo>
                  <a:lnTo>
                    <a:pt x="4798709" y="1723044"/>
                  </a:lnTo>
                  <a:lnTo>
                    <a:pt x="4870331" y="1649443"/>
                  </a:lnTo>
                  <a:lnTo>
                    <a:pt x="4941954" y="1573036"/>
                  </a:lnTo>
                  <a:lnTo>
                    <a:pt x="5013576" y="1493714"/>
                  </a:lnTo>
                  <a:lnTo>
                    <a:pt x="5085199" y="1411366"/>
                  </a:lnTo>
                  <a:lnTo>
                    <a:pt x="5156821" y="1325878"/>
                  </a:lnTo>
                  <a:lnTo>
                    <a:pt x="5228444" y="1237128"/>
                  </a:lnTo>
                  <a:lnTo>
                    <a:pt x="5300066" y="1144994"/>
                  </a:lnTo>
                  <a:lnTo>
                    <a:pt x="5371689" y="1049345"/>
                  </a:lnTo>
                  <a:lnTo>
                    <a:pt x="5443311" y="950048"/>
                  </a:lnTo>
                  <a:lnTo>
                    <a:pt x="5514934" y="846964"/>
                  </a:lnTo>
                  <a:lnTo>
                    <a:pt x="5586557" y="739947"/>
                  </a:lnTo>
                  <a:lnTo>
                    <a:pt x="5658179" y="628849"/>
                  </a:lnTo>
                  <a:lnTo>
                    <a:pt x="5729802" y="513513"/>
                  </a:lnTo>
                  <a:lnTo>
                    <a:pt x="5801424" y="393778"/>
                  </a:lnTo>
                  <a:lnTo>
                    <a:pt x="5873047" y="269476"/>
                  </a:lnTo>
                  <a:lnTo>
                    <a:pt x="5944669" y="140432"/>
                  </a:lnTo>
                  <a:lnTo>
                    <a:pt x="6016292" y="6467"/>
                  </a:lnTo>
                  <a:lnTo>
                    <a:pt x="6019622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85867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148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70085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181100" y="375974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346219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2026-07-06T08:59:39Z</dcterms:modified>
  <cp:category/>
</cp:coreProperties>
</file>