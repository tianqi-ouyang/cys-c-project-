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3013"/>
            </a:xfrm>
            <a:custGeom>
              <a:avLst/>
              <a:pathLst>
                <a:path w="6964104" h="1233013">
                  <a:moveTo>
                    <a:pt x="1111927" y="0"/>
                  </a:moveTo>
                  <a:lnTo>
                    <a:pt x="1125511" y="11696"/>
                  </a:lnTo>
                  <a:lnTo>
                    <a:pt x="1195856" y="69459"/>
                  </a:lnTo>
                  <a:lnTo>
                    <a:pt x="1266200" y="124543"/>
                  </a:lnTo>
                  <a:lnTo>
                    <a:pt x="1336545" y="177073"/>
                  </a:lnTo>
                  <a:lnTo>
                    <a:pt x="1406889" y="227166"/>
                  </a:lnTo>
                  <a:lnTo>
                    <a:pt x="1477234" y="274936"/>
                  </a:lnTo>
                  <a:lnTo>
                    <a:pt x="1547578" y="320491"/>
                  </a:lnTo>
                  <a:lnTo>
                    <a:pt x="1617923" y="363933"/>
                  </a:lnTo>
                  <a:lnTo>
                    <a:pt x="1688267" y="405360"/>
                  </a:lnTo>
                  <a:lnTo>
                    <a:pt x="1758612" y="444866"/>
                  </a:lnTo>
                  <a:lnTo>
                    <a:pt x="1828956" y="482540"/>
                  </a:lnTo>
                  <a:lnTo>
                    <a:pt x="1899301" y="518466"/>
                  </a:lnTo>
                  <a:lnTo>
                    <a:pt x="1969645" y="552727"/>
                  </a:lnTo>
                  <a:lnTo>
                    <a:pt x="2039990" y="585398"/>
                  </a:lnTo>
                  <a:lnTo>
                    <a:pt x="2110334" y="616554"/>
                  </a:lnTo>
                  <a:lnTo>
                    <a:pt x="2180679" y="646266"/>
                  </a:lnTo>
                  <a:lnTo>
                    <a:pt x="2251023" y="674599"/>
                  </a:lnTo>
                  <a:lnTo>
                    <a:pt x="2321368" y="701619"/>
                  </a:lnTo>
                  <a:lnTo>
                    <a:pt x="2391712" y="727385"/>
                  </a:lnTo>
                  <a:lnTo>
                    <a:pt x="2462057" y="751956"/>
                  </a:lnTo>
                  <a:lnTo>
                    <a:pt x="2532401" y="775388"/>
                  </a:lnTo>
                  <a:lnTo>
                    <a:pt x="2602746" y="797733"/>
                  </a:lnTo>
                  <a:lnTo>
                    <a:pt x="2673090" y="819042"/>
                  </a:lnTo>
                  <a:lnTo>
                    <a:pt x="2743435" y="839363"/>
                  </a:lnTo>
                  <a:lnTo>
                    <a:pt x="2813779" y="858741"/>
                  </a:lnTo>
                  <a:lnTo>
                    <a:pt x="2884124" y="877220"/>
                  </a:lnTo>
                  <a:lnTo>
                    <a:pt x="2954468" y="894843"/>
                  </a:lnTo>
                  <a:lnTo>
                    <a:pt x="3024813" y="911648"/>
                  </a:lnTo>
                  <a:lnTo>
                    <a:pt x="3095157" y="927674"/>
                  </a:lnTo>
                  <a:lnTo>
                    <a:pt x="3165502" y="942956"/>
                  </a:lnTo>
                  <a:lnTo>
                    <a:pt x="3235846" y="957530"/>
                  </a:lnTo>
                  <a:lnTo>
                    <a:pt x="3306191" y="958443"/>
                  </a:lnTo>
                  <a:lnTo>
                    <a:pt x="3376535" y="959032"/>
                  </a:lnTo>
                  <a:lnTo>
                    <a:pt x="3446880" y="959619"/>
                  </a:lnTo>
                  <a:lnTo>
                    <a:pt x="3517224" y="960205"/>
                  </a:lnTo>
                  <a:lnTo>
                    <a:pt x="3587569" y="960790"/>
                  </a:lnTo>
                  <a:lnTo>
                    <a:pt x="3657913" y="961373"/>
                  </a:lnTo>
                  <a:lnTo>
                    <a:pt x="3728257" y="961956"/>
                  </a:lnTo>
                  <a:lnTo>
                    <a:pt x="3798602" y="962537"/>
                  </a:lnTo>
                  <a:lnTo>
                    <a:pt x="3868946" y="963118"/>
                  </a:lnTo>
                  <a:lnTo>
                    <a:pt x="3939291" y="963697"/>
                  </a:lnTo>
                  <a:lnTo>
                    <a:pt x="4009635" y="964275"/>
                  </a:lnTo>
                  <a:lnTo>
                    <a:pt x="4079980" y="964852"/>
                  </a:lnTo>
                  <a:lnTo>
                    <a:pt x="4150324" y="965427"/>
                  </a:lnTo>
                  <a:lnTo>
                    <a:pt x="4220669" y="966002"/>
                  </a:lnTo>
                  <a:lnTo>
                    <a:pt x="4291013" y="966575"/>
                  </a:lnTo>
                  <a:lnTo>
                    <a:pt x="4361358" y="967148"/>
                  </a:lnTo>
                  <a:lnTo>
                    <a:pt x="4431702" y="967719"/>
                  </a:lnTo>
                  <a:lnTo>
                    <a:pt x="4502047" y="968289"/>
                  </a:lnTo>
                  <a:lnTo>
                    <a:pt x="4572391" y="968858"/>
                  </a:lnTo>
                  <a:lnTo>
                    <a:pt x="4642736" y="969426"/>
                  </a:lnTo>
                  <a:lnTo>
                    <a:pt x="4713080" y="969992"/>
                  </a:lnTo>
                  <a:lnTo>
                    <a:pt x="4783425" y="970558"/>
                  </a:lnTo>
                  <a:lnTo>
                    <a:pt x="4853769" y="971122"/>
                  </a:lnTo>
                  <a:lnTo>
                    <a:pt x="4924114" y="971686"/>
                  </a:lnTo>
                  <a:lnTo>
                    <a:pt x="4994458" y="972248"/>
                  </a:lnTo>
                  <a:lnTo>
                    <a:pt x="5064803" y="972809"/>
                  </a:lnTo>
                  <a:lnTo>
                    <a:pt x="5135147" y="973369"/>
                  </a:lnTo>
                  <a:lnTo>
                    <a:pt x="5205492" y="973928"/>
                  </a:lnTo>
                  <a:lnTo>
                    <a:pt x="5275836" y="974486"/>
                  </a:lnTo>
                  <a:lnTo>
                    <a:pt x="5346181" y="975043"/>
                  </a:lnTo>
                  <a:lnTo>
                    <a:pt x="5416525" y="975598"/>
                  </a:lnTo>
                  <a:lnTo>
                    <a:pt x="5486870" y="976153"/>
                  </a:lnTo>
                  <a:lnTo>
                    <a:pt x="5557214" y="976706"/>
                  </a:lnTo>
                  <a:lnTo>
                    <a:pt x="5627559" y="977259"/>
                  </a:lnTo>
                  <a:lnTo>
                    <a:pt x="5697903" y="977810"/>
                  </a:lnTo>
                  <a:lnTo>
                    <a:pt x="5768248" y="978360"/>
                  </a:lnTo>
                  <a:lnTo>
                    <a:pt x="5838592" y="978909"/>
                  </a:lnTo>
                  <a:lnTo>
                    <a:pt x="5908937" y="979457"/>
                  </a:lnTo>
                  <a:lnTo>
                    <a:pt x="5979281" y="980004"/>
                  </a:lnTo>
                  <a:lnTo>
                    <a:pt x="6049626" y="980550"/>
                  </a:lnTo>
                  <a:lnTo>
                    <a:pt x="6119970" y="981095"/>
                  </a:lnTo>
                  <a:lnTo>
                    <a:pt x="6190315" y="981638"/>
                  </a:lnTo>
                  <a:lnTo>
                    <a:pt x="6260659" y="982181"/>
                  </a:lnTo>
                  <a:lnTo>
                    <a:pt x="6331004" y="982723"/>
                  </a:lnTo>
                  <a:lnTo>
                    <a:pt x="6401348" y="983263"/>
                  </a:lnTo>
                  <a:lnTo>
                    <a:pt x="6471693" y="983803"/>
                  </a:lnTo>
                  <a:lnTo>
                    <a:pt x="6542037" y="984341"/>
                  </a:lnTo>
                  <a:lnTo>
                    <a:pt x="6612382" y="984878"/>
                  </a:lnTo>
                  <a:lnTo>
                    <a:pt x="6682726" y="985415"/>
                  </a:lnTo>
                  <a:lnTo>
                    <a:pt x="6753071" y="985950"/>
                  </a:lnTo>
                  <a:lnTo>
                    <a:pt x="6823415" y="986484"/>
                  </a:lnTo>
                  <a:lnTo>
                    <a:pt x="6893760" y="987017"/>
                  </a:lnTo>
                  <a:lnTo>
                    <a:pt x="6964104" y="987549"/>
                  </a:lnTo>
                  <a:lnTo>
                    <a:pt x="6964104" y="1233013"/>
                  </a:lnTo>
                  <a:lnTo>
                    <a:pt x="6893760" y="1231837"/>
                  </a:lnTo>
                  <a:lnTo>
                    <a:pt x="6823415" y="1230603"/>
                  </a:lnTo>
                  <a:lnTo>
                    <a:pt x="6753071" y="1229310"/>
                  </a:lnTo>
                  <a:lnTo>
                    <a:pt x="6682726" y="1227953"/>
                  </a:lnTo>
                  <a:lnTo>
                    <a:pt x="6612382" y="1226531"/>
                  </a:lnTo>
                  <a:lnTo>
                    <a:pt x="6542037" y="1225039"/>
                  </a:lnTo>
                  <a:lnTo>
                    <a:pt x="6471693" y="1223475"/>
                  </a:lnTo>
                  <a:lnTo>
                    <a:pt x="6401348" y="1221835"/>
                  </a:lnTo>
                  <a:lnTo>
                    <a:pt x="6331004" y="1220115"/>
                  </a:lnTo>
                  <a:lnTo>
                    <a:pt x="6260659" y="1218311"/>
                  </a:lnTo>
                  <a:lnTo>
                    <a:pt x="6190315" y="1216420"/>
                  </a:lnTo>
                  <a:lnTo>
                    <a:pt x="6119970" y="1214437"/>
                  </a:lnTo>
                  <a:lnTo>
                    <a:pt x="6049626" y="1212357"/>
                  </a:lnTo>
                  <a:lnTo>
                    <a:pt x="5979281" y="1210176"/>
                  </a:lnTo>
                  <a:lnTo>
                    <a:pt x="5908937" y="1207889"/>
                  </a:lnTo>
                  <a:lnTo>
                    <a:pt x="5838592" y="1205491"/>
                  </a:lnTo>
                  <a:lnTo>
                    <a:pt x="5768248" y="1202976"/>
                  </a:lnTo>
                  <a:lnTo>
                    <a:pt x="5697903" y="1200339"/>
                  </a:lnTo>
                  <a:lnTo>
                    <a:pt x="5627559" y="1197573"/>
                  </a:lnTo>
                  <a:lnTo>
                    <a:pt x="5557214" y="1194674"/>
                  </a:lnTo>
                  <a:lnTo>
                    <a:pt x="5486870" y="1191633"/>
                  </a:lnTo>
                  <a:lnTo>
                    <a:pt x="5416525" y="1188444"/>
                  </a:lnTo>
                  <a:lnTo>
                    <a:pt x="5346181" y="1185100"/>
                  </a:lnTo>
                  <a:lnTo>
                    <a:pt x="5275836" y="1181594"/>
                  </a:lnTo>
                  <a:lnTo>
                    <a:pt x="5205492" y="1177917"/>
                  </a:lnTo>
                  <a:lnTo>
                    <a:pt x="5135147" y="1174061"/>
                  </a:lnTo>
                  <a:lnTo>
                    <a:pt x="5064803" y="1170017"/>
                  </a:lnTo>
                  <a:lnTo>
                    <a:pt x="4994458" y="1165777"/>
                  </a:lnTo>
                  <a:lnTo>
                    <a:pt x="4924114" y="1161331"/>
                  </a:lnTo>
                  <a:lnTo>
                    <a:pt x="4853769" y="1156669"/>
                  </a:lnTo>
                  <a:lnTo>
                    <a:pt x="4783425" y="1151780"/>
                  </a:lnTo>
                  <a:lnTo>
                    <a:pt x="4713080" y="1146653"/>
                  </a:lnTo>
                  <a:lnTo>
                    <a:pt x="4642736" y="1141276"/>
                  </a:lnTo>
                  <a:lnTo>
                    <a:pt x="4572391" y="1135639"/>
                  </a:lnTo>
                  <a:lnTo>
                    <a:pt x="4502047" y="1129727"/>
                  </a:lnTo>
                  <a:lnTo>
                    <a:pt x="4431702" y="1123527"/>
                  </a:lnTo>
                  <a:lnTo>
                    <a:pt x="4361358" y="1117026"/>
                  </a:lnTo>
                  <a:lnTo>
                    <a:pt x="4291013" y="1110209"/>
                  </a:lnTo>
                  <a:lnTo>
                    <a:pt x="4220669" y="1103060"/>
                  </a:lnTo>
                  <a:lnTo>
                    <a:pt x="4150324" y="1095564"/>
                  </a:lnTo>
                  <a:lnTo>
                    <a:pt x="4079980" y="1087703"/>
                  </a:lnTo>
                  <a:lnTo>
                    <a:pt x="4009635" y="1079460"/>
                  </a:lnTo>
                  <a:lnTo>
                    <a:pt x="3939291" y="1070816"/>
                  </a:lnTo>
                  <a:lnTo>
                    <a:pt x="3868946" y="1061752"/>
                  </a:lnTo>
                  <a:lnTo>
                    <a:pt x="3798602" y="1052247"/>
                  </a:lnTo>
                  <a:lnTo>
                    <a:pt x="3728257" y="1042279"/>
                  </a:lnTo>
                  <a:lnTo>
                    <a:pt x="3657913" y="1031827"/>
                  </a:lnTo>
                  <a:lnTo>
                    <a:pt x="3587569" y="1020866"/>
                  </a:lnTo>
                  <a:lnTo>
                    <a:pt x="3517224" y="1009373"/>
                  </a:lnTo>
                  <a:lnTo>
                    <a:pt x="3446880" y="997320"/>
                  </a:lnTo>
                  <a:lnTo>
                    <a:pt x="3376535" y="984681"/>
                  </a:lnTo>
                  <a:lnTo>
                    <a:pt x="3306191" y="971428"/>
                  </a:lnTo>
                  <a:lnTo>
                    <a:pt x="3235846" y="957854"/>
                  </a:lnTo>
                  <a:lnTo>
                    <a:pt x="3165502" y="957263"/>
                  </a:lnTo>
                  <a:lnTo>
                    <a:pt x="3095157" y="956671"/>
                  </a:lnTo>
                  <a:lnTo>
                    <a:pt x="3024813" y="956078"/>
                  </a:lnTo>
                  <a:lnTo>
                    <a:pt x="2954468" y="955484"/>
                  </a:lnTo>
                  <a:lnTo>
                    <a:pt x="2884124" y="954889"/>
                  </a:lnTo>
                  <a:lnTo>
                    <a:pt x="2813779" y="954293"/>
                  </a:lnTo>
                  <a:lnTo>
                    <a:pt x="2743435" y="953695"/>
                  </a:lnTo>
                  <a:lnTo>
                    <a:pt x="2673090" y="953096"/>
                  </a:lnTo>
                  <a:lnTo>
                    <a:pt x="2602746" y="952496"/>
                  </a:lnTo>
                  <a:lnTo>
                    <a:pt x="2532401" y="951895"/>
                  </a:lnTo>
                  <a:lnTo>
                    <a:pt x="2462057" y="951292"/>
                  </a:lnTo>
                  <a:lnTo>
                    <a:pt x="2391712" y="950689"/>
                  </a:lnTo>
                  <a:lnTo>
                    <a:pt x="2321368" y="950084"/>
                  </a:lnTo>
                  <a:lnTo>
                    <a:pt x="2251023" y="949478"/>
                  </a:lnTo>
                  <a:lnTo>
                    <a:pt x="2180679" y="948871"/>
                  </a:lnTo>
                  <a:lnTo>
                    <a:pt x="2110334" y="948262"/>
                  </a:lnTo>
                  <a:lnTo>
                    <a:pt x="2039990" y="947653"/>
                  </a:lnTo>
                  <a:lnTo>
                    <a:pt x="1969645" y="947042"/>
                  </a:lnTo>
                  <a:lnTo>
                    <a:pt x="1899301" y="946430"/>
                  </a:lnTo>
                  <a:lnTo>
                    <a:pt x="1828956" y="945817"/>
                  </a:lnTo>
                  <a:lnTo>
                    <a:pt x="1758612" y="945203"/>
                  </a:lnTo>
                  <a:lnTo>
                    <a:pt x="1688267" y="944587"/>
                  </a:lnTo>
                  <a:lnTo>
                    <a:pt x="1617923" y="943970"/>
                  </a:lnTo>
                  <a:lnTo>
                    <a:pt x="1547578" y="943352"/>
                  </a:lnTo>
                  <a:lnTo>
                    <a:pt x="1477234" y="942733"/>
                  </a:lnTo>
                  <a:lnTo>
                    <a:pt x="1406889" y="942112"/>
                  </a:lnTo>
                  <a:lnTo>
                    <a:pt x="1336545" y="941491"/>
                  </a:lnTo>
                  <a:lnTo>
                    <a:pt x="1266200" y="940868"/>
                  </a:lnTo>
                  <a:lnTo>
                    <a:pt x="1195856" y="940244"/>
                  </a:lnTo>
                  <a:lnTo>
                    <a:pt x="1125511" y="939618"/>
                  </a:lnTo>
                  <a:lnTo>
                    <a:pt x="1055167" y="938992"/>
                  </a:lnTo>
                  <a:lnTo>
                    <a:pt x="984822" y="938364"/>
                  </a:lnTo>
                  <a:lnTo>
                    <a:pt x="914478" y="937735"/>
                  </a:lnTo>
                  <a:lnTo>
                    <a:pt x="844133" y="937104"/>
                  </a:lnTo>
                  <a:lnTo>
                    <a:pt x="773789" y="936473"/>
                  </a:lnTo>
                  <a:lnTo>
                    <a:pt x="703444" y="935840"/>
                  </a:lnTo>
                  <a:lnTo>
                    <a:pt x="633100" y="935206"/>
                  </a:lnTo>
                  <a:lnTo>
                    <a:pt x="562755" y="934570"/>
                  </a:lnTo>
                  <a:lnTo>
                    <a:pt x="492411" y="933934"/>
                  </a:lnTo>
                  <a:lnTo>
                    <a:pt x="422066" y="933296"/>
                  </a:lnTo>
                  <a:lnTo>
                    <a:pt x="351722" y="932657"/>
                  </a:lnTo>
                  <a:lnTo>
                    <a:pt x="281377" y="932017"/>
                  </a:lnTo>
                  <a:lnTo>
                    <a:pt x="211033" y="931375"/>
                  </a:lnTo>
                  <a:lnTo>
                    <a:pt x="140688" y="930732"/>
                  </a:lnTo>
                  <a:lnTo>
                    <a:pt x="70344" y="930088"/>
                  </a:lnTo>
                  <a:lnTo>
                    <a:pt x="0" y="9294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7240" y="2143092"/>
              <a:ext cx="5852176" cy="987549"/>
            </a:xfrm>
            <a:custGeom>
              <a:avLst/>
              <a:pathLst>
                <a:path w="5852176" h="987549">
                  <a:moveTo>
                    <a:pt x="0" y="0"/>
                  </a:moveTo>
                  <a:lnTo>
                    <a:pt x="13583" y="11696"/>
                  </a:lnTo>
                  <a:lnTo>
                    <a:pt x="83928" y="69459"/>
                  </a:lnTo>
                  <a:lnTo>
                    <a:pt x="154272" y="124543"/>
                  </a:lnTo>
                  <a:lnTo>
                    <a:pt x="224617" y="177073"/>
                  </a:lnTo>
                  <a:lnTo>
                    <a:pt x="294961" y="227166"/>
                  </a:lnTo>
                  <a:lnTo>
                    <a:pt x="365306" y="274936"/>
                  </a:lnTo>
                  <a:lnTo>
                    <a:pt x="435650" y="320491"/>
                  </a:lnTo>
                  <a:lnTo>
                    <a:pt x="505995" y="363933"/>
                  </a:lnTo>
                  <a:lnTo>
                    <a:pt x="576339" y="405360"/>
                  </a:lnTo>
                  <a:lnTo>
                    <a:pt x="646684" y="444866"/>
                  </a:lnTo>
                  <a:lnTo>
                    <a:pt x="717028" y="482540"/>
                  </a:lnTo>
                  <a:lnTo>
                    <a:pt x="787373" y="518466"/>
                  </a:lnTo>
                  <a:lnTo>
                    <a:pt x="857717" y="552727"/>
                  </a:lnTo>
                  <a:lnTo>
                    <a:pt x="928062" y="585398"/>
                  </a:lnTo>
                  <a:lnTo>
                    <a:pt x="998406" y="616554"/>
                  </a:lnTo>
                  <a:lnTo>
                    <a:pt x="1068751" y="646266"/>
                  </a:lnTo>
                  <a:lnTo>
                    <a:pt x="1139095" y="674599"/>
                  </a:lnTo>
                  <a:lnTo>
                    <a:pt x="1209440" y="701619"/>
                  </a:lnTo>
                  <a:lnTo>
                    <a:pt x="1279784" y="727385"/>
                  </a:lnTo>
                  <a:lnTo>
                    <a:pt x="1350129" y="751956"/>
                  </a:lnTo>
                  <a:lnTo>
                    <a:pt x="1420473" y="775388"/>
                  </a:lnTo>
                  <a:lnTo>
                    <a:pt x="1490818" y="797733"/>
                  </a:lnTo>
                  <a:lnTo>
                    <a:pt x="1561162" y="819042"/>
                  </a:lnTo>
                  <a:lnTo>
                    <a:pt x="1631507" y="839363"/>
                  </a:lnTo>
                  <a:lnTo>
                    <a:pt x="1701851" y="858741"/>
                  </a:lnTo>
                  <a:lnTo>
                    <a:pt x="1772196" y="877220"/>
                  </a:lnTo>
                  <a:lnTo>
                    <a:pt x="1842540" y="894843"/>
                  </a:lnTo>
                  <a:lnTo>
                    <a:pt x="1912885" y="911648"/>
                  </a:lnTo>
                  <a:lnTo>
                    <a:pt x="1983229" y="927674"/>
                  </a:lnTo>
                  <a:lnTo>
                    <a:pt x="2053574" y="942956"/>
                  </a:lnTo>
                  <a:lnTo>
                    <a:pt x="2123918" y="957530"/>
                  </a:lnTo>
                  <a:lnTo>
                    <a:pt x="2194263" y="958443"/>
                  </a:lnTo>
                  <a:lnTo>
                    <a:pt x="2264607" y="959032"/>
                  </a:lnTo>
                  <a:lnTo>
                    <a:pt x="2334952" y="959619"/>
                  </a:lnTo>
                  <a:lnTo>
                    <a:pt x="2405296" y="960205"/>
                  </a:lnTo>
                  <a:lnTo>
                    <a:pt x="2475641" y="960790"/>
                  </a:lnTo>
                  <a:lnTo>
                    <a:pt x="2545985" y="961373"/>
                  </a:lnTo>
                  <a:lnTo>
                    <a:pt x="2616330" y="961956"/>
                  </a:lnTo>
                  <a:lnTo>
                    <a:pt x="2686674" y="962537"/>
                  </a:lnTo>
                  <a:lnTo>
                    <a:pt x="2757019" y="963118"/>
                  </a:lnTo>
                  <a:lnTo>
                    <a:pt x="2827363" y="963697"/>
                  </a:lnTo>
                  <a:lnTo>
                    <a:pt x="2897707" y="964275"/>
                  </a:lnTo>
                  <a:lnTo>
                    <a:pt x="2968052" y="964852"/>
                  </a:lnTo>
                  <a:lnTo>
                    <a:pt x="3038396" y="965427"/>
                  </a:lnTo>
                  <a:lnTo>
                    <a:pt x="3108741" y="966002"/>
                  </a:lnTo>
                  <a:lnTo>
                    <a:pt x="3179085" y="966575"/>
                  </a:lnTo>
                  <a:lnTo>
                    <a:pt x="3249430" y="967148"/>
                  </a:lnTo>
                  <a:lnTo>
                    <a:pt x="3319774" y="967719"/>
                  </a:lnTo>
                  <a:lnTo>
                    <a:pt x="3390119" y="968289"/>
                  </a:lnTo>
                  <a:lnTo>
                    <a:pt x="3460463" y="968858"/>
                  </a:lnTo>
                  <a:lnTo>
                    <a:pt x="3530808" y="969426"/>
                  </a:lnTo>
                  <a:lnTo>
                    <a:pt x="3601152" y="969992"/>
                  </a:lnTo>
                  <a:lnTo>
                    <a:pt x="3671497" y="970558"/>
                  </a:lnTo>
                  <a:lnTo>
                    <a:pt x="3741841" y="971122"/>
                  </a:lnTo>
                  <a:lnTo>
                    <a:pt x="3812186" y="971686"/>
                  </a:lnTo>
                  <a:lnTo>
                    <a:pt x="3882530" y="972248"/>
                  </a:lnTo>
                  <a:lnTo>
                    <a:pt x="3952875" y="972809"/>
                  </a:lnTo>
                  <a:lnTo>
                    <a:pt x="4023219" y="973369"/>
                  </a:lnTo>
                  <a:lnTo>
                    <a:pt x="4093564" y="973928"/>
                  </a:lnTo>
                  <a:lnTo>
                    <a:pt x="4163908" y="974486"/>
                  </a:lnTo>
                  <a:lnTo>
                    <a:pt x="4234253" y="975043"/>
                  </a:lnTo>
                  <a:lnTo>
                    <a:pt x="4304597" y="975598"/>
                  </a:lnTo>
                  <a:lnTo>
                    <a:pt x="4374942" y="976153"/>
                  </a:lnTo>
                  <a:lnTo>
                    <a:pt x="4445286" y="976706"/>
                  </a:lnTo>
                  <a:lnTo>
                    <a:pt x="4515631" y="977259"/>
                  </a:lnTo>
                  <a:lnTo>
                    <a:pt x="4585975" y="977810"/>
                  </a:lnTo>
                  <a:lnTo>
                    <a:pt x="4656320" y="978360"/>
                  </a:lnTo>
                  <a:lnTo>
                    <a:pt x="4726664" y="978909"/>
                  </a:lnTo>
                  <a:lnTo>
                    <a:pt x="4797009" y="979457"/>
                  </a:lnTo>
                  <a:lnTo>
                    <a:pt x="4867353" y="980004"/>
                  </a:lnTo>
                  <a:lnTo>
                    <a:pt x="4937698" y="980550"/>
                  </a:lnTo>
                  <a:lnTo>
                    <a:pt x="5008042" y="981095"/>
                  </a:lnTo>
                  <a:lnTo>
                    <a:pt x="5078387" y="981638"/>
                  </a:lnTo>
                  <a:lnTo>
                    <a:pt x="5148731" y="982181"/>
                  </a:lnTo>
                  <a:lnTo>
                    <a:pt x="5219076" y="982723"/>
                  </a:lnTo>
                  <a:lnTo>
                    <a:pt x="5289420" y="983263"/>
                  </a:lnTo>
                  <a:lnTo>
                    <a:pt x="5359765" y="983803"/>
                  </a:lnTo>
                  <a:lnTo>
                    <a:pt x="5430109" y="984341"/>
                  </a:lnTo>
                  <a:lnTo>
                    <a:pt x="5500454" y="984878"/>
                  </a:lnTo>
                  <a:lnTo>
                    <a:pt x="5570798" y="985415"/>
                  </a:lnTo>
                  <a:lnTo>
                    <a:pt x="5641143" y="985950"/>
                  </a:lnTo>
                  <a:lnTo>
                    <a:pt x="5711487" y="986484"/>
                  </a:lnTo>
                  <a:lnTo>
                    <a:pt x="5781832" y="987017"/>
                  </a:lnTo>
                  <a:lnTo>
                    <a:pt x="5852176" y="987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72535"/>
              <a:ext cx="6964104" cy="303570"/>
            </a:xfrm>
            <a:custGeom>
              <a:avLst/>
              <a:pathLst>
                <a:path w="6964104" h="303570">
                  <a:moveTo>
                    <a:pt x="6964104" y="303570"/>
                  </a:moveTo>
                  <a:lnTo>
                    <a:pt x="6893760" y="302394"/>
                  </a:lnTo>
                  <a:lnTo>
                    <a:pt x="6823415" y="301160"/>
                  </a:lnTo>
                  <a:lnTo>
                    <a:pt x="6753071" y="299867"/>
                  </a:lnTo>
                  <a:lnTo>
                    <a:pt x="6682726" y="298510"/>
                  </a:lnTo>
                  <a:lnTo>
                    <a:pt x="6612382" y="297088"/>
                  </a:lnTo>
                  <a:lnTo>
                    <a:pt x="6542037" y="295596"/>
                  </a:lnTo>
                  <a:lnTo>
                    <a:pt x="6471693" y="294032"/>
                  </a:lnTo>
                  <a:lnTo>
                    <a:pt x="6401348" y="292392"/>
                  </a:lnTo>
                  <a:lnTo>
                    <a:pt x="6331004" y="290672"/>
                  </a:lnTo>
                  <a:lnTo>
                    <a:pt x="6260659" y="288868"/>
                  </a:lnTo>
                  <a:lnTo>
                    <a:pt x="6190315" y="286977"/>
                  </a:lnTo>
                  <a:lnTo>
                    <a:pt x="6119970" y="284994"/>
                  </a:lnTo>
                  <a:lnTo>
                    <a:pt x="6049626" y="282914"/>
                  </a:lnTo>
                  <a:lnTo>
                    <a:pt x="5979281" y="280733"/>
                  </a:lnTo>
                  <a:lnTo>
                    <a:pt x="5908937" y="278446"/>
                  </a:lnTo>
                  <a:lnTo>
                    <a:pt x="5838592" y="276048"/>
                  </a:lnTo>
                  <a:lnTo>
                    <a:pt x="5768248" y="273533"/>
                  </a:lnTo>
                  <a:lnTo>
                    <a:pt x="5697903" y="270896"/>
                  </a:lnTo>
                  <a:lnTo>
                    <a:pt x="5627559" y="268131"/>
                  </a:lnTo>
                  <a:lnTo>
                    <a:pt x="5557214" y="265231"/>
                  </a:lnTo>
                  <a:lnTo>
                    <a:pt x="5486870" y="262190"/>
                  </a:lnTo>
                  <a:lnTo>
                    <a:pt x="5416525" y="259001"/>
                  </a:lnTo>
                  <a:lnTo>
                    <a:pt x="5346181" y="255657"/>
                  </a:lnTo>
                  <a:lnTo>
                    <a:pt x="5275836" y="252151"/>
                  </a:lnTo>
                  <a:lnTo>
                    <a:pt x="5205492" y="248474"/>
                  </a:lnTo>
                  <a:lnTo>
                    <a:pt x="5135147" y="244618"/>
                  </a:lnTo>
                  <a:lnTo>
                    <a:pt x="5064803" y="240574"/>
                  </a:lnTo>
                  <a:lnTo>
                    <a:pt x="4994458" y="236334"/>
                  </a:lnTo>
                  <a:lnTo>
                    <a:pt x="4924114" y="231888"/>
                  </a:lnTo>
                  <a:lnTo>
                    <a:pt x="4853769" y="227226"/>
                  </a:lnTo>
                  <a:lnTo>
                    <a:pt x="4783425" y="222337"/>
                  </a:lnTo>
                  <a:lnTo>
                    <a:pt x="4713080" y="217210"/>
                  </a:lnTo>
                  <a:lnTo>
                    <a:pt x="4642736" y="211833"/>
                  </a:lnTo>
                  <a:lnTo>
                    <a:pt x="4572391" y="206196"/>
                  </a:lnTo>
                  <a:lnTo>
                    <a:pt x="4502047" y="200284"/>
                  </a:lnTo>
                  <a:lnTo>
                    <a:pt x="4431702" y="194084"/>
                  </a:lnTo>
                  <a:lnTo>
                    <a:pt x="4361358" y="187583"/>
                  </a:lnTo>
                  <a:lnTo>
                    <a:pt x="4291013" y="180766"/>
                  </a:lnTo>
                  <a:lnTo>
                    <a:pt x="4220669" y="173618"/>
                  </a:lnTo>
                  <a:lnTo>
                    <a:pt x="4150324" y="166121"/>
                  </a:lnTo>
                  <a:lnTo>
                    <a:pt x="4079980" y="158260"/>
                  </a:lnTo>
                  <a:lnTo>
                    <a:pt x="4009635" y="150017"/>
                  </a:lnTo>
                  <a:lnTo>
                    <a:pt x="3939291" y="141373"/>
                  </a:lnTo>
                  <a:lnTo>
                    <a:pt x="3868946" y="132309"/>
                  </a:lnTo>
                  <a:lnTo>
                    <a:pt x="3798602" y="122804"/>
                  </a:lnTo>
                  <a:lnTo>
                    <a:pt x="3728257" y="112836"/>
                  </a:lnTo>
                  <a:lnTo>
                    <a:pt x="3657913" y="102384"/>
                  </a:lnTo>
                  <a:lnTo>
                    <a:pt x="3587569" y="91423"/>
                  </a:lnTo>
                  <a:lnTo>
                    <a:pt x="3517224" y="79930"/>
                  </a:lnTo>
                  <a:lnTo>
                    <a:pt x="3446880" y="67877"/>
                  </a:lnTo>
                  <a:lnTo>
                    <a:pt x="3376535" y="55238"/>
                  </a:lnTo>
                  <a:lnTo>
                    <a:pt x="3306191" y="41985"/>
                  </a:lnTo>
                  <a:lnTo>
                    <a:pt x="3235846" y="28411"/>
                  </a:lnTo>
                  <a:lnTo>
                    <a:pt x="3165502" y="27820"/>
                  </a:lnTo>
                  <a:lnTo>
                    <a:pt x="3095157" y="27229"/>
                  </a:lnTo>
                  <a:lnTo>
                    <a:pt x="3024813" y="26636"/>
                  </a:lnTo>
                  <a:lnTo>
                    <a:pt x="2954468" y="26041"/>
                  </a:lnTo>
                  <a:lnTo>
                    <a:pt x="2884124" y="25446"/>
                  </a:lnTo>
                  <a:lnTo>
                    <a:pt x="2813779" y="24850"/>
                  </a:lnTo>
                  <a:lnTo>
                    <a:pt x="2743435" y="24252"/>
                  </a:lnTo>
                  <a:lnTo>
                    <a:pt x="2673090" y="23653"/>
                  </a:lnTo>
                  <a:lnTo>
                    <a:pt x="2602746" y="23053"/>
                  </a:lnTo>
                  <a:lnTo>
                    <a:pt x="2532401" y="22452"/>
                  </a:lnTo>
                  <a:lnTo>
                    <a:pt x="2462057" y="21849"/>
                  </a:lnTo>
                  <a:lnTo>
                    <a:pt x="2391712" y="21246"/>
                  </a:lnTo>
                  <a:lnTo>
                    <a:pt x="2321368" y="20641"/>
                  </a:lnTo>
                  <a:lnTo>
                    <a:pt x="2251023" y="20035"/>
                  </a:lnTo>
                  <a:lnTo>
                    <a:pt x="2180679" y="19428"/>
                  </a:lnTo>
                  <a:lnTo>
                    <a:pt x="2110334" y="18820"/>
                  </a:lnTo>
                  <a:lnTo>
                    <a:pt x="2039990" y="18210"/>
                  </a:lnTo>
                  <a:lnTo>
                    <a:pt x="1969645" y="17599"/>
                  </a:lnTo>
                  <a:lnTo>
                    <a:pt x="1899301" y="16987"/>
                  </a:lnTo>
                  <a:lnTo>
                    <a:pt x="1828956" y="16374"/>
                  </a:lnTo>
                  <a:lnTo>
                    <a:pt x="1758612" y="15760"/>
                  </a:lnTo>
                  <a:lnTo>
                    <a:pt x="1688267" y="15144"/>
                  </a:lnTo>
                  <a:lnTo>
                    <a:pt x="1617923" y="14527"/>
                  </a:lnTo>
                  <a:lnTo>
                    <a:pt x="1547578" y="13909"/>
                  </a:lnTo>
                  <a:lnTo>
                    <a:pt x="1477234" y="13290"/>
                  </a:lnTo>
                  <a:lnTo>
                    <a:pt x="1406889" y="12669"/>
                  </a:lnTo>
                  <a:lnTo>
                    <a:pt x="1336545" y="12048"/>
                  </a:lnTo>
                  <a:lnTo>
                    <a:pt x="1266200" y="11425"/>
                  </a:lnTo>
                  <a:lnTo>
                    <a:pt x="1195856" y="10801"/>
                  </a:lnTo>
                  <a:lnTo>
                    <a:pt x="1125511" y="10175"/>
                  </a:lnTo>
                  <a:lnTo>
                    <a:pt x="1055167" y="9549"/>
                  </a:lnTo>
                  <a:lnTo>
                    <a:pt x="984822" y="8921"/>
                  </a:lnTo>
                  <a:lnTo>
                    <a:pt x="914478" y="8292"/>
                  </a:lnTo>
                  <a:lnTo>
                    <a:pt x="844133" y="7661"/>
                  </a:lnTo>
                  <a:lnTo>
                    <a:pt x="773789" y="7030"/>
                  </a:lnTo>
                  <a:lnTo>
                    <a:pt x="703444" y="6397"/>
                  </a:lnTo>
                  <a:lnTo>
                    <a:pt x="633100" y="5763"/>
                  </a:lnTo>
                  <a:lnTo>
                    <a:pt x="562755" y="5127"/>
                  </a:lnTo>
                  <a:lnTo>
                    <a:pt x="492411" y="4491"/>
                  </a:lnTo>
                  <a:lnTo>
                    <a:pt x="422066" y="3853"/>
                  </a:lnTo>
                  <a:lnTo>
                    <a:pt x="351722" y="3214"/>
                  </a:lnTo>
                  <a:lnTo>
                    <a:pt x="281377" y="2574"/>
                  </a:lnTo>
                  <a:lnTo>
                    <a:pt x="211033" y="1932"/>
                  </a:lnTo>
                  <a:lnTo>
                    <a:pt x="140688" y="1289"/>
                  </a:lnTo>
                  <a:lnTo>
                    <a:pt x="70344" y="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66100"/>
              <a:ext cx="6964104" cy="853431"/>
            </a:xfrm>
            <a:custGeom>
              <a:avLst/>
              <a:pathLst>
                <a:path w="6964104" h="853431">
                  <a:moveTo>
                    <a:pt x="0" y="0"/>
                  </a:moveTo>
                  <a:lnTo>
                    <a:pt x="70344" y="22818"/>
                  </a:lnTo>
                  <a:lnTo>
                    <a:pt x="140688" y="45079"/>
                  </a:lnTo>
                  <a:lnTo>
                    <a:pt x="211033" y="66796"/>
                  </a:lnTo>
                  <a:lnTo>
                    <a:pt x="281377" y="87983"/>
                  </a:lnTo>
                  <a:lnTo>
                    <a:pt x="351722" y="108653"/>
                  </a:lnTo>
                  <a:lnTo>
                    <a:pt x="422066" y="128817"/>
                  </a:lnTo>
                  <a:lnTo>
                    <a:pt x="492411" y="148489"/>
                  </a:lnTo>
                  <a:lnTo>
                    <a:pt x="562755" y="167681"/>
                  </a:lnTo>
                  <a:lnTo>
                    <a:pt x="633100" y="186403"/>
                  </a:lnTo>
                  <a:lnTo>
                    <a:pt x="703444" y="204669"/>
                  </a:lnTo>
                  <a:lnTo>
                    <a:pt x="773789" y="222488"/>
                  </a:lnTo>
                  <a:lnTo>
                    <a:pt x="844133" y="239872"/>
                  </a:lnTo>
                  <a:lnTo>
                    <a:pt x="914478" y="256831"/>
                  </a:lnTo>
                  <a:lnTo>
                    <a:pt x="984822" y="273376"/>
                  </a:lnTo>
                  <a:lnTo>
                    <a:pt x="1055167" y="289517"/>
                  </a:lnTo>
                  <a:lnTo>
                    <a:pt x="1125511" y="305264"/>
                  </a:lnTo>
                  <a:lnTo>
                    <a:pt x="1195856" y="320626"/>
                  </a:lnTo>
                  <a:lnTo>
                    <a:pt x="1266200" y="335613"/>
                  </a:lnTo>
                  <a:lnTo>
                    <a:pt x="1336545" y="350234"/>
                  </a:lnTo>
                  <a:lnTo>
                    <a:pt x="1406889" y="364498"/>
                  </a:lnTo>
                  <a:lnTo>
                    <a:pt x="1477234" y="378413"/>
                  </a:lnTo>
                  <a:lnTo>
                    <a:pt x="1547578" y="391988"/>
                  </a:lnTo>
                  <a:lnTo>
                    <a:pt x="1617923" y="405232"/>
                  </a:lnTo>
                  <a:lnTo>
                    <a:pt x="1688267" y="418152"/>
                  </a:lnTo>
                  <a:lnTo>
                    <a:pt x="1758612" y="430757"/>
                  </a:lnTo>
                  <a:lnTo>
                    <a:pt x="1828956" y="443054"/>
                  </a:lnTo>
                  <a:lnTo>
                    <a:pt x="1899301" y="455050"/>
                  </a:lnTo>
                  <a:lnTo>
                    <a:pt x="1969645" y="466754"/>
                  </a:lnTo>
                  <a:lnTo>
                    <a:pt x="2039990" y="478171"/>
                  </a:lnTo>
                  <a:lnTo>
                    <a:pt x="2110334" y="489310"/>
                  </a:lnTo>
                  <a:lnTo>
                    <a:pt x="2180679" y="500177"/>
                  </a:lnTo>
                  <a:lnTo>
                    <a:pt x="2251023" y="510778"/>
                  </a:lnTo>
                  <a:lnTo>
                    <a:pt x="2321368" y="521120"/>
                  </a:lnTo>
                  <a:lnTo>
                    <a:pt x="2391712" y="531210"/>
                  </a:lnTo>
                  <a:lnTo>
                    <a:pt x="2462057" y="541053"/>
                  </a:lnTo>
                  <a:lnTo>
                    <a:pt x="2532401" y="550656"/>
                  </a:lnTo>
                  <a:lnTo>
                    <a:pt x="2602746" y="560024"/>
                  </a:lnTo>
                  <a:lnTo>
                    <a:pt x="2673090" y="569163"/>
                  </a:lnTo>
                  <a:lnTo>
                    <a:pt x="2743435" y="578080"/>
                  </a:lnTo>
                  <a:lnTo>
                    <a:pt x="2813779" y="586778"/>
                  </a:lnTo>
                  <a:lnTo>
                    <a:pt x="2884124" y="595264"/>
                  </a:lnTo>
                  <a:lnTo>
                    <a:pt x="2954468" y="603542"/>
                  </a:lnTo>
                  <a:lnTo>
                    <a:pt x="3024813" y="611619"/>
                  </a:lnTo>
                  <a:lnTo>
                    <a:pt x="3095157" y="619498"/>
                  </a:lnTo>
                  <a:lnTo>
                    <a:pt x="3165502" y="627185"/>
                  </a:lnTo>
                  <a:lnTo>
                    <a:pt x="3235846" y="634684"/>
                  </a:lnTo>
                  <a:lnTo>
                    <a:pt x="3306191" y="641999"/>
                  </a:lnTo>
                  <a:lnTo>
                    <a:pt x="3376535" y="649136"/>
                  </a:lnTo>
                  <a:lnTo>
                    <a:pt x="3446880" y="656099"/>
                  </a:lnTo>
                  <a:lnTo>
                    <a:pt x="3517224" y="662892"/>
                  </a:lnTo>
                  <a:lnTo>
                    <a:pt x="3587569" y="669519"/>
                  </a:lnTo>
                  <a:lnTo>
                    <a:pt x="3657913" y="675984"/>
                  </a:lnTo>
                  <a:lnTo>
                    <a:pt x="3728257" y="682291"/>
                  </a:lnTo>
                  <a:lnTo>
                    <a:pt x="3798602" y="688443"/>
                  </a:lnTo>
                  <a:lnTo>
                    <a:pt x="3868946" y="694446"/>
                  </a:lnTo>
                  <a:lnTo>
                    <a:pt x="3939291" y="700302"/>
                  </a:lnTo>
                  <a:lnTo>
                    <a:pt x="4009635" y="706015"/>
                  </a:lnTo>
                  <a:lnTo>
                    <a:pt x="4079980" y="711589"/>
                  </a:lnTo>
                  <a:lnTo>
                    <a:pt x="4150324" y="717026"/>
                  </a:lnTo>
                  <a:lnTo>
                    <a:pt x="4220669" y="722330"/>
                  </a:lnTo>
                  <a:lnTo>
                    <a:pt x="4291013" y="727505"/>
                  </a:lnTo>
                  <a:lnTo>
                    <a:pt x="4361358" y="732554"/>
                  </a:lnTo>
                  <a:lnTo>
                    <a:pt x="4431702" y="737479"/>
                  </a:lnTo>
                  <a:lnTo>
                    <a:pt x="4502047" y="742284"/>
                  </a:lnTo>
                  <a:lnTo>
                    <a:pt x="4572391" y="746971"/>
                  </a:lnTo>
                  <a:lnTo>
                    <a:pt x="4642736" y="751545"/>
                  </a:lnTo>
                  <a:lnTo>
                    <a:pt x="4713080" y="756006"/>
                  </a:lnTo>
                  <a:lnTo>
                    <a:pt x="4783425" y="760358"/>
                  </a:lnTo>
                  <a:lnTo>
                    <a:pt x="4853769" y="764604"/>
                  </a:lnTo>
                  <a:lnTo>
                    <a:pt x="4924114" y="768747"/>
                  </a:lnTo>
                  <a:lnTo>
                    <a:pt x="4994458" y="772788"/>
                  </a:lnTo>
                  <a:lnTo>
                    <a:pt x="5064803" y="776730"/>
                  </a:lnTo>
                  <a:lnTo>
                    <a:pt x="5135147" y="780576"/>
                  </a:lnTo>
                  <a:lnTo>
                    <a:pt x="5205492" y="784329"/>
                  </a:lnTo>
                  <a:lnTo>
                    <a:pt x="5275836" y="787989"/>
                  </a:lnTo>
                  <a:lnTo>
                    <a:pt x="5346181" y="791560"/>
                  </a:lnTo>
                  <a:lnTo>
                    <a:pt x="5416525" y="795044"/>
                  </a:lnTo>
                  <a:lnTo>
                    <a:pt x="5486870" y="798443"/>
                  </a:lnTo>
                  <a:lnTo>
                    <a:pt x="5557214" y="801759"/>
                  </a:lnTo>
                  <a:lnTo>
                    <a:pt x="5627559" y="804994"/>
                  </a:lnTo>
                  <a:lnTo>
                    <a:pt x="5697903" y="808150"/>
                  </a:lnTo>
                  <a:lnTo>
                    <a:pt x="5768248" y="811228"/>
                  </a:lnTo>
                  <a:lnTo>
                    <a:pt x="5838592" y="814232"/>
                  </a:lnTo>
                  <a:lnTo>
                    <a:pt x="5908937" y="817162"/>
                  </a:lnTo>
                  <a:lnTo>
                    <a:pt x="5979281" y="820021"/>
                  </a:lnTo>
                  <a:lnTo>
                    <a:pt x="6049626" y="822809"/>
                  </a:lnTo>
                  <a:lnTo>
                    <a:pt x="6119970" y="825530"/>
                  </a:lnTo>
                  <a:lnTo>
                    <a:pt x="6190315" y="828184"/>
                  </a:lnTo>
                  <a:lnTo>
                    <a:pt x="6260659" y="830774"/>
                  </a:lnTo>
                  <a:lnTo>
                    <a:pt x="6331004" y="833300"/>
                  </a:lnTo>
                  <a:lnTo>
                    <a:pt x="6401348" y="835764"/>
                  </a:lnTo>
                  <a:lnTo>
                    <a:pt x="6471693" y="838168"/>
                  </a:lnTo>
                  <a:lnTo>
                    <a:pt x="6542037" y="840514"/>
                  </a:lnTo>
                  <a:lnTo>
                    <a:pt x="6612382" y="842802"/>
                  </a:lnTo>
                  <a:lnTo>
                    <a:pt x="6682726" y="845034"/>
                  </a:lnTo>
                  <a:lnTo>
                    <a:pt x="6753071" y="847212"/>
                  </a:lnTo>
                  <a:lnTo>
                    <a:pt x="6823415" y="849337"/>
                  </a:lnTo>
                  <a:lnTo>
                    <a:pt x="6893760" y="851409"/>
                  </a:lnTo>
                  <a:lnTo>
                    <a:pt x="6964104" y="853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(1.02-1.72), p_Bonf = 0.199 (n = 6)  |  per IQR decline (Δ = 29.5 %): 2.31 (1.07-5.00)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33013"/>
            </a:xfrm>
            <a:custGeom>
              <a:avLst/>
              <a:pathLst>
                <a:path w="6964104" h="1233013">
                  <a:moveTo>
                    <a:pt x="1111927" y="0"/>
                  </a:moveTo>
                  <a:lnTo>
                    <a:pt x="1125511" y="11696"/>
                  </a:lnTo>
                  <a:lnTo>
                    <a:pt x="1195856" y="69459"/>
                  </a:lnTo>
                  <a:lnTo>
                    <a:pt x="1266200" y="124543"/>
                  </a:lnTo>
                  <a:lnTo>
                    <a:pt x="1336545" y="177073"/>
                  </a:lnTo>
                  <a:lnTo>
                    <a:pt x="1406889" y="227166"/>
                  </a:lnTo>
                  <a:lnTo>
                    <a:pt x="1477234" y="274936"/>
                  </a:lnTo>
                  <a:lnTo>
                    <a:pt x="1547578" y="320491"/>
                  </a:lnTo>
                  <a:lnTo>
                    <a:pt x="1617923" y="363933"/>
                  </a:lnTo>
                  <a:lnTo>
                    <a:pt x="1688267" y="405360"/>
                  </a:lnTo>
                  <a:lnTo>
                    <a:pt x="1758612" y="444866"/>
                  </a:lnTo>
                  <a:lnTo>
                    <a:pt x="1828956" y="482540"/>
                  </a:lnTo>
                  <a:lnTo>
                    <a:pt x="1899301" y="518466"/>
                  </a:lnTo>
                  <a:lnTo>
                    <a:pt x="1969645" y="552727"/>
                  </a:lnTo>
                  <a:lnTo>
                    <a:pt x="2039990" y="585398"/>
                  </a:lnTo>
                  <a:lnTo>
                    <a:pt x="2110334" y="616554"/>
                  </a:lnTo>
                  <a:lnTo>
                    <a:pt x="2180679" y="646266"/>
                  </a:lnTo>
                  <a:lnTo>
                    <a:pt x="2251023" y="674599"/>
                  </a:lnTo>
                  <a:lnTo>
                    <a:pt x="2321368" y="701619"/>
                  </a:lnTo>
                  <a:lnTo>
                    <a:pt x="2391712" y="727385"/>
                  </a:lnTo>
                  <a:lnTo>
                    <a:pt x="2462057" y="751956"/>
                  </a:lnTo>
                  <a:lnTo>
                    <a:pt x="2532401" y="775388"/>
                  </a:lnTo>
                  <a:lnTo>
                    <a:pt x="2602746" y="797733"/>
                  </a:lnTo>
                  <a:lnTo>
                    <a:pt x="2673090" y="819042"/>
                  </a:lnTo>
                  <a:lnTo>
                    <a:pt x="2743435" y="839363"/>
                  </a:lnTo>
                  <a:lnTo>
                    <a:pt x="2813779" y="858741"/>
                  </a:lnTo>
                  <a:lnTo>
                    <a:pt x="2884124" y="877220"/>
                  </a:lnTo>
                  <a:lnTo>
                    <a:pt x="2954468" y="894843"/>
                  </a:lnTo>
                  <a:lnTo>
                    <a:pt x="3024813" y="911648"/>
                  </a:lnTo>
                  <a:lnTo>
                    <a:pt x="3095157" y="927674"/>
                  </a:lnTo>
                  <a:lnTo>
                    <a:pt x="3165502" y="942956"/>
                  </a:lnTo>
                  <a:lnTo>
                    <a:pt x="3235846" y="957530"/>
                  </a:lnTo>
                  <a:lnTo>
                    <a:pt x="3306191" y="958443"/>
                  </a:lnTo>
                  <a:lnTo>
                    <a:pt x="3376535" y="959032"/>
                  </a:lnTo>
                  <a:lnTo>
                    <a:pt x="3446880" y="959619"/>
                  </a:lnTo>
                  <a:lnTo>
                    <a:pt x="3517224" y="960205"/>
                  </a:lnTo>
                  <a:lnTo>
                    <a:pt x="3587569" y="960790"/>
                  </a:lnTo>
                  <a:lnTo>
                    <a:pt x="3657913" y="961373"/>
                  </a:lnTo>
                  <a:lnTo>
                    <a:pt x="3728257" y="961956"/>
                  </a:lnTo>
                  <a:lnTo>
                    <a:pt x="3798602" y="962537"/>
                  </a:lnTo>
                  <a:lnTo>
                    <a:pt x="3868946" y="963118"/>
                  </a:lnTo>
                  <a:lnTo>
                    <a:pt x="3939291" y="963697"/>
                  </a:lnTo>
                  <a:lnTo>
                    <a:pt x="4009635" y="964275"/>
                  </a:lnTo>
                  <a:lnTo>
                    <a:pt x="4079980" y="964852"/>
                  </a:lnTo>
                  <a:lnTo>
                    <a:pt x="4150324" y="965427"/>
                  </a:lnTo>
                  <a:lnTo>
                    <a:pt x="4220669" y="966002"/>
                  </a:lnTo>
                  <a:lnTo>
                    <a:pt x="4291013" y="966575"/>
                  </a:lnTo>
                  <a:lnTo>
                    <a:pt x="4361358" y="967148"/>
                  </a:lnTo>
                  <a:lnTo>
                    <a:pt x="4431702" y="967719"/>
                  </a:lnTo>
                  <a:lnTo>
                    <a:pt x="4502047" y="968289"/>
                  </a:lnTo>
                  <a:lnTo>
                    <a:pt x="4572391" y="968858"/>
                  </a:lnTo>
                  <a:lnTo>
                    <a:pt x="4642736" y="969426"/>
                  </a:lnTo>
                  <a:lnTo>
                    <a:pt x="4713080" y="969992"/>
                  </a:lnTo>
                  <a:lnTo>
                    <a:pt x="4783425" y="970558"/>
                  </a:lnTo>
                  <a:lnTo>
                    <a:pt x="4853769" y="971122"/>
                  </a:lnTo>
                  <a:lnTo>
                    <a:pt x="4924114" y="971686"/>
                  </a:lnTo>
                  <a:lnTo>
                    <a:pt x="4994458" y="972248"/>
                  </a:lnTo>
                  <a:lnTo>
                    <a:pt x="5064803" y="972809"/>
                  </a:lnTo>
                  <a:lnTo>
                    <a:pt x="5135147" y="973369"/>
                  </a:lnTo>
                  <a:lnTo>
                    <a:pt x="5205492" y="973928"/>
                  </a:lnTo>
                  <a:lnTo>
                    <a:pt x="5275836" y="974486"/>
                  </a:lnTo>
                  <a:lnTo>
                    <a:pt x="5346181" y="975043"/>
                  </a:lnTo>
                  <a:lnTo>
                    <a:pt x="5416525" y="975598"/>
                  </a:lnTo>
                  <a:lnTo>
                    <a:pt x="5486870" y="976153"/>
                  </a:lnTo>
                  <a:lnTo>
                    <a:pt x="5557214" y="976706"/>
                  </a:lnTo>
                  <a:lnTo>
                    <a:pt x="5627559" y="977259"/>
                  </a:lnTo>
                  <a:lnTo>
                    <a:pt x="5697903" y="977810"/>
                  </a:lnTo>
                  <a:lnTo>
                    <a:pt x="5768248" y="978360"/>
                  </a:lnTo>
                  <a:lnTo>
                    <a:pt x="5838592" y="978909"/>
                  </a:lnTo>
                  <a:lnTo>
                    <a:pt x="5908937" y="979457"/>
                  </a:lnTo>
                  <a:lnTo>
                    <a:pt x="5979281" y="980004"/>
                  </a:lnTo>
                  <a:lnTo>
                    <a:pt x="6049626" y="980550"/>
                  </a:lnTo>
                  <a:lnTo>
                    <a:pt x="6119970" y="981095"/>
                  </a:lnTo>
                  <a:lnTo>
                    <a:pt x="6190315" y="981638"/>
                  </a:lnTo>
                  <a:lnTo>
                    <a:pt x="6260659" y="982181"/>
                  </a:lnTo>
                  <a:lnTo>
                    <a:pt x="6331004" y="982723"/>
                  </a:lnTo>
                  <a:lnTo>
                    <a:pt x="6401348" y="983263"/>
                  </a:lnTo>
                  <a:lnTo>
                    <a:pt x="6471693" y="983803"/>
                  </a:lnTo>
                  <a:lnTo>
                    <a:pt x="6542037" y="984341"/>
                  </a:lnTo>
                  <a:lnTo>
                    <a:pt x="6612382" y="984878"/>
                  </a:lnTo>
                  <a:lnTo>
                    <a:pt x="6682726" y="985415"/>
                  </a:lnTo>
                  <a:lnTo>
                    <a:pt x="6753071" y="985950"/>
                  </a:lnTo>
                  <a:lnTo>
                    <a:pt x="6823415" y="986484"/>
                  </a:lnTo>
                  <a:lnTo>
                    <a:pt x="6893760" y="987017"/>
                  </a:lnTo>
                  <a:lnTo>
                    <a:pt x="6964104" y="987549"/>
                  </a:lnTo>
                  <a:lnTo>
                    <a:pt x="6964104" y="1233013"/>
                  </a:lnTo>
                  <a:lnTo>
                    <a:pt x="6893760" y="1231837"/>
                  </a:lnTo>
                  <a:lnTo>
                    <a:pt x="6823415" y="1230603"/>
                  </a:lnTo>
                  <a:lnTo>
                    <a:pt x="6753071" y="1229310"/>
                  </a:lnTo>
                  <a:lnTo>
                    <a:pt x="6682726" y="1227953"/>
                  </a:lnTo>
                  <a:lnTo>
                    <a:pt x="6612382" y="1226531"/>
                  </a:lnTo>
                  <a:lnTo>
                    <a:pt x="6542037" y="1225039"/>
                  </a:lnTo>
                  <a:lnTo>
                    <a:pt x="6471693" y="1223475"/>
                  </a:lnTo>
                  <a:lnTo>
                    <a:pt x="6401348" y="1221835"/>
                  </a:lnTo>
                  <a:lnTo>
                    <a:pt x="6331004" y="1220115"/>
                  </a:lnTo>
                  <a:lnTo>
                    <a:pt x="6260659" y="1218311"/>
                  </a:lnTo>
                  <a:lnTo>
                    <a:pt x="6190315" y="1216420"/>
                  </a:lnTo>
                  <a:lnTo>
                    <a:pt x="6119970" y="1214437"/>
                  </a:lnTo>
                  <a:lnTo>
                    <a:pt x="6049626" y="1212357"/>
                  </a:lnTo>
                  <a:lnTo>
                    <a:pt x="5979281" y="1210176"/>
                  </a:lnTo>
                  <a:lnTo>
                    <a:pt x="5908937" y="1207889"/>
                  </a:lnTo>
                  <a:lnTo>
                    <a:pt x="5838592" y="1205491"/>
                  </a:lnTo>
                  <a:lnTo>
                    <a:pt x="5768248" y="1202976"/>
                  </a:lnTo>
                  <a:lnTo>
                    <a:pt x="5697903" y="1200339"/>
                  </a:lnTo>
                  <a:lnTo>
                    <a:pt x="5627559" y="1197573"/>
                  </a:lnTo>
                  <a:lnTo>
                    <a:pt x="5557214" y="1194674"/>
                  </a:lnTo>
                  <a:lnTo>
                    <a:pt x="5486870" y="1191633"/>
                  </a:lnTo>
                  <a:lnTo>
                    <a:pt x="5416525" y="1188444"/>
                  </a:lnTo>
                  <a:lnTo>
                    <a:pt x="5346181" y="1185100"/>
                  </a:lnTo>
                  <a:lnTo>
                    <a:pt x="5275836" y="1181594"/>
                  </a:lnTo>
                  <a:lnTo>
                    <a:pt x="5205492" y="1177917"/>
                  </a:lnTo>
                  <a:lnTo>
                    <a:pt x="5135147" y="1174061"/>
                  </a:lnTo>
                  <a:lnTo>
                    <a:pt x="5064803" y="1170017"/>
                  </a:lnTo>
                  <a:lnTo>
                    <a:pt x="4994458" y="1165777"/>
                  </a:lnTo>
                  <a:lnTo>
                    <a:pt x="4924114" y="1161331"/>
                  </a:lnTo>
                  <a:lnTo>
                    <a:pt x="4853769" y="1156669"/>
                  </a:lnTo>
                  <a:lnTo>
                    <a:pt x="4783425" y="1151780"/>
                  </a:lnTo>
                  <a:lnTo>
                    <a:pt x="4713080" y="1146653"/>
                  </a:lnTo>
                  <a:lnTo>
                    <a:pt x="4642736" y="1141276"/>
                  </a:lnTo>
                  <a:lnTo>
                    <a:pt x="4572391" y="1135639"/>
                  </a:lnTo>
                  <a:lnTo>
                    <a:pt x="4502047" y="1129727"/>
                  </a:lnTo>
                  <a:lnTo>
                    <a:pt x="4431702" y="1123527"/>
                  </a:lnTo>
                  <a:lnTo>
                    <a:pt x="4361358" y="1117026"/>
                  </a:lnTo>
                  <a:lnTo>
                    <a:pt x="4291013" y="1110209"/>
                  </a:lnTo>
                  <a:lnTo>
                    <a:pt x="4220669" y="1103060"/>
                  </a:lnTo>
                  <a:lnTo>
                    <a:pt x="4150324" y="1095564"/>
                  </a:lnTo>
                  <a:lnTo>
                    <a:pt x="4079980" y="1087703"/>
                  </a:lnTo>
                  <a:lnTo>
                    <a:pt x="4009635" y="1079460"/>
                  </a:lnTo>
                  <a:lnTo>
                    <a:pt x="3939291" y="1070816"/>
                  </a:lnTo>
                  <a:lnTo>
                    <a:pt x="3868946" y="1061752"/>
                  </a:lnTo>
                  <a:lnTo>
                    <a:pt x="3798602" y="1052247"/>
                  </a:lnTo>
                  <a:lnTo>
                    <a:pt x="3728257" y="1042279"/>
                  </a:lnTo>
                  <a:lnTo>
                    <a:pt x="3657913" y="1031827"/>
                  </a:lnTo>
                  <a:lnTo>
                    <a:pt x="3587569" y="1020866"/>
                  </a:lnTo>
                  <a:lnTo>
                    <a:pt x="3517224" y="1009373"/>
                  </a:lnTo>
                  <a:lnTo>
                    <a:pt x="3446880" y="997320"/>
                  </a:lnTo>
                  <a:lnTo>
                    <a:pt x="3376535" y="984681"/>
                  </a:lnTo>
                  <a:lnTo>
                    <a:pt x="3306191" y="971428"/>
                  </a:lnTo>
                  <a:lnTo>
                    <a:pt x="3235846" y="957854"/>
                  </a:lnTo>
                  <a:lnTo>
                    <a:pt x="3165502" y="957263"/>
                  </a:lnTo>
                  <a:lnTo>
                    <a:pt x="3095157" y="956671"/>
                  </a:lnTo>
                  <a:lnTo>
                    <a:pt x="3024813" y="956078"/>
                  </a:lnTo>
                  <a:lnTo>
                    <a:pt x="2954468" y="955484"/>
                  </a:lnTo>
                  <a:lnTo>
                    <a:pt x="2884124" y="954889"/>
                  </a:lnTo>
                  <a:lnTo>
                    <a:pt x="2813779" y="954293"/>
                  </a:lnTo>
                  <a:lnTo>
                    <a:pt x="2743435" y="953695"/>
                  </a:lnTo>
                  <a:lnTo>
                    <a:pt x="2673090" y="953096"/>
                  </a:lnTo>
                  <a:lnTo>
                    <a:pt x="2602746" y="952496"/>
                  </a:lnTo>
                  <a:lnTo>
                    <a:pt x="2532401" y="951895"/>
                  </a:lnTo>
                  <a:lnTo>
                    <a:pt x="2462057" y="951292"/>
                  </a:lnTo>
                  <a:lnTo>
                    <a:pt x="2391712" y="950689"/>
                  </a:lnTo>
                  <a:lnTo>
                    <a:pt x="2321368" y="950084"/>
                  </a:lnTo>
                  <a:lnTo>
                    <a:pt x="2251023" y="949478"/>
                  </a:lnTo>
                  <a:lnTo>
                    <a:pt x="2180679" y="948871"/>
                  </a:lnTo>
                  <a:lnTo>
                    <a:pt x="2110334" y="948262"/>
                  </a:lnTo>
                  <a:lnTo>
                    <a:pt x="2039990" y="947653"/>
                  </a:lnTo>
                  <a:lnTo>
                    <a:pt x="1969645" y="947042"/>
                  </a:lnTo>
                  <a:lnTo>
                    <a:pt x="1899301" y="946430"/>
                  </a:lnTo>
                  <a:lnTo>
                    <a:pt x="1828956" y="945817"/>
                  </a:lnTo>
                  <a:lnTo>
                    <a:pt x="1758612" y="945203"/>
                  </a:lnTo>
                  <a:lnTo>
                    <a:pt x="1688267" y="944587"/>
                  </a:lnTo>
                  <a:lnTo>
                    <a:pt x="1617923" y="943970"/>
                  </a:lnTo>
                  <a:lnTo>
                    <a:pt x="1547578" y="943352"/>
                  </a:lnTo>
                  <a:lnTo>
                    <a:pt x="1477234" y="942733"/>
                  </a:lnTo>
                  <a:lnTo>
                    <a:pt x="1406889" y="942112"/>
                  </a:lnTo>
                  <a:lnTo>
                    <a:pt x="1336545" y="941491"/>
                  </a:lnTo>
                  <a:lnTo>
                    <a:pt x="1266200" y="940868"/>
                  </a:lnTo>
                  <a:lnTo>
                    <a:pt x="1195856" y="940244"/>
                  </a:lnTo>
                  <a:lnTo>
                    <a:pt x="1125511" y="939618"/>
                  </a:lnTo>
                  <a:lnTo>
                    <a:pt x="1055167" y="938992"/>
                  </a:lnTo>
                  <a:lnTo>
                    <a:pt x="984822" y="938364"/>
                  </a:lnTo>
                  <a:lnTo>
                    <a:pt x="914478" y="937735"/>
                  </a:lnTo>
                  <a:lnTo>
                    <a:pt x="844133" y="937104"/>
                  </a:lnTo>
                  <a:lnTo>
                    <a:pt x="773789" y="936473"/>
                  </a:lnTo>
                  <a:lnTo>
                    <a:pt x="703444" y="935840"/>
                  </a:lnTo>
                  <a:lnTo>
                    <a:pt x="633100" y="935206"/>
                  </a:lnTo>
                  <a:lnTo>
                    <a:pt x="562755" y="934570"/>
                  </a:lnTo>
                  <a:lnTo>
                    <a:pt x="492411" y="933934"/>
                  </a:lnTo>
                  <a:lnTo>
                    <a:pt x="422066" y="933296"/>
                  </a:lnTo>
                  <a:lnTo>
                    <a:pt x="351722" y="932657"/>
                  </a:lnTo>
                  <a:lnTo>
                    <a:pt x="281377" y="932017"/>
                  </a:lnTo>
                  <a:lnTo>
                    <a:pt x="211033" y="931375"/>
                  </a:lnTo>
                  <a:lnTo>
                    <a:pt x="140688" y="930732"/>
                  </a:lnTo>
                  <a:lnTo>
                    <a:pt x="70344" y="930088"/>
                  </a:lnTo>
                  <a:lnTo>
                    <a:pt x="0" y="9294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347240" y="4336484"/>
              <a:ext cx="5852176" cy="987549"/>
            </a:xfrm>
            <a:custGeom>
              <a:avLst/>
              <a:pathLst>
                <a:path w="5852176" h="987549">
                  <a:moveTo>
                    <a:pt x="0" y="0"/>
                  </a:moveTo>
                  <a:lnTo>
                    <a:pt x="13583" y="11696"/>
                  </a:lnTo>
                  <a:lnTo>
                    <a:pt x="83928" y="69459"/>
                  </a:lnTo>
                  <a:lnTo>
                    <a:pt x="154272" y="124543"/>
                  </a:lnTo>
                  <a:lnTo>
                    <a:pt x="224617" y="177073"/>
                  </a:lnTo>
                  <a:lnTo>
                    <a:pt x="294961" y="227166"/>
                  </a:lnTo>
                  <a:lnTo>
                    <a:pt x="365306" y="274936"/>
                  </a:lnTo>
                  <a:lnTo>
                    <a:pt x="435650" y="320491"/>
                  </a:lnTo>
                  <a:lnTo>
                    <a:pt x="505995" y="363933"/>
                  </a:lnTo>
                  <a:lnTo>
                    <a:pt x="576339" y="405360"/>
                  </a:lnTo>
                  <a:lnTo>
                    <a:pt x="646684" y="444866"/>
                  </a:lnTo>
                  <a:lnTo>
                    <a:pt x="717028" y="482540"/>
                  </a:lnTo>
                  <a:lnTo>
                    <a:pt x="787373" y="518466"/>
                  </a:lnTo>
                  <a:lnTo>
                    <a:pt x="857717" y="552727"/>
                  </a:lnTo>
                  <a:lnTo>
                    <a:pt x="928062" y="585398"/>
                  </a:lnTo>
                  <a:lnTo>
                    <a:pt x="998406" y="616554"/>
                  </a:lnTo>
                  <a:lnTo>
                    <a:pt x="1068751" y="646266"/>
                  </a:lnTo>
                  <a:lnTo>
                    <a:pt x="1139095" y="674599"/>
                  </a:lnTo>
                  <a:lnTo>
                    <a:pt x="1209440" y="701619"/>
                  </a:lnTo>
                  <a:lnTo>
                    <a:pt x="1279784" y="727385"/>
                  </a:lnTo>
                  <a:lnTo>
                    <a:pt x="1350129" y="751956"/>
                  </a:lnTo>
                  <a:lnTo>
                    <a:pt x="1420473" y="775388"/>
                  </a:lnTo>
                  <a:lnTo>
                    <a:pt x="1490818" y="797733"/>
                  </a:lnTo>
                  <a:lnTo>
                    <a:pt x="1561162" y="819042"/>
                  </a:lnTo>
                  <a:lnTo>
                    <a:pt x="1631507" y="839363"/>
                  </a:lnTo>
                  <a:lnTo>
                    <a:pt x="1701851" y="858741"/>
                  </a:lnTo>
                  <a:lnTo>
                    <a:pt x="1772196" y="877220"/>
                  </a:lnTo>
                  <a:lnTo>
                    <a:pt x="1842540" y="894843"/>
                  </a:lnTo>
                  <a:lnTo>
                    <a:pt x="1912885" y="911648"/>
                  </a:lnTo>
                  <a:lnTo>
                    <a:pt x="1983229" y="927674"/>
                  </a:lnTo>
                  <a:lnTo>
                    <a:pt x="2053574" y="942956"/>
                  </a:lnTo>
                  <a:lnTo>
                    <a:pt x="2123918" y="957530"/>
                  </a:lnTo>
                  <a:lnTo>
                    <a:pt x="2194263" y="958443"/>
                  </a:lnTo>
                  <a:lnTo>
                    <a:pt x="2264607" y="959032"/>
                  </a:lnTo>
                  <a:lnTo>
                    <a:pt x="2334952" y="959619"/>
                  </a:lnTo>
                  <a:lnTo>
                    <a:pt x="2405296" y="960205"/>
                  </a:lnTo>
                  <a:lnTo>
                    <a:pt x="2475641" y="960790"/>
                  </a:lnTo>
                  <a:lnTo>
                    <a:pt x="2545985" y="961373"/>
                  </a:lnTo>
                  <a:lnTo>
                    <a:pt x="2616330" y="961956"/>
                  </a:lnTo>
                  <a:lnTo>
                    <a:pt x="2686674" y="962537"/>
                  </a:lnTo>
                  <a:lnTo>
                    <a:pt x="2757019" y="963118"/>
                  </a:lnTo>
                  <a:lnTo>
                    <a:pt x="2827363" y="963697"/>
                  </a:lnTo>
                  <a:lnTo>
                    <a:pt x="2897707" y="964275"/>
                  </a:lnTo>
                  <a:lnTo>
                    <a:pt x="2968052" y="964852"/>
                  </a:lnTo>
                  <a:lnTo>
                    <a:pt x="3038396" y="965427"/>
                  </a:lnTo>
                  <a:lnTo>
                    <a:pt x="3108741" y="966002"/>
                  </a:lnTo>
                  <a:lnTo>
                    <a:pt x="3179085" y="966575"/>
                  </a:lnTo>
                  <a:lnTo>
                    <a:pt x="3249430" y="967148"/>
                  </a:lnTo>
                  <a:lnTo>
                    <a:pt x="3319774" y="967719"/>
                  </a:lnTo>
                  <a:lnTo>
                    <a:pt x="3390119" y="968289"/>
                  </a:lnTo>
                  <a:lnTo>
                    <a:pt x="3460463" y="968858"/>
                  </a:lnTo>
                  <a:lnTo>
                    <a:pt x="3530808" y="969426"/>
                  </a:lnTo>
                  <a:lnTo>
                    <a:pt x="3601152" y="969992"/>
                  </a:lnTo>
                  <a:lnTo>
                    <a:pt x="3671497" y="970558"/>
                  </a:lnTo>
                  <a:lnTo>
                    <a:pt x="3741841" y="971122"/>
                  </a:lnTo>
                  <a:lnTo>
                    <a:pt x="3812186" y="971686"/>
                  </a:lnTo>
                  <a:lnTo>
                    <a:pt x="3882530" y="972248"/>
                  </a:lnTo>
                  <a:lnTo>
                    <a:pt x="3952875" y="972809"/>
                  </a:lnTo>
                  <a:lnTo>
                    <a:pt x="4023219" y="973369"/>
                  </a:lnTo>
                  <a:lnTo>
                    <a:pt x="4093564" y="973928"/>
                  </a:lnTo>
                  <a:lnTo>
                    <a:pt x="4163908" y="974486"/>
                  </a:lnTo>
                  <a:lnTo>
                    <a:pt x="4234253" y="975043"/>
                  </a:lnTo>
                  <a:lnTo>
                    <a:pt x="4304597" y="975598"/>
                  </a:lnTo>
                  <a:lnTo>
                    <a:pt x="4374942" y="976153"/>
                  </a:lnTo>
                  <a:lnTo>
                    <a:pt x="4445286" y="976706"/>
                  </a:lnTo>
                  <a:lnTo>
                    <a:pt x="4515631" y="977259"/>
                  </a:lnTo>
                  <a:lnTo>
                    <a:pt x="4585975" y="977810"/>
                  </a:lnTo>
                  <a:lnTo>
                    <a:pt x="4656320" y="978360"/>
                  </a:lnTo>
                  <a:lnTo>
                    <a:pt x="4726664" y="978909"/>
                  </a:lnTo>
                  <a:lnTo>
                    <a:pt x="4797009" y="979457"/>
                  </a:lnTo>
                  <a:lnTo>
                    <a:pt x="4867353" y="980004"/>
                  </a:lnTo>
                  <a:lnTo>
                    <a:pt x="4937698" y="980550"/>
                  </a:lnTo>
                  <a:lnTo>
                    <a:pt x="5008042" y="981095"/>
                  </a:lnTo>
                  <a:lnTo>
                    <a:pt x="5078387" y="981638"/>
                  </a:lnTo>
                  <a:lnTo>
                    <a:pt x="5148731" y="982181"/>
                  </a:lnTo>
                  <a:lnTo>
                    <a:pt x="5219076" y="982723"/>
                  </a:lnTo>
                  <a:lnTo>
                    <a:pt x="5289420" y="983263"/>
                  </a:lnTo>
                  <a:lnTo>
                    <a:pt x="5359765" y="983803"/>
                  </a:lnTo>
                  <a:lnTo>
                    <a:pt x="5430109" y="984341"/>
                  </a:lnTo>
                  <a:lnTo>
                    <a:pt x="5500454" y="984878"/>
                  </a:lnTo>
                  <a:lnTo>
                    <a:pt x="5570798" y="985415"/>
                  </a:lnTo>
                  <a:lnTo>
                    <a:pt x="5641143" y="985950"/>
                  </a:lnTo>
                  <a:lnTo>
                    <a:pt x="5711487" y="986484"/>
                  </a:lnTo>
                  <a:lnTo>
                    <a:pt x="5781832" y="987017"/>
                  </a:lnTo>
                  <a:lnTo>
                    <a:pt x="5852176" y="987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65927"/>
              <a:ext cx="6964104" cy="303570"/>
            </a:xfrm>
            <a:custGeom>
              <a:avLst/>
              <a:pathLst>
                <a:path w="6964104" h="303570">
                  <a:moveTo>
                    <a:pt x="6964104" y="303570"/>
                  </a:moveTo>
                  <a:lnTo>
                    <a:pt x="6893760" y="302394"/>
                  </a:lnTo>
                  <a:lnTo>
                    <a:pt x="6823415" y="301160"/>
                  </a:lnTo>
                  <a:lnTo>
                    <a:pt x="6753071" y="299867"/>
                  </a:lnTo>
                  <a:lnTo>
                    <a:pt x="6682726" y="298510"/>
                  </a:lnTo>
                  <a:lnTo>
                    <a:pt x="6612382" y="297088"/>
                  </a:lnTo>
                  <a:lnTo>
                    <a:pt x="6542037" y="295596"/>
                  </a:lnTo>
                  <a:lnTo>
                    <a:pt x="6471693" y="294032"/>
                  </a:lnTo>
                  <a:lnTo>
                    <a:pt x="6401348" y="292392"/>
                  </a:lnTo>
                  <a:lnTo>
                    <a:pt x="6331004" y="290672"/>
                  </a:lnTo>
                  <a:lnTo>
                    <a:pt x="6260659" y="288868"/>
                  </a:lnTo>
                  <a:lnTo>
                    <a:pt x="6190315" y="286977"/>
                  </a:lnTo>
                  <a:lnTo>
                    <a:pt x="6119970" y="284994"/>
                  </a:lnTo>
                  <a:lnTo>
                    <a:pt x="6049626" y="282914"/>
                  </a:lnTo>
                  <a:lnTo>
                    <a:pt x="5979281" y="280733"/>
                  </a:lnTo>
                  <a:lnTo>
                    <a:pt x="5908937" y="278446"/>
                  </a:lnTo>
                  <a:lnTo>
                    <a:pt x="5838592" y="276048"/>
                  </a:lnTo>
                  <a:lnTo>
                    <a:pt x="5768248" y="273533"/>
                  </a:lnTo>
                  <a:lnTo>
                    <a:pt x="5697903" y="270896"/>
                  </a:lnTo>
                  <a:lnTo>
                    <a:pt x="5627559" y="268131"/>
                  </a:lnTo>
                  <a:lnTo>
                    <a:pt x="5557214" y="265231"/>
                  </a:lnTo>
                  <a:lnTo>
                    <a:pt x="5486870" y="262190"/>
                  </a:lnTo>
                  <a:lnTo>
                    <a:pt x="5416525" y="259001"/>
                  </a:lnTo>
                  <a:lnTo>
                    <a:pt x="5346181" y="255657"/>
                  </a:lnTo>
                  <a:lnTo>
                    <a:pt x="5275836" y="252151"/>
                  </a:lnTo>
                  <a:lnTo>
                    <a:pt x="5205492" y="248474"/>
                  </a:lnTo>
                  <a:lnTo>
                    <a:pt x="5135147" y="244618"/>
                  </a:lnTo>
                  <a:lnTo>
                    <a:pt x="5064803" y="240574"/>
                  </a:lnTo>
                  <a:lnTo>
                    <a:pt x="4994458" y="236334"/>
                  </a:lnTo>
                  <a:lnTo>
                    <a:pt x="4924114" y="231888"/>
                  </a:lnTo>
                  <a:lnTo>
                    <a:pt x="4853769" y="227226"/>
                  </a:lnTo>
                  <a:lnTo>
                    <a:pt x="4783425" y="222337"/>
                  </a:lnTo>
                  <a:lnTo>
                    <a:pt x="4713080" y="217210"/>
                  </a:lnTo>
                  <a:lnTo>
                    <a:pt x="4642736" y="211833"/>
                  </a:lnTo>
                  <a:lnTo>
                    <a:pt x="4572391" y="206196"/>
                  </a:lnTo>
                  <a:lnTo>
                    <a:pt x="4502047" y="200284"/>
                  </a:lnTo>
                  <a:lnTo>
                    <a:pt x="4431702" y="194084"/>
                  </a:lnTo>
                  <a:lnTo>
                    <a:pt x="4361358" y="187583"/>
                  </a:lnTo>
                  <a:lnTo>
                    <a:pt x="4291013" y="180766"/>
                  </a:lnTo>
                  <a:lnTo>
                    <a:pt x="4220669" y="173618"/>
                  </a:lnTo>
                  <a:lnTo>
                    <a:pt x="4150324" y="166121"/>
                  </a:lnTo>
                  <a:lnTo>
                    <a:pt x="4079980" y="158260"/>
                  </a:lnTo>
                  <a:lnTo>
                    <a:pt x="4009635" y="150017"/>
                  </a:lnTo>
                  <a:lnTo>
                    <a:pt x="3939291" y="141373"/>
                  </a:lnTo>
                  <a:lnTo>
                    <a:pt x="3868946" y="132309"/>
                  </a:lnTo>
                  <a:lnTo>
                    <a:pt x="3798602" y="122804"/>
                  </a:lnTo>
                  <a:lnTo>
                    <a:pt x="3728257" y="112836"/>
                  </a:lnTo>
                  <a:lnTo>
                    <a:pt x="3657913" y="102384"/>
                  </a:lnTo>
                  <a:lnTo>
                    <a:pt x="3587569" y="91423"/>
                  </a:lnTo>
                  <a:lnTo>
                    <a:pt x="3517224" y="79930"/>
                  </a:lnTo>
                  <a:lnTo>
                    <a:pt x="3446880" y="67877"/>
                  </a:lnTo>
                  <a:lnTo>
                    <a:pt x="3376535" y="55238"/>
                  </a:lnTo>
                  <a:lnTo>
                    <a:pt x="3306191" y="41985"/>
                  </a:lnTo>
                  <a:lnTo>
                    <a:pt x="3235846" y="28411"/>
                  </a:lnTo>
                  <a:lnTo>
                    <a:pt x="3165502" y="27820"/>
                  </a:lnTo>
                  <a:lnTo>
                    <a:pt x="3095157" y="27229"/>
                  </a:lnTo>
                  <a:lnTo>
                    <a:pt x="3024813" y="26636"/>
                  </a:lnTo>
                  <a:lnTo>
                    <a:pt x="2954468" y="26041"/>
                  </a:lnTo>
                  <a:lnTo>
                    <a:pt x="2884124" y="25446"/>
                  </a:lnTo>
                  <a:lnTo>
                    <a:pt x="2813779" y="24850"/>
                  </a:lnTo>
                  <a:lnTo>
                    <a:pt x="2743435" y="24252"/>
                  </a:lnTo>
                  <a:lnTo>
                    <a:pt x="2673090" y="23653"/>
                  </a:lnTo>
                  <a:lnTo>
                    <a:pt x="2602746" y="23053"/>
                  </a:lnTo>
                  <a:lnTo>
                    <a:pt x="2532401" y="22452"/>
                  </a:lnTo>
                  <a:lnTo>
                    <a:pt x="2462057" y="21849"/>
                  </a:lnTo>
                  <a:lnTo>
                    <a:pt x="2391712" y="21246"/>
                  </a:lnTo>
                  <a:lnTo>
                    <a:pt x="2321368" y="20641"/>
                  </a:lnTo>
                  <a:lnTo>
                    <a:pt x="2251023" y="20035"/>
                  </a:lnTo>
                  <a:lnTo>
                    <a:pt x="2180679" y="19428"/>
                  </a:lnTo>
                  <a:lnTo>
                    <a:pt x="2110334" y="18820"/>
                  </a:lnTo>
                  <a:lnTo>
                    <a:pt x="2039990" y="18210"/>
                  </a:lnTo>
                  <a:lnTo>
                    <a:pt x="1969645" y="17599"/>
                  </a:lnTo>
                  <a:lnTo>
                    <a:pt x="1899301" y="16987"/>
                  </a:lnTo>
                  <a:lnTo>
                    <a:pt x="1828956" y="16374"/>
                  </a:lnTo>
                  <a:lnTo>
                    <a:pt x="1758612" y="15760"/>
                  </a:lnTo>
                  <a:lnTo>
                    <a:pt x="1688267" y="15144"/>
                  </a:lnTo>
                  <a:lnTo>
                    <a:pt x="1617923" y="14527"/>
                  </a:lnTo>
                  <a:lnTo>
                    <a:pt x="1547578" y="13909"/>
                  </a:lnTo>
                  <a:lnTo>
                    <a:pt x="1477234" y="13290"/>
                  </a:lnTo>
                  <a:lnTo>
                    <a:pt x="1406889" y="12669"/>
                  </a:lnTo>
                  <a:lnTo>
                    <a:pt x="1336545" y="12048"/>
                  </a:lnTo>
                  <a:lnTo>
                    <a:pt x="1266200" y="11425"/>
                  </a:lnTo>
                  <a:lnTo>
                    <a:pt x="1195856" y="10801"/>
                  </a:lnTo>
                  <a:lnTo>
                    <a:pt x="1125511" y="10175"/>
                  </a:lnTo>
                  <a:lnTo>
                    <a:pt x="1055167" y="9549"/>
                  </a:lnTo>
                  <a:lnTo>
                    <a:pt x="984822" y="8921"/>
                  </a:lnTo>
                  <a:lnTo>
                    <a:pt x="914478" y="8292"/>
                  </a:lnTo>
                  <a:lnTo>
                    <a:pt x="844133" y="7661"/>
                  </a:lnTo>
                  <a:lnTo>
                    <a:pt x="773789" y="7030"/>
                  </a:lnTo>
                  <a:lnTo>
                    <a:pt x="703444" y="6397"/>
                  </a:lnTo>
                  <a:lnTo>
                    <a:pt x="633100" y="5763"/>
                  </a:lnTo>
                  <a:lnTo>
                    <a:pt x="562755" y="5127"/>
                  </a:lnTo>
                  <a:lnTo>
                    <a:pt x="492411" y="4491"/>
                  </a:lnTo>
                  <a:lnTo>
                    <a:pt x="422066" y="3853"/>
                  </a:lnTo>
                  <a:lnTo>
                    <a:pt x="351722" y="3214"/>
                  </a:lnTo>
                  <a:lnTo>
                    <a:pt x="281377" y="2574"/>
                  </a:lnTo>
                  <a:lnTo>
                    <a:pt x="211033" y="1932"/>
                  </a:lnTo>
                  <a:lnTo>
                    <a:pt x="140688" y="1289"/>
                  </a:lnTo>
                  <a:lnTo>
                    <a:pt x="70344" y="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659492"/>
              <a:ext cx="6964104" cy="853431"/>
            </a:xfrm>
            <a:custGeom>
              <a:avLst/>
              <a:pathLst>
                <a:path w="6964104" h="853431">
                  <a:moveTo>
                    <a:pt x="0" y="0"/>
                  </a:moveTo>
                  <a:lnTo>
                    <a:pt x="70344" y="22818"/>
                  </a:lnTo>
                  <a:lnTo>
                    <a:pt x="140688" y="45079"/>
                  </a:lnTo>
                  <a:lnTo>
                    <a:pt x="211033" y="66796"/>
                  </a:lnTo>
                  <a:lnTo>
                    <a:pt x="281377" y="87983"/>
                  </a:lnTo>
                  <a:lnTo>
                    <a:pt x="351722" y="108653"/>
                  </a:lnTo>
                  <a:lnTo>
                    <a:pt x="422066" y="128817"/>
                  </a:lnTo>
                  <a:lnTo>
                    <a:pt x="492411" y="148489"/>
                  </a:lnTo>
                  <a:lnTo>
                    <a:pt x="562755" y="167681"/>
                  </a:lnTo>
                  <a:lnTo>
                    <a:pt x="633100" y="186403"/>
                  </a:lnTo>
                  <a:lnTo>
                    <a:pt x="703444" y="204669"/>
                  </a:lnTo>
                  <a:lnTo>
                    <a:pt x="773789" y="222488"/>
                  </a:lnTo>
                  <a:lnTo>
                    <a:pt x="844133" y="239872"/>
                  </a:lnTo>
                  <a:lnTo>
                    <a:pt x="914478" y="256831"/>
                  </a:lnTo>
                  <a:lnTo>
                    <a:pt x="984822" y="273376"/>
                  </a:lnTo>
                  <a:lnTo>
                    <a:pt x="1055167" y="289517"/>
                  </a:lnTo>
                  <a:lnTo>
                    <a:pt x="1125511" y="305264"/>
                  </a:lnTo>
                  <a:lnTo>
                    <a:pt x="1195856" y="320626"/>
                  </a:lnTo>
                  <a:lnTo>
                    <a:pt x="1266200" y="335613"/>
                  </a:lnTo>
                  <a:lnTo>
                    <a:pt x="1336545" y="350234"/>
                  </a:lnTo>
                  <a:lnTo>
                    <a:pt x="1406889" y="364498"/>
                  </a:lnTo>
                  <a:lnTo>
                    <a:pt x="1477234" y="378413"/>
                  </a:lnTo>
                  <a:lnTo>
                    <a:pt x="1547578" y="391988"/>
                  </a:lnTo>
                  <a:lnTo>
                    <a:pt x="1617923" y="405232"/>
                  </a:lnTo>
                  <a:lnTo>
                    <a:pt x="1688267" y="418152"/>
                  </a:lnTo>
                  <a:lnTo>
                    <a:pt x="1758612" y="430757"/>
                  </a:lnTo>
                  <a:lnTo>
                    <a:pt x="1828956" y="443054"/>
                  </a:lnTo>
                  <a:lnTo>
                    <a:pt x="1899301" y="455050"/>
                  </a:lnTo>
                  <a:lnTo>
                    <a:pt x="1969645" y="466754"/>
                  </a:lnTo>
                  <a:lnTo>
                    <a:pt x="2039990" y="478171"/>
                  </a:lnTo>
                  <a:lnTo>
                    <a:pt x="2110334" y="489310"/>
                  </a:lnTo>
                  <a:lnTo>
                    <a:pt x="2180679" y="500177"/>
                  </a:lnTo>
                  <a:lnTo>
                    <a:pt x="2251023" y="510778"/>
                  </a:lnTo>
                  <a:lnTo>
                    <a:pt x="2321368" y="521120"/>
                  </a:lnTo>
                  <a:lnTo>
                    <a:pt x="2391712" y="531210"/>
                  </a:lnTo>
                  <a:lnTo>
                    <a:pt x="2462057" y="541053"/>
                  </a:lnTo>
                  <a:lnTo>
                    <a:pt x="2532401" y="550656"/>
                  </a:lnTo>
                  <a:lnTo>
                    <a:pt x="2602746" y="560024"/>
                  </a:lnTo>
                  <a:lnTo>
                    <a:pt x="2673090" y="569163"/>
                  </a:lnTo>
                  <a:lnTo>
                    <a:pt x="2743435" y="578080"/>
                  </a:lnTo>
                  <a:lnTo>
                    <a:pt x="2813779" y="586778"/>
                  </a:lnTo>
                  <a:lnTo>
                    <a:pt x="2884124" y="595264"/>
                  </a:lnTo>
                  <a:lnTo>
                    <a:pt x="2954468" y="603542"/>
                  </a:lnTo>
                  <a:lnTo>
                    <a:pt x="3024813" y="611619"/>
                  </a:lnTo>
                  <a:lnTo>
                    <a:pt x="3095157" y="619498"/>
                  </a:lnTo>
                  <a:lnTo>
                    <a:pt x="3165502" y="627185"/>
                  </a:lnTo>
                  <a:lnTo>
                    <a:pt x="3235846" y="634684"/>
                  </a:lnTo>
                  <a:lnTo>
                    <a:pt x="3306191" y="641999"/>
                  </a:lnTo>
                  <a:lnTo>
                    <a:pt x="3376535" y="649136"/>
                  </a:lnTo>
                  <a:lnTo>
                    <a:pt x="3446880" y="656099"/>
                  </a:lnTo>
                  <a:lnTo>
                    <a:pt x="3517224" y="662892"/>
                  </a:lnTo>
                  <a:lnTo>
                    <a:pt x="3587569" y="669519"/>
                  </a:lnTo>
                  <a:lnTo>
                    <a:pt x="3657913" y="675984"/>
                  </a:lnTo>
                  <a:lnTo>
                    <a:pt x="3728257" y="682291"/>
                  </a:lnTo>
                  <a:lnTo>
                    <a:pt x="3798602" y="688443"/>
                  </a:lnTo>
                  <a:lnTo>
                    <a:pt x="3868946" y="694446"/>
                  </a:lnTo>
                  <a:lnTo>
                    <a:pt x="3939291" y="700302"/>
                  </a:lnTo>
                  <a:lnTo>
                    <a:pt x="4009635" y="706015"/>
                  </a:lnTo>
                  <a:lnTo>
                    <a:pt x="4079980" y="711589"/>
                  </a:lnTo>
                  <a:lnTo>
                    <a:pt x="4150324" y="717026"/>
                  </a:lnTo>
                  <a:lnTo>
                    <a:pt x="4220669" y="722330"/>
                  </a:lnTo>
                  <a:lnTo>
                    <a:pt x="4291013" y="727505"/>
                  </a:lnTo>
                  <a:lnTo>
                    <a:pt x="4361358" y="732554"/>
                  </a:lnTo>
                  <a:lnTo>
                    <a:pt x="4431702" y="737479"/>
                  </a:lnTo>
                  <a:lnTo>
                    <a:pt x="4502047" y="742284"/>
                  </a:lnTo>
                  <a:lnTo>
                    <a:pt x="4572391" y="746971"/>
                  </a:lnTo>
                  <a:lnTo>
                    <a:pt x="4642736" y="751545"/>
                  </a:lnTo>
                  <a:lnTo>
                    <a:pt x="4713080" y="756006"/>
                  </a:lnTo>
                  <a:lnTo>
                    <a:pt x="4783425" y="760358"/>
                  </a:lnTo>
                  <a:lnTo>
                    <a:pt x="4853769" y="764604"/>
                  </a:lnTo>
                  <a:lnTo>
                    <a:pt x="4924114" y="768747"/>
                  </a:lnTo>
                  <a:lnTo>
                    <a:pt x="4994458" y="772788"/>
                  </a:lnTo>
                  <a:lnTo>
                    <a:pt x="5064803" y="776730"/>
                  </a:lnTo>
                  <a:lnTo>
                    <a:pt x="5135147" y="780576"/>
                  </a:lnTo>
                  <a:lnTo>
                    <a:pt x="5205492" y="784329"/>
                  </a:lnTo>
                  <a:lnTo>
                    <a:pt x="5275836" y="787989"/>
                  </a:lnTo>
                  <a:lnTo>
                    <a:pt x="5346181" y="791560"/>
                  </a:lnTo>
                  <a:lnTo>
                    <a:pt x="5416525" y="795044"/>
                  </a:lnTo>
                  <a:lnTo>
                    <a:pt x="5486870" y="798443"/>
                  </a:lnTo>
                  <a:lnTo>
                    <a:pt x="5557214" y="801759"/>
                  </a:lnTo>
                  <a:lnTo>
                    <a:pt x="5627559" y="804994"/>
                  </a:lnTo>
                  <a:lnTo>
                    <a:pt x="5697903" y="808150"/>
                  </a:lnTo>
                  <a:lnTo>
                    <a:pt x="5768248" y="811228"/>
                  </a:lnTo>
                  <a:lnTo>
                    <a:pt x="5838592" y="814232"/>
                  </a:lnTo>
                  <a:lnTo>
                    <a:pt x="5908937" y="817162"/>
                  </a:lnTo>
                  <a:lnTo>
                    <a:pt x="5979281" y="820021"/>
                  </a:lnTo>
                  <a:lnTo>
                    <a:pt x="6049626" y="822809"/>
                  </a:lnTo>
                  <a:lnTo>
                    <a:pt x="6119970" y="825530"/>
                  </a:lnTo>
                  <a:lnTo>
                    <a:pt x="6190315" y="828184"/>
                  </a:lnTo>
                  <a:lnTo>
                    <a:pt x="6260659" y="830774"/>
                  </a:lnTo>
                  <a:lnTo>
                    <a:pt x="6331004" y="833300"/>
                  </a:lnTo>
                  <a:lnTo>
                    <a:pt x="6401348" y="835764"/>
                  </a:lnTo>
                  <a:lnTo>
                    <a:pt x="6471693" y="838168"/>
                  </a:lnTo>
                  <a:lnTo>
                    <a:pt x="6542037" y="840514"/>
                  </a:lnTo>
                  <a:lnTo>
                    <a:pt x="6612382" y="842802"/>
                  </a:lnTo>
                  <a:lnTo>
                    <a:pt x="6682726" y="845034"/>
                  </a:lnTo>
                  <a:lnTo>
                    <a:pt x="6753071" y="847212"/>
                  </a:lnTo>
                  <a:lnTo>
                    <a:pt x="6823415" y="849337"/>
                  </a:lnTo>
                  <a:lnTo>
                    <a:pt x="6893760" y="851409"/>
                  </a:lnTo>
                  <a:lnTo>
                    <a:pt x="6964104" y="853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(1.02-1.72), p_Bonf = 0.199 (n = 6)  |  per IQR decline (Δ = 29.5 %): 2.31 (1.07-5.00)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2026-07-22T08:00:08Z</dcterms:modified>
  <cp:category/>
</cp:coreProperties>
</file>