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817517" y="2073503"/>
              <a:ext cx="7392041" cy="3416719"/>
            </a:xfrm>
            <a:custGeom>
              <a:avLst/>
              <a:pathLst>
                <a:path w="7392041" h="3416719">
                  <a:moveTo>
                    <a:pt x="965908" y="0"/>
                  </a:moveTo>
                  <a:lnTo>
                    <a:pt x="980824" y="32412"/>
                  </a:lnTo>
                  <a:lnTo>
                    <a:pt x="1058068" y="192475"/>
                  </a:lnTo>
                  <a:lnTo>
                    <a:pt x="1135311" y="345114"/>
                  </a:lnTo>
                  <a:lnTo>
                    <a:pt x="1212555" y="490675"/>
                  </a:lnTo>
                  <a:lnTo>
                    <a:pt x="1289799" y="629485"/>
                  </a:lnTo>
                  <a:lnTo>
                    <a:pt x="1367042" y="761857"/>
                  </a:lnTo>
                  <a:lnTo>
                    <a:pt x="1444286" y="888091"/>
                  </a:lnTo>
                  <a:lnTo>
                    <a:pt x="1521529" y="1008470"/>
                  </a:lnTo>
                  <a:lnTo>
                    <a:pt x="1598773" y="1123266"/>
                  </a:lnTo>
                  <a:lnTo>
                    <a:pt x="1676016" y="1232738"/>
                  </a:lnTo>
                  <a:lnTo>
                    <a:pt x="1753260" y="1337133"/>
                  </a:lnTo>
                  <a:lnTo>
                    <a:pt x="1830504" y="1436687"/>
                  </a:lnTo>
                  <a:lnTo>
                    <a:pt x="1907747" y="1531624"/>
                  </a:lnTo>
                  <a:lnTo>
                    <a:pt x="1984991" y="1622157"/>
                  </a:lnTo>
                  <a:lnTo>
                    <a:pt x="2062234" y="1708493"/>
                  </a:lnTo>
                  <a:lnTo>
                    <a:pt x="2139478" y="1790824"/>
                  </a:lnTo>
                  <a:lnTo>
                    <a:pt x="2216721" y="1869337"/>
                  </a:lnTo>
                  <a:lnTo>
                    <a:pt x="2293965" y="1944208"/>
                  </a:lnTo>
                  <a:lnTo>
                    <a:pt x="2371209" y="2015608"/>
                  </a:lnTo>
                  <a:lnTo>
                    <a:pt x="2448452" y="2083696"/>
                  </a:lnTo>
                  <a:lnTo>
                    <a:pt x="2525696" y="2148626"/>
                  </a:lnTo>
                  <a:lnTo>
                    <a:pt x="2602939" y="2210545"/>
                  </a:lnTo>
                  <a:lnTo>
                    <a:pt x="2680183" y="2269592"/>
                  </a:lnTo>
                  <a:lnTo>
                    <a:pt x="2757426" y="2325901"/>
                  </a:lnTo>
                  <a:lnTo>
                    <a:pt x="2834670" y="2379599"/>
                  </a:lnTo>
                  <a:lnTo>
                    <a:pt x="2911914" y="2430806"/>
                  </a:lnTo>
                  <a:lnTo>
                    <a:pt x="2989157" y="2479638"/>
                  </a:lnTo>
                  <a:lnTo>
                    <a:pt x="3066401" y="2526206"/>
                  </a:lnTo>
                  <a:lnTo>
                    <a:pt x="3143644" y="2570614"/>
                  </a:lnTo>
                  <a:lnTo>
                    <a:pt x="3220888" y="2612962"/>
                  </a:lnTo>
                  <a:lnTo>
                    <a:pt x="3298131" y="2653347"/>
                  </a:lnTo>
                  <a:lnTo>
                    <a:pt x="3375375" y="2655877"/>
                  </a:lnTo>
                  <a:lnTo>
                    <a:pt x="3452619" y="2657508"/>
                  </a:lnTo>
                  <a:lnTo>
                    <a:pt x="3529862" y="2659135"/>
                  </a:lnTo>
                  <a:lnTo>
                    <a:pt x="3607106" y="2660759"/>
                  </a:lnTo>
                  <a:lnTo>
                    <a:pt x="3684349" y="2662379"/>
                  </a:lnTo>
                  <a:lnTo>
                    <a:pt x="3761593" y="2663997"/>
                  </a:lnTo>
                  <a:lnTo>
                    <a:pt x="3838836" y="2665611"/>
                  </a:lnTo>
                  <a:lnTo>
                    <a:pt x="3916080" y="2667222"/>
                  </a:lnTo>
                  <a:lnTo>
                    <a:pt x="3993324" y="2668830"/>
                  </a:lnTo>
                  <a:lnTo>
                    <a:pt x="4070567" y="2670435"/>
                  </a:lnTo>
                  <a:lnTo>
                    <a:pt x="4147811" y="2672036"/>
                  </a:lnTo>
                  <a:lnTo>
                    <a:pt x="4225054" y="2673635"/>
                  </a:lnTo>
                  <a:lnTo>
                    <a:pt x="4302298" y="2675230"/>
                  </a:lnTo>
                  <a:lnTo>
                    <a:pt x="4379541" y="2676822"/>
                  </a:lnTo>
                  <a:lnTo>
                    <a:pt x="4456785" y="2678411"/>
                  </a:lnTo>
                  <a:lnTo>
                    <a:pt x="4534029" y="2679997"/>
                  </a:lnTo>
                  <a:lnTo>
                    <a:pt x="4611272" y="2681580"/>
                  </a:lnTo>
                  <a:lnTo>
                    <a:pt x="4688516" y="2683159"/>
                  </a:lnTo>
                  <a:lnTo>
                    <a:pt x="4765759" y="2684736"/>
                  </a:lnTo>
                  <a:lnTo>
                    <a:pt x="4843003" y="2686309"/>
                  </a:lnTo>
                  <a:lnTo>
                    <a:pt x="4920246" y="2687880"/>
                  </a:lnTo>
                  <a:lnTo>
                    <a:pt x="4997490" y="2689447"/>
                  </a:lnTo>
                  <a:lnTo>
                    <a:pt x="5074734" y="2691011"/>
                  </a:lnTo>
                  <a:lnTo>
                    <a:pt x="5151977" y="2692572"/>
                  </a:lnTo>
                  <a:lnTo>
                    <a:pt x="5229221" y="2694130"/>
                  </a:lnTo>
                  <a:lnTo>
                    <a:pt x="5306464" y="2695685"/>
                  </a:lnTo>
                  <a:lnTo>
                    <a:pt x="5383708" y="2697237"/>
                  </a:lnTo>
                  <a:lnTo>
                    <a:pt x="5460951" y="2698786"/>
                  </a:lnTo>
                  <a:lnTo>
                    <a:pt x="5538195" y="2700332"/>
                  </a:lnTo>
                  <a:lnTo>
                    <a:pt x="5615439" y="2701874"/>
                  </a:lnTo>
                  <a:lnTo>
                    <a:pt x="5692682" y="2703414"/>
                  </a:lnTo>
                  <a:lnTo>
                    <a:pt x="5769926" y="2704951"/>
                  </a:lnTo>
                  <a:lnTo>
                    <a:pt x="5847169" y="2706484"/>
                  </a:lnTo>
                  <a:lnTo>
                    <a:pt x="5924413" y="2708015"/>
                  </a:lnTo>
                  <a:lnTo>
                    <a:pt x="6001656" y="2709542"/>
                  </a:lnTo>
                  <a:lnTo>
                    <a:pt x="6078900" y="2711067"/>
                  </a:lnTo>
                  <a:lnTo>
                    <a:pt x="6156144" y="2712589"/>
                  </a:lnTo>
                  <a:lnTo>
                    <a:pt x="6233387" y="2714107"/>
                  </a:lnTo>
                  <a:lnTo>
                    <a:pt x="6310631" y="2715623"/>
                  </a:lnTo>
                  <a:lnTo>
                    <a:pt x="6387874" y="2717135"/>
                  </a:lnTo>
                  <a:lnTo>
                    <a:pt x="6465118" y="2718645"/>
                  </a:lnTo>
                  <a:lnTo>
                    <a:pt x="6542361" y="2720152"/>
                  </a:lnTo>
                  <a:lnTo>
                    <a:pt x="6619605" y="2721655"/>
                  </a:lnTo>
                  <a:lnTo>
                    <a:pt x="6696849" y="2723156"/>
                  </a:lnTo>
                  <a:lnTo>
                    <a:pt x="6774092" y="2724654"/>
                  </a:lnTo>
                  <a:lnTo>
                    <a:pt x="6851336" y="2726149"/>
                  </a:lnTo>
                  <a:lnTo>
                    <a:pt x="6928579" y="2727640"/>
                  </a:lnTo>
                  <a:lnTo>
                    <a:pt x="7005823" y="2729129"/>
                  </a:lnTo>
                  <a:lnTo>
                    <a:pt x="7083066" y="2730615"/>
                  </a:lnTo>
                  <a:lnTo>
                    <a:pt x="7160310" y="2732098"/>
                  </a:lnTo>
                  <a:lnTo>
                    <a:pt x="7237554" y="2733579"/>
                  </a:lnTo>
                  <a:lnTo>
                    <a:pt x="7314797" y="2735056"/>
                  </a:lnTo>
                  <a:lnTo>
                    <a:pt x="7392041" y="2736530"/>
                  </a:lnTo>
                  <a:lnTo>
                    <a:pt x="7392041" y="3416719"/>
                  </a:lnTo>
                  <a:lnTo>
                    <a:pt x="7314797" y="3413460"/>
                  </a:lnTo>
                  <a:lnTo>
                    <a:pt x="7237554" y="3410041"/>
                  </a:lnTo>
                  <a:lnTo>
                    <a:pt x="7160310" y="3406457"/>
                  </a:lnTo>
                  <a:lnTo>
                    <a:pt x="7083066" y="3402698"/>
                  </a:lnTo>
                  <a:lnTo>
                    <a:pt x="7005823" y="3398757"/>
                  </a:lnTo>
                  <a:lnTo>
                    <a:pt x="6928579" y="3394623"/>
                  </a:lnTo>
                  <a:lnTo>
                    <a:pt x="6851336" y="3390289"/>
                  </a:lnTo>
                  <a:lnTo>
                    <a:pt x="6774092" y="3385744"/>
                  </a:lnTo>
                  <a:lnTo>
                    <a:pt x="6696849" y="3380978"/>
                  </a:lnTo>
                  <a:lnTo>
                    <a:pt x="6619605" y="3375980"/>
                  </a:lnTo>
                  <a:lnTo>
                    <a:pt x="6542361" y="3370739"/>
                  </a:lnTo>
                  <a:lnTo>
                    <a:pt x="6465118" y="3365243"/>
                  </a:lnTo>
                  <a:lnTo>
                    <a:pt x="6387874" y="3359480"/>
                  </a:lnTo>
                  <a:lnTo>
                    <a:pt x="6310631" y="3353437"/>
                  </a:lnTo>
                  <a:lnTo>
                    <a:pt x="6233387" y="3347099"/>
                  </a:lnTo>
                  <a:lnTo>
                    <a:pt x="6156144" y="3340454"/>
                  </a:lnTo>
                  <a:lnTo>
                    <a:pt x="6078900" y="3333485"/>
                  </a:lnTo>
                  <a:lnTo>
                    <a:pt x="6001656" y="3326177"/>
                  </a:lnTo>
                  <a:lnTo>
                    <a:pt x="5924413" y="3318515"/>
                  </a:lnTo>
                  <a:lnTo>
                    <a:pt x="5847169" y="3310479"/>
                  </a:lnTo>
                  <a:lnTo>
                    <a:pt x="5769926" y="3302052"/>
                  </a:lnTo>
                  <a:lnTo>
                    <a:pt x="5692682" y="3293216"/>
                  </a:lnTo>
                  <a:lnTo>
                    <a:pt x="5615439" y="3283950"/>
                  </a:lnTo>
                  <a:lnTo>
                    <a:pt x="5538195" y="3274234"/>
                  </a:lnTo>
                  <a:lnTo>
                    <a:pt x="5460951" y="3264044"/>
                  </a:lnTo>
                  <a:lnTo>
                    <a:pt x="5383708" y="3253360"/>
                  </a:lnTo>
                  <a:lnTo>
                    <a:pt x="5306464" y="3242156"/>
                  </a:lnTo>
                  <a:lnTo>
                    <a:pt x="5229221" y="3230406"/>
                  </a:lnTo>
                  <a:lnTo>
                    <a:pt x="5151977" y="3218086"/>
                  </a:lnTo>
                  <a:lnTo>
                    <a:pt x="5074734" y="3205166"/>
                  </a:lnTo>
                  <a:lnTo>
                    <a:pt x="4997490" y="3191618"/>
                  </a:lnTo>
                  <a:lnTo>
                    <a:pt x="4920246" y="3177411"/>
                  </a:lnTo>
                  <a:lnTo>
                    <a:pt x="4843003" y="3162513"/>
                  </a:lnTo>
                  <a:lnTo>
                    <a:pt x="4765759" y="3146891"/>
                  </a:lnTo>
                  <a:lnTo>
                    <a:pt x="4688516" y="3130509"/>
                  </a:lnTo>
                  <a:lnTo>
                    <a:pt x="4611272" y="3113330"/>
                  </a:lnTo>
                  <a:lnTo>
                    <a:pt x="4534029" y="3095315"/>
                  </a:lnTo>
                  <a:lnTo>
                    <a:pt x="4456785" y="3076425"/>
                  </a:lnTo>
                  <a:lnTo>
                    <a:pt x="4379541" y="3056616"/>
                  </a:lnTo>
                  <a:lnTo>
                    <a:pt x="4302298" y="3035844"/>
                  </a:lnTo>
                  <a:lnTo>
                    <a:pt x="4225054" y="3014061"/>
                  </a:lnTo>
                  <a:lnTo>
                    <a:pt x="4147811" y="2991219"/>
                  </a:lnTo>
                  <a:lnTo>
                    <a:pt x="4070567" y="2967266"/>
                  </a:lnTo>
                  <a:lnTo>
                    <a:pt x="3993324" y="2942148"/>
                  </a:lnTo>
                  <a:lnTo>
                    <a:pt x="3916080" y="2915809"/>
                  </a:lnTo>
                  <a:lnTo>
                    <a:pt x="3838836" y="2888189"/>
                  </a:lnTo>
                  <a:lnTo>
                    <a:pt x="3761593" y="2859225"/>
                  </a:lnTo>
                  <a:lnTo>
                    <a:pt x="3684349" y="2828853"/>
                  </a:lnTo>
                  <a:lnTo>
                    <a:pt x="3607106" y="2797004"/>
                  </a:lnTo>
                  <a:lnTo>
                    <a:pt x="3529862" y="2763606"/>
                  </a:lnTo>
                  <a:lnTo>
                    <a:pt x="3452619" y="2728584"/>
                  </a:lnTo>
                  <a:lnTo>
                    <a:pt x="3375375" y="2691858"/>
                  </a:lnTo>
                  <a:lnTo>
                    <a:pt x="3298131" y="2654244"/>
                  </a:lnTo>
                  <a:lnTo>
                    <a:pt x="3220888" y="2652607"/>
                  </a:lnTo>
                  <a:lnTo>
                    <a:pt x="3143644" y="2650967"/>
                  </a:lnTo>
                  <a:lnTo>
                    <a:pt x="3066401" y="2649324"/>
                  </a:lnTo>
                  <a:lnTo>
                    <a:pt x="2989157" y="2647678"/>
                  </a:lnTo>
                  <a:lnTo>
                    <a:pt x="2911914" y="2646028"/>
                  </a:lnTo>
                  <a:lnTo>
                    <a:pt x="2834670" y="2644375"/>
                  </a:lnTo>
                  <a:lnTo>
                    <a:pt x="2757426" y="2642719"/>
                  </a:lnTo>
                  <a:lnTo>
                    <a:pt x="2680183" y="2641060"/>
                  </a:lnTo>
                  <a:lnTo>
                    <a:pt x="2602939" y="2639397"/>
                  </a:lnTo>
                  <a:lnTo>
                    <a:pt x="2525696" y="2637731"/>
                  </a:lnTo>
                  <a:lnTo>
                    <a:pt x="2448452" y="2636062"/>
                  </a:lnTo>
                  <a:lnTo>
                    <a:pt x="2371209" y="2634389"/>
                  </a:lnTo>
                  <a:lnTo>
                    <a:pt x="2293965" y="2632713"/>
                  </a:lnTo>
                  <a:lnTo>
                    <a:pt x="2216721" y="2631034"/>
                  </a:lnTo>
                  <a:lnTo>
                    <a:pt x="2139478" y="2629352"/>
                  </a:lnTo>
                  <a:lnTo>
                    <a:pt x="2062234" y="2627666"/>
                  </a:lnTo>
                  <a:lnTo>
                    <a:pt x="1984991" y="2625977"/>
                  </a:lnTo>
                  <a:lnTo>
                    <a:pt x="1907747" y="2624284"/>
                  </a:lnTo>
                  <a:lnTo>
                    <a:pt x="1830504" y="2622588"/>
                  </a:lnTo>
                  <a:lnTo>
                    <a:pt x="1753260" y="2620889"/>
                  </a:lnTo>
                  <a:lnTo>
                    <a:pt x="1676016" y="2619187"/>
                  </a:lnTo>
                  <a:lnTo>
                    <a:pt x="1598773" y="2617481"/>
                  </a:lnTo>
                  <a:lnTo>
                    <a:pt x="1521529" y="2615772"/>
                  </a:lnTo>
                  <a:lnTo>
                    <a:pt x="1444286" y="2614059"/>
                  </a:lnTo>
                  <a:lnTo>
                    <a:pt x="1367042" y="2612343"/>
                  </a:lnTo>
                  <a:lnTo>
                    <a:pt x="1289799" y="2610624"/>
                  </a:lnTo>
                  <a:lnTo>
                    <a:pt x="1212555" y="2608901"/>
                  </a:lnTo>
                  <a:lnTo>
                    <a:pt x="1135311" y="2607175"/>
                  </a:lnTo>
                  <a:lnTo>
                    <a:pt x="1058068" y="2605445"/>
                  </a:lnTo>
                  <a:lnTo>
                    <a:pt x="980824" y="2603712"/>
                  </a:lnTo>
                  <a:lnTo>
                    <a:pt x="903581" y="2601976"/>
                  </a:lnTo>
                  <a:lnTo>
                    <a:pt x="826337" y="2600236"/>
                  </a:lnTo>
                  <a:lnTo>
                    <a:pt x="749094" y="2598493"/>
                  </a:lnTo>
                  <a:lnTo>
                    <a:pt x="671850" y="2596746"/>
                  </a:lnTo>
                  <a:lnTo>
                    <a:pt x="594606" y="2594996"/>
                  </a:lnTo>
                  <a:lnTo>
                    <a:pt x="517363" y="2593242"/>
                  </a:lnTo>
                  <a:lnTo>
                    <a:pt x="440119" y="2591485"/>
                  </a:lnTo>
                  <a:lnTo>
                    <a:pt x="362876" y="2589725"/>
                  </a:lnTo>
                  <a:lnTo>
                    <a:pt x="285632" y="2587961"/>
                  </a:lnTo>
                  <a:lnTo>
                    <a:pt x="208389" y="2586193"/>
                  </a:lnTo>
                  <a:lnTo>
                    <a:pt x="131145" y="2584422"/>
                  </a:lnTo>
                  <a:lnTo>
                    <a:pt x="53901" y="2582648"/>
                  </a:lnTo>
                  <a:lnTo>
                    <a:pt x="0" y="258140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83426" y="2073503"/>
              <a:ext cx="6426132" cy="2736530"/>
            </a:xfrm>
            <a:custGeom>
              <a:avLst/>
              <a:pathLst>
                <a:path w="6426132" h="2736530">
                  <a:moveTo>
                    <a:pt x="0" y="0"/>
                  </a:moveTo>
                  <a:lnTo>
                    <a:pt x="14916" y="32412"/>
                  </a:lnTo>
                  <a:lnTo>
                    <a:pt x="92159" y="192475"/>
                  </a:lnTo>
                  <a:lnTo>
                    <a:pt x="169403" y="345114"/>
                  </a:lnTo>
                  <a:lnTo>
                    <a:pt x="246646" y="490675"/>
                  </a:lnTo>
                  <a:lnTo>
                    <a:pt x="323890" y="629485"/>
                  </a:lnTo>
                  <a:lnTo>
                    <a:pt x="401133" y="761857"/>
                  </a:lnTo>
                  <a:lnTo>
                    <a:pt x="478377" y="888091"/>
                  </a:lnTo>
                  <a:lnTo>
                    <a:pt x="555621" y="1008470"/>
                  </a:lnTo>
                  <a:lnTo>
                    <a:pt x="632864" y="1123266"/>
                  </a:lnTo>
                  <a:lnTo>
                    <a:pt x="710108" y="1232738"/>
                  </a:lnTo>
                  <a:lnTo>
                    <a:pt x="787351" y="1337133"/>
                  </a:lnTo>
                  <a:lnTo>
                    <a:pt x="864595" y="1436687"/>
                  </a:lnTo>
                  <a:lnTo>
                    <a:pt x="941838" y="1531624"/>
                  </a:lnTo>
                  <a:lnTo>
                    <a:pt x="1019082" y="1622157"/>
                  </a:lnTo>
                  <a:lnTo>
                    <a:pt x="1096326" y="1708493"/>
                  </a:lnTo>
                  <a:lnTo>
                    <a:pt x="1173569" y="1790824"/>
                  </a:lnTo>
                  <a:lnTo>
                    <a:pt x="1250813" y="1869337"/>
                  </a:lnTo>
                  <a:lnTo>
                    <a:pt x="1328056" y="1944208"/>
                  </a:lnTo>
                  <a:lnTo>
                    <a:pt x="1405300" y="2015608"/>
                  </a:lnTo>
                  <a:lnTo>
                    <a:pt x="1482543" y="2083696"/>
                  </a:lnTo>
                  <a:lnTo>
                    <a:pt x="1559787" y="2148626"/>
                  </a:lnTo>
                  <a:lnTo>
                    <a:pt x="1637031" y="2210545"/>
                  </a:lnTo>
                  <a:lnTo>
                    <a:pt x="1714274" y="2269592"/>
                  </a:lnTo>
                  <a:lnTo>
                    <a:pt x="1791518" y="2325901"/>
                  </a:lnTo>
                  <a:lnTo>
                    <a:pt x="1868761" y="2379599"/>
                  </a:lnTo>
                  <a:lnTo>
                    <a:pt x="1946005" y="2430806"/>
                  </a:lnTo>
                  <a:lnTo>
                    <a:pt x="2023248" y="2479638"/>
                  </a:lnTo>
                  <a:lnTo>
                    <a:pt x="2100492" y="2526206"/>
                  </a:lnTo>
                  <a:lnTo>
                    <a:pt x="2177736" y="2570614"/>
                  </a:lnTo>
                  <a:lnTo>
                    <a:pt x="2254979" y="2612962"/>
                  </a:lnTo>
                  <a:lnTo>
                    <a:pt x="2332223" y="2653347"/>
                  </a:lnTo>
                  <a:lnTo>
                    <a:pt x="2409466" y="2655877"/>
                  </a:lnTo>
                  <a:lnTo>
                    <a:pt x="2486710" y="2657508"/>
                  </a:lnTo>
                  <a:lnTo>
                    <a:pt x="2563953" y="2659135"/>
                  </a:lnTo>
                  <a:lnTo>
                    <a:pt x="2641197" y="2660759"/>
                  </a:lnTo>
                  <a:lnTo>
                    <a:pt x="2718441" y="2662379"/>
                  </a:lnTo>
                  <a:lnTo>
                    <a:pt x="2795684" y="2663997"/>
                  </a:lnTo>
                  <a:lnTo>
                    <a:pt x="2872928" y="2665611"/>
                  </a:lnTo>
                  <a:lnTo>
                    <a:pt x="2950171" y="2667222"/>
                  </a:lnTo>
                  <a:lnTo>
                    <a:pt x="3027415" y="2668830"/>
                  </a:lnTo>
                  <a:lnTo>
                    <a:pt x="3104658" y="2670435"/>
                  </a:lnTo>
                  <a:lnTo>
                    <a:pt x="3181902" y="2672036"/>
                  </a:lnTo>
                  <a:lnTo>
                    <a:pt x="3259146" y="2673635"/>
                  </a:lnTo>
                  <a:lnTo>
                    <a:pt x="3336389" y="2675230"/>
                  </a:lnTo>
                  <a:lnTo>
                    <a:pt x="3413633" y="2676822"/>
                  </a:lnTo>
                  <a:lnTo>
                    <a:pt x="3490876" y="2678411"/>
                  </a:lnTo>
                  <a:lnTo>
                    <a:pt x="3568120" y="2679997"/>
                  </a:lnTo>
                  <a:lnTo>
                    <a:pt x="3645364" y="2681580"/>
                  </a:lnTo>
                  <a:lnTo>
                    <a:pt x="3722607" y="2683159"/>
                  </a:lnTo>
                  <a:lnTo>
                    <a:pt x="3799851" y="2684736"/>
                  </a:lnTo>
                  <a:lnTo>
                    <a:pt x="3877094" y="2686309"/>
                  </a:lnTo>
                  <a:lnTo>
                    <a:pt x="3954338" y="2687880"/>
                  </a:lnTo>
                  <a:lnTo>
                    <a:pt x="4031581" y="2689447"/>
                  </a:lnTo>
                  <a:lnTo>
                    <a:pt x="4108825" y="2691011"/>
                  </a:lnTo>
                  <a:lnTo>
                    <a:pt x="4186069" y="2692572"/>
                  </a:lnTo>
                  <a:lnTo>
                    <a:pt x="4263312" y="2694130"/>
                  </a:lnTo>
                  <a:lnTo>
                    <a:pt x="4340556" y="2695685"/>
                  </a:lnTo>
                  <a:lnTo>
                    <a:pt x="4417799" y="2697237"/>
                  </a:lnTo>
                  <a:lnTo>
                    <a:pt x="4495043" y="2698786"/>
                  </a:lnTo>
                  <a:lnTo>
                    <a:pt x="4572286" y="2700332"/>
                  </a:lnTo>
                  <a:lnTo>
                    <a:pt x="4649530" y="2701874"/>
                  </a:lnTo>
                  <a:lnTo>
                    <a:pt x="4726774" y="2703414"/>
                  </a:lnTo>
                  <a:lnTo>
                    <a:pt x="4804017" y="2704951"/>
                  </a:lnTo>
                  <a:lnTo>
                    <a:pt x="4881261" y="2706484"/>
                  </a:lnTo>
                  <a:lnTo>
                    <a:pt x="4958504" y="2708015"/>
                  </a:lnTo>
                  <a:lnTo>
                    <a:pt x="5035748" y="2709542"/>
                  </a:lnTo>
                  <a:lnTo>
                    <a:pt x="5112991" y="2711067"/>
                  </a:lnTo>
                  <a:lnTo>
                    <a:pt x="5190235" y="2712589"/>
                  </a:lnTo>
                  <a:lnTo>
                    <a:pt x="5267479" y="2714107"/>
                  </a:lnTo>
                  <a:lnTo>
                    <a:pt x="5344722" y="2715623"/>
                  </a:lnTo>
                  <a:lnTo>
                    <a:pt x="5421966" y="2717135"/>
                  </a:lnTo>
                  <a:lnTo>
                    <a:pt x="5499209" y="2718645"/>
                  </a:lnTo>
                  <a:lnTo>
                    <a:pt x="5576453" y="2720152"/>
                  </a:lnTo>
                  <a:lnTo>
                    <a:pt x="5653696" y="2721655"/>
                  </a:lnTo>
                  <a:lnTo>
                    <a:pt x="5730940" y="2723156"/>
                  </a:lnTo>
                  <a:lnTo>
                    <a:pt x="5808184" y="2724654"/>
                  </a:lnTo>
                  <a:lnTo>
                    <a:pt x="5885427" y="2726149"/>
                  </a:lnTo>
                  <a:lnTo>
                    <a:pt x="5962671" y="2727640"/>
                  </a:lnTo>
                  <a:lnTo>
                    <a:pt x="6039914" y="2729129"/>
                  </a:lnTo>
                  <a:lnTo>
                    <a:pt x="6117158" y="2730615"/>
                  </a:lnTo>
                  <a:lnTo>
                    <a:pt x="6194401" y="2732098"/>
                  </a:lnTo>
                  <a:lnTo>
                    <a:pt x="6271645" y="2733579"/>
                  </a:lnTo>
                  <a:lnTo>
                    <a:pt x="6348889" y="2735056"/>
                  </a:lnTo>
                  <a:lnTo>
                    <a:pt x="6426132" y="27365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654910"/>
              <a:ext cx="7392041" cy="835312"/>
            </a:xfrm>
            <a:custGeom>
              <a:avLst/>
              <a:pathLst>
                <a:path w="7392041" h="835312">
                  <a:moveTo>
                    <a:pt x="7392041" y="835312"/>
                  </a:moveTo>
                  <a:lnTo>
                    <a:pt x="7314797" y="832052"/>
                  </a:lnTo>
                  <a:lnTo>
                    <a:pt x="7237554" y="828634"/>
                  </a:lnTo>
                  <a:lnTo>
                    <a:pt x="7160310" y="825049"/>
                  </a:lnTo>
                  <a:lnTo>
                    <a:pt x="7083066" y="821290"/>
                  </a:lnTo>
                  <a:lnTo>
                    <a:pt x="7005823" y="817349"/>
                  </a:lnTo>
                  <a:lnTo>
                    <a:pt x="6928579" y="813216"/>
                  </a:lnTo>
                  <a:lnTo>
                    <a:pt x="6851336" y="808881"/>
                  </a:lnTo>
                  <a:lnTo>
                    <a:pt x="6774092" y="804336"/>
                  </a:lnTo>
                  <a:lnTo>
                    <a:pt x="6696849" y="799570"/>
                  </a:lnTo>
                  <a:lnTo>
                    <a:pt x="6619605" y="794572"/>
                  </a:lnTo>
                  <a:lnTo>
                    <a:pt x="6542361" y="789331"/>
                  </a:lnTo>
                  <a:lnTo>
                    <a:pt x="6465118" y="783835"/>
                  </a:lnTo>
                  <a:lnTo>
                    <a:pt x="6387874" y="778072"/>
                  </a:lnTo>
                  <a:lnTo>
                    <a:pt x="6310631" y="772029"/>
                  </a:lnTo>
                  <a:lnTo>
                    <a:pt x="6233387" y="765692"/>
                  </a:lnTo>
                  <a:lnTo>
                    <a:pt x="6156144" y="759046"/>
                  </a:lnTo>
                  <a:lnTo>
                    <a:pt x="6078900" y="752077"/>
                  </a:lnTo>
                  <a:lnTo>
                    <a:pt x="6001656" y="744770"/>
                  </a:lnTo>
                  <a:lnTo>
                    <a:pt x="5924413" y="737107"/>
                  </a:lnTo>
                  <a:lnTo>
                    <a:pt x="5847169" y="729071"/>
                  </a:lnTo>
                  <a:lnTo>
                    <a:pt x="5769926" y="720645"/>
                  </a:lnTo>
                  <a:lnTo>
                    <a:pt x="5692682" y="711808"/>
                  </a:lnTo>
                  <a:lnTo>
                    <a:pt x="5615439" y="702543"/>
                  </a:lnTo>
                  <a:lnTo>
                    <a:pt x="5538195" y="692826"/>
                  </a:lnTo>
                  <a:lnTo>
                    <a:pt x="5460951" y="682637"/>
                  </a:lnTo>
                  <a:lnTo>
                    <a:pt x="5383708" y="671952"/>
                  </a:lnTo>
                  <a:lnTo>
                    <a:pt x="5306464" y="660748"/>
                  </a:lnTo>
                  <a:lnTo>
                    <a:pt x="5229221" y="648999"/>
                  </a:lnTo>
                  <a:lnTo>
                    <a:pt x="5151977" y="636678"/>
                  </a:lnTo>
                  <a:lnTo>
                    <a:pt x="5074734" y="623758"/>
                  </a:lnTo>
                  <a:lnTo>
                    <a:pt x="4997490" y="610210"/>
                  </a:lnTo>
                  <a:lnTo>
                    <a:pt x="4920246" y="596003"/>
                  </a:lnTo>
                  <a:lnTo>
                    <a:pt x="4843003" y="581105"/>
                  </a:lnTo>
                  <a:lnTo>
                    <a:pt x="4765759" y="565483"/>
                  </a:lnTo>
                  <a:lnTo>
                    <a:pt x="4688516" y="549101"/>
                  </a:lnTo>
                  <a:lnTo>
                    <a:pt x="4611272" y="531922"/>
                  </a:lnTo>
                  <a:lnTo>
                    <a:pt x="4534029" y="513908"/>
                  </a:lnTo>
                  <a:lnTo>
                    <a:pt x="4456785" y="495017"/>
                  </a:lnTo>
                  <a:lnTo>
                    <a:pt x="4379541" y="475208"/>
                  </a:lnTo>
                  <a:lnTo>
                    <a:pt x="4302298" y="454436"/>
                  </a:lnTo>
                  <a:lnTo>
                    <a:pt x="4225054" y="432653"/>
                  </a:lnTo>
                  <a:lnTo>
                    <a:pt x="4147811" y="409811"/>
                  </a:lnTo>
                  <a:lnTo>
                    <a:pt x="4070567" y="385858"/>
                  </a:lnTo>
                  <a:lnTo>
                    <a:pt x="3993324" y="360741"/>
                  </a:lnTo>
                  <a:lnTo>
                    <a:pt x="3916080" y="334401"/>
                  </a:lnTo>
                  <a:lnTo>
                    <a:pt x="3838836" y="306781"/>
                  </a:lnTo>
                  <a:lnTo>
                    <a:pt x="3761593" y="277818"/>
                  </a:lnTo>
                  <a:lnTo>
                    <a:pt x="3684349" y="247446"/>
                  </a:lnTo>
                  <a:lnTo>
                    <a:pt x="3607106" y="215596"/>
                  </a:lnTo>
                  <a:lnTo>
                    <a:pt x="3529862" y="182198"/>
                  </a:lnTo>
                  <a:lnTo>
                    <a:pt x="3452619" y="147176"/>
                  </a:lnTo>
                  <a:lnTo>
                    <a:pt x="3375375" y="110451"/>
                  </a:lnTo>
                  <a:lnTo>
                    <a:pt x="3298131" y="72836"/>
                  </a:lnTo>
                  <a:lnTo>
                    <a:pt x="3220888" y="71200"/>
                  </a:lnTo>
                  <a:lnTo>
                    <a:pt x="3143644" y="69560"/>
                  </a:lnTo>
                  <a:lnTo>
                    <a:pt x="3066401" y="67917"/>
                  </a:lnTo>
                  <a:lnTo>
                    <a:pt x="2989157" y="66270"/>
                  </a:lnTo>
                  <a:lnTo>
                    <a:pt x="2911914" y="64621"/>
                  </a:lnTo>
                  <a:lnTo>
                    <a:pt x="2834670" y="62968"/>
                  </a:lnTo>
                  <a:lnTo>
                    <a:pt x="2757426" y="61311"/>
                  </a:lnTo>
                  <a:lnTo>
                    <a:pt x="2680183" y="59652"/>
                  </a:lnTo>
                  <a:lnTo>
                    <a:pt x="2602939" y="57989"/>
                  </a:lnTo>
                  <a:lnTo>
                    <a:pt x="2525696" y="56323"/>
                  </a:lnTo>
                  <a:lnTo>
                    <a:pt x="2448452" y="54654"/>
                  </a:lnTo>
                  <a:lnTo>
                    <a:pt x="2371209" y="52981"/>
                  </a:lnTo>
                  <a:lnTo>
                    <a:pt x="2293965" y="51306"/>
                  </a:lnTo>
                  <a:lnTo>
                    <a:pt x="2216721" y="49626"/>
                  </a:lnTo>
                  <a:lnTo>
                    <a:pt x="2139478" y="47944"/>
                  </a:lnTo>
                  <a:lnTo>
                    <a:pt x="2062234" y="46258"/>
                  </a:lnTo>
                  <a:lnTo>
                    <a:pt x="1984991" y="44569"/>
                  </a:lnTo>
                  <a:lnTo>
                    <a:pt x="1907747" y="42877"/>
                  </a:lnTo>
                  <a:lnTo>
                    <a:pt x="1830504" y="41181"/>
                  </a:lnTo>
                  <a:lnTo>
                    <a:pt x="1753260" y="39482"/>
                  </a:lnTo>
                  <a:lnTo>
                    <a:pt x="1676016" y="37779"/>
                  </a:lnTo>
                  <a:lnTo>
                    <a:pt x="1598773" y="36073"/>
                  </a:lnTo>
                  <a:lnTo>
                    <a:pt x="1521529" y="34364"/>
                  </a:lnTo>
                  <a:lnTo>
                    <a:pt x="1444286" y="32651"/>
                  </a:lnTo>
                  <a:lnTo>
                    <a:pt x="1367042" y="30935"/>
                  </a:lnTo>
                  <a:lnTo>
                    <a:pt x="1289799" y="29216"/>
                  </a:lnTo>
                  <a:lnTo>
                    <a:pt x="1212555" y="27493"/>
                  </a:lnTo>
                  <a:lnTo>
                    <a:pt x="1135311" y="25767"/>
                  </a:lnTo>
                  <a:lnTo>
                    <a:pt x="1058068" y="24038"/>
                  </a:lnTo>
                  <a:lnTo>
                    <a:pt x="980824" y="22305"/>
                  </a:lnTo>
                  <a:lnTo>
                    <a:pt x="903581" y="20568"/>
                  </a:lnTo>
                  <a:lnTo>
                    <a:pt x="826337" y="18828"/>
                  </a:lnTo>
                  <a:lnTo>
                    <a:pt x="749094" y="17085"/>
                  </a:lnTo>
                  <a:lnTo>
                    <a:pt x="671850" y="15338"/>
                  </a:lnTo>
                  <a:lnTo>
                    <a:pt x="594606" y="13588"/>
                  </a:lnTo>
                  <a:lnTo>
                    <a:pt x="517363" y="11835"/>
                  </a:lnTo>
                  <a:lnTo>
                    <a:pt x="440119" y="10078"/>
                  </a:lnTo>
                  <a:lnTo>
                    <a:pt x="362876" y="8317"/>
                  </a:lnTo>
                  <a:lnTo>
                    <a:pt x="285632" y="6553"/>
                  </a:lnTo>
                  <a:lnTo>
                    <a:pt x="208389" y="4786"/>
                  </a:lnTo>
                  <a:lnTo>
                    <a:pt x="131145" y="3015"/>
                  </a:lnTo>
                  <a:lnTo>
                    <a:pt x="53901" y="124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3171406"/>
              <a:ext cx="7392041" cy="2162049"/>
            </a:xfrm>
            <a:custGeom>
              <a:avLst/>
              <a:pathLst>
                <a:path w="7392041" h="2162049">
                  <a:moveTo>
                    <a:pt x="0" y="0"/>
                  </a:moveTo>
                  <a:lnTo>
                    <a:pt x="53901" y="40968"/>
                  </a:lnTo>
                  <a:lnTo>
                    <a:pt x="131145" y="98243"/>
                  </a:lnTo>
                  <a:lnTo>
                    <a:pt x="208389" y="154120"/>
                  </a:lnTo>
                  <a:lnTo>
                    <a:pt x="285632" y="208632"/>
                  </a:lnTo>
                  <a:lnTo>
                    <a:pt x="362876" y="261812"/>
                  </a:lnTo>
                  <a:lnTo>
                    <a:pt x="440119" y="313693"/>
                  </a:lnTo>
                  <a:lnTo>
                    <a:pt x="517363" y="364307"/>
                  </a:lnTo>
                  <a:lnTo>
                    <a:pt x="594606" y="413684"/>
                  </a:lnTo>
                  <a:lnTo>
                    <a:pt x="671850" y="461856"/>
                  </a:lnTo>
                  <a:lnTo>
                    <a:pt x="749094" y="508851"/>
                  </a:lnTo>
                  <a:lnTo>
                    <a:pt x="826337" y="554698"/>
                  </a:lnTo>
                  <a:lnTo>
                    <a:pt x="903581" y="599425"/>
                  </a:lnTo>
                  <a:lnTo>
                    <a:pt x="980824" y="643060"/>
                  </a:lnTo>
                  <a:lnTo>
                    <a:pt x="1058068" y="685629"/>
                  </a:lnTo>
                  <a:lnTo>
                    <a:pt x="1135311" y="727158"/>
                  </a:lnTo>
                  <a:lnTo>
                    <a:pt x="1212555" y="767673"/>
                  </a:lnTo>
                  <a:lnTo>
                    <a:pt x="1289799" y="807198"/>
                  </a:lnTo>
                  <a:lnTo>
                    <a:pt x="1367042" y="845757"/>
                  </a:lnTo>
                  <a:lnTo>
                    <a:pt x="1444286" y="883375"/>
                  </a:lnTo>
                  <a:lnTo>
                    <a:pt x="1521529" y="920074"/>
                  </a:lnTo>
                  <a:lnTo>
                    <a:pt x="1598773" y="955877"/>
                  </a:lnTo>
                  <a:lnTo>
                    <a:pt x="1676016" y="990805"/>
                  </a:lnTo>
                  <a:lnTo>
                    <a:pt x="1753260" y="1024880"/>
                  </a:lnTo>
                  <a:lnTo>
                    <a:pt x="1830504" y="1058122"/>
                  </a:lnTo>
                  <a:lnTo>
                    <a:pt x="1907747" y="1090553"/>
                  </a:lnTo>
                  <a:lnTo>
                    <a:pt x="1984991" y="1122192"/>
                  </a:lnTo>
                  <a:lnTo>
                    <a:pt x="2062234" y="1153057"/>
                  </a:lnTo>
                  <a:lnTo>
                    <a:pt x="2139478" y="1183169"/>
                  </a:lnTo>
                  <a:lnTo>
                    <a:pt x="2216721" y="1212545"/>
                  </a:lnTo>
                  <a:lnTo>
                    <a:pt x="2293965" y="1241204"/>
                  </a:lnTo>
                  <a:lnTo>
                    <a:pt x="2371209" y="1269163"/>
                  </a:lnTo>
                  <a:lnTo>
                    <a:pt x="2448452" y="1296439"/>
                  </a:lnTo>
                  <a:lnTo>
                    <a:pt x="2525696" y="1323048"/>
                  </a:lnTo>
                  <a:lnTo>
                    <a:pt x="2602939" y="1349008"/>
                  </a:lnTo>
                  <a:lnTo>
                    <a:pt x="2680183" y="1374333"/>
                  </a:lnTo>
                  <a:lnTo>
                    <a:pt x="2757426" y="1399040"/>
                  </a:lnTo>
                  <a:lnTo>
                    <a:pt x="2834670" y="1423144"/>
                  </a:lnTo>
                  <a:lnTo>
                    <a:pt x="2911914" y="1446658"/>
                  </a:lnTo>
                  <a:lnTo>
                    <a:pt x="2989157" y="1469599"/>
                  </a:lnTo>
                  <a:lnTo>
                    <a:pt x="3066401" y="1491979"/>
                  </a:lnTo>
                  <a:lnTo>
                    <a:pt x="3143644" y="1513812"/>
                  </a:lnTo>
                  <a:lnTo>
                    <a:pt x="3220888" y="1535112"/>
                  </a:lnTo>
                  <a:lnTo>
                    <a:pt x="3298131" y="1555892"/>
                  </a:lnTo>
                  <a:lnTo>
                    <a:pt x="3375375" y="1576164"/>
                  </a:lnTo>
                  <a:lnTo>
                    <a:pt x="3452619" y="1595941"/>
                  </a:lnTo>
                  <a:lnTo>
                    <a:pt x="3529862" y="1615235"/>
                  </a:lnTo>
                  <a:lnTo>
                    <a:pt x="3607106" y="1634058"/>
                  </a:lnTo>
                  <a:lnTo>
                    <a:pt x="3684349" y="1652421"/>
                  </a:lnTo>
                  <a:lnTo>
                    <a:pt x="3761593" y="1670335"/>
                  </a:lnTo>
                  <a:lnTo>
                    <a:pt x="3838836" y="1687812"/>
                  </a:lnTo>
                  <a:lnTo>
                    <a:pt x="3916080" y="1704862"/>
                  </a:lnTo>
                  <a:lnTo>
                    <a:pt x="3993324" y="1721496"/>
                  </a:lnTo>
                  <a:lnTo>
                    <a:pt x="4070567" y="1737723"/>
                  </a:lnTo>
                  <a:lnTo>
                    <a:pt x="4147811" y="1753554"/>
                  </a:lnTo>
                  <a:lnTo>
                    <a:pt x="4225054" y="1768998"/>
                  </a:lnTo>
                  <a:lnTo>
                    <a:pt x="4302298" y="1784065"/>
                  </a:lnTo>
                  <a:lnTo>
                    <a:pt x="4379541" y="1798764"/>
                  </a:lnTo>
                  <a:lnTo>
                    <a:pt x="4456785" y="1813104"/>
                  </a:lnTo>
                  <a:lnTo>
                    <a:pt x="4534029" y="1827093"/>
                  </a:lnTo>
                  <a:lnTo>
                    <a:pt x="4611272" y="1840741"/>
                  </a:lnTo>
                  <a:lnTo>
                    <a:pt x="4688516" y="1854056"/>
                  </a:lnTo>
                  <a:lnTo>
                    <a:pt x="4765759" y="1867045"/>
                  </a:lnTo>
                  <a:lnTo>
                    <a:pt x="4843003" y="1879717"/>
                  </a:lnTo>
                  <a:lnTo>
                    <a:pt x="4920246" y="1892080"/>
                  </a:lnTo>
                  <a:lnTo>
                    <a:pt x="4997490" y="1904140"/>
                  </a:lnTo>
                  <a:lnTo>
                    <a:pt x="5074734" y="1915906"/>
                  </a:lnTo>
                  <a:lnTo>
                    <a:pt x="5151977" y="1927385"/>
                  </a:lnTo>
                  <a:lnTo>
                    <a:pt x="5229221" y="1938583"/>
                  </a:lnTo>
                  <a:lnTo>
                    <a:pt x="5306464" y="1949508"/>
                  </a:lnTo>
                  <a:lnTo>
                    <a:pt x="5383708" y="1960166"/>
                  </a:lnTo>
                  <a:lnTo>
                    <a:pt x="5460951" y="1970563"/>
                  </a:lnTo>
                  <a:lnTo>
                    <a:pt x="5538195" y="1980707"/>
                  </a:lnTo>
                  <a:lnTo>
                    <a:pt x="5615439" y="1990602"/>
                  </a:lnTo>
                  <a:lnTo>
                    <a:pt x="5692682" y="2000256"/>
                  </a:lnTo>
                  <a:lnTo>
                    <a:pt x="5769926" y="2009675"/>
                  </a:lnTo>
                  <a:lnTo>
                    <a:pt x="5847169" y="2018863"/>
                  </a:lnTo>
                  <a:lnTo>
                    <a:pt x="5924413" y="2027827"/>
                  </a:lnTo>
                  <a:lnTo>
                    <a:pt x="6001656" y="2036572"/>
                  </a:lnTo>
                  <a:lnTo>
                    <a:pt x="6078900" y="2045103"/>
                  </a:lnTo>
                  <a:lnTo>
                    <a:pt x="6156144" y="2053426"/>
                  </a:lnTo>
                  <a:lnTo>
                    <a:pt x="6233387" y="2061545"/>
                  </a:lnTo>
                  <a:lnTo>
                    <a:pt x="6310631" y="2069466"/>
                  </a:lnTo>
                  <a:lnTo>
                    <a:pt x="6387874" y="2077194"/>
                  </a:lnTo>
                  <a:lnTo>
                    <a:pt x="6465118" y="2084733"/>
                  </a:lnTo>
                  <a:lnTo>
                    <a:pt x="6542361" y="2092088"/>
                  </a:lnTo>
                  <a:lnTo>
                    <a:pt x="6619605" y="2099263"/>
                  </a:lnTo>
                  <a:lnTo>
                    <a:pt x="6696849" y="2106263"/>
                  </a:lnTo>
                  <a:lnTo>
                    <a:pt x="6774092" y="2113092"/>
                  </a:lnTo>
                  <a:lnTo>
                    <a:pt x="6851336" y="2119754"/>
                  </a:lnTo>
                  <a:lnTo>
                    <a:pt x="6928579" y="2126254"/>
                  </a:lnTo>
                  <a:lnTo>
                    <a:pt x="7005823" y="2132594"/>
                  </a:lnTo>
                  <a:lnTo>
                    <a:pt x="7083066" y="2138780"/>
                  </a:lnTo>
                  <a:lnTo>
                    <a:pt x="7160310" y="2144815"/>
                  </a:lnTo>
                  <a:lnTo>
                    <a:pt x="7237554" y="2150702"/>
                  </a:lnTo>
                  <a:lnTo>
                    <a:pt x="7314797" y="2156446"/>
                  </a:lnTo>
                  <a:lnTo>
                    <a:pt x="7392041" y="216204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83312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1.33 (1.02-1.72), p_Bonf = 0.199 (n = 6)  |  per IQR decline (Δ = 0.30): 2.31 (1.07-5.00)  |  IQR: [0.84, 1.14]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73267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2026-07-03T17:30:32Z</dcterms:modified>
  <cp:category/>
</cp:coreProperties>
</file>