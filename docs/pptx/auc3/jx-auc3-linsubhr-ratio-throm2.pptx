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582367"/>
            </a:xfrm>
            <a:custGeom>
              <a:avLst/>
              <a:pathLst>
                <a:path w="7392041" h="3582367">
                  <a:moveTo>
                    <a:pt x="965908" y="0"/>
                  </a:moveTo>
                  <a:lnTo>
                    <a:pt x="980824" y="33983"/>
                  </a:lnTo>
                  <a:lnTo>
                    <a:pt x="1058068" y="201806"/>
                  </a:lnTo>
                  <a:lnTo>
                    <a:pt x="1135311" y="361846"/>
                  </a:lnTo>
                  <a:lnTo>
                    <a:pt x="1212555" y="514464"/>
                  </a:lnTo>
                  <a:lnTo>
                    <a:pt x="1289799" y="660003"/>
                  </a:lnTo>
                  <a:lnTo>
                    <a:pt x="1367042" y="798793"/>
                  </a:lnTo>
                  <a:lnTo>
                    <a:pt x="1444286" y="931147"/>
                  </a:lnTo>
                  <a:lnTo>
                    <a:pt x="1521529" y="1057362"/>
                  </a:lnTo>
                  <a:lnTo>
                    <a:pt x="1598773" y="1177723"/>
                  </a:lnTo>
                  <a:lnTo>
                    <a:pt x="1676016" y="1292503"/>
                  </a:lnTo>
                  <a:lnTo>
                    <a:pt x="1753260" y="1401959"/>
                  </a:lnTo>
                  <a:lnTo>
                    <a:pt x="1830504" y="1506340"/>
                  </a:lnTo>
                  <a:lnTo>
                    <a:pt x="1907747" y="1605879"/>
                  </a:lnTo>
                  <a:lnTo>
                    <a:pt x="1984991" y="1700802"/>
                  </a:lnTo>
                  <a:lnTo>
                    <a:pt x="2062234" y="1791323"/>
                  </a:lnTo>
                  <a:lnTo>
                    <a:pt x="2139478" y="1877645"/>
                  </a:lnTo>
                  <a:lnTo>
                    <a:pt x="2216721" y="1959965"/>
                  </a:lnTo>
                  <a:lnTo>
                    <a:pt x="2293965" y="2038466"/>
                  </a:lnTo>
                  <a:lnTo>
                    <a:pt x="2371209" y="2113327"/>
                  </a:lnTo>
                  <a:lnTo>
                    <a:pt x="2448452" y="2184716"/>
                  </a:lnTo>
                  <a:lnTo>
                    <a:pt x="2525696" y="2252794"/>
                  </a:lnTo>
                  <a:lnTo>
                    <a:pt x="2602939" y="2317715"/>
                  </a:lnTo>
                  <a:lnTo>
                    <a:pt x="2680183" y="2379625"/>
                  </a:lnTo>
                  <a:lnTo>
                    <a:pt x="2757426" y="2438664"/>
                  </a:lnTo>
                  <a:lnTo>
                    <a:pt x="2834670" y="2494965"/>
                  </a:lnTo>
                  <a:lnTo>
                    <a:pt x="2911914" y="2548655"/>
                  </a:lnTo>
                  <a:lnTo>
                    <a:pt x="2989157" y="2599855"/>
                  </a:lnTo>
                  <a:lnTo>
                    <a:pt x="3066401" y="2648680"/>
                  </a:lnTo>
                  <a:lnTo>
                    <a:pt x="3143644" y="2695241"/>
                  </a:lnTo>
                  <a:lnTo>
                    <a:pt x="3220888" y="2739642"/>
                  </a:lnTo>
                  <a:lnTo>
                    <a:pt x="3298131" y="2781985"/>
                  </a:lnTo>
                  <a:lnTo>
                    <a:pt x="3375375" y="2784638"/>
                  </a:lnTo>
                  <a:lnTo>
                    <a:pt x="3452619" y="2786347"/>
                  </a:lnTo>
                  <a:lnTo>
                    <a:pt x="3529862" y="2788053"/>
                  </a:lnTo>
                  <a:lnTo>
                    <a:pt x="3607106" y="2789756"/>
                  </a:lnTo>
                  <a:lnTo>
                    <a:pt x="3684349" y="2791455"/>
                  </a:lnTo>
                  <a:lnTo>
                    <a:pt x="3761593" y="2793151"/>
                  </a:lnTo>
                  <a:lnTo>
                    <a:pt x="3838836" y="2794844"/>
                  </a:lnTo>
                  <a:lnTo>
                    <a:pt x="3916080" y="2796533"/>
                  </a:lnTo>
                  <a:lnTo>
                    <a:pt x="3993324" y="2798219"/>
                  </a:lnTo>
                  <a:lnTo>
                    <a:pt x="4070567" y="2799901"/>
                  </a:lnTo>
                  <a:lnTo>
                    <a:pt x="4147811" y="2801580"/>
                  </a:lnTo>
                  <a:lnTo>
                    <a:pt x="4225054" y="2803256"/>
                  </a:lnTo>
                  <a:lnTo>
                    <a:pt x="4302298" y="2804929"/>
                  </a:lnTo>
                  <a:lnTo>
                    <a:pt x="4379541" y="2806598"/>
                  </a:lnTo>
                  <a:lnTo>
                    <a:pt x="4456785" y="2808264"/>
                  </a:lnTo>
                  <a:lnTo>
                    <a:pt x="4534029" y="2809927"/>
                  </a:lnTo>
                  <a:lnTo>
                    <a:pt x="4611272" y="2811587"/>
                  </a:lnTo>
                  <a:lnTo>
                    <a:pt x="4688516" y="2813243"/>
                  </a:lnTo>
                  <a:lnTo>
                    <a:pt x="4765759" y="2814896"/>
                  </a:lnTo>
                  <a:lnTo>
                    <a:pt x="4843003" y="2816545"/>
                  </a:lnTo>
                  <a:lnTo>
                    <a:pt x="4920246" y="2818192"/>
                  </a:lnTo>
                  <a:lnTo>
                    <a:pt x="4997490" y="2819835"/>
                  </a:lnTo>
                  <a:lnTo>
                    <a:pt x="5074734" y="2821475"/>
                  </a:lnTo>
                  <a:lnTo>
                    <a:pt x="5151977" y="2823112"/>
                  </a:lnTo>
                  <a:lnTo>
                    <a:pt x="5229221" y="2824745"/>
                  </a:lnTo>
                  <a:lnTo>
                    <a:pt x="5306464" y="2826376"/>
                  </a:lnTo>
                  <a:lnTo>
                    <a:pt x="5383708" y="2828003"/>
                  </a:lnTo>
                  <a:lnTo>
                    <a:pt x="5460951" y="2829627"/>
                  </a:lnTo>
                  <a:lnTo>
                    <a:pt x="5538195" y="2831247"/>
                  </a:lnTo>
                  <a:lnTo>
                    <a:pt x="5615439" y="2832865"/>
                  </a:lnTo>
                  <a:lnTo>
                    <a:pt x="5692682" y="2834479"/>
                  </a:lnTo>
                  <a:lnTo>
                    <a:pt x="5769926" y="2836090"/>
                  </a:lnTo>
                  <a:lnTo>
                    <a:pt x="5847169" y="2837698"/>
                  </a:lnTo>
                  <a:lnTo>
                    <a:pt x="5924413" y="2839303"/>
                  </a:lnTo>
                  <a:lnTo>
                    <a:pt x="6001656" y="2840905"/>
                  </a:lnTo>
                  <a:lnTo>
                    <a:pt x="6078900" y="2842503"/>
                  </a:lnTo>
                  <a:lnTo>
                    <a:pt x="6156144" y="2844099"/>
                  </a:lnTo>
                  <a:lnTo>
                    <a:pt x="6233387" y="2845691"/>
                  </a:lnTo>
                  <a:lnTo>
                    <a:pt x="6310631" y="2847280"/>
                  </a:lnTo>
                  <a:lnTo>
                    <a:pt x="6387874" y="2848866"/>
                  </a:lnTo>
                  <a:lnTo>
                    <a:pt x="6465118" y="2850449"/>
                  </a:lnTo>
                  <a:lnTo>
                    <a:pt x="6542361" y="2852028"/>
                  </a:lnTo>
                  <a:lnTo>
                    <a:pt x="6619605" y="2853605"/>
                  </a:lnTo>
                  <a:lnTo>
                    <a:pt x="6696849" y="2855178"/>
                  </a:lnTo>
                  <a:lnTo>
                    <a:pt x="6774092" y="2856749"/>
                  </a:lnTo>
                  <a:lnTo>
                    <a:pt x="6851336" y="2858316"/>
                  </a:lnTo>
                  <a:lnTo>
                    <a:pt x="6928579" y="2859880"/>
                  </a:lnTo>
                  <a:lnTo>
                    <a:pt x="7005823" y="2861441"/>
                  </a:lnTo>
                  <a:lnTo>
                    <a:pt x="7083066" y="2862999"/>
                  </a:lnTo>
                  <a:lnTo>
                    <a:pt x="7160310" y="2864554"/>
                  </a:lnTo>
                  <a:lnTo>
                    <a:pt x="7237554" y="2866106"/>
                  </a:lnTo>
                  <a:lnTo>
                    <a:pt x="7314797" y="2867655"/>
                  </a:lnTo>
                  <a:lnTo>
                    <a:pt x="7392041" y="2869201"/>
                  </a:lnTo>
                  <a:lnTo>
                    <a:pt x="7392041" y="3582367"/>
                  </a:lnTo>
                  <a:lnTo>
                    <a:pt x="7314797" y="3578949"/>
                  </a:lnTo>
                  <a:lnTo>
                    <a:pt x="7237554" y="3575365"/>
                  </a:lnTo>
                  <a:lnTo>
                    <a:pt x="7160310" y="3571607"/>
                  </a:lnTo>
                  <a:lnTo>
                    <a:pt x="7083066" y="3567666"/>
                  </a:lnTo>
                  <a:lnTo>
                    <a:pt x="7005823" y="3563533"/>
                  </a:lnTo>
                  <a:lnTo>
                    <a:pt x="6928579" y="3559199"/>
                  </a:lnTo>
                  <a:lnTo>
                    <a:pt x="6851336" y="3554655"/>
                  </a:lnTo>
                  <a:lnTo>
                    <a:pt x="6774092" y="3549889"/>
                  </a:lnTo>
                  <a:lnTo>
                    <a:pt x="6696849" y="3544892"/>
                  </a:lnTo>
                  <a:lnTo>
                    <a:pt x="6619605" y="3539652"/>
                  </a:lnTo>
                  <a:lnTo>
                    <a:pt x="6542361" y="3534157"/>
                  </a:lnTo>
                  <a:lnTo>
                    <a:pt x="6465118" y="3528395"/>
                  </a:lnTo>
                  <a:lnTo>
                    <a:pt x="6387874" y="3522352"/>
                  </a:lnTo>
                  <a:lnTo>
                    <a:pt x="6310631" y="3516016"/>
                  </a:lnTo>
                  <a:lnTo>
                    <a:pt x="6233387" y="3509371"/>
                  </a:lnTo>
                  <a:lnTo>
                    <a:pt x="6156144" y="3502404"/>
                  </a:lnTo>
                  <a:lnTo>
                    <a:pt x="6078900" y="3495097"/>
                  </a:lnTo>
                  <a:lnTo>
                    <a:pt x="6001656" y="3487435"/>
                  </a:lnTo>
                  <a:lnTo>
                    <a:pt x="5924413" y="3479401"/>
                  </a:lnTo>
                  <a:lnTo>
                    <a:pt x="5847169" y="3470976"/>
                  </a:lnTo>
                  <a:lnTo>
                    <a:pt x="5769926" y="3462141"/>
                  </a:lnTo>
                  <a:lnTo>
                    <a:pt x="5692682" y="3452876"/>
                  </a:lnTo>
                  <a:lnTo>
                    <a:pt x="5615439" y="3443161"/>
                  </a:lnTo>
                  <a:lnTo>
                    <a:pt x="5538195" y="3432973"/>
                  </a:lnTo>
                  <a:lnTo>
                    <a:pt x="5460951" y="3422290"/>
                  </a:lnTo>
                  <a:lnTo>
                    <a:pt x="5383708" y="3411087"/>
                  </a:lnTo>
                  <a:lnTo>
                    <a:pt x="5306464" y="3399340"/>
                  </a:lnTo>
                  <a:lnTo>
                    <a:pt x="5229221" y="3387021"/>
                  </a:lnTo>
                  <a:lnTo>
                    <a:pt x="5151977" y="3374103"/>
                  </a:lnTo>
                  <a:lnTo>
                    <a:pt x="5074734" y="3360557"/>
                  </a:lnTo>
                  <a:lnTo>
                    <a:pt x="4997490" y="3346352"/>
                  </a:lnTo>
                  <a:lnTo>
                    <a:pt x="4920246" y="3331456"/>
                  </a:lnTo>
                  <a:lnTo>
                    <a:pt x="4843003" y="3315836"/>
                  </a:lnTo>
                  <a:lnTo>
                    <a:pt x="4765759" y="3299456"/>
                  </a:lnTo>
                  <a:lnTo>
                    <a:pt x="4688516" y="3282280"/>
                  </a:lnTo>
                  <a:lnTo>
                    <a:pt x="4611272" y="3264268"/>
                  </a:lnTo>
                  <a:lnTo>
                    <a:pt x="4534029" y="3245381"/>
                  </a:lnTo>
                  <a:lnTo>
                    <a:pt x="4456785" y="3225574"/>
                  </a:lnTo>
                  <a:lnTo>
                    <a:pt x="4379541" y="3204805"/>
                  </a:lnTo>
                  <a:lnTo>
                    <a:pt x="4302298" y="3183025"/>
                  </a:lnTo>
                  <a:lnTo>
                    <a:pt x="4225054" y="3160187"/>
                  </a:lnTo>
                  <a:lnTo>
                    <a:pt x="4147811" y="3136237"/>
                  </a:lnTo>
                  <a:lnTo>
                    <a:pt x="4070567" y="3111123"/>
                  </a:lnTo>
                  <a:lnTo>
                    <a:pt x="3993324" y="3084788"/>
                  </a:lnTo>
                  <a:lnTo>
                    <a:pt x="3916080" y="3057171"/>
                  </a:lnTo>
                  <a:lnTo>
                    <a:pt x="3838836" y="3028212"/>
                  </a:lnTo>
                  <a:lnTo>
                    <a:pt x="3761593" y="2997844"/>
                  </a:lnTo>
                  <a:lnTo>
                    <a:pt x="3684349" y="2966000"/>
                  </a:lnTo>
                  <a:lnTo>
                    <a:pt x="3607106" y="2932607"/>
                  </a:lnTo>
                  <a:lnTo>
                    <a:pt x="3529862" y="2897590"/>
                  </a:lnTo>
                  <a:lnTo>
                    <a:pt x="3452619" y="2860869"/>
                  </a:lnTo>
                  <a:lnTo>
                    <a:pt x="3375375" y="2822363"/>
                  </a:lnTo>
                  <a:lnTo>
                    <a:pt x="3298131" y="2782925"/>
                  </a:lnTo>
                  <a:lnTo>
                    <a:pt x="3220888" y="2781209"/>
                  </a:lnTo>
                  <a:lnTo>
                    <a:pt x="3143644" y="2779490"/>
                  </a:lnTo>
                  <a:lnTo>
                    <a:pt x="3066401" y="2777767"/>
                  </a:lnTo>
                  <a:lnTo>
                    <a:pt x="2989157" y="2776041"/>
                  </a:lnTo>
                  <a:lnTo>
                    <a:pt x="2911914" y="2774311"/>
                  </a:lnTo>
                  <a:lnTo>
                    <a:pt x="2834670" y="2772578"/>
                  </a:lnTo>
                  <a:lnTo>
                    <a:pt x="2757426" y="2770842"/>
                  </a:lnTo>
                  <a:lnTo>
                    <a:pt x="2680183" y="2769102"/>
                  </a:lnTo>
                  <a:lnTo>
                    <a:pt x="2602939" y="2767359"/>
                  </a:lnTo>
                  <a:lnTo>
                    <a:pt x="2525696" y="2765612"/>
                  </a:lnTo>
                  <a:lnTo>
                    <a:pt x="2448452" y="2763862"/>
                  </a:lnTo>
                  <a:lnTo>
                    <a:pt x="2371209" y="2762108"/>
                  </a:lnTo>
                  <a:lnTo>
                    <a:pt x="2293965" y="2760351"/>
                  </a:lnTo>
                  <a:lnTo>
                    <a:pt x="2216721" y="2758590"/>
                  </a:lnTo>
                  <a:lnTo>
                    <a:pt x="2139478" y="2756826"/>
                  </a:lnTo>
                  <a:lnTo>
                    <a:pt x="2062234" y="2755059"/>
                  </a:lnTo>
                  <a:lnTo>
                    <a:pt x="1984991" y="2753288"/>
                  </a:lnTo>
                  <a:lnTo>
                    <a:pt x="1907747" y="2751513"/>
                  </a:lnTo>
                  <a:lnTo>
                    <a:pt x="1830504" y="2749735"/>
                  </a:lnTo>
                  <a:lnTo>
                    <a:pt x="1753260" y="2747954"/>
                  </a:lnTo>
                  <a:lnTo>
                    <a:pt x="1676016" y="2746169"/>
                  </a:lnTo>
                  <a:lnTo>
                    <a:pt x="1598773" y="2744380"/>
                  </a:lnTo>
                  <a:lnTo>
                    <a:pt x="1521529" y="2742588"/>
                  </a:lnTo>
                  <a:lnTo>
                    <a:pt x="1444286" y="2740792"/>
                  </a:lnTo>
                  <a:lnTo>
                    <a:pt x="1367042" y="2738993"/>
                  </a:lnTo>
                  <a:lnTo>
                    <a:pt x="1289799" y="2737190"/>
                  </a:lnTo>
                  <a:lnTo>
                    <a:pt x="1212555" y="2735384"/>
                  </a:lnTo>
                  <a:lnTo>
                    <a:pt x="1135311" y="2733574"/>
                  </a:lnTo>
                  <a:lnTo>
                    <a:pt x="1058068" y="2731761"/>
                  </a:lnTo>
                  <a:lnTo>
                    <a:pt x="980824" y="2729944"/>
                  </a:lnTo>
                  <a:lnTo>
                    <a:pt x="903581" y="2728123"/>
                  </a:lnTo>
                  <a:lnTo>
                    <a:pt x="826337" y="2726299"/>
                  </a:lnTo>
                  <a:lnTo>
                    <a:pt x="749094" y="2724471"/>
                  </a:lnTo>
                  <a:lnTo>
                    <a:pt x="671850" y="2722640"/>
                  </a:lnTo>
                  <a:lnTo>
                    <a:pt x="594606" y="2720805"/>
                  </a:lnTo>
                  <a:lnTo>
                    <a:pt x="517363" y="2718966"/>
                  </a:lnTo>
                  <a:lnTo>
                    <a:pt x="440119" y="2717124"/>
                  </a:lnTo>
                  <a:lnTo>
                    <a:pt x="362876" y="2715278"/>
                  </a:lnTo>
                  <a:lnTo>
                    <a:pt x="285632" y="2713429"/>
                  </a:lnTo>
                  <a:lnTo>
                    <a:pt x="208389" y="2711576"/>
                  </a:lnTo>
                  <a:lnTo>
                    <a:pt x="131145" y="2709719"/>
                  </a:lnTo>
                  <a:lnTo>
                    <a:pt x="53901" y="2707858"/>
                  </a:lnTo>
                  <a:lnTo>
                    <a:pt x="0" y="27065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3426" y="1896563"/>
              <a:ext cx="6426132" cy="2869201"/>
            </a:xfrm>
            <a:custGeom>
              <a:avLst/>
              <a:pathLst>
                <a:path w="6426132" h="2869201">
                  <a:moveTo>
                    <a:pt x="0" y="0"/>
                  </a:moveTo>
                  <a:lnTo>
                    <a:pt x="14916" y="33983"/>
                  </a:lnTo>
                  <a:lnTo>
                    <a:pt x="92159" y="201806"/>
                  </a:lnTo>
                  <a:lnTo>
                    <a:pt x="169403" y="361846"/>
                  </a:lnTo>
                  <a:lnTo>
                    <a:pt x="246646" y="514464"/>
                  </a:lnTo>
                  <a:lnTo>
                    <a:pt x="323890" y="660003"/>
                  </a:lnTo>
                  <a:lnTo>
                    <a:pt x="401133" y="798793"/>
                  </a:lnTo>
                  <a:lnTo>
                    <a:pt x="478377" y="931147"/>
                  </a:lnTo>
                  <a:lnTo>
                    <a:pt x="555621" y="1057362"/>
                  </a:lnTo>
                  <a:lnTo>
                    <a:pt x="632864" y="1177723"/>
                  </a:lnTo>
                  <a:lnTo>
                    <a:pt x="710108" y="1292503"/>
                  </a:lnTo>
                  <a:lnTo>
                    <a:pt x="787351" y="1401959"/>
                  </a:lnTo>
                  <a:lnTo>
                    <a:pt x="864595" y="1506340"/>
                  </a:lnTo>
                  <a:lnTo>
                    <a:pt x="941838" y="1605879"/>
                  </a:lnTo>
                  <a:lnTo>
                    <a:pt x="1019082" y="1700802"/>
                  </a:lnTo>
                  <a:lnTo>
                    <a:pt x="1096326" y="1791323"/>
                  </a:lnTo>
                  <a:lnTo>
                    <a:pt x="1173569" y="1877645"/>
                  </a:lnTo>
                  <a:lnTo>
                    <a:pt x="1250813" y="1959965"/>
                  </a:lnTo>
                  <a:lnTo>
                    <a:pt x="1328056" y="2038466"/>
                  </a:lnTo>
                  <a:lnTo>
                    <a:pt x="1405300" y="2113327"/>
                  </a:lnTo>
                  <a:lnTo>
                    <a:pt x="1482543" y="2184716"/>
                  </a:lnTo>
                  <a:lnTo>
                    <a:pt x="1559787" y="2252794"/>
                  </a:lnTo>
                  <a:lnTo>
                    <a:pt x="1637031" y="2317715"/>
                  </a:lnTo>
                  <a:lnTo>
                    <a:pt x="1714274" y="2379625"/>
                  </a:lnTo>
                  <a:lnTo>
                    <a:pt x="1791518" y="2438664"/>
                  </a:lnTo>
                  <a:lnTo>
                    <a:pt x="1868761" y="2494965"/>
                  </a:lnTo>
                  <a:lnTo>
                    <a:pt x="1946005" y="2548655"/>
                  </a:lnTo>
                  <a:lnTo>
                    <a:pt x="2023248" y="2599855"/>
                  </a:lnTo>
                  <a:lnTo>
                    <a:pt x="2100492" y="2648680"/>
                  </a:lnTo>
                  <a:lnTo>
                    <a:pt x="2177736" y="2695241"/>
                  </a:lnTo>
                  <a:lnTo>
                    <a:pt x="2254979" y="2739642"/>
                  </a:lnTo>
                  <a:lnTo>
                    <a:pt x="2332223" y="2781985"/>
                  </a:lnTo>
                  <a:lnTo>
                    <a:pt x="2409466" y="2784638"/>
                  </a:lnTo>
                  <a:lnTo>
                    <a:pt x="2486710" y="2786347"/>
                  </a:lnTo>
                  <a:lnTo>
                    <a:pt x="2563953" y="2788053"/>
                  </a:lnTo>
                  <a:lnTo>
                    <a:pt x="2641197" y="2789756"/>
                  </a:lnTo>
                  <a:lnTo>
                    <a:pt x="2718441" y="2791455"/>
                  </a:lnTo>
                  <a:lnTo>
                    <a:pt x="2795684" y="2793151"/>
                  </a:lnTo>
                  <a:lnTo>
                    <a:pt x="2872928" y="2794844"/>
                  </a:lnTo>
                  <a:lnTo>
                    <a:pt x="2950171" y="2796533"/>
                  </a:lnTo>
                  <a:lnTo>
                    <a:pt x="3027415" y="2798219"/>
                  </a:lnTo>
                  <a:lnTo>
                    <a:pt x="3104658" y="2799901"/>
                  </a:lnTo>
                  <a:lnTo>
                    <a:pt x="3181902" y="2801580"/>
                  </a:lnTo>
                  <a:lnTo>
                    <a:pt x="3259146" y="2803256"/>
                  </a:lnTo>
                  <a:lnTo>
                    <a:pt x="3336389" y="2804929"/>
                  </a:lnTo>
                  <a:lnTo>
                    <a:pt x="3413633" y="2806598"/>
                  </a:lnTo>
                  <a:lnTo>
                    <a:pt x="3490876" y="2808264"/>
                  </a:lnTo>
                  <a:lnTo>
                    <a:pt x="3568120" y="2809927"/>
                  </a:lnTo>
                  <a:lnTo>
                    <a:pt x="3645364" y="2811587"/>
                  </a:lnTo>
                  <a:lnTo>
                    <a:pt x="3722607" y="2813243"/>
                  </a:lnTo>
                  <a:lnTo>
                    <a:pt x="3799851" y="2814896"/>
                  </a:lnTo>
                  <a:lnTo>
                    <a:pt x="3877094" y="2816545"/>
                  </a:lnTo>
                  <a:lnTo>
                    <a:pt x="3954338" y="2818192"/>
                  </a:lnTo>
                  <a:lnTo>
                    <a:pt x="4031581" y="2819835"/>
                  </a:lnTo>
                  <a:lnTo>
                    <a:pt x="4108825" y="2821475"/>
                  </a:lnTo>
                  <a:lnTo>
                    <a:pt x="4186069" y="2823112"/>
                  </a:lnTo>
                  <a:lnTo>
                    <a:pt x="4263312" y="2824745"/>
                  </a:lnTo>
                  <a:lnTo>
                    <a:pt x="4340556" y="2826376"/>
                  </a:lnTo>
                  <a:lnTo>
                    <a:pt x="4417799" y="2828003"/>
                  </a:lnTo>
                  <a:lnTo>
                    <a:pt x="4495043" y="2829627"/>
                  </a:lnTo>
                  <a:lnTo>
                    <a:pt x="4572286" y="2831247"/>
                  </a:lnTo>
                  <a:lnTo>
                    <a:pt x="4649530" y="2832865"/>
                  </a:lnTo>
                  <a:lnTo>
                    <a:pt x="4726774" y="2834479"/>
                  </a:lnTo>
                  <a:lnTo>
                    <a:pt x="4804017" y="2836090"/>
                  </a:lnTo>
                  <a:lnTo>
                    <a:pt x="4881261" y="2837698"/>
                  </a:lnTo>
                  <a:lnTo>
                    <a:pt x="4958504" y="2839303"/>
                  </a:lnTo>
                  <a:lnTo>
                    <a:pt x="5035748" y="2840905"/>
                  </a:lnTo>
                  <a:lnTo>
                    <a:pt x="5112991" y="2842503"/>
                  </a:lnTo>
                  <a:lnTo>
                    <a:pt x="5190235" y="2844099"/>
                  </a:lnTo>
                  <a:lnTo>
                    <a:pt x="5267479" y="2845691"/>
                  </a:lnTo>
                  <a:lnTo>
                    <a:pt x="5344722" y="2847280"/>
                  </a:lnTo>
                  <a:lnTo>
                    <a:pt x="5421966" y="2848866"/>
                  </a:lnTo>
                  <a:lnTo>
                    <a:pt x="5499209" y="2850449"/>
                  </a:lnTo>
                  <a:lnTo>
                    <a:pt x="5576453" y="2852028"/>
                  </a:lnTo>
                  <a:lnTo>
                    <a:pt x="5653696" y="2853605"/>
                  </a:lnTo>
                  <a:lnTo>
                    <a:pt x="5730940" y="2855178"/>
                  </a:lnTo>
                  <a:lnTo>
                    <a:pt x="5808184" y="2856749"/>
                  </a:lnTo>
                  <a:lnTo>
                    <a:pt x="5885427" y="2858316"/>
                  </a:lnTo>
                  <a:lnTo>
                    <a:pt x="5962671" y="2859880"/>
                  </a:lnTo>
                  <a:lnTo>
                    <a:pt x="6039914" y="2861441"/>
                  </a:lnTo>
                  <a:lnTo>
                    <a:pt x="6117158" y="2862999"/>
                  </a:lnTo>
                  <a:lnTo>
                    <a:pt x="6194401" y="2864554"/>
                  </a:lnTo>
                  <a:lnTo>
                    <a:pt x="6271645" y="2866106"/>
                  </a:lnTo>
                  <a:lnTo>
                    <a:pt x="6348889" y="2867655"/>
                  </a:lnTo>
                  <a:lnTo>
                    <a:pt x="6426132" y="2869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03121"/>
              <a:ext cx="7392041" cy="875809"/>
            </a:xfrm>
            <a:custGeom>
              <a:avLst/>
              <a:pathLst>
                <a:path w="7392041" h="875809">
                  <a:moveTo>
                    <a:pt x="7392041" y="875809"/>
                  </a:moveTo>
                  <a:lnTo>
                    <a:pt x="7314797" y="872391"/>
                  </a:lnTo>
                  <a:lnTo>
                    <a:pt x="7237554" y="868807"/>
                  </a:lnTo>
                  <a:lnTo>
                    <a:pt x="7160310" y="865049"/>
                  </a:lnTo>
                  <a:lnTo>
                    <a:pt x="7083066" y="861108"/>
                  </a:lnTo>
                  <a:lnTo>
                    <a:pt x="7005823" y="856975"/>
                  </a:lnTo>
                  <a:lnTo>
                    <a:pt x="6928579" y="852641"/>
                  </a:lnTo>
                  <a:lnTo>
                    <a:pt x="6851336" y="848097"/>
                  </a:lnTo>
                  <a:lnTo>
                    <a:pt x="6774092" y="843332"/>
                  </a:lnTo>
                  <a:lnTo>
                    <a:pt x="6696849" y="838334"/>
                  </a:lnTo>
                  <a:lnTo>
                    <a:pt x="6619605" y="833094"/>
                  </a:lnTo>
                  <a:lnTo>
                    <a:pt x="6542361" y="827599"/>
                  </a:lnTo>
                  <a:lnTo>
                    <a:pt x="6465118" y="821837"/>
                  </a:lnTo>
                  <a:lnTo>
                    <a:pt x="6387874" y="815794"/>
                  </a:lnTo>
                  <a:lnTo>
                    <a:pt x="6310631" y="809458"/>
                  </a:lnTo>
                  <a:lnTo>
                    <a:pt x="6233387" y="802813"/>
                  </a:lnTo>
                  <a:lnTo>
                    <a:pt x="6156144" y="795846"/>
                  </a:lnTo>
                  <a:lnTo>
                    <a:pt x="6078900" y="788539"/>
                  </a:lnTo>
                  <a:lnTo>
                    <a:pt x="6001656" y="780877"/>
                  </a:lnTo>
                  <a:lnTo>
                    <a:pt x="5924413" y="772843"/>
                  </a:lnTo>
                  <a:lnTo>
                    <a:pt x="5847169" y="764418"/>
                  </a:lnTo>
                  <a:lnTo>
                    <a:pt x="5769926" y="755583"/>
                  </a:lnTo>
                  <a:lnTo>
                    <a:pt x="5692682" y="746318"/>
                  </a:lnTo>
                  <a:lnTo>
                    <a:pt x="5615439" y="736603"/>
                  </a:lnTo>
                  <a:lnTo>
                    <a:pt x="5538195" y="726415"/>
                  </a:lnTo>
                  <a:lnTo>
                    <a:pt x="5460951" y="715732"/>
                  </a:lnTo>
                  <a:lnTo>
                    <a:pt x="5383708" y="704529"/>
                  </a:lnTo>
                  <a:lnTo>
                    <a:pt x="5306464" y="692782"/>
                  </a:lnTo>
                  <a:lnTo>
                    <a:pt x="5229221" y="680463"/>
                  </a:lnTo>
                  <a:lnTo>
                    <a:pt x="5151977" y="667545"/>
                  </a:lnTo>
                  <a:lnTo>
                    <a:pt x="5074734" y="653999"/>
                  </a:lnTo>
                  <a:lnTo>
                    <a:pt x="4997490" y="639794"/>
                  </a:lnTo>
                  <a:lnTo>
                    <a:pt x="4920246" y="624898"/>
                  </a:lnTo>
                  <a:lnTo>
                    <a:pt x="4843003" y="609278"/>
                  </a:lnTo>
                  <a:lnTo>
                    <a:pt x="4765759" y="592898"/>
                  </a:lnTo>
                  <a:lnTo>
                    <a:pt x="4688516" y="575722"/>
                  </a:lnTo>
                  <a:lnTo>
                    <a:pt x="4611272" y="557710"/>
                  </a:lnTo>
                  <a:lnTo>
                    <a:pt x="4534029" y="538823"/>
                  </a:lnTo>
                  <a:lnTo>
                    <a:pt x="4456785" y="519017"/>
                  </a:lnTo>
                  <a:lnTo>
                    <a:pt x="4379541" y="498247"/>
                  </a:lnTo>
                  <a:lnTo>
                    <a:pt x="4302298" y="476468"/>
                  </a:lnTo>
                  <a:lnTo>
                    <a:pt x="4225054" y="453629"/>
                  </a:lnTo>
                  <a:lnTo>
                    <a:pt x="4147811" y="429679"/>
                  </a:lnTo>
                  <a:lnTo>
                    <a:pt x="4070567" y="404565"/>
                  </a:lnTo>
                  <a:lnTo>
                    <a:pt x="3993324" y="378230"/>
                  </a:lnTo>
                  <a:lnTo>
                    <a:pt x="3916080" y="350614"/>
                  </a:lnTo>
                  <a:lnTo>
                    <a:pt x="3838836" y="321654"/>
                  </a:lnTo>
                  <a:lnTo>
                    <a:pt x="3761593" y="291287"/>
                  </a:lnTo>
                  <a:lnTo>
                    <a:pt x="3684349" y="259442"/>
                  </a:lnTo>
                  <a:lnTo>
                    <a:pt x="3607106" y="226049"/>
                  </a:lnTo>
                  <a:lnTo>
                    <a:pt x="3529862" y="191032"/>
                  </a:lnTo>
                  <a:lnTo>
                    <a:pt x="3452619" y="154311"/>
                  </a:lnTo>
                  <a:lnTo>
                    <a:pt x="3375375" y="115805"/>
                  </a:lnTo>
                  <a:lnTo>
                    <a:pt x="3298131" y="76368"/>
                  </a:lnTo>
                  <a:lnTo>
                    <a:pt x="3220888" y="74652"/>
                  </a:lnTo>
                  <a:lnTo>
                    <a:pt x="3143644" y="72932"/>
                  </a:lnTo>
                  <a:lnTo>
                    <a:pt x="3066401" y="71209"/>
                  </a:lnTo>
                  <a:lnTo>
                    <a:pt x="2989157" y="69483"/>
                  </a:lnTo>
                  <a:lnTo>
                    <a:pt x="2911914" y="67753"/>
                  </a:lnTo>
                  <a:lnTo>
                    <a:pt x="2834670" y="66020"/>
                  </a:lnTo>
                  <a:lnTo>
                    <a:pt x="2757426" y="64284"/>
                  </a:lnTo>
                  <a:lnTo>
                    <a:pt x="2680183" y="62544"/>
                  </a:lnTo>
                  <a:lnTo>
                    <a:pt x="2602939" y="60801"/>
                  </a:lnTo>
                  <a:lnTo>
                    <a:pt x="2525696" y="59054"/>
                  </a:lnTo>
                  <a:lnTo>
                    <a:pt x="2448452" y="57304"/>
                  </a:lnTo>
                  <a:lnTo>
                    <a:pt x="2371209" y="55550"/>
                  </a:lnTo>
                  <a:lnTo>
                    <a:pt x="2293965" y="53793"/>
                  </a:lnTo>
                  <a:lnTo>
                    <a:pt x="2216721" y="52032"/>
                  </a:lnTo>
                  <a:lnTo>
                    <a:pt x="2139478" y="50268"/>
                  </a:lnTo>
                  <a:lnTo>
                    <a:pt x="2062234" y="48501"/>
                  </a:lnTo>
                  <a:lnTo>
                    <a:pt x="1984991" y="46730"/>
                  </a:lnTo>
                  <a:lnTo>
                    <a:pt x="1907747" y="44955"/>
                  </a:lnTo>
                  <a:lnTo>
                    <a:pt x="1830504" y="43177"/>
                  </a:lnTo>
                  <a:lnTo>
                    <a:pt x="1753260" y="41396"/>
                  </a:lnTo>
                  <a:lnTo>
                    <a:pt x="1676016" y="39611"/>
                  </a:lnTo>
                  <a:lnTo>
                    <a:pt x="1598773" y="37822"/>
                  </a:lnTo>
                  <a:lnTo>
                    <a:pt x="1521529" y="36030"/>
                  </a:lnTo>
                  <a:lnTo>
                    <a:pt x="1444286" y="34234"/>
                  </a:lnTo>
                  <a:lnTo>
                    <a:pt x="1367042" y="32435"/>
                  </a:lnTo>
                  <a:lnTo>
                    <a:pt x="1289799" y="30632"/>
                  </a:lnTo>
                  <a:lnTo>
                    <a:pt x="1212555" y="28826"/>
                  </a:lnTo>
                  <a:lnTo>
                    <a:pt x="1135311" y="27016"/>
                  </a:lnTo>
                  <a:lnTo>
                    <a:pt x="1058068" y="25203"/>
                  </a:lnTo>
                  <a:lnTo>
                    <a:pt x="980824" y="23386"/>
                  </a:lnTo>
                  <a:lnTo>
                    <a:pt x="903581" y="21565"/>
                  </a:lnTo>
                  <a:lnTo>
                    <a:pt x="826337" y="19741"/>
                  </a:lnTo>
                  <a:lnTo>
                    <a:pt x="749094" y="17913"/>
                  </a:lnTo>
                  <a:lnTo>
                    <a:pt x="671850" y="16082"/>
                  </a:lnTo>
                  <a:lnTo>
                    <a:pt x="594606" y="14247"/>
                  </a:lnTo>
                  <a:lnTo>
                    <a:pt x="517363" y="12408"/>
                  </a:lnTo>
                  <a:lnTo>
                    <a:pt x="440119" y="10566"/>
                  </a:lnTo>
                  <a:lnTo>
                    <a:pt x="362876" y="8720"/>
                  </a:lnTo>
                  <a:lnTo>
                    <a:pt x="285632" y="6871"/>
                  </a:lnTo>
                  <a:lnTo>
                    <a:pt x="208389" y="5018"/>
                  </a:lnTo>
                  <a:lnTo>
                    <a:pt x="131145" y="3161"/>
                  </a:lnTo>
                  <a:lnTo>
                    <a:pt x="53901" y="13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47694"/>
              <a:ext cx="7392041" cy="2266868"/>
            </a:xfrm>
            <a:custGeom>
              <a:avLst/>
              <a:pathLst>
                <a:path w="7392041" h="2266868">
                  <a:moveTo>
                    <a:pt x="0" y="0"/>
                  </a:moveTo>
                  <a:lnTo>
                    <a:pt x="53901" y="42954"/>
                  </a:lnTo>
                  <a:lnTo>
                    <a:pt x="131145" y="103006"/>
                  </a:lnTo>
                  <a:lnTo>
                    <a:pt x="208389" y="161592"/>
                  </a:lnTo>
                  <a:lnTo>
                    <a:pt x="285632" y="218746"/>
                  </a:lnTo>
                  <a:lnTo>
                    <a:pt x="362876" y="274505"/>
                  </a:lnTo>
                  <a:lnTo>
                    <a:pt x="440119" y="328901"/>
                  </a:lnTo>
                  <a:lnTo>
                    <a:pt x="517363" y="381969"/>
                  </a:lnTo>
                  <a:lnTo>
                    <a:pt x="594606" y="433741"/>
                  </a:lnTo>
                  <a:lnTo>
                    <a:pt x="671850" y="484248"/>
                  </a:lnTo>
                  <a:lnTo>
                    <a:pt x="749094" y="533521"/>
                  </a:lnTo>
                  <a:lnTo>
                    <a:pt x="826337" y="581591"/>
                  </a:lnTo>
                  <a:lnTo>
                    <a:pt x="903581" y="628486"/>
                  </a:lnTo>
                  <a:lnTo>
                    <a:pt x="980824" y="674236"/>
                  </a:lnTo>
                  <a:lnTo>
                    <a:pt x="1058068" y="718869"/>
                  </a:lnTo>
                  <a:lnTo>
                    <a:pt x="1135311" y="762412"/>
                  </a:lnTo>
                  <a:lnTo>
                    <a:pt x="1212555" y="804890"/>
                  </a:lnTo>
                  <a:lnTo>
                    <a:pt x="1289799" y="846332"/>
                  </a:lnTo>
                  <a:lnTo>
                    <a:pt x="1367042" y="886761"/>
                  </a:lnTo>
                  <a:lnTo>
                    <a:pt x="1444286" y="926203"/>
                  </a:lnTo>
                  <a:lnTo>
                    <a:pt x="1521529" y="964681"/>
                  </a:lnTo>
                  <a:lnTo>
                    <a:pt x="1598773" y="1002219"/>
                  </a:lnTo>
                  <a:lnTo>
                    <a:pt x="1676016" y="1038841"/>
                  </a:lnTo>
                  <a:lnTo>
                    <a:pt x="1753260" y="1074567"/>
                  </a:lnTo>
                  <a:lnTo>
                    <a:pt x="1830504" y="1109422"/>
                  </a:lnTo>
                  <a:lnTo>
                    <a:pt x="1907747" y="1143425"/>
                  </a:lnTo>
                  <a:lnTo>
                    <a:pt x="1984991" y="1176597"/>
                  </a:lnTo>
                  <a:lnTo>
                    <a:pt x="2062234" y="1208959"/>
                  </a:lnTo>
                  <a:lnTo>
                    <a:pt x="2139478" y="1240531"/>
                  </a:lnTo>
                  <a:lnTo>
                    <a:pt x="2216721" y="1271331"/>
                  </a:lnTo>
                  <a:lnTo>
                    <a:pt x="2293965" y="1301379"/>
                  </a:lnTo>
                  <a:lnTo>
                    <a:pt x="2371209" y="1330694"/>
                  </a:lnTo>
                  <a:lnTo>
                    <a:pt x="2448452" y="1359292"/>
                  </a:lnTo>
                  <a:lnTo>
                    <a:pt x="2525696" y="1387191"/>
                  </a:lnTo>
                  <a:lnTo>
                    <a:pt x="2602939" y="1414410"/>
                  </a:lnTo>
                  <a:lnTo>
                    <a:pt x="2680183" y="1440963"/>
                  </a:lnTo>
                  <a:lnTo>
                    <a:pt x="2757426" y="1466868"/>
                  </a:lnTo>
                  <a:lnTo>
                    <a:pt x="2834670" y="1492140"/>
                  </a:lnTo>
                  <a:lnTo>
                    <a:pt x="2911914" y="1516795"/>
                  </a:lnTo>
                  <a:lnTo>
                    <a:pt x="2989157" y="1540847"/>
                  </a:lnTo>
                  <a:lnTo>
                    <a:pt x="3066401" y="1564312"/>
                  </a:lnTo>
                  <a:lnTo>
                    <a:pt x="3143644" y="1587204"/>
                  </a:lnTo>
                  <a:lnTo>
                    <a:pt x="3220888" y="1609537"/>
                  </a:lnTo>
                  <a:lnTo>
                    <a:pt x="3298131" y="1631324"/>
                  </a:lnTo>
                  <a:lnTo>
                    <a:pt x="3375375" y="1652579"/>
                  </a:lnTo>
                  <a:lnTo>
                    <a:pt x="3452619" y="1673315"/>
                  </a:lnTo>
                  <a:lnTo>
                    <a:pt x="3529862" y="1693544"/>
                  </a:lnTo>
                  <a:lnTo>
                    <a:pt x="3607106" y="1713279"/>
                  </a:lnTo>
                  <a:lnTo>
                    <a:pt x="3684349" y="1732533"/>
                  </a:lnTo>
                  <a:lnTo>
                    <a:pt x="3761593" y="1751316"/>
                  </a:lnTo>
                  <a:lnTo>
                    <a:pt x="3838836" y="1769640"/>
                  </a:lnTo>
                  <a:lnTo>
                    <a:pt x="3916080" y="1787516"/>
                  </a:lnTo>
                  <a:lnTo>
                    <a:pt x="3993324" y="1804956"/>
                  </a:lnTo>
                  <a:lnTo>
                    <a:pt x="4070567" y="1821970"/>
                  </a:lnTo>
                  <a:lnTo>
                    <a:pt x="4147811" y="1838568"/>
                  </a:lnTo>
                  <a:lnTo>
                    <a:pt x="4225054" y="1854761"/>
                  </a:lnTo>
                  <a:lnTo>
                    <a:pt x="4302298" y="1870559"/>
                  </a:lnTo>
                  <a:lnTo>
                    <a:pt x="4379541" y="1885970"/>
                  </a:lnTo>
                  <a:lnTo>
                    <a:pt x="4456785" y="1901005"/>
                  </a:lnTo>
                  <a:lnTo>
                    <a:pt x="4534029" y="1915673"/>
                  </a:lnTo>
                  <a:lnTo>
                    <a:pt x="4611272" y="1929983"/>
                  </a:lnTo>
                  <a:lnTo>
                    <a:pt x="4688516" y="1943943"/>
                  </a:lnTo>
                  <a:lnTo>
                    <a:pt x="4765759" y="1957562"/>
                  </a:lnTo>
                  <a:lnTo>
                    <a:pt x="4843003" y="1970848"/>
                  </a:lnTo>
                  <a:lnTo>
                    <a:pt x="4920246" y="1983810"/>
                  </a:lnTo>
                  <a:lnTo>
                    <a:pt x="4997490" y="1996456"/>
                  </a:lnTo>
                  <a:lnTo>
                    <a:pt x="5074734" y="2008792"/>
                  </a:lnTo>
                  <a:lnTo>
                    <a:pt x="5151977" y="2020827"/>
                  </a:lnTo>
                  <a:lnTo>
                    <a:pt x="5229221" y="2032568"/>
                  </a:lnTo>
                  <a:lnTo>
                    <a:pt x="5306464" y="2044023"/>
                  </a:lnTo>
                  <a:lnTo>
                    <a:pt x="5383708" y="2055197"/>
                  </a:lnTo>
                  <a:lnTo>
                    <a:pt x="5460951" y="2066099"/>
                  </a:lnTo>
                  <a:lnTo>
                    <a:pt x="5538195" y="2076734"/>
                  </a:lnTo>
                  <a:lnTo>
                    <a:pt x="5615439" y="2087110"/>
                  </a:lnTo>
                  <a:lnTo>
                    <a:pt x="5692682" y="2097232"/>
                  </a:lnTo>
                  <a:lnTo>
                    <a:pt x="5769926" y="2107107"/>
                  </a:lnTo>
                  <a:lnTo>
                    <a:pt x="5847169" y="2116740"/>
                  </a:lnTo>
                  <a:lnTo>
                    <a:pt x="5924413" y="2126139"/>
                  </a:lnTo>
                  <a:lnTo>
                    <a:pt x="6001656" y="2135307"/>
                  </a:lnTo>
                  <a:lnTo>
                    <a:pt x="6078900" y="2144252"/>
                  </a:lnTo>
                  <a:lnTo>
                    <a:pt x="6156144" y="2152979"/>
                  </a:lnTo>
                  <a:lnTo>
                    <a:pt x="6233387" y="2161492"/>
                  </a:lnTo>
                  <a:lnTo>
                    <a:pt x="6310631" y="2169797"/>
                  </a:lnTo>
                  <a:lnTo>
                    <a:pt x="6387874" y="2177899"/>
                  </a:lnTo>
                  <a:lnTo>
                    <a:pt x="6465118" y="2185804"/>
                  </a:lnTo>
                  <a:lnTo>
                    <a:pt x="6542361" y="2193515"/>
                  </a:lnTo>
                  <a:lnTo>
                    <a:pt x="6619605" y="2201038"/>
                  </a:lnTo>
                  <a:lnTo>
                    <a:pt x="6696849" y="2208378"/>
                  </a:lnTo>
                  <a:lnTo>
                    <a:pt x="6774092" y="2215538"/>
                  </a:lnTo>
                  <a:lnTo>
                    <a:pt x="6851336" y="2222523"/>
                  </a:lnTo>
                  <a:lnTo>
                    <a:pt x="6928579" y="2229337"/>
                  </a:lnTo>
                  <a:lnTo>
                    <a:pt x="7005823" y="2235986"/>
                  </a:lnTo>
                  <a:lnTo>
                    <a:pt x="7083066" y="2242471"/>
                  </a:lnTo>
                  <a:lnTo>
                    <a:pt x="7160310" y="2248798"/>
                  </a:lnTo>
                  <a:lnTo>
                    <a:pt x="7237554" y="2254971"/>
                  </a:lnTo>
                  <a:lnTo>
                    <a:pt x="7314797" y="2260993"/>
                  </a:lnTo>
                  <a:lnTo>
                    <a:pt x="7392041" y="226686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2026-05-21T09:06:47Z</dcterms:modified>
  <cp:category/>
</cp:coreProperties>
</file>