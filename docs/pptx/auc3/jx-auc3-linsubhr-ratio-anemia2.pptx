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3100799"/>
              <a:ext cx="7392041" cy="2240604"/>
            </a:xfrm>
            <a:custGeom>
              <a:avLst/>
              <a:pathLst>
                <a:path w="7392041" h="2240604">
                  <a:moveTo>
                    <a:pt x="0" y="0"/>
                  </a:moveTo>
                  <a:lnTo>
                    <a:pt x="53901" y="43339"/>
                  </a:lnTo>
                  <a:lnTo>
                    <a:pt x="131145" y="103887"/>
                  </a:lnTo>
                  <a:lnTo>
                    <a:pt x="208389" y="162917"/>
                  </a:lnTo>
                  <a:lnTo>
                    <a:pt x="285632" y="220465"/>
                  </a:lnTo>
                  <a:lnTo>
                    <a:pt x="362876" y="276569"/>
                  </a:lnTo>
                  <a:lnTo>
                    <a:pt x="440119" y="331265"/>
                  </a:lnTo>
                  <a:lnTo>
                    <a:pt x="517363" y="384590"/>
                  </a:lnTo>
                  <a:lnTo>
                    <a:pt x="594606" y="436576"/>
                  </a:lnTo>
                  <a:lnTo>
                    <a:pt x="671850" y="487257"/>
                  </a:lnTo>
                  <a:lnTo>
                    <a:pt x="749094" y="536667"/>
                  </a:lnTo>
                  <a:lnTo>
                    <a:pt x="826337" y="584837"/>
                  </a:lnTo>
                  <a:lnTo>
                    <a:pt x="903581" y="631799"/>
                  </a:lnTo>
                  <a:lnTo>
                    <a:pt x="980824" y="677582"/>
                  </a:lnTo>
                  <a:lnTo>
                    <a:pt x="1058068" y="722217"/>
                  </a:lnTo>
                  <a:lnTo>
                    <a:pt x="1135311" y="765731"/>
                  </a:lnTo>
                  <a:lnTo>
                    <a:pt x="1212555" y="808154"/>
                  </a:lnTo>
                  <a:lnTo>
                    <a:pt x="1289799" y="849512"/>
                  </a:lnTo>
                  <a:lnTo>
                    <a:pt x="1367042" y="889832"/>
                  </a:lnTo>
                  <a:lnTo>
                    <a:pt x="1444286" y="929141"/>
                  </a:lnTo>
                  <a:lnTo>
                    <a:pt x="1521529" y="967464"/>
                  </a:lnTo>
                  <a:lnTo>
                    <a:pt x="1598773" y="1004824"/>
                  </a:lnTo>
                  <a:lnTo>
                    <a:pt x="1676016" y="1041248"/>
                  </a:lnTo>
                  <a:lnTo>
                    <a:pt x="1753260" y="1076757"/>
                  </a:lnTo>
                  <a:lnTo>
                    <a:pt x="1830504" y="1111376"/>
                  </a:lnTo>
                  <a:lnTo>
                    <a:pt x="1907747" y="1145126"/>
                  </a:lnTo>
                  <a:lnTo>
                    <a:pt x="1984991" y="1178029"/>
                  </a:lnTo>
                  <a:lnTo>
                    <a:pt x="2062234" y="1210106"/>
                  </a:lnTo>
                  <a:lnTo>
                    <a:pt x="2139478" y="1241379"/>
                  </a:lnTo>
                  <a:lnTo>
                    <a:pt x="2216721" y="1271867"/>
                  </a:lnTo>
                  <a:lnTo>
                    <a:pt x="2293965" y="1301590"/>
                  </a:lnTo>
                  <a:lnTo>
                    <a:pt x="2371209" y="1330567"/>
                  </a:lnTo>
                  <a:lnTo>
                    <a:pt x="2448452" y="1358817"/>
                  </a:lnTo>
                  <a:lnTo>
                    <a:pt x="2525696" y="1386358"/>
                  </a:lnTo>
                  <a:lnTo>
                    <a:pt x="2602939" y="1413209"/>
                  </a:lnTo>
                  <a:lnTo>
                    <a:pt x="2680183" y="1439385"/>
                  </a:lnTo>
                  <a:lnTo>
                    <a:pt x="2757426" y="1464905"/>
                  </a:lnTo>
                  <a:lnTo>
                    <a:pt x="2834670" y="1489784"/>
                  </a:lnTo>
                  <a:lnTo>
                    <a:pt x="2911914" y="1514039"/>
                  </a:lnTo>
                  <a:lnTo>
                    <a:pt x="2989157" y="1537686"/>
                  </a:lnTo>
                  <a:lnTo>
                    <a:pt x="3066401" y="1560739"/>
                  </a:lnTo>
                  <a:lnTo>
                    <a:pt x="3143644" y="1583214"/>
                  </a:lnTo>
                  <a:lnTo>
                    <a:pt x="3220888" y="1605124"/>
                  </a:lnTo>
                  <a:lnTo>
                    <a:pt x="3298131" y="1626485"/>
                  </a:lnTo>
                  <a:lnTo>
                    <a:pt x="3375375" y="1632154"/>
                  </a:lnTo>
                  <a:lnTo>
                    <a:pt x="3452619" y="1637414"/>
                  </a:lnTo>
                  <a:lnTo>
                    <a:pt x="3529862" y="1642640"/>
                  </a:lnTo>
                  <a:lnTo>
                    <a:pt x="3607106" y="1647834"/>
                  </a:lnTo>
                  <a:lnTo>
                    <a:pt x="3684349" y="1652994"/>
                  </a:lnTo>
                  <a:lnTo>
                    <a:pt x="3761593" y="1658121"/>
                  </a:lnTo>
                  <a:lnTo>
                    <a:pt x="3838836" y="1663215"/>
                  </a:lnTo>
                  <a:lnTo>
                    <a:pt x="3916080" y="1668277"/>
                  </a:lnTo>
                  <a:lnTo>
                    <a:pt x="3993324" y="1673306"/>
                  </a:lnTo>
                  <a:lnTo>
                    <a:pt x="4070567" y="1678304"/>
                  </a:lnTo>
                  <a:lnTo>
                    <a:pt x="4147811" y="1683269"/>
                  </a:lnTo>
                  <a:lnTo>
                    <a:pt x="4225054" y="1688203"/>
                  </a:lnTo>
                  <a:lnTo>
                    <a:pt x="4302298" y="1693106"/>
                  </a:lnTo>
                  <a:lnTo>
                    <a:pt x="4379541" y="1697977"/>
                  </a:lnTo>
                  <a:lnTo>
                    <a:pt x="4456785" y="1702817"/>
                  </a:lnTo>
                  <a:lnTo>
                    <a:pt x="4534029" y="1707626"/>
                  </a:lnTo>
                  <a:lnTo>
                    <a:pt x="4611272" y="1712404"/>
                  </a:lnTo>
                  <a:lnTo>
                    <a:pt x="4688516" y="1717152"/>
                  </a:lnTo>
                  <a:lnTo>
                    <a:pt x="4765759" y="1721870"/>
                  </a:lnTo>
                  <a:lnTo>
                    <a:pt x="4843003" y="1726558"/>
                  </a:lnTo>
                  <a:lnTo>
                    <a:pt x="4920246" y="1731215"/>
                  </a:lnTo>
                  <a:lnTo>
                    <a:pt x="4997490" y="1735843"/>
                  </a:lnTo>
                  <a:lnTo>
                    <a:pt x="5074734" y="1740442"/>
                  </a:lnTo>
                  <a:lnTo>
                    <a:pt x="5151977" y="1745011"/>
                  </a:lnTo>
                  <a:lnTo>
                    <a:pt x="5229221" y="1749550"/>
                  </a:lnTo>
                  <a:lnTo>
                    <a:pt x="5306464" y="1754061"/>
                  </a:lnTo>
                  <a:lnTo>
                    <a:pt x="5383708" y="1758544"/>
                  </a:lnTo>
                  <a:lnTo>
                    <a:pt x="5460951" y="1762997"/>
                  </a:lnTo>
                  <a:lnTo>
                    <a:pt x="5538195" y="1767422"/>
                  </a:lnTo>
                  <a:lnTo>
                    <a:pt x="5615439" y="1771819"/>
                  </a:lnTo>
                  <a:lnTo>
                    <a:pt x="5692682" y="1776188"/>
                  </a:lnTo>
                  <a:lnTo>
                    <a:pt x="5769926" y="1780529"/>
                  </a:lnTo>
                  <a:lnTo>
                    <a:pt x="5847169" y="1784842"/>
                  </a:lnTo>
                  <a:lnTo>
                    <a:pt x="5924413" y="1789128"/>
                  </a:lnTo>
                  <a:lnTo>
                    <a:pt x="6001656" y="1793386"/>
                  </a:lnTo>
                  <a:lnTo>
                    <a:pt x="6078900" y="1797617"/>
                  </a:lnTo>
                  <a:lnTo>
                    <a:pt x="6156144" y="1801822"/>
                  </a:lnTo>
                  <a:lnTo>
                    <a:pt x="6233387" y="1805999"/>
                  </a:lnTo>
                  <a:lnTo>
                    <a:pt x="6310631" y="1810150"/>
                  </a:lnTo>
                  <a:lnTo>
                    <a:pt x="6387874" y="1814274"/>
                  </a:lnTo>
                  <a:lnTo>
                    <a:pt x="6465118" y="1818372"/>
                  </a:lnTo>
                  <a:lnTo>
                    <a:pt x="6542361" y="1822443"/>
                  </a:lnTo>
                  <a:lnTo>
                    <a:pt x="6619605" y="1826489"/>
                  </a:lnTo>
                  <a:lnTo>
                    <a:pt x="6696849" y="1830509"/>
                  </a:lnTo>
                  <a:lnTo>
                    <a:pt x="6774092" y="1834504"/>
                  </a:lnTo>
                  <a:lnTo>
                    <a:pt x="6851336" y="1838472"/>
                  </a:lnTo>
                  <a:lnTo>
                    <a:pt x="6928579" y="1842416"/>
                  </a:lnTo>
                  <a:lnTo>
                    <a:pt x="7005823" y="1846334"/>
                  </a:lnTo>
                  <a:lnTo>
                    <a:pt x="7083066" y="1850227"/>
                  </a:lnTo>
                  <a:lnTo>
                    <a:pt x="7160310" y="1854096"/>
                  </a:lnTo>
                  <a:lnTo>
                    <a:pt x="7237554" y="1857940"/>
                  </a:lnTo>
                  <a:lnTo>
                    <a:pt x="7314797" y="1861759"/>
                  </a:lnTo>
                  <a:lnTo>
                    <a:pt x="7392041" y="1865554"/>
                  </a:lnTo>
                  <a:lnTo>
                    <a:pt x="7392041" y="2240604"/>
                  </a:lnTo>
                  <a:lnTo>
                    <a:pt x="7314797" y="2235048"/>
                  </a:lnTo>
                  <a:lnTo>
                    <a:pt x="7237554" y="2229350"/>
                  </a:lnTo>
                  <a:lnTo>
                    <a:pt x="7160310" y="2223505"/>
                  </a:lnTo>
                  <a:lnTo>
                    <a:pt x="7083066" y="2217510"/>
                  </a:lnTo>
                  <a:lnTo>
                    <a:pt x="7005823" y="2211360"/>
                  </a:lnTo>
                  <a:lnTo>
                    <a:pt x="6928579" y="2205052"/>
                  </a:lnTo>
                  <a:lnTo>
                    <a:pt x="6851336" y="2198582"/>
                  </a:lnTo>
                  <a:lnTo>
                    <a:pt x="6774092" y="2191945"/>
                  </a:lnTo>
                  <a:lnTo>
                    <a:pt x="6696849" y="2185137"/>
                  </a:lnTo>
                  <a:lnTo>
                    <a:pt x="6619605" y="2178155"/>
                  </a:lnTo>
                  <a:lnTo>
                    <a:pt x="6542361" y="2170992"/>
                  </a:lnTo>
                  <a:lnTo>
                    <a:pt x="6465118" y="2163645"/>
                  </a:lnTo>
                  <a:lnTo>
                    <a:pt x="6387874" y="2156109"/>
                  </a:lnTo>
                  <a:lnTo>
                    <a:pt x="6310631" y="2148379"/>
                  </a:lnTo>
                  <a:lnTo>
                    <a:pt x="6233387" y="2140450"/>
                  </a:lnTo>
                  <a:lnTo>
                    <a:pt x="6156144" y="2132317"/>
                  </a:lnTo>
                  <a:lnTo>
                    <a:pt x="6078900" y="2123975"/>
                  </a:lnTo>
                  <a:lnTo>
                    <a:pt x="6001656" y="2115418"/>
                  </a:lnTo>
                  <a:lnTo>
                    <a:pt x="5924413" y="2106641"/>
                  </a:lnTo>
                  <a:lnTo>
                    <a:pt x="5847169" y="2097638"/>
                  </a:lnTo>
                  <a:lnTo>
                    <a:pt x="5769926" y="2088403"/>
                  </a:lnTo>
                  <a:lnTo>
                    <a:pt x="5692682" y="2078930"/>
                  </a:lnTo>
                  <a:lnTo>
                    <a:pt x="5615439" y="2069214"/>
                  </a:lnTo>
                  <a:lnTo>
                    <a:pt x="5538195" y="2059248"/>
                  </a:lnTo>
                  <a:lnTo>
                    <a:pt x="5460951" y="2049025"/>
                  </a:lnTo>
                  <a:lnTo>
                    <a:pt x="5383708" y="2038539"/>
                  </a:lnTo>
                  <a:lnTo>
                    <a:pt x="5306464" y="2027783"/>
                  </a:lnTo>
                  <a:lnTo>
                    <a:pt x="5229221" y="2016750"/>
                  </a:lnTo>
                  <a:lnTo>
                    <a:pt x="5151977" y="2005434"/>
                  </a:lnTo>
                  <a:lnTo>
                    <a:pt x="5074734" y="1993826"/>
                  </a:lnTo>
                  <a:lnTo>
                    <a:pt x="4997490" y="1981919"/>
                  </a:lnTo>
                  <a:lnTo>
                    <a:pt x="4920246" y="1969706"/>
                  </a:lnTo>
                  <a:lnTo>
                    <a:pt x="4843003" y="1957178"/>
                  </a:lnTo>
                  <a:lnTo>
                    <a:pt x="4765759" y="1944328"/>
                  </a:lnTo>
                  <a:lnTo>
                    <a:pt x="4688516" y="1931148"/>
                  </a:lnTo>
                  <a:lnTo>
                    <a:pt x="4611272" y="1917628"/>
                  </a:lnTo>
                  <a:lnTo>
                    <a:pt x="4534029" y="1903760"/>
                  </a:lnTo>
                  <a:lnTo>
                    <a:pt x="4456785" y="1889535"/>
                  </a:lnTo>
                  <a:lnTo>
                    <a:pt x="4379541" y="1874945"/>
                  </a:lnTo>
                  <a:lnTo>
                    <a:pt x="4302298" y="1859978"/>
                  </a:lnTo>
                  <a:lnTo>
                    <a:pt x="4225054" y="1844627"/>
                  </a:lnTo>
                  <a:lnTo>
                    <a:pt x="4147811" y="1828880"/>
                  </a:lnTo>
                  <a:lnTo>
                    <a:pt x="4070567" y="1812728"/>
                  </a:lnTo>
                  <a:lnTo>
                    <a:pt x="3993324" y="1796160"/>
                  </a:lnTo>
                  <a:lnTo>
                    <a:pt x="3916080" y="1779166"/>
                  </a:lnTo>
                  <a:lnTo>
                    <a:pt x="3838836" y="1761735"/>
                  </a:lnTo>
                  <a:lnTo>
                    <a:pt x="3761593" y="1743855"/>
                  </a:lnTo>
                  <a:lnTo>
                    <a:pt x="3684349" y="1725515"/>
                  </a:lnTo>
                  <a:lnTo>
                    <a:pt x="3607106" y="1706702"/>
                  </a:lnTo>
                  <a:lnTo>
                    <a:pt x="3529862" y="1687406"/>
                  </a:lnTo>
                  <a:lnTo>
                    <a:pt x="3452619" y="1667613"/>
                  </a:lnTo>
                  <a:lnTo>
                    <a:pt x="3375375" y="1647310"/>
                  </a:lnTo>
                  <a:lnTo>
                    <a:pt x="3298131" y="1626860"/>
                  </a:lnTo>
                  <a:lnTo>
                    <a:pt x="3220888" y="1621532"/>
                  </a:lnTo>
                  <a:lnTo>
                    <a:pt x="3143644" y="1616170"/>
                  </a:lnTo>
                  <a:lnTo>
                    <a:pt x="3066401" y="1610774"/>
                  </a:lnTo>
                  <a:lnTo>
                    <a:pt x="2989157" y="1605342"/>
                  </a:lnTo>
                  <a:lnTo>
                    <a:pt x="2911914" y="1599876"/>
                  </a:lnTo>
                  <a:lnTo>
                    <a:pt x="2834670" y="1594375"/>
                  </a:lnTo>
                  <a:lnTo>
                    <a:pt x="2757426" y="1588839"/>
                  </a:lnTo>
                  <a:lnTo>
                    <a:pt x="2680183" y="1583267"/>
                  </a:lnTo>
                  <a:lnTo>
                    <a:pt x="2602939" y="1577659"/>
                  </a:lnTo>
                  <a:lnTo>
                    <a:pt x="2525696" y="1572015"/>
                  </a:lnTo>
                  <a:lnTo>
                    <a:pt x="2448452" y="1566335"/>
                  </a:lnTo>
                  <a:lnTo>
                    <a:pt x="2371209" y="1560619"/>
                  </a:lnTo>
                  <a:lnTo>
                    <a:pt x="2293965" y="1554865"/>
                  </a:lnTo>
                  <a:lnTo>
                    <a:pt x="2216721" y="1549075"/>
                  </a:lnTo>
                  <a:lnTo>
                    <a:pt x="2139478" y="1543248"/>
                  </a:lnTo>
                  <a:lnTo>
                    <a:pt x="2062234" y="1537383"/>
                  </a:lnTo>
                  <a:lnTo>
                    <a:pt x="1984991" y="1531480"/>
                  </a:lnTo>
                  <a:lnTo>
                    <a:pt x="1907747" y="1525540"/>
                  </a:lnTo>
                  <a:lnTo>
                    <a:pt x="1830504" y="1519561"/>
                  </a:lnTo>
                  <a:lnTo>
                    <a:pt x="1753260" y="1513544"/>
                  </a:lnTo>
                  <a:lnTo>
                    <a:pt x="1676016" y="1507489"/>
                  </a:lnTo>
                  <a:lnTo>
                    <a:pt x="1598773" y="1501394"/>
                  </a:lnTo>
                  <a:lnTo>
                    <a:pt x="1521529" y="1495261"/>
                  </a:lnTo>
                  <a:lnTo>
                    <a:pt x="1444286" y="1489088"/>
                  </a:lnTo>
                  <a:lnTo>
                    <a:pt x="1367042" y="1482875"/>
                  </a:lnTo>
                  <a:lnTo>
                    <a:pt x="1289799" y="1476623"/>
                  </a:lnTo>
                  <a:lnTo>
                    <a:pt x="1212555" y="1470330"/>
                  </a:lnTo>
                  <a:lnTo>
                    <a:pt x="1135311" y="1463997"/>
                  </a:lnTo>
                  <a:lnTo>
                    <a:pt x="1058068" y="1457623"/>
                  </a:lnTo>
                  <a:lnTo>
                    <a:pt x="980824" y="1451208"/>
                  </a:lnTo>
                  <a:lnTo>
                    <a:pt x="903581" y="1444752"/>
                  </a:lnTo>
                  <a:lnTo>
                    <a:pt x="826337" y="1438255"/>
                  </a:lnTo>
                  <a:lnTo>
                    <a:pt x="749094" y="1431716"/>
                  </a:lnTo>
                  <a:lnTo>
                    <a:pt x="671850" y="1425135"/>
                  </a:lnTo>
                  <a:lnTo>
                    <a:pt x="594606" y="1418511"/>
                  </a:lnTo>
                  <a:lnTo>
                    <a:pt x="517363" y="1411845"/>
                  </a:lnTo>
                  <a:lnTo>
                    <a:pt x="440119" y="1405137"/>
                  </a:lnTo>
                  <a:lnTo>
                    <a:pt x="362876" y="1398385"/>
                  </a:lnTo>
                  <a:lnTo>
                    <a:pt x="285632" y="1391590"/>
                  </a:lnTo>
                  <a:lnTo>
                    <a:pt x="208389" y="1384751"/>
                  </a:lnTo>
                  <a:lnTo>
                    <a:pt x="131145" y="1377868"/>
                  </a:lnTo>
                  <a:lnTo>
                    <a:pt x="53901" y="1370941"/>
                  </a:lnTo>
                  <a:lnTo>
                    <a:pt x="0" y="136607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3100799"/>
              <a:ext cx="7392041" cy="1865554"/>
            </a:xfrm>
            <a:custGeom>
              <a:avLst/>
              <a:pathLst>
                <a:path w="7392041" h="1865554">
                  <a:moveTo>
                    <a:pt x="0" y="0"/>
                  </a:moveTo>
                  <a:lnTo>
                    <a:pt x="53901" y="43339"/>
                  </a:lnTo>
                  <a:lnTo>
                    <a:pt x="131145" y="103887"/>
                  </a:lnTo>
                  <a:lnTo>
                    <a:pt x="208389" y="162917"/>
                  </a:lnTo>
                  <a:lnTo>
                    <a:pt x="285632" y="220465"/>
                  </a:lnTo>
                  <a:lnTo>
                    <a:pt x="362876" y="276569"/>
                  </a:lnTo>
                  <a:lnTo>
                    <a:pt x="440119" y="331265"/>
                  </a:lnTo>
                  <a:lnTo>
                    <a:pt x="517363" y="384590"/>
                  </a:lnTo>
                  <a:lnTo>
                    <a:pt x="594606" y="436576"/>
                  </a:lnTo>
                  <a:lnTo>
                    <a:pt x="671850" y="487257"/>
                  </a:lnTo>
                  <a:lnTo>
                    <a:pt x="749094" y="536667"/>
                  </a:lnTo>
                  <a:lnTo>
                    <a:pt x="826337" y="584837"/>
                  </a:lnTo>
                  <a:lnTo>
                    <a:pt x="903581" y="631799"/>
                  </a:lnTo>
                  <a:lnTo>
                    <a:pt x="980824" y="677582"/>
                  </a:lnTo>
                  <a:lnTo>
                    <a:pt x="1058068" y="722217"/>
                  </a:lnTo>
                  <a:lnTo>
                    <a:pt x="1135311" y="765731"/>
                  </a:lnTo>
                  <a:lnTo>
                    <a:pt x="1212555" y="808154"/>
                  </a:lnTo>
                  <a:lnTo>
                    <a:pt x="1289799" y="849512"/>
                  </a:lnTo>
                  <a:lnTo>
                    <a:pt x="1367042" y="889832"/>
                  </a:lnTo>
                  <a:lnTo>
                    <a:pt x="1444286" y="929141"/>
                  </a:lnTo>
                  <a:lnTo>
                    <a:pt x="1521529" y="967464"/>
                  </a:lnTo>
                  <a:lnTo>
                    <a:pt x="1598773" y="1004824"/>
                  </a:lnTo>
                  <a:lnTo>
                    <a:pt x="1676016" y="1041248"/>
                  </a:lnTo>
                  <a:lnTo>
                    <a:pt x="1753260" y="1076757"/>
                  </a:lnTo>
                  <a:lnTo>
                    <a:pt x="1830504" y="1111376"/>
                  </a:lnTo>
                  <a:lnTo>
                    <a:pt x="1907747" y="1145126"/>
                  </a:lnTo>
                  <a:lnTo>
                    <a:pt x="1984991" y="1178029"/>
                  </a:lnTo>
                  <a:lnTo>
                    <a:pt x="2062234" y="1210106"/>
                  </a:lnTo>
                  <a:lnTo>
                    <a:pt x="2139478" y="1241379"/>
                  </a:lnTo>
                  <a:lnTo>
                    <a:pt x="2216721" y="1271867"/>
                  </a:lnTo>
                  <a:lnTo>
                    <a:pt x="2293965" y="1301590"/>
                  </a:lnTo>
                  <a:lnTo>
                    <a:pt x="2371209" y="1330567"/>
                  </a:lnTo>
                  <a:lnTo>
                    <a:pt x="2448452" y="1358817"/>
                  </a:lnTo>
                  <a:lnTo>
                    <a:pt x="2525696" y="1386358"/>
                  </a:lnTo>
                  <a:lnTo>
                    <a:pt x="2602939" y="1413209"/>
                  </a:lnTo>
                  <a:lnTo>
                    <a:pt x="2680183" y="1439385"/>
                  </a:lnTo>
                  <a:lnTo>
                    <a:pt x="2757426" y="1464905"/>
                  </a:lnTo>
                  <a:lnTo>
                    <a:pt x="2834670" y="1489784"/>
                  </a:lnTo>
                  <a:lnTo>
                    <a:pt x="2911914" y="1514039"/>
                  </a:lnTo>
                  <a:lnTo>
                    <a:pt x="2989157" y="1537686"/>
                  </a:lnTo>
                  <a:lnTo>
                    <a:pt x="3066401" y="1560739"/>
                  </a:lnTo>
                  <a:lnTo>
                    <a:pt x="3143644" y="1583214"/>
                  </a:lnTo>
                  <a:lnTo>
                    <a:pt x="3220888" y="1605124"/>
                  </a:lnTo>
                  <a:lnTo>
                    <a:pt x="3298131" y="1626485"/>
                  </a:lnTo>
                  <a:lnTo>
                    <a:pt x="3375375" y="1632154"/>
                  </a:lnTo>
                  <a:lnTo>
                    <a:pt x="3452619" y="1637414"/>
                  </a:lnTo>
                  <a:lnTo>
                    <a:pt x="3529862" y="1642640"/>
                  </a:lnTo>
                  <a:lnTo>
                    <a:pt x="3607106" y="1647834"/>
                  </a:lnTo>
                  <a:lnTo>
                    <a:pt x="3684349" y="1652994"/>
                  </a:lnTo>
                  <a:lnTo>
                    <a:pt x="3761593" y="1658121"/>
                  </a:lnTo>
                  <a:lnTo>
                    <a:pt x="3838836" y="1663215"/>
                  </a:lnTo>
                  <a:lnTo>
                    <a:pt x="3916080" y="1668277"/>
                  </a:lnTo>
                  <a:lnTo>
                    <a:pt x="3993324" y="1673306"/>
                  </a:lnTo>
                  <a:lnTo>
                    <a:pt x="4070567" y="1678304"/>
                  </a:lnTo>
                  <a:lnTo>
                    <a:pt x="4147811" y="1683269"/>
                  </a:lnTo>
                  <a:lnTo>
                    <a:pt x="4225054" y="1688203"/>
                  </a:lnTo>
                  <a:lnTo>
                    <a:pt x="4302298" y="1693106"/>
                  </a:lnTo>
                  <a:lnTo>
                    <a:pt x="4379541" y="1697977"/>
                  </a:lnTo>
                  <a:lnTo>
                    <a:pt x="4456785" y="1702817"/>
                  </a:lnTo>
                  <a:lnTo>
                    <a:pt x="4534029" y="1707626"/>
                  </a:lnTo>
                  <a:lnTo>
                    <a:pt x="4611272" y="1712404"/>
                  </a:lnTo>
                  <a:lnTo>
                    <a:pt x="4688516" y="1717152"/>
                  </a:lnTo>
                  <a:lnTo>
                    <a:pt x="4765759" y="1721870"/>
                  </a:lnTo>
                  <a:lnTo>
                    <a:pt x="4843003" y="1726558"/>
                  </a:lnTo>
                  <a:lnTo>
                    <a:pt x="4920246" y="1731215"/>
                  </a:lnTo>
                  <a:lnTo>
                    <a:pt x="4997490" y="1735843"/>
                  </a:lnTo>
                  <a:lnTo>
                    <a:pt x="5074734" y="1740442"/>
                  </a:lnTo>
                  <a:lnTo>
                    <a:pt x="5151977" y="1745011"/>
                  </a:lnTo>
                  <a:lnTo>
                    <a:pt x="5229221" y="1749550"/>
                  </a:lnTo>
                  <a:lnTo>
                    <a:pt x="5306464" y="1754061"/>
                  </a:lnTo>
                  <a:lnTo>
                    <a:pt x="5383708" y="1758544"/>
                  </a:lnTo>
                  <a:lnTo>
                    <a:pt x="5460951" y="1762997"/>
                  </a:lnTo>
                  <a:lnTo>
                    <a:pt x="5538195" y="1767422"/>
                  </a:lnTo>
                  <a:lnTo>
                    <a:pt x="5615439" y="1771819"/>
                  </a:lnTo>
                  <a:lnTo>
                    <a:pt x="5692682" y="1776188"/>
                  </a:lnTo>
                  <a:lnTo>
                    <a:pt x="5769926" y="1780529"/>
                  </a:lnTo>
                  <a:lnTo>
                    <a:pt x="5847169" y="1784842"/>
                  </a:lnTo>
                  <a:lnTo>
                    <a:pt x="5924413" y="1789128"/>
                  </a:lnTo>
                  <a:lnTo>
                    <a:pt x="6001656" y="1793386"/>
                  </a:lnTo>
                  <a:lnTo>
                    <a:pt x="6078900" y="1797617"/>
                  </a:lnTo>
                  <a:lnTo>
                    <a:pt x="6156144" y="1801822"/>
                  </a:lnTo>
                  <a:lnTo>
                    <a:pt x="6233387" y="1805999"/>
                  </a:lnTo>
                  <a:lnTo>
                    <a:pt x="6310631" y="1810150"/>
                  </a:lnTo>
                  <a:lnTo>
                    <a:pt x="6387874" y="1814274"/>
                  </a:lnTo>
                  <a:lnTo>
                    <a:pt x="6465118" y="1818372"/>
                  </a:lnTo>
                  <a:lnTo>
                    <a:pt x="6542361" y="1822443"/>
                  </a:lnTo>
                  <a:lnTo>
                    <a:pt x="6619605" y="1826489"/>
                  </a:lnTo>
                  <a:lnTo>
                    <a:pt x="6696849" y="1830509"/>
                  </a:lnTo>
                  <a:lnTo>
                    <a:pt x="6774092" y="1834504"/>
                  </a:lnTo>
                  <a:lnTo>
                    <a:pt x="6851336" y="1838472"/>
                  </a:lnTo>
                  <a:lnTo>
                    <a:pt x="6928579" y="1842416"/>
                  </a:lnTo>
                  <a:lnTo>
                    <a:pt x="7005823" y="1846334"/>
                  </a:lnTo>
                  <a:lnTo>
                    <a:pt x="7083066" y="1850227"/>
                  </a:lnTo>
                  <a:lnTo>
                    <a:pt x="7160310" y="1854096"/>
                  </a:lnTo>
                  <a:lnTo>
                    <a:pt x="7237554" y="1857940"/>
                  </a:lnTo>
                  <a:lnTo>
                    <a:pt x="7314797" y="1861759"/>
                  </a:lnTo>
                  <a:lnTo>
                    <a:pt x="7392041" y="18655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466876"/>
              <a:ext cx="7392041" cy="874527"/>
            </a:xfrm>
            <a:custGeom>
              <a:avLst/>
              <a:pathLst>
                <a:path w="7392041" h="874527">
                  <a:moveTo>
                    <a:pt x="7392041" y="874527"/>
                  </a:moveTo>
                  <a:lnTo>
                    <a:pt x="7314797" y="868971"/>
                  </a:lnTo>
                  <a:lnTo>
                    <a:pt x="7237554" y="863273"/>
                  </a:lnTo>
                  <a:lnTo>
                    <a:pt x="7160310" y="857428"/>
                  </a:lnTo>
                  <a:lnTo>
                    <a:pt x="7083066" y="851433"/>
                  </a:lnTo>
                  <a:lnTo>
                    <a:pt x="7005823" y="845283"/>
                  </a:lnTo>
                  <a:lnTo>
                    <a:pt x="6928579" y="838975"/>
                  </a:lnTo>
                  <a:lnTo>
                    <a:pt x="6851336" y="832505"/>
                  </a:lnTo>
                  <a:lnTo>
                    <a:pt x="6774092" y="825868"/>
                  </a:lnTo>
                  <a:lnTo>
                    <a:pt x="6696849" y="819060"/>
                  </a:lnTo>
                  <a:lnTo>
                    <a:pt x="6619605" y="812078"/>
                  </a:lnTo>
                  <a:lnTo>
                    <a:pt x="6542361" y="804915"/>
                  </a:lnTo>
                  <a:lnTo>
                    <a:pt x="6465118" y="797568"/>
                  </a:lnTo>
                  <a:lnTo>
                    <a:pt x="6387874" y="790032"/>
                  </a:lnTo>
                  <a:lnTo>
                    <a:pt x="6310631" y="782302"/>
                  </a:lnTo>
                  <a:lnTo>
                    <a:pt x="6233387" y="774373"/>
                  </a:lnTo>
                  <a:lnTo>
                    <a:pt x="6156144" y="766240"/>
                  </a:lnTo>
                  <a:lnTo>
                    <a:pt x="6078900" y="757898"/>
                  </a:lnTo>
                  <a:lnTo>
                    <a:pt x="6001656" y="749341"/>
                  </a:lnTo>
                  <a:lnTo>
                    <a:pt x="5924413" y="740564"/>
                  </a:lnTo>
                  <a:lnTo>
                    <a:pt x="5847169" y="731561"/>
                  </a:lnTo>
                  <a:lnTo>
                    <a:pt x="5769926" y="722326"/>
                  </a:lnTo>
                  <a:lnTo>
                    <a:pt x="5692682" y="712853"/>
                  </a:lnTo>
                  <a:lnTo>
                    <a:pt x="5615439" y="703137"/>
                  </a:lnTo>
                  <a:lnTo>
                    <a:pt x="5538195" y="693171"/>
                  </a:lnTo>
                  <a:lnTo>
                    <a:pt x="5460951" y="682948"/>
                  </a:lnTo>
                  <a:lnTo>
                    <a:pt x="5383708" y="672462"/>
                  </a:lnTo>
                  <a:lnTo>
                    <a:pt x="5306464" y="661706"/>
                  </a:lnTo>
                  <a:lnTo>
                    <a:pt x="5229221" y="650673"/>
                  </a:lnTo>
                  <a:lnTo>
                    <a:pt x="5151977" y="639357"/>
                  </a:lnTo>
                  <a:lnTo>
                    <a:pt x="5074734" y="627749"/>
                  </a:lnTo>
                  <a:lnTo>
                    <a:pt x="4997490" y="615842"/>
                  </a:lnTo>
                  <a:lnTo>
                    <a:pt x="4920246" y="603629"/>
                  </a:lnTo>
                  <a:lnTo>
                    <a:pt x="4843003" y="591101"/>
                  </a:lnTo>
                  <a:lnTo>
                    <a:pt x="4765759" y="578251"/>
                  </a:lnTo>
                  <a:lnTo>
                    <a:pt x="4688516" y="565071"/>
                  </a:lnTo>
                  <a:lnTo>
                    <a:pt x="4611272" y="551551"/>
                  </a:lnTo>
                  <a:lnTo>
                    <a:pt x="4534029" y="537683"/>
                  </a:lnTo>
                  <a:lnTo>
                    <a:pt x="4456785" y="523458"/>
                  </a:lnTo>
                  <a:lnTo>
                    <a:pt x="4379541" y="508868"/>
                  </a:lnTo>
                  <a:lnTo>
                    <a:pt x="4302298" y="493901"/>
                  </a:lnTo>
                  <a:lnTo>
                    <a:pt x="4225054" y="478550"/>
                  </a:lnTo>
                  <a:lnTo>
                    <a:pt x="4147811" y="462803"/>
                  </a:lnTo>
                  <a:lnTo>
                    <a:pt x="4070567" y="446651"/>
                  </a:lnTo>
                  <a:lnTo>
                    <a:pt x="3993324" y="430083"/>
                  </a:lnTo>
                  <a:lnTo>
                    <a:pt x="3916080" y="413089"/>
                  </a:lnTo>
                  <a:lnTo>
                    <a:pt x="3838836" y="395658"/>
                  </a:lnTo>
                  <a:lnTo>
                    <a:pt x="3761593" y="377778"/>
                  </a:lnTo>
                  <a:lnTo>
                    <a:pt x="3684349" y="359438"/>
                  </a:lnTo>
                  <a:lnTo>
                    <a:pt x="3607106" y="340625"/>
                  </a:lnTo>
                  <a:lnTo>
                    <a:pt x="3529862" y="321329"/>
                  </a:lnTo>
                  <a:lnTo>
                    <a:pt x="3452619" y="301536"/>
                  </a:lnTo>
                  <a:lnTo>
                    <a:pt x="3375375" y="281233"/>
                  </a:lnTo>
                  <a:lnTo>
                    <a:pt x="3298131" y="260783"/>
                  </a:lnTo>
                  <a:lnTo>
                    <a:pt x="3220888" y="255455"/>
                  </a:lnTo>
                  <a:lnTo>
                    <a:pt x="3143644" y="250093"/>
                  </a:lnTo>
                  <a:lnTo>
                    <a:pt x="3066401" y="244697"/>
                  </a:lnTo>
                  <a:lnTo>
                    <a:pt x="2989157" y="239265"/>
                  </a:lnTo>
                  <a:lnTo>
                    <a:pt x="2911914" y="233799"/>
                  </a:lnTo>
                  <a:lnTo>
                    <a:pt x="2834670" y="228298"/>
                  </a:lnTo>
                  <a:lnTo>
                    <a:pt x="2757426" y="222762"/>
                  </a:lnTo>
                  <a:lnTo>
                    <a:pt x="2680183" y="217190"/>
                  </a:lnTo>
                  <a:lnTo>
                    <a:pt x="2602939" y="211582"/>
                  </a:lnTo>
                  <a:lnTo>
                    <a:pt x="2525696" y="205938"/>
                  </a:lnTo>
                  <a:lnTo>
                    <a:pt x="2448452" y="200258"/>
                  </a:lnTo>
                  <a:lnTo>
                    <a:pt x="2371209" y="194542"/>
                  </a:lnTo>
                  <a:lnTo>
                    <a:pt x="2293965" y="188788"/>
                  </a:lnTo>
                  <a:lnTo>
                    <a:pt x="2216721" y="182998"/>
                  </a:lnTo>
                  <a:lnTo>
                    <a:pt x="2139478" y="177171"/>
                  </a:lnTo>
                  <a:lnTo>
                    <a:pt x="2062234" y="171306"/>
                  </a:lnTo>
                  <a:lnTo>
                    <a:pt x="1984991" y="165403"/>
                  </a:lnTo>
                  <a:lnTo>
                    <a:pt x="1907747" y="159463"/>
                  </a:lnTo>
                  <a:lnTo>
                    <a:pt x="1830504" y="153484"/>
                  </a:lnTo>
                  <a:lnTo>
                    <a:pt x="1753260" y="147467"/>
                  </a:lnTo>
                  <a:lnTo>
                    <a:pt x="1676016" y="141412"/>
                  </a:lnTo>
                  <a:lnTo>
                    <a:pt x="1598773" y="135317"/>
                  </a:lnTo>
                  <a:lnTo>
                    <a:pt x="1521529" y="129184"/>
                  </a:lnTo>
                  <a:lnTo>
                    <a:pt x="1444286" y="123011"/>
                  </a:lnTo>
                  <a:lnTo>
                    <a:pt x="1367042" y="116798"/>
                  </a:lnTo>
                  <a:lnTo>
                    <a:pt x="1289799" y="110546"/>
                  </a:lnTo>
                  <a:lnTo>
                    <a:pt x="1212555" y="104253"/>
                  </a:lnTo>
                  <a:lnTo>
                    <a:pt x="1135311" y="97920"/>
                  </a:lnTo>
                  <a:lnTo>
                    <a:pt x="1058068" y="91546"/>
                  </a:lnTo>
                  <a:lnTo>
                    <a:pt x="980824" y="85131"/>
                  </a:lnTo>
                  <a:lnTo>
                    <a:pt x="903581" y="78675"/>
                  </a:lnTo>
                  <a:lnTo>
                    <a:pt x="826337" y="72178"/>
                  </a:lnTo>
                  <a:lnTo>
                    <a:pt x="749094" y="65639"/>
                  </a:lnTo>
                  <a:lnTo>
                    <a:pt x="671850" y="59058"/>
                  </a:lnTo>
                  <a:lnTo>
                    <a:pt x="594606" y="52434"/>
                  </a:lnTo>
                  <a:lnTo>
                    <a:pt x="517363" y="45768"/>
                  </a:lnTo>
                  <a:lnTo>
                    <a:pt x="440119" y="39060"/>
                  </a:lnTo>
                  <a:lnTo>
                    <a:pt x="362876" y="32308"/>
                  </a:lnTo>
                  <a:lnTo>
                    <a:pt x="285632" y="25513"/>
                  </a:lnTo>
                  <a:lnTo>
                    <a:pt x="208389" y="18674"/>
                  </a:lnTo>
                  <a:lnTo>
                    <a:pt x="131145" y="11791"/>
                  </a:lnTo>
                  <a:lnTo>
                    <a:pt x="53901" y="486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3920669"/>
              <a:ext cx="7392041" cy="1279449"/>
            </a:xfrm>
            <a:custGeom>
              <a:avLst/>
              <a:pathLst>
                <a:path w="7392041" h="1279449">
                  <a:moveTo>
                    <a:pt x="0" y="0"/>
                  </a:moveTo>
                  <a:lnTo>
                    <a:pt x="53901" y="18108"/>
                  </a:lnTo>
                  <a:lnTo>
                    <a:pt x="131145" y="43649"/>
                  </a:lnTo>
                  <a:lnTo>
                    <a:pt x="208389" y="68787"/>
                  </a:lnTo>
                  <a:lnTo>
                    <a:pt x="285632" y="93528"/>
                  </a:lnTo>
                  <a:lnTo>
                    <a:pt x="362876" y="117879"/>
                  </a:lnTo>
                  <a:lnTo>
                    <a:pt x="440119" y="141845"/>
                  </a:lnTo>
                  <a:lnTo>
                    <a:pt x="517363" y="165433"/>
                  </a:lnTo>
                  <a:lnTo>
                    <a:pt x="594606" y="188649"/>
                  </a:lnTo>
                  <a:lnTo>
                    <a:pt x="671850" y="211499"/>
                  </a:lnTo>
                  <a:lnTo>
                    <a:pt x="749094" y="233988"/>
                  </a:lnTo>
                  <a:lnTo>
                    <a:pt x="826337" y="256122"/>
                  </a:lnTo>
                  <a:lnTo>
                    <a:pt x="903581" y="277907"/>
                  </a:lnTo>
                  <a:lnTo>
                    <a:pt x="980824" y="299348"/>
                  </a:lnTo>
                  <a:lnTo>
                    <a:pt x="1058068" y="320450"/>
                  </a:lnTo>
                  <a:lnTo>
                    <a:pt x="1135311" y="341220"/>
                  </a:lnTo>
                  <a:lnTo>
                    <a:pt x="1212555" y="361662"/>
                  </a:lnTo>
                  <a:lnTo>
                    <a:pt x="1289799" y="381781"/>
                  </a:lnTo>
                  <a:lnTo>
                    <a:pt x="1367042" y="401583"/>
                  </a:lnTo>
                  <a:lnTo>
                    <a:pt x="1444286" y="421072"/>
                  </a:lnTo>
                  <a:lnTo>
                    <a:pt x="1521529" y="440254"/>
                  </a:lnTo>
                  <a:lnTo>
                    <a:pt x="1598773" y="459133"/>
                  </a:lnTo>
                  <a:lnTo>
                    <a:pt x="1676016" y="477714"/>
                  </a:lnTo>
                  <a:lnTo>
                    <a:pt x="1753260" y="496002"/>
                  </a:lnTo>
                  <a:lnTo>
                    <a:pt x="1830504" y="514001"/>
                  </a:lnTo>
                  <a:lnTo>
                    <a:pt x="1907747" y="531716"/>
                  </a:lnTo>
                  <a:lnTo>
                    <a:pt x="1984991" y="549152"/>
                  </a:lnTo>
                  <a:lnTo>
                    <a:pt x="2062234" y="566313"/>
                  </a:lnTo>
                  <a:lnTo>
                    <a:pt x="2139478" y="583202"/>
                  </a:lnTo>
                  <a:lnTo>
                    <a:pt x="2216721" y="599826"/>
                  </a:lnTo>
                  <a:lnTo>
                    <a:pt x="2293965" y="616186"/>
                  </a:lnTo>
                  <a:lnTo>
                    <a:pt x="2371209" y="632289"/>
                  </a:lnTo>
                  <a:lnTo>
                    <a:pt x="2448452" y="648138"/>
                  </a:lnTo>
                  <a:lnTo>
                    <a:pt x="2525696" y="663736"/>
                  </a:lnTo>
                  <a:lnTo>
                    <a:pt x="2602939" y="679088"/>
                  </a:lnTo>
                  <a:lnTo>
                    <a:pt x="2680183" y="694198"/>
                  </a:lnTo>
                  <a:lnTo>
                    <a:pt x="2757426" y="709070"/>
                  </a:lnTo>
                  <a:lnTo>
                    <a:pt x="2834670" y="723707"/>
                  </a:lnTo>
                  <a:lnTo>
                    <a:pt x="2911914" y="738113"/>
                  </a:lnTo>
                  <a:lnTo>
                    <a:pt x="2989157" y="752291"/>
                  </a:lnTo>
                  <a:lnTo>
                    <a:pt x="3066401" y="766246"/>
                  </a:lnTo>
                  <a:lnTo>
                    <a:pt x="3143644" y="779981"/>
                  </a:lnTo>
                  <a:lnTo>
                    <a:pt x="3220888" y="793499"/>
                  </a:lnTo>
                  <a:lnTo>
                    <a:pt x="3298131" y="806803"/>
                  </a:lnTo>
                  <a:lnTo>
                    <a:pt x="3375375" y="819898"/>
                  </a:lnTo>
                  <a:lnTo>
                    <a:pt x="3452619" y="832786"/>
                  </a:lnTo>
                  <a:lnTo>
                    <a:pt x="3529862" y="845470"/>
                  </a:lnTo>
                  <a:lnTo>
                    <a:pt x="3607106" y="857955"/>
                  </a:lnTo>
                  <a:lnTo>
                    <a:pt x="3684349" y="870242"/>
                  </a:lnTo>
                  <a:lnTo>
                    <a:pt x="3761593" y="882336"/>
                  </a:lnTo>
                  <a:lnTo>
                    <a:pt x="3838836" y="894238"/>
                  </a:lnTo>
                  <a:lnTo>
                    <a:pt x="3916080" y="905953"/>
                  </a:lnTo>
                  <a:lnTo>
                    <a:pt x="3993324" y="917483"/>
                  </a:lnTo>
                  <a:lnTo>
                    <a:pt x="4070567" y="928831"/>
                  </a:lnTo>
                  <a:lnTo>
                    <a:pt x="4147811" y="940000"/>
                  </a:lnTo>
                  <a:lnTo>
                    <a:pt x="4225054" y="950992"/>
                  </a:lnTo>
                  <a:lnTo>
                    <a:pt x="4302298" y="961812"/>
                  </a:lnTo>
                  <a:lnTo>
                    <a:pt x="4379541" y="972460"/>
                  </a:lnTo>
                  <a:lnTo>
                    <a:pt x="4456785" y="982940"/>
                  </a:lnTo>
                  <a:lnTo>
                    <a:pt x="4534029" y="993255"/>
                  </a:lnTo>
                  <a:lnTo>
                    <a:pt x="4611272" y="1003408"/>
                  </a:lnTo>
                  <a:lnTo>
                    <a:pt x="4688516" y="1013400"/>
                  </a:lnTo>
                  <a:lnTo>
                    <a:pt x="4765759" y="1023234"/>
                  </a:lnTo>
                  <a:lnTo>
                    <a:pt x="4843003" y="1032913"/>
                  </a:lnTo>
                  <a:lnTo>
                    <a:pt x="4920246" y="1042439"/>
                  </a:lnTo>
                  <a:lnTo>
                    <a:pt x="4997490" y="1051815"/>
                  </a:lnTo>
                  <a:lnTo>
                    <a:pt x="5074734" y="1061043"/>
                  </a:lnTo>
                  <a:lnTo>
                    <a:pt x="5151977" y="1070126"/>
                  </a:lnTo>
                  <a:lnTo>
                    <a:pt x="5229221" y="1079065"/>
                  </a:lnTo>
                  <a:lnTo>
                    <a:pt x="5306464" y="1087863"/>
                  </a:lnTo>
                  <a:lnTo>
                    <a:pt x="5383708" y="1096522"/>
                  </a:lnTo>
                  <a:lnTo>
                    <a:pt x="5460951" y="1105045"/>
                  </a:lnTo>
                  <a:lnTo>
                    <a:pt x="5538195" y="1113433"/>
                  </a:lnTo>
                  <a:lnTo>
                    <a:pt x="5615439" y="1121689"/>
                  </a:lnTo>
                  <a:lnTo>
                    <a:pt x="5692682" y="1129814"/>
                  </a:lnTo>
                  <a:lnTo>
                    <a:pt x="5769926" y="1137811"/>
                  </a:lnTo>
                  <a:lnTo>
                    <a:pt x="5847169" y="1145682"/>
                  </a:lnTo>
                  <a:lnTo>
                    <a:pt x="5924413" y="1153429"/>
                  </a:lnTo>
                  <a:lnTo>
                    <a:pt x="6001656" y="1161054"/>
                  </a:lnTo>
                  <a:lnTo>
                    <a:pt x="6078900" y="1168558"/>
                  </a:lnTo>
                  <a:lnTo>
                    <a:pt x="6156144" y="1175944"/>
                  </a:lnTo>
                  <a:lnTo>
                    <a:pt x="6233387" y="1183213"/>
                  </a:lnTo>
                  <a:lnTo>
                    <a:pt x="6310631" y="1190367"/>
                  </a:lnTo>
                  <a:lnTo>
                    <a:pt x="6387874" y="1197409"/>
                  </a:lnTo>
                  <a:lnTo>
                    <a:pt x="6465118" y="1204340"/>
                  </a:lnTo>
                  <a:lnTo>
                    <a:pt x="6542361" y="1211161"/>
                  </a:lnTo>
                  <a:lnTo>
                    <a:pt x="6619605" y="1217874"/>
                  </a:lnTo>
                  <a:lnTo>
                    <a:pt x="6696849" y="1224482"/>
                  </a:lnTo>
                  <a:lnTo>
                    <a:pt x="6774092" y="1230985"/>
                  </a:lnTo>
                  <a:lnTo>
                    <a:pt x="6851336" y="1237386"/>
                  </a:lnTo>
                  <a:lnTo>
                    <a:pt x="6928579" y="1243685"/>
                  </a:lnTo>
                  <a:lnTo>
                    <a:pt x="7005823" y="1249885"/>
                  </a:lnTo>
                  <a:lnTo>
                    <a:pt x="7083066" y="1255988"/>
                  </a:lnTo>
                  <a:lnTo>
                    <a:pt x="7160310" y="1261994"/>
                  </a:lnTo>
                  <a:lnTo>
                    <a:pt x="7237554" y="1267905"/>
                  </a:lnTo>
                  <a:lnTo>
                    <a:pt x="7314797" y="1273723"/>
                  </a:lnTo>
                  <a:lnTo>
                    <a:pt x="7392041" y="127944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1.20 (1.08-1.34), p_Bonf = 0.006 (n = 6)  |  per IQR decline (Δ = 0.30): 1.71 (1.24-2.37)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2026-07-01T09:36:51Z</dcterms:modified>
  <cp:category/>
</cp:coreProperties>
</file>