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973664"/>
              <a:ext cx="7392041" cy="2349231"/>
            </a:xfrm>
            <a:custGeom>
              <a:avLst/>
              <a:pathLst>
                <a:path w="7392041" h="2349231">
                  <a:moveTo>
                    <a:pt x="0" y="0"/>
                  </a:moveTo>
                  <a:lnTo>
                    <a:pt x="53901" y="45440"/>
                  </a:lnTo>
                  <a:lnTo>
                    <a:pt x="131145" y="108924"/>
                  </a:lnTo>
                  <a:lnTo>
                    <a:pt x="208389" y="170815"/>
                  </a:lnTo>
                  <a:lnTo>
                    <a:pt x="285632" y="231153"/>
                  </a:lnTo>
                  <a:lnTo>
                    <a:pt x="362876" y="289977"/>
                  </a:lnTo>
                  <a:lnTo>
                    <a:pt x="440119" y="347326"/>
                  </a:lnTo>
                  <a:lnTo>
                    <a:pt x="517363" y="403235"/>
                  </a:lnTo>
                  <a:lnTo>
                    <a:pt x="594606" y="457741"/>
                  </a:lnTo>
                  <a:lnTo>
                    <a:pt x="671850" y="510880"/>
                  </a:lnTo>
                  <a:lnTo>
                    <a:pt x="749094" y="562686"/>
                  </a:lnTo>
                  <a:lnTo>
                    <a:pt x="826337" y="613191"/>
                  </a:lnTo>
                  <a:lnTo>
                    <a:pt x="903581" y="662429"/>
                  </a:lnTo>
                  <a:lnTo>
                    <a:pt x="980824" y="710432"/>
                  </a:lnTo>
                  <a:lnTo>
                    <a:pt x="1058068" y="757231"/>
                  </a:lnTo>
                  <a:lnTo>
                    <a:pt x="1135311" y="802855"/>
                  </a:lnTo>
                  <a:lnTo>
                    <a:pt x="1212555" y="847334"/>
                  </a:lnTo>
                  <a:lnTo>
                    <a:pt x="1289799" y="890697"/>
                  </a:lnTo>
                  <a:lnTo>
                    <a:pt x="1367042" y="932973"/>
                  </a:lnTo>
                  <a:lnTo>
                    <a:pt x="1444286" y="974187"/>
                  </a:lnTo>
                  <a:lnTo>
                    <a:pt x="1521529" y="1014368"/>
                  </a:lnTo>
                  <a:lnTo>
                    <a:pt x="1598773" y="1053540"/>
                  </a:lnTo>
                  <a:lnTo>
                    <a:pt x="1676016" y="1091729"/>
                  </a:lnTo>
                  <a:lnTo>
                    <a:pt x="1753260" y="1128960"/>
                  </a:lnTo>
                  <a:lnTo>
                    <a:pt x="1830504" y="1165257"/>
                  </a:lnTo>
                  <a:lnTo>
                    <a:pt x="1907747" y="1200643"/>
                  </a:lnTo>
                  <a:lnTo>
                    <a:pt x="1984991" y="1235141"/>
                  </a:lnTo>
                  <a:lnTo>
                    <a:pt x="2062234" y="1268774"/>
                  </a:lnTo>
                  <a:lnTo>
                    <a:pt x="2139478" y="1301563"/>
                  </a:lnTo>
                  <a:lnTo>
                    <a:pt x="2216721" y="1333529"/>
                  </a:lnTo>
                  <a:lnTo>
                    <a:pt x="2293965" y="1364693"/>
                  </a:lnTo>
                  <a:lnTo>
                    <a:pt x="2371209" y="1395075"/>
                  </a:lnTo>
                  <a:lnTo>
                    <a:pt x="2448452" y="1424695"/>
                  </a:lnTo>
                  <a:lnTo>
                    <a:pt x="2525696" y="1453571"/>
                  </a:lnTo>
                  <a:lnTo>
                    <a:pt x="2602939" y="1481723"/>
                  </a:lnTo>
                  <a:lnTo>
                    <a:pt x="2680183" y="1509168"/>
                  </a:lnTo>
                  <a:lnTo>
                    <a:pt x="2757426" y="1535925"/>
                  </a:lnTo>
                  <a:lnTo>
                    <a:pt x="2834670" y="1562011"/>
                  </a:lnTo>
                  <a:lnTo>
                    <a:pt x="2911914" y="1587442"/>
                  </a:lnTo>
                  <a:lnTo>
                    <a:pt x="2989157" y="1612235"/>
                  </a:lnTo>
                  <a:lnTo>
                    <a:pt x="3066401" y="1636406"/>
                  </a:lnTo>
                  <a:lnTo>
                    <a:pt x="3143644" y="1659970"/>
                  </a:lnTo>
                  <a:lnTo>
                    <a:pt x="3220888" y="1682943"/>
                  </a:lnTo>
                  <a:lnTo>
                    <a:pt x="3298131" y="1705340"/>
                  </a:lnTo>
                  <a:lnTo>
                    <a:pt x="3375375" y="1711283"/>
                  </a:lnTo>
                  <a:lnTo>
                    <a:pt x="3452619" y="1716798"/>
                  </a:lnTo>
                  <a:lnTo>
                    <a:pt x="3529862" y="1722278"/>
                  </a:lnTo>
                  <a:lnTo>
                    <a:pt x="3607106" y="1727723"/>
                  </a:lnTo>
                  <a:lnTo>
                    <a:pt x="3684349" y="1733133"/>
                  </a:lnTo>
                  <a:lnTo>
                    <a:pt x="3761593" y="1738509"/>
                  </a:lnTo>
                  <a:lnTo>
                    <a:pt x="3838836" y="1743850"/>
                  </a:lnTo>
                  <a:lnTo>
                    <a:pt x="3916080" y="1749157"/>
                  </a:lnTo>
                  <a:lnTo>
                    <a:pt x="3993324" y="1754431"/>
                  </a:lnTo>
                  <a:lnTo>
                    <a:pt x="4070567" y="1759670"/>
                  </a:lnTo>
                  <a:lnTo>
                    <a:pt x="4147811" y="1764877"/>
                  </a:lnTo>
                  <a:lnTo>
                    <a:pt x="4225054" y="1770050"/>
                  </a:lnTo>
                  <a:lnTo>
                    <a:pt x="4302298" y="1775190"/>
                  </a:lnTo>
                  <a:lnTo>
                    <a:pt x="4379541" y="1780297"/>
                  </a:lnTo>
                  <a:lnTo>
                    <a:pt x="4456785" y="1785372"/>
                  </a:lnTo>
                  <a:lnTo>
                    <a:pt x="4534029" y="1790414"/>
                  </a:lnTo>
                  <a:lnTo>
                    <a:pt x="4611272" y="1795424"/>
                  </a:lnTo>
                  <a:lnTo>
                    <a:pt x="4688516" y="1800402"/>
                  </a:lnTo>
                  <a:lnTo>
                    <a:pt x="4765759" y="1805349"/>
                  </a:lnTo>
                  <a:lnTo>
                    <a:pt x="4843003" y="1810264"/>
                  </a:lnTo>
                  <a:lnTo>
                    <a:pt x="4920246" y="1815147"/>
                  </a:lnTo>
                  <a:lnTo>
                    <a:pt x="4997490" y="1819999"/>
                  </a:lnTo>
                  <a:lnTo>
                    <a:pt x="5074734" y="1824821"/>
                  </a:lnTo>
                  <a:lnTo>
                    <a:pt x="5151977" y="1829611"/>
                  </a:lnTo>
                  <a:lnTo>
                    <a:pt x="5229221" y="1834371"/>
                  </a:lnTo>
                  <a:lnTo>
                    <a:pt x="5306464" y="1839101"/>
                  </a:lnTo>
                  <a:lnTo>
                    <a:pt x="5383708" y="1843800"/>
                  </a:lnTo>
                  <a:lnTo>
                    <a:pt x="5460951" y="1848470"/>
                  </a:lnTo>
                  <a:lnTo>
                    <a:pt x="5538195" y="1853109"/>
                  </a:lnTo>
                  <a:lnTo>
                    <a:pt x="5615439" y="1857719"/>
                  </a:lnTo>
                  <a:lnTo>
                    <a:pt x="5692682" y="1862300"/>
                  </a:lnTo>
                  <a:lnTo>
                    <a:pt x="5769926" y="1866851"/>
                  </a:lnTo>
                  <a:lnTo>
                    <a:pt x="5847169" y="1871374"/>
                  </a:lnTo>
                  <a:lnTo>
                    <a:pt x="5924413" y="1875867"/>
                  </a:lnTo>
                  <a:lnTo>
                    <a:pt x="6001656" y="1880332"/>
                  </a:lnTo>
                  <a:lnTo>
                    <a:pt x="6078900" y="1884768"/>
                  </a:lnTo>
                  <a:lnTo>
                    <a:pt x="6156144" y="1889176"/>
                  </a:lnTo>
                  <a:lnTo>
                    <a:pt x="6233387" y="1893556"/>
                  </a:lnTo>
                  <a:lnTo>
                    <a:pt x="6310631" y="1897908"/>
                  </a:lnTo>
                  <a:lnTo>
                    <a:pt x="6387874" y="1902232"/>
                  </a:lnTo>
                  <a:lnTo>
                    <a:pt x="6465118" y="1906529"/>
                  </a:lnTo>
                  <a:lnTo>
                    <a:pt x="6542361" y="1910798"/>
                  </a:lnTo>
                  <a:lnTo>
                    <a:pt x="6619605" y="1915040"/>
                  </a:lnTo>
                  <a:lnTo>
                    <a:pt x="6696849" y="1919255"/>
                  </a:lnTo>
                  <a:lnTo>
                    <a:pt x="6774092" y="1923443"/>
                  </a:lnTo>
                  <a:lnTo>
                    <a:pt x="6851336" y="1927604"/>
                  </a:lnTo>
                  <a:lnTo>
                    <a:pt x="6928579" y="1931739"/>
                  </a:lnTo>
                  <a:lnTo>
                    <a:pt x="7005823" y="1935847"/>
                  </a:lnTo>
                  <a:lnTo>
                    <a:pt x="7083066" y="1939929"/>
                  </a:lnTo>
                  <a:lnTo>
                    <a:pt x="7160310" y="1943985"/>
                  </a:lnTo>
                  <a:lnTo>
                    <a:pt x="7237554" y="1948015"/>
                  </a:lnTo>
                  <a:lnTo>
                    <a:pt x="7314797" y="1952020"/>
                  </a:lnTo>
                  <a:lnTo>
                    <a:pt x="7392041" y="1955999"/>
                  </a:lnTo>
                  <a:lnTo>
                    <a:pt x="7392041" y="2349231"/>
                  </a:lnTo>
                  <a:lnTo>
                    <a:pt x="7314797" y="2343407"/>
                  </a:lnTo>
                  <a:lnTo>
                    <a:pt x="7237554" y="2337432"/>
                  </a:lnTo>
                  <a:lnTo>
                    <a:pt x="7160310" y="2331304"/>
                  </a:lnTo>
                  <a:lnTo>
                    <a:pt x="7083066" y="2325018"/>
                  </a:lnTo>
                  <a:lnTo>
                    <a:pt x="7005823" y="2318570"/>
                  </a:lnTo>
                  <a:lnTo>
                    <a:pt x="6928579" y="2311956"/>
                  </a:lnTo>
                  <a:lnTo>
                    <a:pt x="6851336" y="2305172"/>
                  </a:lnTo>
                  <a:lnTo>
                    <a:pt x="6774092" y="2298214"/>
                  </a:lnTo>
                  <a:lnTo>
                    <a:pt x="6696849" y="2291076"/>
                  </a:lnTo>
                  <a:lnTo>
                    <a:pt x="6619605" y="2283755"/>
                  </a:lnTo>
                  <a:lnTo>
                    <a:pt x="6542361" y="2276245"/>
                  </a:lnTo>
                  <a:lnTo>
                    <a:pt x="6465118" y="2268542"/>
                  </a:lnTo>
                  <a:lnTo>
                    <a:pt x="6387874" y="2260640"/>
                  </a:lnTo>
                  <a:lnTo>
                    <a:pt x="6310631" y="2252536"/>
                  </a:lnTo>
                  <a:lnTo>
                    <a:pt x="6233387" y="2244222"/>
                  </a:lnTo>
                  <a:lnTo>
                    <a:pt x="6156144" y="2235695"/>
                  </a:lnTo>
                  <a:lnTo>
                    <a:pt x="6078900" y="2226948"/>
                  </a:lnTo>
                  <a:lnTo>
                    <a:pt x="6001656" y="2217977"/>
                  </a:lnTo>
                  <a:lnTo>
                    <a:pt x="5924413" y="2208774"/>
                  </a:lnTo>
                  <a:lnTo>
                    <a:pt x="5847169" y="2199334"/>
                  </a:lnTo>
                  <a:lnTo>
                    <a:pt x="5769926" y="2189652"/>
                  </a:lnTo>
                  <a:lnTo>
                    <a:pt x="5692682" y="2179720"/>
                  </a:lnTo>
                  <a:lnTo>
                    <a:pt x="5615439" y="2169532"/>
                  </a:lnTo>
                  <a:lnTo>
                    <a:pt x="5538195" y="2159083"/>
                  </a:lnTo>
                  <a:lnTo>
                    <a:pt x="5460951" y="2148364"/>
                  </a:lnTo>
                  <a:lnTo>
                    <a:pt x="5383708" y="2137370"/>
                  </a:lnTo>
                  <a:lnTo>
                    <a:pt x="5306464" y="2126093"/>
                  </a:lnTo>
                  <a:lnTo>
                    <a:pt x="5229221" y="2114525"/>
                  </a:lnTo>
                  <a:lnTo>
                    <a:pt x="5151977" y="2102660"/>
                  </a:lnTo>
                  <a:lnTo>
                    <a:pt x="5074734" y="2090489"/>
                  </a:lnTo>
                  <a:lnTo>
                    <a:pt x="4997490" y="2078005"/>
                  </a:lnTo>
                  <a:lnTo>
                    <a:pt x="4920246" y="2065200"/>
                  </a:lnTo>
                  <a:lnTo>
                    <a:pt x="4843003" y="2052065"/>
                  </a:lnTo>
                  <a:lnTo>
                    <a:pt x="4765759" y="2038592"/>
                  </a:lnTo>
                  <a:lnTo>
                    <a:pt x="4688516" y="2024773"/>
                  </a:lnTo>
                  <a:lnTo>
                    <a:pt x="4611272" y="2010597"/>
                  </a:lnTo>
                  <a:lnTo>
                    <a:pt x="4534029" y="1996057"/>
                  </a:lnTo>
                  <a:lnTo>
                    <a:pt x="4456785" y="1981143"/>
                  </a:lnTo>
                  <a:lnTo>
                    <a:pt x="4379541" y="1965845"/>
                  </a:lnTo>
                  <a:lnTo>
                    <a:pt x="4302298" y="1950153"/>
                  </a:lnTo>
                  <a:lnTo>
                    <a:pt x="4225054" y="1934057"/>
                  </a:lnTo>
                  <a:lnTo>
                    <a:pt x="4147811" y="1917547"/>
                  </a:lnTo>
                  <a:lnTo>
                    <a:pt x="4070567" y="1900612"/>
                  </a:lnTo>
                  <a:lnTo>
                    <a:pt x="3993324" y="1883241"/>
                  </a:lnTo>
                  <a:lnTo>
                    <a:pt x="3916080" y="1865423"/>
                  </a:lnTo>
                  <a:lnTo>
                    <a:pt x="3838836" y="1847146"/>
                  </a:lnTo>
                  <a:lnTo>
                    <a:pt x="3761593" y="1828399"/>
                  </a:lnTo>
                  <a:lnTo>
                    <a:pt x="3684349" y="1809170"/>
                  </a:lnTo>
                  <a:lnTo>
                    <a:pt x="3607106" y="1789446"/>
                  </a:lnTo>
                  <a:lnTo>
                    <a:pt x="3529862" y="1769214"/>
                  </a:lnTo>
                  <a:lnTo>
                    <a:pt x="3452619" y="1748461"/>
                  </a:lnTo>
                  <a:lnTo>
                    <a:pt x="3375375" y="1727174"/>
                  </a:lnTo>
                  <a:lnTo>
                    <a:pt x="3298131" y="1705732"/>
                  </a:lnTo>
                  <a:lnTo>
                    <a:pt x="3220888" y="1700146"/>
                  </a:lnTo>
                  <a:lnTo>
                    <a:pt x="3143644" y="1694524"/>
                  </a:lnTo>
                  <a:lnTo>
                    <a:pt x="3066401" y="1688866"/>
                  </a:lnTo>
                  <a:lnTo>
                    <a:pt x="2989157" y="1683172"/>
                  </a:lnTo>
                  <a:lnTo>
                    <a:pt x="2911914" y="1677441"/>
                  </a:lnTo>
                  <a:lnTo>
                    <a:pt x="2834670" y="1671673"/>
                  </a:lnTo>
                  <a:lnTo>
                    <a:pt x="2757426" y="1665868"/>
                  </a:lnTo>
                  <a:lnTo>
                    <a:pt x="2680183" y="1660026"/>
                  </a:lnTo>
                  <a:lnTo>
                    <a:pt x="2602939" y="1654146"/>
                  </a:lnTo>
                  <a:lnTo>
                    <a:pt x="2525696" y="1648229"/>
                  </a:lnTo>
                  <a:lnTo>
                    <a:pt x="2448452" y="1642273"/>
                  </a:lnTo>
                  <a:lnTo>
                    <a:pt x="2371209" y="1636280"/>
                  </a:lnTo>
                  <a:lnTo>
                    <a:pt x="2293965" y="1630247"/>
                  </a:lnTo>
                  <a:lnTo>
                    <a:pt x="2216721" y="1624176"/>
                  </a:lnTo>
                  <a:lnTo>
                    <a:pt x="2139478" y="1618066"/>
                  </a:lnTo>
                  <a:lnTo>
                    <a:pt x="2062234" y="1611917"/>
                  </a:lnTo>
                  <a:lnTo>
                    <a:pt x="1984991" y="1605729"/>
                  </a:lnTo>
                  <a:lnTo>
                    <a:pt x="1907747" y="1599500"/>
                  </a:lnTo>
                  <a:lnTo>
                    <a:pt x="1830504" y="1593232"/>
                  </a:lnTo>
                  <a:lnTo>
                    <a:pt x="1753260" y="1586923"/>
                  </a:lnTo>
                  <a:lnTo>
                    <a:pt x="1676016" y="1580574"/>
                  </a:lnTo>
                  <a:lnTo>
                    <a:pt x="1598773" y="1574184"/>
                  </a:lnTo>
                  <a:lnTo>
                    <a:pt x="1521529" y="1567753"/>
                  </a:lnTo>
                  <a:lnTo>
                    <a:pt x="1444286" y="1561281"/>
                  </a:lnTo>
                  <a:lnTo>
                    <a:pt x="1367042" y="1554767"/>
                  </a:lnTo>
                  <a:lnTo>
                    <a:pt x="1289799" y="1548211"/>
                  </a:lnTo>
                  <a:lnTo>
                    <a:pt x="1212555" y="1541614"/>
                  </a:lnTo>
                  <a:lnTo>
                    <a:pt x="1135311" y="1534973"/>
                  </a:lnTo>
                  <a:lnTo>
                    <a:pt x="1058068" y="1528291"/>
                  </a:lnTo>
                  <a:lnTo>
                    <a:pt x="980824" y="1521565"/>
                  </a:lnTo>
                  <a:lnTo>
                    <a:pt x="903581" y="1514796"/>
                  </a:lnTo>
                  <a:lnTo>
                    <a:pt x="826337" y="1507984"/>
                  </a:lnTo>
                  <a:lnTo>
                    <a:pt x="749094" y="1501127"/>
                  </a:lnTo>
                  <a:lnTo>
                    <a:pt x="671850" y="1494227"/>
                  </a:lnTo>
                  <a:lnTo>
                    <a:pt x="594606" y="1487283"/>
                  </a:lnTo>
                  <a:lnTo>
                    <a:pt x="517363" y="1480294"/>
                  </a:lnTo>
                  <a:lnTo>
                    <a:pt x="440119" y="1473260"/>
                  </a:lnTo>
                  <a:lnTo>
                    <a:pt x="362876" y="1466181"/>
                  </a:lnTo>
                  <a:lnTo>
                    <a:pt x="285632" y="1459056"/>
                  </a:lnTo>
                  <a:lnTo>
                    <a:pt x="208389" y="1451886"/>
                  </a:lnTo>
                  <a:lnTo>
                    <a:pt x="131145" y="1444669"/>
                  </a:lnTo>
                  <a:lnTo>
                    <a:pt x="53901" y="1437406"/>
                  </a:lnTo>
                  <a:lnTo>
                    <a:pt x="0" y="14323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973664"/>
              <a:ext cx="7392041" cy="1955999"/>
            </a:xfrm>
            <a:custGeom>
              <a:avLst/>
              <a:pathLst>
                <a:path w="7392041" h="1955999">
                  <a:moveTo>
                    <a:pt x="0" y="0"/>
                  </a:moveTo>
                  <a:lnTo>
                    <a:pt x="53901" y="45440"/>
                  </a:lnTo>
                  <a:lnTo>
                    <a:pt x="131145" y="108924"/>
                  </a:lnTo>
                  <a:lnTo>
                    <a:pt x="208389" y="170815"/>
                  </a:lnTo>
                  <a:lnTo>
                    <a:pt x="285632" y="231153"/>
                  </a:lnTo>
                  <a:lnTo>
                    <a:pt x="362876" y="289977"/>
                  </a:lnTo>
                  <a:lnTo>
                    <a:pt x="440119" y="347326"/>
                  </a:lnTo>
                  <a:lnTo>
                    <a:pt x="517363" y="403235"/>
                  </a:lnTo>
                  <a:lnTo>
                    <a:pt x="594606" y="457741"/>
                  </a:lnTo>
                  <a:lnTo>
                    <a:pt x="671850" y="510880"/>
                  </a:lnTo>
                  <a:lnTo>
                    <a:pt x="749094" y="562686"/>
                  </a:lnTo>
                  <a:lnTo>
                    <a:pt x="826337" y="613191"/>
                  </a:lnTo>
                  <a:lnTo>
                    <a:pt x="903581" y="662429"/>
                  </a:lnTo>
                  <a:lnTo>
                    <a:pt x="980824" y="710432"/>
                  </a:lnTo>
                  <a:lnTo>
                    <a:pt x="1058068" y="757231"/>
                  </a:lnTo>
                  <a:lnTo>
                    <a:pt x="1135311" y="802855"/>
                  </a:lnTo>
                  <a:lnTo>
                    <a:pt x="1212555" y="847334"/>
                  </a:lnTo>
                  <a:lnTo>
                    <a:pt x="1289799" y="890697"/>
                  </a:lnTo>
                  <a:lnTo>
                    <a:pt x="1367042" y="932973"/>
                  </a:lnTo>
                  <a:lnTo>
                    <a:pt x="1444286" y="974187"/>
                  </a:lnTo>
                  <a:lnTo>
                    <a:pt x="1521529" y="1014368"/>
                  </a:lnTo>
                  <a:lnTo>
                    <a:pt x="1598773" y="1053540"/>
                  </a:lnTo>
                  <a:lnTo>
                    <a:pt x="1676016" y="1091729"/>
                  </a:lnTo>
                  <a:lnTo>
                    <a:pt x="1753260" y="1128960"/>
                  </a:lnTo>
                  <a:lnTo>
                    <a:pt x="1830504" y="1165257"/>
                  </a:lnTo>
                  <a:lnTo>
                    <a:pt x="1907747" y="1200643"/>
                  </a:lnTo>
                  <a:lnTo>
                    <a:pt x="1984991" y="1235141"/>
                  </a:lnTo>
                  <a:lnTo>
                    <a:pt x="2062234" y="1268774"/>
                  </a:lnTo>
                  <a:lnTo>
                    <a:pt x="2139478" y="1301563"/>
                  </a:lnTo>
                  <a:lnTo>
                    <a:pt x="2216721" y="1333529"/>
                  </a:lnTo>
                  <a:lnTo>
                    <a:pt x="2293965" y="1364693"/>
                  </a:lnTo>
                  <a:lnTo>
                    <a:pt x="2371209" y="1395075"/>
                  </a:lnTo>
                  <a:lnTo>
                    <a:pt x="2448452" y="1424695"/>
                  </a:lnTo>
                  <a:lnTo>
                    <a:pt x="2525696" y="1453571"/>
                  </a:lnTo>
                  <a:lnTo>
                    <a:pt x="2602939" y="1481723"/>
                  </a:lnTo>
                  <a:lnTo>
                    <a:pt x="2680183" y="1509168"/>
                  </a:lnTo>
                  <a:lnTo>
                    <a:pt x="2757426" y="1535925"/>
                  </a:lnTo>
                  <a:lnTo>
                    <a:pt x="2834670" y="1562011"/>
                  </a:lnTo>
                  <a:lnTo>
                    <a:pt x="2911914" y="1587442"/>
                  </a:lnTo>
                  <a:lnTo>
                    <a:pt x="2989157" y="1612235"/>
                  </a:lnTo>
                  <a:lnTo>
                    <a:pt x="3066401" y="1636406"/>
                  </a:lnTo>
                  <a:lnTo>
                    <a:pt x="3143644" y="1659970"/>
                  </a:lnTo>
                  <a:lnTo>
                    <a:pt x="3220888" y="1682943"/>
                  </a:lnTo>
                  <a:lnTo>
                    <a:pt x="3298131" y="1705340"/>
                  </a:lnTo>
                  <a:lnTo>
                    <a:pt x="3375375" y="1711283"/>
                  </a:lnTo>
                  <a:lnTo>
                    <a:pt x="3452619" y="1716798"/>
                  </a:lnTo>
                  <a:lnTo>
                    <a:pt x="3529862" y="1722278"/>
                  </a:lnTo>
                  <a:lnTo>
                    <a:pt x="3607106" y="1727723"/>
                  </a:lnTo>
                  <a:lnTo>
                    <a:pt x="3684349" y="1733133"/>
                  </a:lnTo>
                  <a:lnTo>
                    <a:pt x="3761593" y="1738509"/>
                  </a:lnTo>
                  <a:lnTo>
                    <a:pt x="3838836" y="1743850"/>
                  </a:lnTo>
                  <a:lnTo>
                    <a:pt x="3916080" y="1749157"/>
                  </a:lnTo>
                  <a:lnTo>
                    <a:pt x="3993324" y="1754431"/>
                  </a:lnTo>
                  <a:lnTo>
                    <a:pt x="4070567" y="1759670"/>
                  </a:lnTo>
                  <a:lnTo>
                    <a:pt x="4147811" y="1764877"/>
                  </a:lnTo>
                  <a:lnTo>
                    <a:pt x="4225054" y="1770050"/>
                  </a:lnTo>
                  <a:lnTo>
                    <a:pt x="4302298" y="1775190"/>
                  </a:lnTo>
                  <a:lnTo>
                    <a:pt x="4379541" y="1780297"/>
                  </a:lnTo>
                  <a:lnTo>
                    <a:pt x="4456785" y="1785372"/>
                  </a:lnTo>
                  <a:lnTo>
                    <a:pt x="4534029" y="1790414"/>
                  </a:lnTo>
                  <a:lnTo>
                    <a:pt x="4611272" y="1795424"/>
                  </a:lnTo>
                  <a:lnTo>
                    <a:pt x="4688516" y="1800402"/>
                  </a:lnTo>
                  <a:lnTo>
                    <a:pt x="4765759" y="1805349"/>
                  </a:lnTo>
                  <a:lnTo>
                    <a:pt x="4843003" y="1810264"/>
                  </a:lnTo>
                  <a:lnTo>
                    <a:pt x="4920246" y="1815147"/>
                  </a:lnTo>
                  <a:lnTo>
                    <a:pt x="4997490" y="1819999"/>
                  </a:lnTo>
                  <a:lnTo>
                    <a:pt x="5074734" y="1824821"/>
                  </a:lnTo>
                  <a:lnTo>
                    <a:pt x="5151977" y="1829611"/>
                  </a:lnTo>
                  <a:lnTo>
                    <a:pt x="5229221" y="1834371"/>
                  </a:lnTo>
                  <a:lnTo>
                    <a:pt x="5306464" y="1839101"/>
                  </a:lnTo>
                  <a:lnTo>
                    <a:pt x="5383708" y="1843800"/>
                  </a:lnTo>
                  <a:lnTo>
                    <a:pt x="5460951" y="1848470"/>
                  </a:lnTo>
                  <a:lnTo>
                    <a:pt x="5538195" y="1853109"/>
                  </a:lnTo>
                  <a:lnTo>
                    <a:pt x="5615439" y="1857719"/>
                  </a:lnTo>
                  <a:lnTo>
                    <a:pt x="5692682" y="1862300"/>
                  </a:lnTo>
                  <a:lnTo>
                    <a:pt x="5769926" y="1866851"/>
                  </a:lnTo>
                  <a:lnTo>
                    <a:pt x="5847169" y="1871374"/>
                  </a:lnTo>
                  <a:lnTo>
                    <a:pt x="5924413" y="1875867"/>
                  </a:lnTo>
                  <a:lnTo>
                    <a:pt x="6001656" y="1880332"/>
                  </a:lnTo>
                  <a:lnTo>
                    <a:pt x="6078900" y="1884768"/>
                  </a:lnTo>
                  <a:lnTo>
                    <a:pt x="6156144" y="1889176"/>
                  </a:lnTo>
                  <a:lnTo>
                    <a:pt x="6233387" y="1893556"/>
                  </a:lnTo>
                  <a:lnTo>
                    <a:pt x="6310631" y="1897908"/>
                  </a:lnTo>
                  <a:lnTo>
                    <a:pt x="6387874" y="1902232"/>
                  </a:lnTo>
                  <a:lnTo>
                    <a:pt x="6465118" y="1906529"/>
                  </a:lnTo>
                  <a:lnTo>
                    <a:pt x="6542361" y="1910798"/>
                  </a:lnTo>
                  <a:lnTo>
                    <a:pt x="6619605" y="1915040"/>
                  </a:lnTo>
                  <a:lnTo>
                    <a:pt x="6696849" y="1919255"/>
                  </a:lnTo>
                  <a:lnTo>
                    <a:pt x="6774092" y="1923443"/>
                  </a:lnTo>
                  <a:lnTo>
                    <a:pt x="6851336" y="1927604"/>
                  </a:lnTo>
                  <a:lnTo>
                    <a:pt x="6928579" y="1931739"/>
                  </a:lnTo>
                  <a:lnTo>
                    <a:pt x="7005823" y="1935847"/>
                  </a:lnTo>
                  <a:lnTo>
                    <a:pt x="7083066" y="1939929"/>
                  </a:lnTo>
                  <a:lnTo>
                    <a:pt x="7160310" y="1943985"/>
                  </a:lnTo>
                  <a:lnTo>
                    <a:pt x="7237554" y="1948015"/>
                  </a:lnTo>
                  <a:lnTo>
                    <a:pt x="7314797" y="1952020"/>
                  </a:lnTo>
                  <a:lnTo>
                    <a:pt x="7392041" y="1955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05971"/>
              <a:ext cx="7392041" cy="916925"/>
            </a:xfrm>
            <a:custGeom>
              <a:avLst/>
              <a:pathLst>
                <a:path w="7392041" h="916925">
                  <a:moveTo>
                    <a:pt x="7392041" y="916925"/>
                  </a:moveTo>
                  <a:lnTo>
                    <a:pt x="7314797" y="911100"/>
                  </a:lnTo>
                  <a:lnTo>
                    <a:pt x="7237554" y="905126"/>
                  </a:lnTo>
                  <a:lnTo>
                    <a:pt x="7160310" y="898997"/>
                  </a:lnTo>
                  <a:lnTo>
                    <a:pt x="7083066" y="892711"/>
                  </a:lnTo>
                  <a:lnTo>
                    <a:pt x="7005823" y="886264"/>
                  </a:lnTo>
                  <a:lnTo>
                    <a:pt x="6928579" y="879650"/>
                  </a:lnTo>
                  <a:lnTo>
                    <a:pt x="6851336" y="872866"/>
                  </a:lnTo>
                  <a:lnTo>
                    <a:pt x="6774092" y="865907"/>
                  </a:lnTo>
                  <a:lnTo>
                    <a:pt x="6696849" y="858770"/>
                  </a:lnTo>
                  <a:lnTo>
                    <a:pt x="6619605" y="851448"/>
                  </a:lnTo>
                  <a:lnTo>
                    <a:pt x="6542361" y="843939"/>
                  </a:lnTo>
                  <a:lnTo>
                    <a:pt x="6465118" y="836235"/>
                  </a:lnTo>
                  <a:lnTo>
                    <a:pt x="6387874" y="828334"/>
                  </a:lnTo>
                  <a:lnTo>
                    <a:pt x="6310631" y="820229"/>
                  </a:lnTo>
                  <a:lnTo>
                    <a:pt x="6233387" y="811916"/>
                  </a:lnTo>
                  <a:lnTo>
                    <a:pt x="6156144" y="803389"/>
                  </a:lnTo>
                  <a:lnTo>
                    <a:pt x="6078900" y="794642"/>
                  </a:lnTo>
                  <a:lnTo>
                    <a:pt x="6001656" y="785670"/>
                  </a:lnTo>
                  <a:lnTo>
                    <a:pt x="5924413" y="776467"/>
                  </a:lnTo>
                  <a:lnTo>
                    <a:pt x="5847169" y="767028"/>
                  </a:lnTo>
                  <a:lnTo>
                    <a:pt x="5769926" y="757345"/>
                  </a:lnTo>
                  <a:lnTo>
                    <a:pt x="5692682" y="747414"/>
                  </a:lnTo>
                  <a:lnTo>
                    <a:pt x="5615439" y="737226"/>
                  </a:lnTo>
                  <a:lnTo>
                    <a:pt x="5538195" y="726777"/>
                  </a:lnTo>
                  <a:lnTo>
                    <a:pt x="5460951" y="716058"/>
                  </a:lnTo>
                  <a:lnTo>
                    <a:pt x="5383708" y="705064"/>
                  </a:lnTo>
                  <a:lnTo>
                    <a:pt x="5306464" y="693786"/>
                  </a:lnTo>
                  <a:lnTo>
                    <a:pt x="5229221" y="682219"/>
                  </a:lnTo>
                  <a:lnTo>
                    <a:pt x="5151977" y="670353"/>
                  </a:lnTo>
                  <a:lnTo>
                    <a:pt x="5074734" y="658183"/>
                  </a:lnTo>
                  <a:lnTo>
                    <a:pt x="4997490" y="645699"/>
                  </a:lnTo>
                  <a:lnTo>
                    <a:pt x="4920246" y="632894"/>
                  </a:lnTo>
                  <a:lnTo>
                    <a:pt x="4843003" y="619759"/>
                  </a:lnTo>
                  <a:lnTo>
                    <a:pt x="4765759" y="606286"/>
                  </a:lnTo>
                  <a:lnTo>
                    <a:pt x="4688516" y="592466"/>
                  </a:lnTo>
                  <a:lnTo>
                    <a:pt x="4611272" y="578291"/>
                  </a:lnTo>
                  <a:lnTo>
                    <a:pt x="4534029" y="563751"/>
                  </a:lnTo>
                  <a:lnTo>
                    <a:pt x="4456785" y="548836"/>
                  </a:lnTo>
                  <a:lnTo>
                    <a:pt x="4379541" y="533538"/>
                  </a:lnTo>
                  <a:lnTo>
                    <a:pt x="4302298" y="517846"/>
                  </a:lnTo>
                  <a:lnTo>
                    <a:pt x="4225054" y="501750"/>
                  </a:lnTo>
                  <a:lnTo>
                    <a:pt x="4147811" y="485240"/>
                  </a:lnTo>
                  <a:lnTo>
                    <a:pt x="4070567" y="468305"/>
                  </a:lnTo>
                  <a:lnTo>
                    <a:pt x="3993324" y="450935"/>
                  </a:lnTo>
                  <a:lnTo>
                    <a:pt x="3916080" y="433117"/>
                  </a:lnTo>
                  <a:lnTo>
                    <a:pt x="3838836" y="414840"/>
                  </a:lnTo>
                  <a:lnTo>
                    <a:pt x="3761593" y="396093"/>
                  </a:lnTo>
                  <a:lnTo>
                    <a:pt x="3684349" y="376864"/>
                  </a:lnTo>
                  <a:lnTo>
                    <a:pt x="3607106" y="357139"/>
                  </a:lnTo>
                  <a:lnTo>
                    <a:pt x="3529862" y="336907"/>
                  </a:lnTo>
                  <a:lnTo>
                    <a:pt x="3452619" y="316155"/>
                  </a:lnTo>
                  <a:lnTo>
                    <a:pt x="3375375" y="294868"/>
                  </a:lnTo>
                  <a:lnTo>
                    <a:pt x="3298131" y="273426"/>
                  </a:lnTo>
                  <a:lnTo>
                    <a:pt x="3220888" y="267840"/>
                  </a:lnTo>
                  <a:lnTo>
                    <a:pt x="3143644" y="262218"/>
                  </a:lnTo>
                  <a:lnTo>
                    <a:pt x="3066401" y="256560"/>
                  </a:lnTo>
                  <a:lnTo>
                    <a:pt x="2989157" y="250865"/>
                  </a:lnTo>
                  <a:lnTo>
                    <a:pt x="2911914" y="245134"/>
                  </a:lnTo>
                  <a:lnTo>
                    <a:pt x="2834670" y="239367"/>
                  </a:lnTo>
                  <a:lnTo>
                    <a:pt x="2757426" y="233562"/>
                  </a:lnTo>
                  <a:lnTo>
                    <a:pt x="2680183" y="227719"/>
                  </a:lnTo>
                  <a:lnTo>
                    <a:pt x="2602939" y="221840"/>
                  </a:lnTo>
                  <a:lnTo>
                    <a:pt x="2525696" y="215922"/>
                  </a:lnTo>
                  <a:lnTo>
                    <a:pt x="2448452" y="209967"/>
                  </a:lnTo>
                  <a:lnTo>
                    <a:pt x="2371209" y="203973"/>
                  </a:lnTo>
                  <a:lnTo>
                    <a:pt x="2293965" y="197941"/>
                  </a:lnTo>
                  <a:lnTo>
                    <a:pt x="2216721" y="191870"/>
                  </a:lnTo>
                  <a:lnTo>
                    <a:pt x="2139478" y="185760"/>
                  </a:lnTo>
                  <a:lnTo>
                    <a:pt x="2062234" y="179611"/>
                  </a:lnTo>
                  <a:lnTo>
                    <a:pt x="1984991" y="173422"/>
                  </a:lnTo>
                  <a:lnTo>
                    <a:pt x="1907747" y="167194"/>
                  </a:lnTo>
                  <a:lnTo>
                    <a:pt x="1830504" y="160926"/>
                  </a:lnTo>
                  <a:lnTo>
                    <a:pt x="1753260" y="154617"/>
                  </a:lnTo>
                  <a:lnTo>
                    <a:pt x="1676016" y="148268"/>
                  </a:lnTo>
                  <a:lnTo>
                    <a:pt x="1598773" y="141878"/>
                  </a:lnTo>
                  <a:lnTo>
                    <a:pt x="1521529" y="135447"/>
                  </a:lnTo>
                  <a:lnTo>
                    <a:pt x="1444286" y="128975"/>
                  </a:lnTo>
                  <a:lnTo>
                    <a:pt x="1367042" y="122461"/>
                  </a:lnTo>
                  <a:lnTo>
                    <a:pt x="1289799" y="115905"/>
                  </a:lnTo>
                  <a:lnTo>
                    <a:pt x="1212555" y="109307"/>
                  </a:lnTo>
                  <a:lnTo>
                    <a:pt x="1135311" y="102667"/>
                  </a:lnTo>
                  <a:lnTo>
                    <a:pt x="1058068" y="95984"/>
                  </a:lnTo>
                  <a:lnTo>
                    <a:pt x="980824" y="89259"/>
                  </a:lnTo>
                  <a:lnTo>
                    <a:pt x="903581" y="82490"/>
                  </a:lnTo>
                  <a:lnTo>
                    <a:pt x="826337" y="75677"/>
                  </a:lnTo>
                  <a:lnTo>
                    <a:pt x="749094" y="68821"/>
                  </a:lnTo>
                  <a:lnTo>
                    <a:pt x="671850" y="61921"/>
                  </a:lnTo>
                  <a:lnTo>
                    <a:pt x="594606" y="54976"/>
                  </a:lnTo>
                  <a:lnTo>
                    <a:pt x="517363" y="47987"/>
                  </a:lnTo>
                  <a:lnTo>
                    <a:pt x="440119" y="40953"/>
                  </a:lnTo>
                  <a:lnTo>
                    <a:pt x="362876" y="33874"/>
                  </a:lnTo>
                  <a:lnTo>
                    <a:pt x="285632" y="26750"/>
                  </a:lnTo>
                  <a:lnTo>
                    <a:pt x="208389" y="19579"/>
                  </a:lnTo>
                  <a:lnTo>
                    <a:pt x="131145" y="12363"/>
                  </a:lnTo>
                  <a:lnTo>
                    <a:pt x="53901" y="51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833282"/>
              <a:ext cx="7392041" cy="1341479"/>
            </a:xfrm>
            <a:custGeom>
              <a:avLst/>
              <a:pathLst>
                <a:path w="7392041" h="1341479">
                  <a:moveTo>
                    <a:pt x="0" y="0"/>
                  </a:moveTo>
                  <a:lnTo>
                    <a:pt x="53901" y="18986"/>
                  </a:lnTo>
                  <a:lnTo>
                    <a:pt x="131145" y="45765"/>
                  </a:lnTo>
                  <a:lnTo>
                    <a:pt x="208389" y="72122"/>
                  </a:lnTo>
                  <a:lnTo>
                    <a:pt x="285632" y="98062"/>
                  </a:lnTo>
                  <a:lnTo>
                    <a:pt x="362876" y="123594"/>
                  </a:lnTo>
                  <a:lnTo>
                    <a:pt x="440119" y="148722"/>
                  </a:lnTo>
                  <a:lnTo>
                    <a:pt x="517363" y="173454"/>
                  </a:lnTo>
                  <a:lnTo>
                    <a:pt x="594606" y="197795"/>
                  </a:lnTo>
                  <a:lnTo>
                    <a:pt x="671850" y="221752"/>
                  </a:lnTo>
                  <a:lnTo>
                    <a:pt x="749094" y="245332"/>
                  </a:lnTo>
                  <a:lnTo>
                    <a:pt x="826337" y="268539"/>
                  </a:lnTo>
                  <a:lnTo>
                    <a:pt x="903581" y="291380"/>
                  </a:lnTo>
                  <a:lnTo>
                    <a:pt x="980824" y="313860"/>
                  </a:lnTo>
                  <a:lnTo>
                    <a:pt x="1058068" y="335986"/>
                  </a:lnTo>
                  <a:lnTo>
                    <a:pt x="1135311" y="357763"/>
                  </a:lnTo>
                  <a:lnTo>
                    <a:pt x="1212555" y="379196"/>
                  </a:lnTo>
                  <a:lnTo>
                    <a:pt x="1289799" y="400290"/>
                  </a:lnTo>
                  <a:lnTo>
                    <a:pt x="1367042" y="421052"/>
                  </a:lnTo>
                  <a:lnTo>
                    <a:pt x="1444286" y="441486"/>
                  </a:lnTo>
                  <a:lnTo>
                    <a:pt x="1521529" y="461598"/>
                  </a:lnTo>
                  <a:lnTo>
                    <a:pt x="1598773" y="481392"/>
                  </a:lnTo>
                  <a:lnTo>
                    <a:pt x="1676016" y="500874"/>
                  </a:lnTo>
                  <a:lnTo>
                    <a:pt x="1753260" y="520049"/>
                  </a:lnTo>
                  <a:lnTo>
                    <a:pt x="1830504" y="538921"/>
                  </a:lnTo>
                  <a:lnTo>
                    <a:pt x="1907747" y="557495"/>
                  </a:lnTo>
                  <a:lnTo>
                    <a:pt x="1984991" y="575776"/>
                  </a:lnTo>
                  <a:lnTo>
                    <a:pt x="2062234" y="593768"/>
                  </a:lnTo>
                  <a:lnTo>
                    <a:pt x="2139478" y="611477"/>
                  </a:lnTo>
                  <a:lnTo>
                    <a:pt x="2216721" y="628906"/>
                  </a:lnTo>
                  <a:lnTo>
                    <a:pt x="2293965" y="646060"/>
                  </a:lnTo>
                  <a:lnTo>
                    <a:pt x="2371209" y="662943"/>
                  </a:lnTo>
                  <a:lnTo>
                    <a:pt x="2448452" y="679560"/>
                  </a:lnTo>
                  <a:lnTo>
                    <a:pt x="2525696" y="695915"/>
                  </a:lnTo>
                  <a:lnTo>
                    <a:pt x="2602939" y="712012"/>
                  </a:lnTo>
                  <a:lnTo>
                    <a:pt x="2680183" y="727854"/>
                  </a:lnTo>
                  <a:lnTo>
                    <a:pt x="2757426" y="743447"/>
                  </a:lnTo>
                  <a:lnTo>
                    <a:pt x="2834670" y="758793"/>
                  </a:lnTo>
                  <a:lnTo>
                    <a:pt x="2911914" y="773898"/>
                  </a:lnTo>
                  <a:lnTo>
                    <a:pt x="2989157" y="788764"/>
                  </a:lnTo>
                  <a:lnTo>
                    <a:pt x="3066401" y="803395"/>
                  </a:lnTo>
                  <a:lnTo>
                    <a:pt x="3143644" y="817795"/>
                  </a:lnTo>
                  <a:lnTo>
                    <a:pt x="3220888" y="831969"/>
                  </a:lnTo>
                  <a:lnTo>
                    <a:pt x="3298131" y="845918"/>
                  </a:lnTo>
                  <a:lnTo>
                    <a:pt x="3375375" y="859648"/>
                  </a:lnTo>
                  <a:lnTo>
                    <a:pt x="3452619" y="873160"/>
                  </a:lnTo>
                  <a:lnTo>
                    <a:pt x="3529862" y="886460"/>
                  </a:lnTo>
                  <a:lnTo>
                    <a:pt x="3607106" y="899550"/>
                  </a:lnTo>
                  <a:lnTo>
                    <a:pt x="3684349" y="912433"/>
                  </a:lnTo>
                  <a:lnTo>
                    <a:pt x="3761593" y="925112"/>
                  </a:lnTo>
                  <a:lnTo>
                    <a:pt x="3838836" y="937592"/>
                  </a:lnTo>
                  <a:lnTo>
                    <a:pt x="3916080" y="949875"/>
                  </a:lnTo>
                  <a:lnTo>
                    <a:pt x="3993324" y="961964"/>
                  </a:lnTo>
                  <a:lnTo>
                    <a:pt x="4070567" y="973862"/>
                  </a:lnTo>
                  <a:lnTo>
                    <a:pt x="4147811" y="985572"/>
                  </a:lnTo>
                  <a:lnTo>
                    <a:pt x="4225054" y="997098"/>
                  </a:lnTo>
                  <a:lnTo>
                    <a:pt x="4302298" y="1008442"/>
                  </a:lnTo>
                  <a:lnTo>
                    <a:pt x="4379541" y="1019606"/>
                  </a:lnTo>
                  <a:lnTo>
                    <a:pt x="4456785" y="1030595"/>
                  </a:lnTo>
                  <a:lnTo>
                    <a:pt x="4534029" y="1041410"/>
                  </a:lnTo>
                  <a:lnTo>
                    <a:pt x="4611272" y="1052054"/>
                  </a:lnTo>
                  <a:lnTo>
                    <a:pt x="4688516" y="1062531"/>
                  </a:lnTo>
                  <a:lnTo>
                    <a:pt x="4765759" y="1072842"/>
                  </a:lnTo>
                  <a:lnTo>
                    <a:pt x="4843003" y="1082990"/>
                  </a:lnTo>
                  <a:lnTo>
                    <a:pt x="4920246" y="1092978"/>
                  </a:lnTo>
                  <a:lnTo>
                    <a:pt x="4997490" y="1102809"/>
                  </a:lnTo>
                  <a:lnTo>
                    <a:pt x="5074734" y="1112484"/>
                  </a:lnTo>
                  <a:lnTo>
                    <a:pt x="5151977" y="1122007"/>
                  </a:lnTo>
                  <a:lnTo>
                    <a:pt x="5229221" y="1131380"/>
                  </a:lnTo>
                  <a:lnTo>
                    <a:pt x="5306464" y="1140604"/>
                  </a:lnTo>
                  <a:lnTo>
                    <a:pt x="5383708" y="1149683"/>
                  </a:lnTo>
                  <a:lnTo>
                    <a:pt x="5460951" y="1158619"/>
                  </a:lnTo>
                  <a:lnTo>
                    <a:pt x="5538195" y="1167414"/>
                  </a:lnTo>
                  <a:lnTo>
                    <a:pt x="5615439" y="1176070"/>
                  </a:lnTo>
                  <a:lnTo>
                    <a:pt x="5692682" y="1184589"/>
                  </a:lnTo>
                  <a:lnTo>
                    <a:pt x="5769926" y="1192974"/>
                  </a:lnTo>
                  <a:lnTo>
                    <a:pt x="5847169" y="1201227"/>
                  </a:lnTo>
                  <a:lnTo>
                    <a:pt x="5924413" y="1209349"/>
                  </a:lnTo>
                  <a:lnTo>
                    <a:pt x="6001656" y="1217343"/>
                  </a:lnTo>
                  <a:lnTo>
                    <a:pt x="6078900" y="1225211"/>
                  </a:lnTo>
                  <a:lnTo>
                    <a:pt x="6156144" y="1232955"/>
                  </a:lnTo>
                  <a:lnTo>
                    <a:pt x="6233387" y="1240577"/>
                  </a:lnTo>
                  <a:lnTo>
                    <a:pt x="6310631" y="1248078"/>
                  </a:lnTo>
                  <a:lnTo>
                    <a:pt x="6387874" y="1255461"/>
                  </a:lnTo>
                  <a:lnTo>
                    <a:pt x="6465118" y="1262728"/>
                  </a:lnTo>
                  <a:lnTo>
                    <a:pt x="6542361" y="1269879"/>
                  </a:lnTo>
                  <a:lnTo>
                    <a:pt x="6619605" y="1276918"/>
                  </a:lnTo>
                  <a:lnTo>
                    <a:pt x="6696849" y="1283846"/>
                  </a:lnTo>
                  <a:lnTo>
                    <a:pt x="6774092" y="1290665"/>
                  </a:lnTo>
                  <a:lnTo>
                    <a:pt x="6851336" y="1297376"/>
                  </a:lnTo>
                  <a:lnTo>
                    <a:pt x="6928579" y="1303981"/>
                  </a:lnTo>
                  <a:lnTo>
                    <a:pt x="7005823" y="1310482"/>
                  </a:lnTo>
                  <a:lnTo>
                    <a:pt x="7083066" y="1316880"/>
                  </a:lnTo>
                  <a:lnTo>
                    <a:pt x="7160310" y="1323177"/>
                  </a:lnTo>
                  <a:lnTo>
                    <a:pt x="7237554" y="1329375"/>
                  </a:lnTo>
                  <a:lnTo>
                    <a:pt x="7314797" y="1335475"/>
                  </a:lnTo>
                  <a:lnTo>
                    <a:pt x="7392041" y="13414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2026-05-21T09:06:47Z</dcterms:modified>
  <cp:category/>
</cp:coreProperties>
</file>