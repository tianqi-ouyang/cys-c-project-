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436286"/>
              <a:ext cx="6964104" cy="886113"/>
            </a:xfrm>
            <a:custGeom>
              <a:avLst/>
              <a:pathLst>
                <a:path w="6964104" h="886113">
                  <a:moveTo>
                    <a:pt x="0" y="0"/>
                  </a:moveTo>
                  <a:lnTo>
                    <a:pt x="70344" y="24188"/>
                  </a:lnTo>
                  <a:lnTo>
                    <a:pt x="140688" y="47769"/>
                  </a:lnTo>
                  <a:lnTo>
                    <a:pt x="211033" y="70759"/>
                  </a:lnTo>
                  <a:lnTo>
                    <a:pt x="281377" y="93172"/>
                  </a:lnTo>
                  <a:lnTo>
                    <a:pt x="351722" y="115023"/>
                  </a:lnTo>
                  <a:lnTo>
                    <a:pt x="422066" y="136325"/>
                  </a:lnTo>
                  <a:lnTo>
                    <a:pt x="492411" y="157093"/>
                  </a:lnTo>
                  <a:lnTo>
                    <a:pt x="562755" y="177339"/>
                  </a:lnTo>
                  <a:lnTo>
                    <a:pt x="633100" y="197078"/>
                  </a:lnTo>
                  <a:lnTo>
                    <a:pt x="703444" y="216321"/>
                  </a:lnTo>
                  <a:lnTo>
                    <a:pt x="773789" y="235082"/>
                  </a:lnTo>
                  <a:lnTo>
                    <a:pt x="844133" y="253372"/>
                  </a:lnTo>
                  <a:lnTo>
                    <a:pt x="914478" y="271203"/>
                  </a:lnTo>
                  <a:lnTo>
                    <a:pt x="984822" y="288586"/>
                  </a:lnTo>
                  <a:lnTo>
                    <a:pt x="1055167" y="305533"/>
                  </a:lnTo>
                  <a:lnTo>
                    <a:pt x="1125511" y="322056"/>
                  </a:lnTo>
                  <a:lnTo>
                    <a:pt x="1195856" y="338163"/>
                  </a:lnTo>
                  <a:lnTo>
                    <a:pt x="1266200" y="353866"/>
                  </a:lnTo>
                  <a:lnTo>
                    <a:pt x="1336545" y="369176"/>
                  </a:lnTo>
                  <a:lnTo>
                    <a:pt x="1406889" y="384101"/>
                  </a:lnTo>
                  <a:lnTo>
                    <a:pt x="1477234" y="398652"/>
                  </a:lnTo>
                  <a:lnTo>
                    <a:pt x="1547578" y="412837"/>
                  </a:lnTo>
                  <a:lnTo>
                    <a:pt x="1617923" y="426667"/>
                  </a:lnTo>
                  <a:lnTo>
                    <a:pt x="1688267" y="440150"/>
                  </a:lnTo>
                  <a:lnTo>
                    <a:pt x="1758612" y="453294"/>
                  </a:lnTo>
                  <a:lnTo>
                    <a:pt x="1828956" y="466109"/>
                  </a:lnTo>
                  <a:lnTo>
                    <a:pt x="1899301" y="478602"/>
                  </a:lnTo>
                  <a:lnTo>
                    <a:pt x="1969645" y="490781"/>
                  </a:lnTo>
                  <a:lnTo>
                    <a:pt x="2039990" y="502655"/>
                  </a:lnTo>
                  <a:lnTo>
                    <a:pt x="2110334" y="514231"/>
                  </a:lnTo>
                  <a:lnTo>
                    <a:pt x="2180679" y="525517"/>
                  </a:lnTo>
                  <a:lnTo>
                    <a:pt x="2251023" y="536519"/>
                  </a:lnTo>
                  <a:lnTo>
                    <a:pt x="2321368" y="547245"/>
                  </a:lnTo>
                  <a:lnTo>
                    <a:pt x="2391712" y="557702"/>
                  </a:lnTo>
                  <a:lnTo>
                    <a:pt x="2462057" y="567897"/>
                  </a:lnTo>
                  <a:lnTo>
                    <a:pt x="2532401" y="577836"/>
                  </a:lnTo>
                  <a:lnTo>
                    <a:pt x="2602746" y="587526"/>
                  </a:lnTo>
                  <a:lnTo>
                    <a:pt x="2673090" y="596972"/>
                  </a:lnTo>
                  <a:lnTo>
                    <a:pt x="2743435" y="606182"/>
                  </a:lnTo>
                  <a:lnTo>
                    <a:pt x="2813779" y="615160"/>
                  </a:lnTo>
                  <a:lnTo>
                    <a:pt x="2884124" y="623913"/>
                  </a:lnTo>
                  <a:lnTo>
                    <a:pt x="2954468" y="632447"/>
                  </a:lnTo>
                  <a:lnTo>
                    <a:pt x="3024813" y="640766"/>
                  </a:lnTo>
                  <a:lnTo>
                    <a:pt x="3095157" y="648877"/>
                  </a:lnTo>
                  <a:lnTo>
                    <a:pt x="3165502" y="656784"/>
                  </a:lnTo>
                  <a:lnTo>
                    <a:pt x="3235846" y="664492"/>
                  </a:lnTo>
                  <a:lnTo>
                    <a:pt x="3306191" y="666538"/>
                  </a:lnTo>
                  <a:lnTo>
                    <a:pt x="3376535" y="668436"/>
                  </a:lnTo>
                  <a:lnTo>
                    <a:pt x="3446880" y="670322"/>
                  </a:lnTo>
                  <a:lnTo>
                    <a:pt x="3517224" y="672196"/>
                  </a:lnTo>
                  <a:lnTo>
                    <a:pt x="3587569" y="674059"/>
                  </a:lnTo>
                  <a:lnTo>
                    <a:pt x="3657913" y="675909"/>
                  </a:lnTo>
                  <a:lnTo>
                    <a:pt x="3728257" y="677747"/>
                  </a:lnTo>
                  <a:lnTo>
                    <a:pt x="3798602" y="679574"/>
                  </a:lnTo>
                  <a:lnTo>
                    <a:pt x="3868946" y="681389"/>
                  </a:lnTo>
                  <a:lnTo>
                    <a:pt x="3939291" y="683192"/>
                  </a:lnTo>
                  <a:lnTo>
                    <a:pt x="4009635" y="684984"/>
                  </a:lnTo>
                  <a:lnTo>
                    <a:pt x="4079980" y="686765"/>
                  </a:lnTo>
                  <a:lnTo>
                    <a:pt x="4150324" y="688534"/>
                  </a:lnTo>
                  <a:lnTo>
                    <a:pt x="4220669" y="690292"/>
                  </a:lnTo>
                  <a:lnTo>
                    <a:pt x="4291013" y="692039"/>
                  </a:lnTo>
                  <a:lnTo>
                    <a:pt x="4361358" y="693774"/>
                  </a:lnTo>
                  <a:lnTo>
                    <a:pt x="4431702" y="695499"/>
                  </a:lnTo>
                  <a:lnTo>
                    <a:pt x="4502047" y="697212"/>
                  </a:lnTo>
                  <a:lnTo>
                    <a:pt x="4572391" y="698914"/>
                  </a:lnTo>
                  <a:lnTo>
                    <a:pt x="4642736" y="700606"/>
                  </a:lnTo>
                  <a:lnTo>
                    <a:pt x="4713080" y="702287"/>
                  </a:lnTo>
                  <a:lnTo>
                    <a:pt x="4783425" y="703957"/>
                  </a:lnTo>
                  <a:lnTo>
                    <a:pt x="4853769" y="705616"/>
                  </a:lnTo>
                  <a:lnTo>
                    <a:pt x="4924114" y="707265"/>
                  </a:lnTo>
                  <a:lnTo>
                    <a:pt x="4994458" y="708904"/>
                  </a:lnTo>
                  <a:lnTo>
                    <a:pt x="5064803" y="710532"/>
                  </a:lnTo>
                  <a:lnTo>
                    <a:pt x="5135147" y="712149"/>
                  </a:lnTo>
                  <a:lnTo>
                    <a:pt x="5205492" y="713756"/>
                  </a:lnTo>
                  <a:lnTo>
                    <a:pt x="5275836" y="715353"/>
                  </a:lnTo>
                  <a:lnTo>
                    <a:pt x="5346181" y="716940"/>
                  </a:lnTo>
                  <a:lnTo>
                    <a:pt x="5416525" y="718517"/>
                  </a:lnTo>
                  <a:lnTo>
                    <a:pt x="5486870" y="720083"/>
                  </a:lnTo>
                  <a:lnTo>
                    <a:pt x="5557214" y="721640"/>
                  </a:lnTo>
                  <a:lnTo>
                    <a:pt x="5627559" y="723186"/>
                  </a:lnTo>
                  <a:lnTo>
                    <a:pt x="5697903" y="724723"/>
                  </a:lnTo>
                  <a:lnTo>
                    <a:pt x="5768248" y="726250"/>
                  </a:lnTo>
                  <a:lnTo>
                    <a:pt x="5838592" y="727767"/>
                  </a:lnTo>
                  <a:lnTo>
                    <a:pt x="5908937" y="729275"/>
                  </a:lnTo>
                  <a:lnTo>
                    <a:pt x="5979281" y="730772"/>
                  </a:lnTo>
                  <a:lnTo>
                    <a:pt x="6049626" y="732261"/>
                  </a:lnTo>
                  <a:lnTo>
                    <a:pt x="6119970" y="733740"/>
                  </a:lnTo>
                  <a:lnTo>
                    <a:pt x="6190315" y="735209"/>
                  </a:lnTo>
                  <a:lnTo>
                    <a:pt x="6260659" y="736669"/>
                  </a:lnTo>
                  <a:lnTo>
                    <a:pt x="6331004" y="738120"/>
                  </a:lnTo>
                  <a:lnTo>
                    <a:pt x="6401348" y="739561"/>
                  </a:lnTo>
                  <a:lnTo>
                    <a:pt x="6471693" y="740993"/>
                  </a:lnTo>
                  <a:lnTo>
                    <a:pt x="6542037" y="742417"/>
                  </a:lnTo>
                  <a:lnTo>
                    <a:pt x="6612382" y="743831"/>
                  </a:lnTo>
                  <a:lnTo>
                    <a:pt x="6682726" y="745236"/>
                  </a:lnTo>
                  <a:lnTo>
                    <a:pt x="6753071" y="746632"/>
                  </a:lnTo>
                  <a:lnTo>
                    <a:pt x="6823415" y="748019"/>
                  </a:lnTo>
                  <a:lnTo>
                    <a:pt x="6893760" y="749397"/>
                  </a:lnTo>
                  <a:lnTo>
                    <a:pt x="6964104" y="750767"/>
                  </a:lnTo>
                  <a:lnTo>
                    <a:pt x="6964104" y="886113"/>
                  </a:lnTo>
                  <a:lnTo>
                    <a:pt x="6893760" y="884108"/>
                  </a:lnTo>
                  <a:lnTo>
                    <a:pt x="6823415" y="882052"/>
                  </a:lnTo>
                  <a:lnTo>
                    <a:pt x="6753071" y="879943"/>
                  </a:lnTo>
                  <a:lnTo>
                    <a:pt x="6682726" y="877779"/>
                  </a:lnTo>
                  <a:lnTo>
                    <a:pt x="6612382" y="875560"/>
                  </a:lnTo>
                  <a:lnTo>
                    <a:pt x="6542037" y="873284"/>
                  </a:lnTo>
                  <a:lnTo>
                    <a:pt x="6471693" y="870949"/>
                  </a:lnTo>
                  <a:lnTo>
                    <a:pt x="6401348" y="868554"/>
                  </a:lnTo>
                  <a:lnTo>
                    <a:pt x="6331004" y="866097"/>
                  </a:lnTo>
                  <a:lnTo>
                    <a:pt x="6260659" y="863577"/>
                  </a:lnTo>
                  <a:lnTo>
                    <a:pt x="6190315" y="860992"/>
                  </a:lnTo>
                  <a:lnTo>
                    <a:pt x="6119970" y="858341"/>
                  </a:lnTo>
                  <a:lnTo>
                    <a:pt x="6049626" y="855621"/>
                  </a:lnTo>
                  <a:lnTo>
                    <a:pt x="5979281" y="852832"/>
                  </a:lnTo>
                  <a:lnTo>
                    <a:pt x="5908937" y="849970"/>
                  </a:lnTo>
                  <a:lnTo>
                    <a:pt x="5838592" y="847035"/>
                  </a:lnTo>
                  <a:lnTo>
                    <a:pt x="5768248" y="844025"/>
                  </a:lnTo>
                  <a:lnTo>
                    <a:pt x="5697903" y="840937"/>
                  </a:lnTo>
                  <a:lnTo>
                    <a:pt x="5627559" y="837769"/>
                  </a:lnTo>
                  <a:lnTo>
                    <a:pt x="5557214" y="834520"/>
                  </a:lnTo>
                  <a:lnTo>
                    <a:pt x="5486870" y="831188"/>
                  </a:lnTo>
                  <a:lnTo>
                    <a:pt x="5416525" y="827769"/>
                  </a:lnTo>
                  <a:lnTo>
                    <a:pt x="5346181" y="824263"/>
                  </a:lnTo>
                  <a:lnTo>
                    <a:pt x="5275836" y="820666"/>
                  </a:lnTo>
                  <a:lnTo>
                    <a:pt x="5205492" y="816977"/>
                  </a:lnTo>
                  <a:lnTo>
                    <a:pt x="5135147" y="813193"/>
                  </a:lnTo>
                  <a:lnTo>
                    <a:pt x="5064803" y="809311"/>
                  </a:lnTo>
                  <a:lnTo>
                    <a:pt x="4994458" y="805330"/>
                  </a:lnTo>
                  <a:lnTo>
                    <a:pt x="4924114" y="801246"/>
                  </a:lnTo>
                  <a:lnTo>
                    <a:pt x="4853769" y="797057"/>
                  </a:lnTo>
                  <a:lnTo>
                    <a:pt x="4783425" y="792760"/>
                  </a:lnTo>
                  <a:lnTo>
                    <a:pt x="4713080" y="788353"/>
                  </a:lnTo>
                  <a:lnTo>
                    <a:pt x="4642736" y="783832"/>
                  </a:lnTo>
                  <a:lnTo>
                    <a:pt x="4572391" y="779194"/>
                  </a:lnTo>
                  <a:lnTo>
                    <a:pt x="4502047" y="774438"/>
                  </a:lnTo>
                  <a:lnTo>
                    <a:pt x="4431702" y="769559"/>
                  </a:lnTo>
                  <a:lnTo>
                    <a:pt x="4361358" y="764554"/>
                  </a:lnTo>
                  <a:lnTo>
                    <a:pt x="4291013" y="759421"/>
                  </a:lnTo>
                  <a:lnTo>
                    <a:pt x="4220669" y="754155"/>
                  </a:lnTo>
                  <a:lnTo>
                    <a:pt x="4150324" y="748754"/>
                  </a:lnTo>
                  <a:lnTo>
                    <a:pt x="4079980" y="743214"/>
                  </a:lnTo>
                  <a:lnTo>
                    <a:pt x="4009635" y="737532"/>
                  </a:lnTo>
                  <a:lnTo>
                    <a:pt x="3939291" y="731703"/>
                  </a:lnTo>
                  <a:lnTo>
                    <a:pt x="3868946" y="725724"/>
                  </a:lnTo>
                  <a:lnTo>
                    <a:pt x="3798602" y="719591"/>
                  </a:lnTo>
                  <a:lnTo>
                    <a:pt x="3728257" y="713301"/>
                  </a:lnTo>
                  <a:lnTo>
                    <a:pt x="3657913" y="706848"/>
                  </a:lnTo>
                  <a:lnTo>
                    <a:pt x="3587569" y="700230"/>
                  </a:lnTo>
                  <a:lnTo>
                    <a:pt x="3517224" y="693441"/>
                  </a:lnTo>
                  <a:lnTo>
                    <a:pt x="3446880" y="686477"/>
                  </a:lnTo>
                  <a:lnTo>
                    <a:pt x="3376535" y="679334"/>
                  </a:lnTo>
                  <a:lnTo>
                    <a:pt x="3306191" y="672008"/>
                  </a:lnTo>
                  <a:lnTo>
                    <a:pt x="3235846" y="664628"/>
                  </a:lnTo>
                  <a:lnTo>
                    <a:pt x="3165502" y="662705"/>
                  </a:lnTo>
                  <a:lnTo>
                    <a:pt x="3095157" y="660770"/>
                  </a:lnTo>
                  <a:lnTo>
                    <a:pt x="3024813" y="658822"/>
                  </a:lnTo>
                  <a:lnTo>
                    <a:pt x="2954468" y="656862"/>
                  </a:lnTo>
                  <a:lnTo>
                    <a:pt x="2884124" y="654890"/>
                  </a:lnTo>
                  <a:lnTo>
                    <a:pt x="2813779" y="652905"/>
                  </a:lnTo>
                  <a:lnTo>
                    <a:pt x="2743435" y="650907"/>
                  </a:lnTo>
                  <a:lnTo>
                    <a:pt x="2673090" y="648896"/>
                  </a:lnTo>
                  <a:lnTo>
                    <a:pt x="2602746" y="646872"/>
                  </a:lnTo>
                  <a:lnTo>
                    <a:pt x="2532401" y="644835"/>
                  </a:lnTo>
                  <a:lnTo>
                    <a:pt x="2462057" y="642786"/>
                  </a:lnTo>
                  <a:lnTo>
                    <a:pt x="2391712" y="640723"/>
                  </a:lnTo>
                  <a:lnTo>
                    <a:pt x="2321368" y="638646"/>
                  </a:lnTo>
                  <a:lnTo>
                    <a:pt x="2251023" y="636557"/>
                  </a:lnTo>
                  <a:lnTo>
                    <a:pt x="2180679" y="634454"/>
                  </a:lnTo>
                  <a:lnTo>
                    <a:pt x="2110334" y="632337"/>
                  </a:lnTo>
                  <a:lnTo>
                    <a:pt x="2039990" y="630207"/>
                  </a:lnTo>
                  <a:lnTo>
                    <a:pt x="1969645" y="628064"/>
                  </a:lnTo>
                  <a:lnTo>
                    <a:pt x="1899301" y="625906"/>
                  </a:lnTo>
                  <a:lnTo>
                    <a:pt x="1828956" y="623735"/>
                  </a:lnTo>
                  <a:lnTo>
                    <a:pt x="1758612" y="621549"/>
                  </a:lnTo>
                  <a:lnTo>
                    <a:pt x="1688267" y="619350"/>
                  </a:lnTo>
                  <a:lnTo>
                    <a:pt x="1617923" y="617137"/>
                  </a:lnTo>
                  <a:lnTo>
                    <a:pt x="1547578" y="614909"/>
                  </a:lnTo>
                  <a:lnTo>
                    <a:pt x="1477234" y="612667"/>
                  </a:lnTo>
                  <a:lnTo>
                    <a:pt x="1406889" y="610410"/>
                  </a:lnTo>
                  <a:lnTo>
                    <a:pt x="1336545" y="608140"/>
                  </a:lnTo>
                  <a:lnTo>
                    <a:pt x="1266200" y="605854"/>
                  </a:lnTo>
                  <a:lnTo>
                    <a:pt x="1195856" y="603554"/>
                  </a:lnTo>
                  <a:lnTo>
                    <a:pt x="1125511" y="601239"/>
                  </a:lnTo>
                  <a:lnTo>
                    <a:pt x="1055167" y="598909"/>
                  </a:lnTo>
                  <a:lnTo>
                    <a:pt x="984822" y="596564"/>
                  </a:lnTo>
                  <a:lnTo>
                    <a:pt x="914478" y="594205"/>
                  </a:lnTo>
                  <a:lnTo>
                    <a:pt x="844133" y="591830"/>
                  </a:lnTo>
                  <a:lnTo>
                    <a:pt x="773789" y="589439"/>
                  </a:lnTo>
                  <a:lnTo>
                    <a:pt x="703444" y="587034"/>
                  </a:lnTo>
                  <a:lnTo>
                    <a:pt x="633100" y="584613"/>
                  </a:lnTo>
                  <a:lnTo>
                    <a:pt x="562755" y="582176"/>
                  </a:lnTo>
                  <a:lnTo>
                    <a:pt x="492411" y="579724"/>
                  </a:lnTo>
                  <a:lnTo>
                    <a:pt x="422066" y="577256"/>
                  </a:lnTo>
                  <a:lnTo>
                    <a:pt x="351722" y="574772"/>
                  </a:lnTo>
                  <a:lnTo>
                    <a:pt x="281377" y="572273"/>
                  </a:lnTo>
                  <a:lnTo>
                    <a:pt x="211033" y="569757"/>
                  </a:lnTo>
                  <a:lnTo>
                    <a:pt x="140688" y="567225"/>
                  </a:lnTo>
                  <a:lnTo>
                    <a:pt x="70344" y="564677"/>
                  </a:lnTo>
                  <a:lnTo>
                    <a:pt x="0" y="5621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436286"/>
              <a:ext cx="6964104" cy="750767"/>
            </a:xfrm>
            <a:custGeom>
              <a:avLst/>
              <a:pathLst>
                <a:path w="6964104" h="750767">
                  <a:moveTo>
                    <a:pt x="0" y="0"/>
                  </a:moveTo>
                  <a:lnTo>
                    <a:pt x="70344" y="24188"/>
                  </a:lnTo>
                  <a:lnTo>
                    <a:pt x="140688" y="47769"/>
                  </a:lnTo>
                  <a:lnTo>
                    <a:pt x="211033" y="70759"/>
                  </a:lnTo>
                  <a:lnTo>
                    <a:pt x="281377" y="93172"/>
                  </a:lnTo>
                  <a:lnTo>
                    <a:pt x="351722" y="115023"/>
                  </a:lnTo>
                  <a:lnTo>
                    <a:pt x="422066" y="136325"/>
                  </a:lnTo>
                  <a:lnTo>
                    <a:pt x="492411" y="157093"/>
                  </a:lnTo>
                  <a:lnTo>
                    <a:pt x="562755" y="177339"/>
                  </a:lnTo>
                  <a:lnTo>
                    <a:pt x="633100" y="197078"/>
                  </a:lnTo>
                  <a:lnTo>
                    <a:pt x="703444" y="216321"/>
                  </a:lnTo>
                  <a:lnTo>
                    <a:pt x="773789" y="235082"/>
                  </a:lnTo>
                  <a:lnTo>
                    <a:pt x="844133" y="253372"/>
                  </a:lnTo>
                  <a:lnTo>
                    <a:pt x="914478" y="271203"/>
                  </a:lnTo>
                  <a:lnTo>
                    <a:pt x="984822" y="288586"/>
                  </a:lnTo>
                  <a:lnTo>
                    <a:pt x="1055167" y="305533"/>
                  </a:lnTo>
                  <a:lnTo>
                    <a:pt x="1125511" y="322056"/>
                  </a:lnTo>
                  <a:lnTo>
                    <a:pt x="1195856" y="338163"/>
                  </a:lnTo>
                  <a:lnTo>
                    <a:pt x="1266200" y="353866"/>
                  </a:lnTo>
                  <a:lnTo>
                    <a:pt x="1336545" y="369176"/>
                  </a:lnTo>
                  <a:lnTo>
                    <a:pt x="1406889" y="384101"/>
                  </a:lnTo>
                  <a:lnTo>
                    <a:pt x="1477234" y="398652"/>
                  </a:lnTo>
                  <a:lnTo>
                    <a:pt x="1547578" y="412837"/>
                  </a:lnTo>
                  <a:lnTo>
                    <a:pt x="1617923" y="426667"/>
                  </a:lnTo>
                  <a:lnTo>
                    <a:pt x="1688267" y="440150"/>
                  </a:lnTo>
                  <a:lnTo>
                    <a:pt x="1758612" y="453294"/>
                  </a:lnTo>
                  <a:lnTo>
                    <a:pt x="1828956" y="466109"/>
                  </a:lnTo>
                  <a:lnTo>
                    <a:pt x="1899301" y="478602"/>
                  </a:lnTo>
                  <a:lnTo>
                    <a:pt x="1969645" y="490781"/>
                  </a:lnTo>
                  <a:lnTo>
                    <a:pt x="2039990" y="502655"/>
                  </a:lnTo>
                  <a:lnTo>
                    <a:pt x="2110334" y="514231"/>
                  </a:lnTo>
                  <a:lnTo>
                    <a:pt x="2180679" y="525517"/>
                  </a:lnTo>
                  <a:lnTo>
                    <a:pt x="2251023" y="536519"/>
                  </a:lnTo>
                  <a:lnTo>
                    <a:pt x="2321368" y="547245"/>
                  </a:lnTo>
                  <a:lnTo>
                    <a:pt x="2391712" y="557702"/>
                  </a:lnTo>
                  <a:lnTo>
                    <a:pt x="2462057" y="567897"/>
                  </a:lnTo>
                  <a:lnTo>
                    <a:pt x="2532401" y="577836"/>
                  </a:lnTo>
                  <a:lnTo>
                    <a:pt x="2602746" y="587526"/>
                  </a:lnTo>
                  <a:lnTo>
                    <a:pt x="2673090" y="596972"/>
                  </a:lnTo>
                  <a:lnTo>
                    <a:pt x="2743435" y="606182"/>
                  </a:lnTo>
                  <a:lnTo>
                    <a:pt x="2813779" y="615160"/>
                  </a:lnTo>
                  <a:lnTo>
                    <a:pt x="2884124" y="623913"/>
                  </a:lnTo>
                  <a:lnTo>
                    <a:pt x="2954468" y="632447"/>
                  </a:lnTo>
                  <a:lnTo>
                    <a:pt x="3024813" y="640766"/>
                  </a:lnTo>
                  <a:lnTo>
                    <a:pt x="3095157" y="648877"/>
                  </a:lnTo>
                  <a:lnTo>
                    <a:pt x="3165502" y="656784"/>
                  </a:lnTo>
                  <a:lnTo>
                    <a:pt x="3235846" y="664492"/>
                  </a:lnTo>
                  <a:lnTo>
                    <a:pt x="3306191" y="666538"/>
                  </a:lnTo>
                  <a:lnTo>
                    <a:pt x="3376535" y="668436"/>
                  </a:lnTo>
                  <a:lnTo>
                    <a:pt x="3446880" y="670322"/>
                  </a:lnTo>
                  <a:lnTo>
                    <a:pt x="3517224" y="672196"/>
                  </a:lnTo>
                  <a:lnTo>
                    <a:pt x="3587569" y="674059"/>
                  </a:lnTo>
                  <a:lnTo>
                    <a:pt x="3657913" y="675909"/>
                  </a:lnTo>
                  <a:lnTo>
                    <a:pt x="3728257" y="677747"/>
                  </a:lnTo>
                  <a:lnTo>
                    <a:pt x="3798602" y="679574"/>
                  </a:lnTo>
                  <a:lnTo>
                    <a:pt x="3868946" y="681389"/>
                  </a:lnTo>
                  <a:lnTo>
                    <a:pt x="3939291" y="683192"/>
                  </a:lnTo>
                  <a:lnTo>
                    <a:pt x="4009635" y="684984"/>
                  </a:lnTo>
                  <a:lnTo>
                    <a:pt x="4079980" y="686765"/>
                  </a:lnTo>
                  <a:lnTo>
                    <a:pt x="4150324" y="688534"/>
                  </a:lnTo>
                  <a:lnTo>
                    <a:pt x="4220669" y="690292"/>
                  </a:lnTo>
                  <a:lnTo>
                    <a:pt x="4291013" y="692039"/>
                  </a:lnTo>
                  <a:lnTo>
                    <a:pt x="4361358" y="693774"/>
                  </a:lnTo>
                  <a:lnTo>
                    <a:pt x="4431702" y="695499"/>
                  </a:lnTo>
                  <a:lnTo>
                    <a:pt x="4502047" y="697212"/>
                  </a:lnTo>
                  <a:lnTo>
                    <a:pt x="4572391" y="698914"/>
                  </a:lnTo>
                  <a:lnTo>
                    <a:pt x="4642736" y="700606"/>
                  </a:lnTo>
                  <a:lnTo>
                    <a:pt x="4713080" y="702287"/>
                  </a:lnTo>
                  <a:lnTo>
                    <a:pt x="4783425" y="703957"/>
                  </a:lnTo>
                  <a:lnTo>
                    <a:pt x="4853769" y="705616"/>
                  </a:lnTo>
                  <a:lnTo>
                    <a:pt x="4924114" y="707265"/>
                  </a:lnTo>
                  <a:lnTo>
                    <a:pt x="4994458" y="708904"/>
                  </a:lnTo>
                  <a:lnTo>
                    <a:pt x="5064803" y="710532"/>
                  </a:lnTo>
                  <a:lnTo>
                    <a:pt x="5135147" y="712149"/>
                  </a:lnTo>
                  <a:lnTo>
                    <a:pt x="5205492" y="713756"/>
                  </a:lnTo>
                  <a:lnTo>
                    <a:pt x="5275836" y="715353"/>
                  </a:lnTo>
                  <a:lnTo>
                    <a:pt x="5346181" y="716940"/>
                  </a:lnTo>
                  <a:lnTo>
                    <a:pt x="5416525" y="718517"/>
                  </a:lnTo>
                  <a:lnTo>
                    <a:pt x="5486870" y="720083"/>
                  </a:lnTo>
                  <a:lnTo>
                    <a:pt x="5557214" y="721640"/>
                  </a:lnTo>
                  <a:lnTo>
                    <a:pt x="5627559" y="723186"/>
                  </a:lnTo>
                  <a:lnTo>
                    <a:pt x="5697903" y="724723"/>
                  </a:lnTo>
                  <a:lnTo>
                    <a:pt x="5768248" y="726250"/>
                  </a:lnTo>
                  <a:lnTo>
                    <a:pt x="5838592" y="727767"/>
                  </a:lnTo>
                  <a:lnTo>
                    <a:pt x="5908937" y="729275"/>
                  </a:lnTo>
                  <a:lnTo>
                    <a:pt x="5979281" y="730772"/>
                  </a:lnTo>
                  <a:lnTo>
                    <a:pt x="6049626" y="732261"/>
                  </a:lnTo>
                  <a:lnTo>
                    <a:pt x="6119970" y="733740"/>
                  </a:lnTo>
                  <a:lnTo>
                    <a:pt x="6190315" y="735209"/>
                  </a:lnTo>
                  <a:lnTo>
                    <a:pt x="6260659" y="736669"/>
                  </a:lnTo>
                  <a:lnTo>
                    <a:pt x="6331004" y="738120"/>
                  </a:lnTo>
                  <a:lnTo>
                    <a:pt x="6401348" y="739561"/>
                  </a:lnTo>
                  <a:lnTo>
                    <a:pt x="6471693" y="740993"/>
                  </a:lnTo>
                  <a:lnTo>
                    <a:pt x="6542037" y="742417"/>
                  </a:lnTo>
                  <a:lnTo>
                    <a:pt x="6612382" y="743831"/>
                  </a:lnTo>
                  <a:lnTo>
                    <a:pt x="6682726" y="745236"/>
                  </a:lnTo>
                  <a:lnTo>
                    <a:pt x="6753071" y="746632"/>
                  </a:lnTo>
                  <a:lnTo>
                    <a:pt x="6823415" y="748019"/>
                  </a:lnTo>
                  <a:lnTo>
                    <a:pt x="6893760" y="749397"/>
                  </a:lnTo>
                  <a:lnTo>
                    <a:pt x="6964104" y="750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998399"/>
              <a:ext cx="6964104" cy="324001"/>
            </a:xfrm>
            <a:custGeom>
              <a:avLst/>
              <a:pathLst>
                <a:path w="6964104" h="324001">
                  <a:moveTo>
                    <a:pt x="6964104" y="324001"/>
                  </a:moveTo>
                  <a:lnTo>
                    <a:pt x="6893760" y="321996"/>
                  </a:lnTo>
                  <a:lnTo>
                    <a:pt x="6823415" y="319940"/>
                  </a:lnTo>
                  <a:lnTo>
                    <a:pt x="6753071" y="317830"/>
                  </a:lnTo>
                  <a:lnTo>
                    <a:pt x="6682726" y="315667"/>
                  </a:lnTo>
                  <a:lnTo>
                    <a:pt x="6612382" y="313448"/>
                  </a:lnTo>
                  <a:lnTo>
                    <a:pt x="6542037" y="311171"/>
                  </a:lnTo>
                  <a:lnTo>
                    <a:pt x="6471693" y="308836"/>
                  </a:lnTo>
                  <a:lnTo>
                    <a:pt x="6401348" y="306441"/>
                  </a:lnTo>
                  <a:lnTo>
                    <a:pt x="6331004" y="303984"/>
                  </a:lnTo>
                  <a:lnTo>
                    <a:pt x="6260659" y="301464"/>
                  </a:lnTo>
                  <a:lnTo>
                    <a:pt x="6190315" y="298880"/>
                  </a:lnTo>
                  <a:lnTo>
                    <a:pt x="6119970" y="296228"/>
                  </a:lnTo>
                  <a:lnTo>
                    <a:pt x="6049626" y="293509"/>
                  </a:lnTo>
                  <a:lnTo>
                    <a:pt x="5979281" y="290719"/>
                  </a:lnTo>
                  <a:lnTo>
                    <a:pt x="5908937" y="287858"/>
                  </a:lnTo>
                  <a:lnTo>
                    <a:pt x="5838592" y="284923"/>
                  </a:lnTo>
                  <a:lnTo>
                    <a:pt x="5768248" y="281912"/>
                  </a:lnTo>
                  <a:lnTo>
                    <a:pt x="5697903" y="278824"/>
                  </a:lnTo>
                  <a:lnTo>
                    <a:pt x="5627559" y="275657"/>
                  </a:lnTo>
                  <a:lnTo>
                    <a:pt x="5557214" y="272408"/>
                  </a:lnTo>
                  <a:lnTo>
                    <a:pt x="5486870" y="269075"/>
                  </a:lnTo>
                  <a:lnTo>
                    <a:pt x="5416525" y="265657"/>
                  </a:lnTo>
                  <a:lnTo>
                    <a:pt x="5346181" y="262150"/>
                  </a:lnTo>
                  <a:lnTo>
                    <a:pt x="5275836" y="258554"/>
                  </a:lnTo>
                  <a:lnTo>
                    <a:pt x="5205492" y="254865"/>
                  </a:lnTo>
                  <a:lnTo>
                    <a:pt x="5135147" y="251080"/>
                  </a:lnTo>
                  <a:lnTo>
                    <a:pt x="5064803" y="247199"/>
                  </a:lnTo>
                  <a:lnTo>
                    <a:pt x="4994458" y="243217"/>
                  </a:lnTo>
                  <a:lnTo>
                    <a:pt x="4924114" y="239133"/>
                  </a:lnTo>
                  <a:lnTo>
                    <a:pt x="4853769" y="234944"/>
                  </a:lnTo>
                  <a:lnTo>
                    <a:pt x="4783425" y="230648"/>
                  </a:lnTo>
                  <a:lnTo>
                    <a:pt x="4713080" y="226240"/>
                  </a:lnTo>
                  <a:lnTo>
                    <a:pt x="4642736" y="221719"/>
                  </a:lnTo>
                  <a:lnTo>
                    <a:pt x="4572391" y="217082"/>
                  </a:lnTo>
                  <a:lnTo>
                    <a:pt x="4502047" y="212326"/>
                  </a:lnTo>
                  <a:lnTo>
                    <a:pt x="4431702" y="207447"/>
                  </a:lnTo>
                  <a:lnTo>
                    <a:pt x="4361358" y="202442"/>
                  </a:lnTo>
                  <a:lnTo>
                    <a:pt x="4291013" y="197309"/>
                  </a:lnTo>
                  <a:lnTo>
                    <a:pt x="4220669" y="192043"/>
                  </a:lnTo>
                  <a:lnTo>
                    <a:pt x="4150324" y="186642"/>
                  </a:lnTo>
                  <a:lnTo>
                    <a:pt x="4079980" y="181102"/>
                  </a:lnTo>
                  <a:lnTo>
                    <a:pt x="4009635" y="175419"/>
                  </a:lnTo>
                  <a:lnTo>
                    <a:pt x="3939291" y="169591"/>
                  </a:lnTo>
                  <a:lnTo>
                    <a:pt x="3868946" y="163612"/>
                  </a:lnTo>
                  <a:lnTo>
                    <a:pt x="3798602" y="157479"/>
                  </a:lnTo>
                  <a:lnTo>
                    <a:pt x="3728257" y="151188"/>
                  </a:lnTo>
                  <a:lnTo>
                    <a:pt x="3657913" y="144736"/>
                  </a:lnTo>
                  <a:lnTo>
                    <a:pt x="3587569" y="138117"/>
                  </a:lnTo>
                  <a:lnTo>
                    <a:pt x="3517224" y="131328"/>
                  </a:lnTo>
                  <a:lnTo>
                    <a:pt x="3446880" y="124365"/>
                  </a:lnTo>
                  <a:lnTo>
                    <a:pt x="3376535" y="117222"/>
                  </a:lnTo>
                  <a:lnTo>
                    <a:pt x="3306191" y="109895"/>
                  </a:lnTo>
                  <a:lnTo>
                    <a:pt x="3235846" y="102515"/>
                  </a:lnTo>
                  <a:lnTo>
                    <a:pt x="3165502" y="100592"/>
                  </a:lnTo>
                  <a:lnTo>
                    <a:pt x="3095157" y="98657"/>
                  </a:lnTo>
                  <a:lnTo>
                    <a:pt x="3024813" y="96710"/>
                  </a:lnTo>
                  <a:lnTo>
                    <a:pt x="2954468" y="94750"/>
                  </a:lnTo>
                  <a:lnTo>
                    <a:pt x="2884124" y="92777"/>
                  </a:lnTo>
                  <a:lnTo>
                    <a:pt x="2813779" y="90792"/>
                  </a:lnTo>
                  <a:lnTo>
                    <a:pt x="2743435" y="88794"/>
                  </a:lnTo>
                  <a:lnTo>
                    <a:pt x="2673090" y="86783"/>
                  </a:lnTo>
                  <a:lnTo>
                    <a:pt x="2602746" y="84760"/>
                  </a:lnTo>
                  <a:lnTo>
                    <a:pt x="2532401" y="82723"/>
                  </a:lnTo>
                  <a:lnTo>
                    <a:pt x="2462057" y="80673"/>
                  </a:lnTo>
                  <a:lnTo>
                    <a:pt x="2391712" y="78610"/>
                  </a:lnTo>
                  <a:lnTo>
                    <a:pt x="2321368" y="76534"/>
                  </a:lnTo>
                  <a:lnTo>
                    <a:pt x="2251023" y="74444"/>
                  </a:lnTo>
                  <a:lnTo>
                    <a:pt x="2180679" y="72341"/>
                  </a:lnTo>
                  <a:lnTo>
                    <a:pt x="2110334" y="70225"/>
                  </a:lnTo>
                  <a:lnTo>
                    <a:pt x="2039990" y="68095"/>
                  </a:lnTo>
                  <a:lnTo>
                    <a:pt x="1969645" y="65951"/>
                  </a:lnTo>
                  <a:lnTo>
                    <a:pt x="1899301" y="63794"/>
                  </a:lnTo>
                  <a:lnTo>
                    <a:pt x="1828956" y="61622"/>
                  </a:lnTo>
                  <a:lnTo>
                    <a:pt x="1758612" y="59437"/>
                  </a:lnTo>
                  <a:lnTo>
                    <a:pt x="1688267" y="57238"/>
                  </a:lnTo>
                  <a:lnTo>
                    <a:pt x="1617923" y="55024"/>
                  </a:lnTo>
                  <a:lnTo>
                    <a:pt x="1547578" y="52796"/>
                  </a:lnTo>
                  <a:lnTo>
                    <a:pt x="1477234" y="50554"/>
                  </a:lnTo>
                  <a:lnTo>
                    <a:pt x="1406889" y="48298"/>
                  </a:lnTo>
                  <a:lnTo>
                    <a:pt x="1336545" y="46027"/>
                  </a:lnTo>
                  <a:lnTo>
                    <a:pt x="1266200" y="43742"/>
                  </a:lnTo>
                  <a:lnTo>
                    <a:pt x="1195856" y="41442"/>
                  </a:lnTo>
                  <a:lnTo>
                    <a:pt x="1125511" y="39127"/>
                  </a:lnTo>
                  <a:lnTo>
                    <a:pt x="1055167" y="36797"/>
                  </a:lnTo>
                  <a:lnTo>
                    <a:pt x="984822" y="34452"/>
                  </a:lnTo>
                  <a:lnTo>
                    <a:pt x="914478" y="32092"/>
                  </a:lnTo>
                  <a:lnTo>
                    <a:pt x="844133" y="29717"/>
                  </a:lnTo>
                  <a:lnTo>
                    <a:pt x="773789" y="27327"/>
                  </a:lnTo>
                  <a:lnTo>
                    <a:pt x="703444" y="24921"/>
                  </a:lnTo>
                  <a:lnTo>
                    <a:pt x="633100" y="22500"/>
                  </a:lnTo>
                  <a:lnTo>
                    <a:pt x="562755" y="20064"/>
                  </a:lnTo>
                  <a:lnTo>
                    <a:pt x="492411" y="17612"/>
                  </a:lnTo>
                  <a:lnTo>
                    <a:pt x="422066" y="15144"/>
                  </a:lnTo>
                  <a:lnTo>
                    <a:pt x="351722" y="12660"/>
                  </a:lnTo>
                  <a:lnTo>
                    <a:pt x="281377" y="10160"/>
                  </a:lnTo>
                  <a:lnTo>
                    <a:pt x="211033" y="7644"/>
                  </a:lnTo>
                  <a:lnTo>
                    <a:pt x="140688" y="5112"/>
                  </a:lnTo>
                  <a:lnTo>
                    <a:pt x="70344" y="25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77855"/>
              <a:ext cx="6964104" cy="493558"/>
            </a:xfrm>
            <a:custGeom>
              <a:avLst/>
              <a:pathLst>
                <a:path w="6964104" h="493558">
                  <a:moveTo>
                    <a:pt x="0" y="0"/>
                  </a:moveTo>
                  <a:lnTo>
                    <a:pt x="70344" y="9822"/>
                  </a:lnTo>
                  <a:lnTo>
                    <a:pt x="140688" y="19490"/>
                  </a:lnTo>
                  <a:lnTo>
                    <a:pt x="211033" y="29005"/>
                  </a:lnTo>
                  <a:lnTo>
                    <a:pt x="281377" y="38370"/>
                  </a:lnTo>
                  <a:lnTo>
                    <a:pt x="351722" y="47587"/>
                  </a:lnTo>
                  <a:lnTo>
                    <a:pt x="422066" y="56658"/>
                  </a:lnTo>
                  <a:lnTo>
                    <a:pt x="492411" y="65587"/>
                  </a:lnTo>
                  <a:lnTo>
                    <a:pt x="562755" y="74374"/>
                  </a:lnTo>
                  <a:lnTo>
                    <a:pt x="633100" y="83023"/>
                  </a:lnTo>
                  <a:lnTo>
                    <a:pt x="703444" y="91536"/>
                  </a:lnTo>
                  <a:lnTo>
                    <a:pt x="773789" y="99914"/>
                  </a:lnTo>
                  <a:lnTo>
                    <a:pt x="844133" y="108160"/>
                  </a:lnTo>
                  <a:lnTo>
                    <a:pt x="914478" y="116275"/>
                  </a:lnTo>
                  <a:lnTo>
                    <a:pt x="984822" y="124263"/>
                  </a:lnTo>
                  <a:lnTo>
                    <a:pt x="1055167" y="132125"/>
                  </a:lnTo>
                  <a:lnTo>
                    <a:pt x="1125511" y="139862"/>
                  </a:lnTo>
                  <a:lnTo>
                    <a:pt x="1195856" y="147478"/>
                  </a:lnTo>
                  <a:lnTo>
                    <a:pt x="1266200" y="154973"/>
                  </a:lnTo>
                  <a:lnTo>
                    <a:pt x="1336545" y="162350"/>
                  </a:lnTo>
                  <a:lnTo>
                    <a:pt x="1406889" y="169611"/>
                  </a:lnTo>
                  <a:lnTo>
                    <a:pt x="1477234" y="176757"/>
                  </a:lnTo>
                  <a:lnTo>
                    <a:pt x="1547578" y="183790"/>
                  </a:lnTo>
                  <a:lnTo>
                    <a:pt x="1617923" y="190712"/>
                  </a:lnTo>
                  <a:lnTo>
                    <a:pt x="1688267" y="197525"/>
                  </a:lnTo>
                  <a:lnTo>
                    <a:pt x="1758612" y="204231"/>
                  </a:lnTo>
                  <a:lnTo>
                    <a:pt x="1828956" y="210830"/>
                  </a:lnTo>
                  <a:lnTo>
                    <a:pt x="1899301" y="217326"/>
                  </a:lnTo>
                  <a:lnTo>
                    <a:pt x="1969645" y="223719"/>
                  </a:lnTo>
                  <a:lnTo>
                    <a:pt x="2039990" y="230011"/>
                  </a:lnTo>
                  <a:lnTo>
                    <a:pt x="2110334" y="236204"/>
                  </a:lnTo>
                  <a:lnTo>
                    <a:pt x="2180679" y="242299"/>
                  </a:lnTo>
                  <a:lnTo>
                    <a:pt x="2251023" y="248298"/>
                  </a:lnTo>
                  <a:lnTo>
                    <a:pt x="2321368" y="254202"/>
                  </a:lnTo>
                  <a:lnTo>
                    <a:pt x="2391712" y="260013"/>
                  </a:lnTo>
                  <a:lnTo>
                    <a:pt x="2462057" y="265732"/>
                  </a:lnTo>
                  <a:lnTo>
                    <a:pt x="2532401" y="271362"/>
                  </a:lnTo>
                  <a:lnTo>
                    <a:pt x="2602746" y="276902"/>
                  </a:lnTo>
                  <a:lnTo>
                    <a:pt x="2673090" y="282355"/>
                  </a:lnTo>
                  <a:lnTo>
                    <a:pt x="2743435" y="287722"/>
                  </a:lnTo>
                  <a:lnTo>
                    <a:pt x="2813779" y="293004"/>
                  </a:lnTo>
                  <a:lnTo>
                    <a:pt x="2884124" y="298202"/>
                  </a:lnTo>
                  <a:lnTo>
                    <a:pt x="2954468" y="303319"/>
                  </a:lnTo>
                  <a:lnTo>
                    <a:pt x="3024813" y="308355"/>
                  </a:lnTo>
                  <a:lnTo>
                    <a:pt x="3095157" y="313312"/>
                  </a:lnTo>
                  <a:lnTo>
                    <a:pt x="3165502" y="318190"/>
                  </a:lnTo>
                  <a:lnTo>
                    <a:pt x="3235846" y="322991"/>
                  </a:lnTo>
                  <a:lnTo>
                    <a:pt x="3306191" y="327717"/>
                  </a:lnTo>
                  <a:lnTo>
                    <a:pt x="3376535" y="332368"/>
                  </a:lnTo>
                  <a:lnTo>
                    <a:pt x="3446880" y="336945"/>
                  </a:lnTo>
                  <a:lnTo>
                    <a:pt x="3517224" y="341451"/>
                  </a:lnTo>
                  <a:lnTo>
                    <a:pt x="3587569" y="345885"/>
                  </a:lnTo>
                  <a:lnTo>
                    <a:pt x="3657913" y="350249"/>
                  </a:lnTo>
                  <a:lnTo>
                    <a:pt x="3728257" y="354544"/>
                  </a:lnTo>
                  <a:lnTo>
                    <a:pt x="3798602" y="358772"/>
                  </a:lnTo>
                  <a:lnTo>
                    <a:pt x="3868946" y="362933"/>
                  </a:lnTo>
                  <a:lnTo>
                    <a:pt x="3939291" y="367028"/>
                  </a:lnTo>
                  <a:lnTo>
                    <a:pt x="4009635" y="371059"/>
                  </a:lnTo>
                  <a:lnTo>
                    <a:pt x="4079980" y="375026"/>
                  </a:lnTo>
                  <a:lnTo>
                    <a:pt x="4150324" y="378930"/>
                  </a:lnTo>
                  <a:lnTo>
                    <a:pt x="4220669" y="382773"/>
                  </a:lnTo>
                  <a:lnTo>
                    <a:pt x="4291013" y="386555"/>
                  </a:lnTo>
                  <a:lnTo>
                    <a:pt x="4361358" y="390277"/>
                  </a:lnTo>
                  <a:lnTo>
                    <a:pt x="4431702" y="393941"/>
                  </a:lnTo>
                  <a:lnTo>
                    <a:pt x="4502047" y="397547"/>
                  </a:lnTo>
                  <a:lnTo>
                    <a:pt x="4572391" y="401096"/>
                  </a:lnTo>
                  <a:lnTo>
                    <a:pt x="4642736" y="404589"/>
                  </a:lnTo>
                  <a:lnTo>
                    <a:pt x="4713080" y="408027"/>
                  </a:lnTo>
                  <a:lnTo>
                    <a:pt x="4783425" y="411410"/>
                  </a:lnTo>
                  <a:lnTo>
                    <a:pt x="4853769" y="414740"/>
                  </a:lnTo>
                  <a:lnTo>
                    <a:pt x="4924114" y="418018"/>
                  </a:lnTo>
                  <a:lnTo>
                    <a:pt x="4994458" y="421244"/>
                  </a:lnTo>
                  <a:lnTo>
                    <a:pt x="5064803" y="424419"/>
                  </a:lnTo>
                  <a:lnTo>
                    <a:pt x="5135147" y="427544"/>
                  </a:lnTo>
                  <a:lnTo>
                    <a:pt x="5205492" y="430620"/>
                  </a:lnTo>
                  <a:lnTo>
                    <a:pt x="5275836" y="433647"/>
                  </a:lnTo>
                  <a:lnTo>
                    <a:pt x="5346181" y="436626"/>
                  </a:lnTo>
                  <a:lnTo>
                    <a:pt x="5416525" y="439558"/>
                  </a:lnTo>
                  <a:lnTo>
                    <a:pt x="5486870" y="442444"/>
                  </a:lnTo>
                  <a:lnTo>
                    <a:pt x="5557214" y="445285"/>
                  </a:lnTo>
                  <a:lnTo>
                    <a:pt x="5627559" y="448080"/>
                  </a:lnTo>
                  <a:lnTo>
                    <a:pt x="5697903" y="450832"/>
                  </a:lnTo>
                  <a:lnTo>
                    <a:pt x="5768248" y="453540"/>
                  </a:lnTo>
                  <a:lnTo>
                    <a:pt x="5838592" y="456205"/>
                  </a:lnTo>
                  <a:lnTo>
                    <a:pt x="5908937" y="458829"/>
                  </a:lnTo>
                  <a:lnTo>
                    <a:pt x="5979281" y="461410"/>
                  </a:lnTo>
                  <a:lnTo>
                    <a:pt x="6049626" y="463952"/>
                  </a:lnTo>
                  <a:lnTo>
                    <a:pt x="6119970" y="466453"/>
                  </a:lnTo>
                  <a:lnTo>
                    <a:pt x="6190315" y="468914"/>
                  </a:lnTo>
                  <a:lnTo>
                    <a:pt x="6260659" y="471337"/>
                  </a:lnTo>
                  <a:lnTo>
                    <a:pt x="6331004" y="473721"/>
                  </a:lnTo>
                  <a:lnTo>
                    <a:pt x="6401348" y="476068"/>
                  </a:lnTo>
                  <a:lnTo>
                    <a:pt x="6471693" y="478378"/>
                  </a:lnTo>
                  <a:lnTo>
                    <a:pt x="6542037" y="480652"/>
                  </a:lnTo>
                  <a:lnTo>
                    <a:pt x="6612382" y="482889"/>
                  </a:lnTo>
                  <a:lnTo>
                    <a:pt x="6682726" y="485091"/>
                  </a:lnTo>
                  <a:lnTo>
                    <a:pt x="6753071" y="487259"/>
                  </a:lnTo>
                  <a:lnTo>
                    <a:pt x="6823415" y="489392"/>
                  </a:lnTo>
                  <a:lnTo>
                    <a:pt x="6893760" y="491492"/>
                  </a:lnTo>
                  <a:lnTo>
                    <a:pt x="6964104" y="493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(1.08-1.34), p_Bonf = 0.006 (n = 6)  |  per IQR decline (Δ = 29.5 %): 1.71 (1.24-2.37)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629679"/>
              <a:ext cx="6964104" cy="886113"/>
            </a:xfrm>
            <a:custGeom>
              <a:avLst/>
              <a:pathLst>
                <a:path w="6964104" h="886113">
                  <a:moveTo>
                    <a:pt x="0" y="0"/>
                  </a:moveTo>
                  <a:lnTo>
                    <a:pt x="70344" y="24188"/>
                  </a:lnTo>
                  <a:lnTo>
                    <a:pt x="140688" y="47769"/>
                  </a:lnTo>
                  <a:lnTo>
                    <a:pt x="211033" y="70759"/>
                  </a:lnTo>
                  <a:lnTo>
                    <a:pt x="281377" y="93172"/>
                  </a:lnTo>
                  <a:lnTo>
                    <a:pt x="351722" y="115023"/>
                  </a:lnTo>
                  <a:lnTo>
                    <a:pt x="422066" y="136325"/>
                  </a:lnTo>
                  <a:lnTo>
                    <a:pt x="492411" y="157093"/>
                  </a:lnTo>
                  <a:lnTo>
                    <a:pt x="562755" y="177339"/>
                  </a:lnTo>
                  <a:lnTo>
                    <a:pt x="633100" y="197078"/>
                  </a:lnTo>
                  <a:lnTo>
                    <a:pt x="703444" y="216321"/>
                  </a:lnTo>
                  <a:lnTo>
                    <a:pt x="773789" y="235082"/>
                  </a:lnTo>
                  <a:lnTo>
                    <a:pt x="844133" y="253372"/>
                  </a:lnTo>
                  <a:lnTo>
                    <a:pt x="914478" y="271203"/>
                  </a:lnTo>
                  <a:lnTo>
                    <a:pt x="984822" y="288586"/>
                  </a:lnTo>
                  <a:lnTo>
                    <a:pt x="1055167" y="305533"/>
                  </a:lnTo>
                  <a:lnTo>
                    <a:pt x="1125511" y="322056"/>
                  </a:lnTo>
                  <a:lnTo>
                    <a:pt x="1195856" y="338163"/>
                  </a:lnTo>
                  <a:lnTo>
                    <a:pt x="1266200" y="353866"/>
                  </a:lnTo>
                  <a:lnTo>
                    <a:pt x="1336545" y="369176"/>
                  </a:lnTo>
                  <a:lnTo>
                    <a:pt x="1406889" y="384101"/>
                  </a:lnTo>
                  <a:lnTo>
                    <a:pt x="1477234" y="398652"/>
                  </a:lnTo>
                  <a:lnTo>
                    <a:pt x="1547578" y="412837"/>
                  </a:lnTo>
                  <a:lnTo>
                    <a:pt x="1617923" y="426667"/>
                  </a:lnTo>
                  <a:lnTo>
                    <a:pt x="1688267" y="440150"/>
                  </a:lnTo>
                  <a:lnTo>
                    <a:pt x="1758612" y="453294"/>
                  </a:lnTo>
                  <a:lnTo>
                    <a:pt x="1828956" y="466109"/>
                  </a:lnTo>
                  <a:lnTo>
                    <a:pt x="1899301" y="478602"/>
                  </a:lnTo>
                  <a:lnTo>
                    <a:pt x="1969645" y="490781"/>
                  </a:lnTo>
                  <a:lnTo>
                    <a:pt x="2039990" y="502655"/>
                  </a:lnTo>
                  <a:lnTo>
                    <a:pt x="2110334" y="514231"/>
                  </a:lnTo>
                  <a:lnTo>
                    <a:pt x="2180679" y="525517"/>
                  </a:lnTo>
                  <a:lnTo>
                    <a:pt x="2251023" y="536519"/>
                  </a:lnTo>
                  <a:lnTo>
                    <a:pt x="2321368" y="547245"/>
                  </a:lnTo>
                  <a:lnTo>
                    <a:pt x="2391712" y="557702"/>
                  </a:lnTo>
                  <a:lnTo>
                    <a:pt x="2462057" y="567897"/>
                  </a:lnTo>
                  <a:lnTo>
                    <a:pt x="2532401" y="577836"/>
                  </a:lnTo>
                  <a:lnTo>
                    <a:pt x="2602746" y="587526"/>
                  </a:lnTo>
                  <a:lnTo>
                    <a:pt x="2673090" y="596972"/>
                  </a:lnTo>
                  <a:lnTo>
                    <a:pt x="2743435" y="606182"/>
                  </a:lnTo>
                  <a:lnTo>
                    <a:pt x="2813779" y="615160"/>
                  </a:lnTo>
                  <a:lnTo>
                    <a:pt x="2884124" y="623913"/>
                  </a:lnTo>
                  <a:lnTo>
                    <a:pt x="2954468" y="632447"/>
                  </a:lnTo>
                  <a:lnTo>
                    <a:pt x="3024813" y="640766"/>
                  </a:lnTo>
                  <a:lnTo>
                    <a:pt x="3095157" y="648877"/>
                  </a:lnTo>
                  <a:lnTo>
                    <a:pt x="3165502" y="656784"/>
                  </a:lnTo>
                  <a:lnTo>
                    <a:pt x="3235846" y="664492"/>
                  </a:lnTo>
                  <a:lnTo>
                    <a:pt x="3306191" y="666538"/>
                  </a:lnTo>
                  <a:lnTo>
                    <a:pt x="3376535" y="668436"/>
                  </a:lnTo>
                  <a:lnTo>
                    <a:pt x="3446880" y="670322"/>
                  </a:lnTo>
                  <a:lnTo>
                    <a:pt x="3517224" y="672196"/>
                  </a:lnTo>
                  <a:lnTo>
                    <a:pt x="3587569" y="674059"/>
                  </a:lnTo>
                  <a:lnTo>
                    <a:pt x="3657913" y="675909"/>
                  </a:lnTo>
                  <a:lnTo>
                    <a:pt x="3728257" y="677747"/>
                  </a:lnTo>
                  <a:lnTo>
                    <a:pt x="3798602" y="679574"/>
                  </a:lnTo>
                  <a:lnTo>
                    <a:pt x="3868946" y="681389"/>
                  </a:lnTo>
                  <a:lnTo>
                    <a:pt x="3939291" y="683192"/>
                  </a:lnTo>
                  <a:lnTo>
                    <a:pt x="4009635" y="684984"/>
                  </a:lnTo>
                  <a:lnTo>
                    <a:pt x="4079980" y="686765"/>
                  </a:lnTo>
                  <a:lnTo>
                    <a:pt x="4150324" y="688534"/>
                  </a:lnTo>
                  <a:lnTo>
                    <a:pt x="4220669" y="690292"/>
                  </a:lnTo>
                  <a:lnTo>
                    <a:pt x="4291013" y="692039"/>
                  </a:lnTo>
                  <a:lnTo>
                    <a:pt x="4361358" y="693774"/>
                  </a:lnTo>
                  <a:lnTo>
                    <a:pt x="4431702" y="695499"/>
                  </a:lnTo>
                  <a:lnTo>
                    <a:pt x="4502047" y="697212"/>
                  </a:lnTo>
                  <a:lnTo>
                    <a:pt x="4572391" y="698914"/>
                  </a:lnTo>
                  <a:lnTo>
                    <a:pt x="4642736" y="700606"/>
                  </a:lnTo>
                  <a:lnTo>
                    <a:pt x="4713080" y="702287"/>
                  </a:lnTo>
                  <a:lnTo>
                    <a:pt x="4783425" y="703957"/>
                  </a:lnTo>
                  <a:lnTo>
                    <a:pt x="4853769" y="705616"/>
                  </a:lnTo>
                  <a:lnTo>
                    <a:pt x="4924114" y="707265"/>
                  </a:lnTo>
                  <a:lnTo>
                    <a:pt x="4994458" y="708904"/>
                  </a:lnTo>
                  <a:lnTo>
                    <a:pt x="5064803" y="710532"/>
                  </a:lnTo>
                  <a:lnTo>
                    <a:pt x="5135147" y="712149"/>
                  </a:lnTo>
                  <a:lnTo>
                    <a:pt x="5205492" y="713756"/>
                  </a:lnTo>
                  <a:lnTo>
                    <a:pt x="5275836" y="715353"/>
                  </a:lnTo>
                  <a:lnTo>
                    <a:pt x="5346181" y="716940"/>
                  </a:lnTo>
                  <a:lnTo>
                    <a:pt x="5416525" y="718517"/>
                  </a:lnTo>
                  <a:lnTo>
                    <a:pt x="5486870" y="720083"/>
                  </a:lnTo>
                  <a:lnTo>
                    <a:pt x="5557214" y="721640"/>
                  </a:lnTo>
                  <a:lnTo>
                    <a:pt x="5627559" y="723186"/>
                  </a:lnTo>
                  <a:lnTo>
                    <a:pt x="5697903" y="724723"/>
                  </a:lnTo>
                  <a:lnTo>
                    <a:pt x="5768248" y="726250"/>
                  </a:lnTo>
                  <a:lnTo>
                    <a:pt x="5838592" y="727767"/>
                  </a:lnTo>
                  <a:lnTo>
                    <a:pt x="5908937" y="729275"/>
                  </a:lnTo>
                  <a:lnTo>
                    <a:pt x="5979281" y="730772"/>
                  </a:lnTo>
                  <a:lnTo>
                    <a:pt x="6049626" y="732261"/>
                  </a:lnTo>
                  <a:lnTo>
                    <a:pt x="6119970" y="733740"/>
                  </a:lnTo>
                  <a:lnTo>
                    <a:pt x="6190315" y="735209"/>
                  </a:lnTo>
                  <a:lnTo>
                    <a:pt x="6260659" y="736669"/>
                  </a:lnTo>
                  <a:lnTo>
                    <a:pt x="6331004" y="738120"/>
                  </a:lnTo>
                  <a:lnTo>
                    <a:pt x="6401348" y="739561"/>
                  </a:lnTo>
                  <a:lnTo>
                    <a:pt x="6471693" y="740993"/>
                  </a:lnTo>
                  <a:lnTo>
                    <a:pt x="6542037" y="742417"/>
                  </a:lnTo>
                  <a:lnTo>
                    <a:pt x="6612382" y="743831"/>
                  </a:lnTo>
                  <a:lnTo>
                    <a:pt x="6682726" y="745236"/>
                  </a:lnTo>
                  <a:lnTo>
                    <a:pt x="6753071" y="746632"/>
                  </a:lnTo>
                  <a:lnTo>
                    <a:pt x="6823415" y="748019"/>
                  </a:lnTo>
                  <a:lnTo>
                    <a:pt x="6893760" y="749397"/>
                  </a:lnTo>
                  <a:lnTo>
                    <a:pt x="6964104" y="750767"/>
                  </a:lnTo>
                  <a:lnTo>
                    <a:pt x="6964104" y="886113"/>
                  </a:lnTo>
                  <a:lnTo>
                    <a:pt x="6893760" y="884108"/>
                  </a:lnTo>
                  <a:lnTo>
                    <a:pt x="6823415" y="882052"/>
                  </a:lnTo>
                  <a:lnTo>
                    <a:pt x="6753071" y="879943"/>
                  </a:lnTo>
                  <a:lnTo>
                    <a:pt x="6682726" y="877779"/>
                  </a:lnTo>
                  <a:lnTo>
                    <a:pt x="6612382" y="875560"/>
                  </a:lnTo>
                  <a:lnTo>
                    <a:pt x="6542037" y="873284"/>
                  </a:lnTo>
                  <a:lnTo>
                    <a:pt x="6471693" y="870949"/>
                  </a:lnTo>
                  <a:lnTo>
                    <a:pt x="6401348" y="868554"/>
                  </a:lnTo>
                  <a:lnTo>
                    <a:pt x="6331004" y="866097"/>
                  </a:lnTo>
                  <a:lnTo>
                    <a:pt x="6260659" y="863577"/>
                  </a:lnTo>
                  <a:lnTo>
                    <a:pt x="6190315" y="860992"/>
                  </a:lnTo>
                  <a:lnTo>
                    <a:pt x="6119970" y="858341"/>
                  </a:lnTo>
                  <a:lnTo>
                    <a:pt x="6049626" y="855621"/>
                  </a:lnTo>
                  <a:lnTo>
                    <a:pt x="5979281" y="852832"/>
                  </a:lnTo>
                  <a:lnTo>
                    <a:pt x="5908937" y="849970"/>
                  </a:lnTo>
                  <a:lnTo>
                    <a:pt x="5838592" y="847035"/>
                  </a:lnTo>
                  <a:lnTo>
                    <a:pt x="5768248" y="844025"/>
                  </a:lnTo>
                  <a:lnTo>
                    <a:pt x="5697903" y="840937"/>
                  </a:lnTo>
                  <a:lnTo>
                    <a:pt x="5627559" y="837769"/>
                  </a:lnTo>
                  <a:lnTo>
                    <a:pt x="5557214" y="834520"/>
                  </a:lnTo>
                  <a:lnTo>
                    <a:pt x="5486870" y="831188"/>
                  </a:lnTo>
                  <a:lnTo>
                    <a:pt x="5416525" y="827769"/>
                  </a:lnTo>
                  <a:lnTo>
                    <a:pt x="5346181" y="824263"/>
                  </a:lnTo>
                  <a:lnTo>
                    <a:pt x="5275836" y="820666"/>
                  </a:lnTo>
                  <a:lnTo>
                    <a:pt x="5205492" y="816977"/>
                  </a:lnTo>
                  <a:lnTo>
                    <a:pt x="5135147" y="813193"/>
                  </a:lnTo>
                  <a:lnTo>
                    <a:pt x="5064803" y="809311"/>
                  </a:lnTo>
                  <a:lnTo>
                    <a:pt x="4994458" y="805330"/>
                  </a:lnTo>
                  <a:lnTo>
                    <a:pt x="4924114" y="801246"/>
                  </a:lnTo>
                  <a:lnTo>
                    <a:pt x="4853769" y="797057"/>
                  </a:lnTo>
                  <a:lnTo>
                    <a:pt x="4783425" y="792760"/>
                  </a:lnTo>
                  <a:lnTo>
                    <a:pt x="4713080" y="788353"/>
                  </a:lnTo>
                  <a:lnTo>
                    <a:pt x="4642736" y="783832"/>
                  </a:lnTo>
                  <a:lnTo>
                    <a:pt x="4572391" y="779194"/>
                  </a:lnTo>
                  <a:lnTo>
                    <a:pt x="4502047" y="774438"/>
                  </a:lnTo>
                  <a:lnTo>
                    <a:pt x="4431702" y="769559"/>
                  </a:lnTo>
                  <a:lnTo>
                    <a:pt x="4361358" y="764554"/>
                  </a:lnTo>
                  <a:lnTo>
                    <a:pt x="4291013" y="759421"/>
                  </a:lnTo>
                  <a:lnTo>
                    <a:pt x="4220669" y="754155"/>
                  </a:lnTo>
                  <a:lnTo>
                    <a:pt x="4150324" y="748754"/>
                  </a:lnTo>
                  <a:lnTo>
                    <a:pt x="4079980" y="743214"/>
                  </a:lnTo>
                  <a:lnTo>
                    <a:pt x="4009635" y="737532"/>
                  </a:lnTo>
                  <a:lnTo>
                    <a:pt x="3939291" y="731703"/>
                  </a:lnTo>
                  <a:lnTo>
                    <a:pt x="3868946" y="725724"/>
                  </a:lnTo>
                  <a:lnTo>
                    <a:pt x="3798602" y="719591"/>
                  </a:lnTo>
                  <a:lnTo>
                    <a:pt x="3728257" y="713301"/>
                  </a:lnTo>
                  <a:lnTo>
                    <a:pt x="3657913" y="706848"/>
                  </a:lnTo>
                  <a:lnTo>
                    <a:pt x="3587569" y="700230"/>
                  </a:lnTo>
                  <a:lnTo>
                    <a:pt x="3517224" y="693441"/>
                  </a:lnTo>
                  <a:lnTo>
                    <a:pt x="3446880" y="686477"/>
                  </a:lnTo>
                  <a:lnTo>
                    <a:pt x="3376535" y="679334"/>
                  </a:lnTo>
                  <a:lnTo>
                    <a:pt x="3306191" y="672008"/>
                  </a:lnTo>
                  <a:lnTo>
                    <a:pt x="3235846" y="664628"/>
                  </a:lnTo>
                  <a:lnTo>
                    <a:pt x="3165502" y="662705"/>
                  </a:lnTo>
                  <a:lnTo>
                    <a:pt x="3095157" y="660770"/>
                  </a:lnTo>
                  <a:lnTo>
                    <a:pt x="3024813" y="658822"/>
                  </a:lnTo>
                  <a:lnTo>
                    <a:pt x="2954468" y="656862"/>
                  </a:lnTo>
                  <a:lnTo>
                    <a:pt x="2884124" y="654890"/>
                  </a:lnTo>
                  <a:lnTo>
                    <a:pt x="2813779" y="652905"/>
                  </a:lnTo>
                  <a:lnTo>
                    <a:pt x="2743435" y="650907"/>
                  </a:lnTo>
                  <a:lnTo>
                    <a:pt x="2673090" y="648896"/>
                  </a:lnTo>
                  <a:lnTo>
                    <a:pt x="2602746" y="646872"/>
                  </a:lnTo>
                  <a:lnTo>
                    <a:pt x="2532401" y="644835"/>
                  </a:lnTo>
                  <a:lnTo>
                    <a:pt x="2462057" y="642786"/>
                  </a:lnTo>
                  <a:lnTo>
                    <a:pt x="2391712" y="640723"/>
                  </a:lnTo>
                  <a:lnTo>
                    <a:pt x="2321368" y="638646"/>
                  </a:lnTo>
                  <a:lnTo>
                    <a:pt x="2251023" y="636557"/>
                  </a:lnTo>
                  <a:lnTo>
                    <a:pt x="2180679" y="634454"/>
                  </a:lnTo>
                  <a:lnTo>
                    <a:pt x="2110334" y="632337"/>
                  </a:lnTo>
                  <a:lnTo>
                    <a:pt x="2039990" y="630207"/>
                  </a:lnTo>
                  <a:lnTo>
                    <a:pt x="1969645" y="628064"/>
                  </a:lnTo>
                  <a:lnTo>
                    <a:pt x="1899301" y="625906"/>
                  </a:lnTo>
                  <a:lnTo>
                    <a:pt x="1828956" y="623735"/>
                  </a:lnTo>
                  <a:lnTo>
                    <a:pt x="1758612" y="621549"/>
                  </a:lnTo>
                  <a:lnTo>
                    <a:pt x="1688267" y="619350"/>
                  </a:lnTo>
                  <a:lnTo>
                    <a:pt x="1617923" y="617137"/>
                  </a:lnTo>
                  <a:lnTo>
                    <a:pt x="1547578" y="614909"/>
                  </a:lnTo>
                  <a:lnTo>
                    <a:pt x="1477234" y="612667"/>
                  </a:lnTo>
                  <a:lnTo>
                    <a:pt x="1406889" y="610410"/>
                  </a:lnTo>
                  <a:lnTo>
                    <a:pt x="1336545" y="608140"/>
                  </a:lnTo>
                  <a:lnTo>
                    <a:pt x="1266200" y="605854"/>
                  </a:lnTo>
                  <a:lnTo>
                    <a:pt x="1195856" y="603554"/>
                  </a:lnTo>
                  <a:lnTo>
                    <a:pt x="1125511" y="601239"/>
                  </a:lnTo>
                  <a:lnTo>
                    <a:pt x="1055167" y="598909"/>
                  </a:lnTo>
                  <a:lnTo>
                    <a:pt x="984822" y="596564"/>
                  </a:lnTo>
                  <a:lnTo>
                    <a:pt x="914478" y="594205"/>
                  </a:lnTo>
                  <a:lnTo>
                    <a:pt x="844133" y="591830"/>
                  </a:lnTo>
                  <a:lnTo>
                    <a:pt x="773789" y="589439"/>
                  </a:lnTo>
                  <a:lnTo>
                    <a:pt x="703444" y="587034"/>
                  </a:lnTo>
                  <a:lnTo>
                    <a:pt x="633100" y="584613"/>
                  </a:lnTo>
                  <a:lnTo>
                    <a:pt x="562755" y="582176"/>
                  </a:lnTo>
                  <a:lnTo>
                    <a:pt x="492411" y="579724"/>
                  </a:lnTo>
                  <a:lnTo>
                    <a:pt x="422066" y="577256"/>
                  </a:lnTo>
                  <a:lnTo>
                    <a:pt x="351722" y="574772"/>
                  </a:lnTo>
                  <a:lnTo>
                    <a:pt x="281377" y="572273"/>
                  </a:lnTo>
                  <a:lnTo>
                    <a:pt x="211033" y="569757"/>
                  </a:lnTo>
                  <a:lnTo>
                    <a:pt x="140688" y="567225"/>
                  </a:lnTo>
                  <a:lnTo>
                    <a:pt x="70344" y="564677"/>
                  </a:lnTo>
                  <a:lnTo>
                    <a:pt x="0" y="5621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629679"/>
              <a:ext cx="6964104" cy="750767"/>
            </a:xfrm>
            <a:custGeom>
              <a:avLst/>
              <a:pathLst>
                <a:path w="6964104" h="750767">
                  <a:moveTo>
                    <a:pt x="0" y="0"/>
                  </a:moveTo>
                  <a:lnTo>
                    <a:pt x="70344" y="24188"/>
                  </a:lnTo>
                  <a:lnTo>
                    <a:pt x="140688" y="47769"/>
                  </a:lnTo>
                  <a:lnTo>
                    <a:pt x="211033" y="70759"/>
                  </a:lnTo>
                  <a:lnTo>
                    <a:pt x="281377" y="93172"/>
                  </a:lnTo>
                  <a:lnTo>
                    <a:pt x="351722" y="115023"/>
                  </a:lnTo>
                  <a:lnTo>
                    <a:pt x="422066" y="136325"/>
                  </a:lnTo>
                  <a:lnTo>
                    <a:pt x="492411" y="157093"/>
                  </a:lnTo>
                  <a:lnTo>
                    <a:pt x="562755" y="177339"/>
                  </a:lnTo>
                  <a:lnTo>
                    <a:pt x="633100" y="197078"/>
                  </a:lnTo>
                  <a:lnTo>
                    <a:pt x="703444" y="216321"/>
                  </a:lnTo>
                  <a:lnTo>
                    <a:pt x="773789" y="235082"/>
                  </a:lnTo>
                  <a:lnTo>
                    <a:pt x="844133" y="253372"/>
                  </a:lnTo>
                  <a:lnTo>
                    <a:pt x="914478" y="271203"/>
                  </a:lnTo>
                  <a:lnTo>
                    <a:pt x="984822" y="288586"/>
                  </a:lnTo>
                  <a:lnTo>
                    <a:pt x="1055167" y="305533"/>
                  </a:lnTo>
                  <a:lnTo>
                    <a:pt x="1125511" y="322056"/>
                  </a:lnTo>
                  <a:lnTo>
                    <a:pt x="1195856" y="338163"/>
                  </a:lnTo>
                  <a:lnTo>
                    <a:pt x="1266200" y="353866"/>
                  </a:lnTo>
                  <a:lnTo>
                    <a:pt x="1336545" y="369176"/>
                  </a:lnTo>
                  <a:lnTo>
                    <a:pt x="1406889" y="384101"/>
                  </a:lnTo>
                  <a:lnTo>
                    <a:pt x="1477234" y="398652"/>
                  </a:lnTo>
                  <a:lnTo>
                    <a:pt x="1547578" y="412837"/>
                  </a:lnTo>
                  <a:lnTo>
                    <a:pt x="1617923" y="426667"/>
                  </a:lnTo>
                  <a:lnTo>
                    <a:pt x="1688267" y="440150"/>
                  </a:lnTo>
                  <a:lnTo>
                    <a:pt x="1758612" y="453294"/>
                  </a:lnTo>
                  <a:lnTo>
                    <a:pt x="1828956" y="466109"/>
                  </a:lnTo>
                  <a:lnTo>
                    <a:pt x="1899301" y="478602"/>
                  </a:lnTo>
                  <a:lnTo>
                    <a:pt x="1969645" y="490781"/>
                  </a:lnTo>
                  <a:lnTo>
                    <a:pt x="2039990" y="502655"/>
                  </a:lnTo>
                  <a:lnTo>
                    <a:pt x="2110334" y="514231"/>
                  </a:lnTo>
                  <a:lnTo>
                    <a:pt x="2180679" y="525517"/>
                  </a:lnTo>
                  <a:lnTo>
                    <a:pt x="2251023" y="536519"/>
                  </a:lnTo>
                  <a:lnTo>
                    <a:pt x="2321368" y="547245"/>
                  </a:lnTo>
                  <a:lnTo>
                    <a:pt x="2391712" y="557702"/>
                  </a:lnTo>
                  <a:lnTo>
                    <a:pt x="2462057" y="567897"/>
                  </a:lnTo>
                  <a:lnTo>
                    <a:pt x="2532401" y="577836"/>
                  </a:lnTo>
                  <a:lnTo>
                    <a:pt x="2602746" y="587526"/>
                  </a:lnTo>
                  <a:lnTo>
                    <a:pt x="2673090" y="596972"/>
                  </a:lnTo>
                  <a:lnTo>
                    <a:pt x="2743435" y="606182"/>
                  </a:lnTo>
                  <a:lnTo>
                    <a:pt x="2813779" y="615160"/>
                  </a:lnTo>
                  <a:lnTo>
                    <a:pt x="2884124" y="623913"/>
                  </a:lnTo>
                  <a:lnTo>
                    <a:pt x="2954468" y="632447"/>
                  </a:lnTo>
                  <a:lnTo>
                    <a:pt x="3024813" y="640766"/>
                  </a:lnTo>
                  <a:lnTo>
                    <a:pt x="3095157" y="648877"/>
                  </a:lnTo>
                  <a:lnTo>
                    <a:pt x="3165502" y="656784"/>
                  </a:lnTo>
                  <a:lnTo>
                    <a:pt x="3235846" y="664492"/>
                  </a:lnTo>
                  <a:lnTo>
                    <a:pt x="3306191" y="666538"/>
                  </a:lnTo>
                  <a:lnTo>
                    <a:pt x="3376535" y="668436"/>
                  </a:lnTo>
                  <a:lnTo>
                    <a:pt x="3446880" y="670322"/>
                  </a:lnTo>
                  <a:lnTo>
                    <a:pt x="3517224" y="672196"/>
                  </a:lnTo>
                  <a:lnTo>
                    <a:pt x="3587569" y="674059"/>
                  </a:lnTo>
                  <a:lnTo>
                    <a:pt x="3657913" y="675909"/>
                  </a:lnTo>
                  <a:lnTo>
                    <a:pt x="3728257" y="677747"/>
                  </a:lnTo>
                  <a:lnTo>
                    <a:pt x="3798602" y="679574"/>
                  </a:lnTo>
                  <a:lnTo>
                    <a:pt x="3868946" y="681389"/>
                  </a:lnTo>
                  <a:lnTo>
                    <a:pt x="3939291" y="683192"/>
                  </a:lnTo>
                  <a:lnTo>
                    <a:pt x="4009635" y="684984"/>
                  </a:lnTo>
                  <a:lnTo>
                    <a:pt x="4079980" y="686765"/>
                  </a:lnTo>
                  <a:lnTo>
                    <a:pt x="4150324" y="688534"/>
                  </a:lnTo>
                  <a:lnTo>
                    <a:pt x="4220669" y="690292"/>
                  </a:lnTo>
                  <a:lnTo>
                    <a:pt x="4291013" y="692039"/>
                  </a:lnTo>
                  <a:lnTo>
                    <a:pt x="4361358" y="693774"/>
                  </a:lnTo>
                  <a:lnTo>
                    <a:pt x="4431702" y="695499"/>
                  </a:lnTo>
                  <a:lnTo>
                    <a:pt x="4502047" y="697212"/>
                  </a:lnTo>
                  <a:lnTo>
                    <a:pt x="4572391" y="698914"/>
                  </a:lnTo>
                  <a:lnTo>
                    <a:pt x="4642736" y="700606"/>
                  </a:lnTo>
                  <a:lnTo>
                    <a:pt x="4713080" y="702287"/>
                  </a:lnTo>
                  <a:lnTo>
                    <a:pt x="4783425" y="703957"/>
                  </a:lnTo>
                  <a:lnTo>
                    <a:pt x="4853769" y="705616"/>
                  </a:lnTo>
                  <a:lnTo>
                    <a:pt x="4924114" y="707265"/>
                  </a:lnTo>
                  <a:lnTo>
                    <a:pt x="4994458" y="708904"/>
                  </a:lnTo>
                  <a:lnTo>
                    <a:pt x="5064803" y="710532"/>
                  </a:lnTo>
                  <a:lnTo>
                    <a:pt x="5135147" y="712149"/>
                  </a:lnTo>
                  <a:lnTo>
                    <a:pt x="5205492" y="713756"/>
                  </a:lnTo>
                  <a:lnTo>
                    <a:pt x="5275836" y="715353"/>
                  </a:lnTo>
                  <a:lnTo>
                    <a:pt x="5346181" y="716940"/>
                  </a:lnTo>
                  <a:lnTo>
                    <a:pt x="5416525" y="718517"/>
                  </a:lnTo>
                  <a:lnTo>
                    <a:pt x="5486870" y="720083"/>
                  </a:lnTo>
                  <a:lnTo>
                    <a:pt x="5557214" y="721640"/>
                  </a:lnTo>
                  <a:lnTo>
                    <a:pt x="5627559" y="723186"/>
                  </a:lnTo>
                  <a:lnTo>
                    <a:pt x="5697903" y="724723"/>
                  </a:lnTo>
                  <a:lnTo>
                    <a:pt x="5768248" y="726250"/>
                  </a:lnTo>
                  <a:lnTo>
                    <a:pt x="5838592" y="727767"/>
                  </a:lnTo>
                  <a:lnTo>
                    <a:pt x="5908937" y="729275"/>
                  </a:lnTo>
                  <a:lnTo>
                    <a:pt x="5979281" y="730772"/>
                  </a:lnTo>
                  <a:lnTo>
                    <a:pt x="6049626" y="732261"/>
                  </a:lnTo>
                  <a:lnTo>
                    <a:pt x="6119970" y="733740"/>
                  </a:lnTo>
                  <a:lnTo>
                    <a:pt x="6190315" y="735209"/>
                  </a:lnTo>
                  <a:lnTo>
                    <a:pt x="6260659" y="736669"/>
                  </a:lnTo>
                  <a:lnTo>
                    <a:pt x="6331004" y="738120"/>
                  </a:lnTo>
                  <a:lnTo>
                    <a:pt x="6401348" y="739561"/>
                  </a:lnTo>
                  <a:lnTo>
                    <a:pt x="6471693" y="740993"/>
                  </a:lnTo>
                  <a:lnTo>
                    <a:pt x="6542037" y="742417"/>
                  </a:lnTo>
                  <a:lnTo>
                    <a:pt x="6612382" y="743831"/>
                  </a:lnTo>
                  <a:lnTo>
                    <a:pt x="6682726" y="745236"/>
                  </a:lnTo>
                  <a:lnTo>
                    <a:pt x="6753071" y="746632"/>
                  </a:lnTo>
                  <a:lnTo>
                    <a:pt x="6823415" y="748019"/>
                  </a:lnTo>
                  <a:lnTo>
                    <a:pt x="6893760" y="749397"/>
                  </a:lnTo>
                  <a:lnTo>
                    <a:pt x="6964104" y="7507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191791"/>
              <a:ext cx="6964104" cy="324001"/>
            </a:xfrm>
            <a:custGeom>
              <a:avLst/>
              <a:pathLst>
                <a:path w="6964104" h="324001">
                  <a:moveTo>
                    <a:pt x="6964104" y="324001"/>
                  </a:moveTo>
                  <a:lnTo>
                    <a:pt x="6893760" y="321996"/>
                  </a:lnTo>
                  <a:lnTo>
                    <a:pt x="6823415" y="319940"/>
                  </a:lnTo>
                  <a:lnTo>
                    <a:pt x="6753071" y="317830"/>
                  </a:lnTo>
                  <a:lnTo>
                    <a:pt x="6682726" y="315667"/>
                  </a:lnTo>
                  <a:lnTo>
                    <a:pt x="6612382" y="313448"/>
                  </a:lnTo>
                  <a:lnTo>
                    <a:pt x="6542037" y="311171"/>
                  </a:lnTo>
                  <a:lnTo>
                    <a:pt x="6471693" y="308836"/>
                  </a:lnTo>
                  <a:lnTo>
                    <a:pt x="6401348" y="306441"/>
                  </a:lnTo>
                  <a:lnTo>
                    <a:pt x="6331004" y="303984"/>
                  </a:lnTo>
                  <a:lnTo>
                    <a:pt x="6260659" y="301464"/>
                  </a:lnTo>
                  <a:lnTo>
                    <a:pt x="6190315" y="298880"/>
                  </a:lnTo>
                  <a:lnTo>
                    <a:pt x="6119970" y="296228"/>
                  </a:lnTo>
                  <a:lnTo>
                    <a:pt x="6049626" y="293509"/>
                  </a:lnTo>
                  <a:lnTo>
                    <a:pt x="5979281" y="290719"/>
                  </a:lnTo>
                  <a:lnTo>
                    <a:pt x="5908937" y="287858"/>
                  </a:lnTo>
                  <a:lnTo>
                    <a:pt x="5838592" y="284923"/>
                  </a:lnTo>
                  <a:lnTo>
                    <a:pt x="5768248" y="281912"/>
                  </a:lnTo>
                  <a:lnTo>
                    <a:pt x="5697903" y="278824"/>
                  </a:lnTo>
                  <a:lnTo>
                    <a:pt x="5627559" y="275657"/>
                  </a:lnTo>
                  <a:lnTo>
                    <a:pt x="5557214" y="272408"/>
                  </a:lnTo>
                  <a:lnTo>
                    <a:pt x="5486870" y="269075"/>
                  </a:lnTo>
                  <a:lnTo>
                    <a:pt x="5416525" y="265657"/>
                  </a:lnTo>
                  <a:lnTo>
                    <a:pt x="5346181" y="262150"/>
                  </a:lnTo>
                  <a:lnTo>
                    <a:pt x="5275836" y="258554"/>
                  </a:lnTo>
                  <a:lnTo>
                    <a:pt x="5205492" y="254865"/>
                  </a:lnTo>
                  <a:lnTo>
                    <a:pt x="5135147" y="251080"/>
                  </a:lnTo>
                  <a:lnTo>
                    <a:pt x="5064803" y="247199"/>
                  </a:lnTo>
                  <a:lnTo>
                    <a:pt x="4994458" y="243217"/>
                  </a:lnTo>
                  <a:lnTo>
                    <a:pt x="4924114" y="239133"/>
                  </a:lnTo>
                  <a:lnTo>
                    <a:pt x="4853769" y="234944"/>
                  </a:lnTo>
                  <a:lnTo>
                    <a:pt x="4783425" y="230648"/>
                  </a:lnTo>
                  <a:lnTo>
                    <a:pt x="4713080" y="226240"/>
                  </a:lnTo>
                  <a:lnTo>
                    <a:pt x="4642736" y="221719"/>
                  </a:lnTo>
                  <a:lnTo>
                    <a:pt x="4572391" y="217082"/>
                  </a:lnTo>
                  <a:lnTo>
                    <a:pt x="4502047" y="212326"/>
                  </a:lnTo>
                  <a:lnTo>
                    <a:pt x="4431702" y="207447"/>
                  </a:lnTo>
                  <a:lnTo>
                    <a:pt x="4361358" y="202442"/>
                  </a:lnTo>
                  <a:lnTo>
                    <a:pt x="4291013" y="197309"/>
                  </a:lnTo>
                  <a:lnTo>
                    <a:pt x="4220669" y="192043"/>
                  </a:lnTo>
                  <a:lnTo>
                    <a:pt x="4150324" y="186642"/>
                  </a:lnTo>
                  <a:lnTo>
                    <a:pt x="4079980" y="181102"/>
                  </a:lnTo>
                  <a:lnTo>
                    <a:pt x="4009635" y="175419"/>
                  </a:lnTo>
                  <a:lnTo>
                    <a:pt x="3939291" y="169591"/>
                  </a:lnTo>
                  <a:lnTo>
                    <a:pt x="3868946" y="163612"/>
                  </a:lnTo>
                  <a:lnTo>
                    <a:pt x="3798602" y="157479"/>
                  </a:lnTo>
                  <a:lnTo>
                    <a:pt x="3728257" y="151188"/>
                  </a:lnTo>
                  <a:lnTo>
                    <a:pt x="3657913" y="144736"/>
                  </a:lnTo>
                  <a:lnTo>
                    <a:pt x="3587569" y="138117"/>
                  </a:lnTo>
                  <a:lnTo>
                    <a:pt x="3517224" y="131328"/>
                  </a:lnTo>
                  <a:lnTo>
                    <a:pt x="3446880" y="124365"/>
                  </a:lnTo>
                  <a:lnTo>
                    <a:pt x="3376535" y="117222"/>
                  </a:lnTo>
                  <a:lnTo>
                    <a:pt x="3306191" y="109895"/>
                  </a:lnTo>
                  <a:lnTo>
                    <a:pt x="3235846" y="102515"/>
                  </a:lnTo>
                  <a:lnTo>
                    <a:pt x="3165502" y="100592"/>
                  </a:lnTo>
                  <a:lnTo>
                    <a:pt x="3095157" y="98657"/>
                  </a:lnTo>
                  <a:lnTo>
                    <a:pt x="3024813" y="96710"/>
                  </a:lnTo>
                  <a:lnTo>
                    <a:pt x="2954468" y="94750"/>
                  </a:lnTo>
                  <a:lnTo>
                    <a:pt x="2884124" y="92777"/>
                  </a:lnTo>
                  <a:lnTo>
                    <a:pt x="2813779" y="90792"/>
                  </a:lnTo>
                  <a:lnTo>
                    <a:pt x="2743435" y="88794"/>
                  </a:lnTo>
                  <a:lnTo>
                    <a:pt x="2673090" y="86783"/>
                  </a:lnTo>
                  <a:lnTo>
                    <a:pt x="2602746" y="84760"/>
                  </a:lnTo>
                  <a:lnTo>
                    <a:pt x="2532401" y="82723"/>
                  </a:lnTo>
                  <a:lnTo>
                    <a:pt x="2462057" y="80673"/>
                  </a:lnTo>
                  <a:lnTo>
                    <a:pt x="2391712" y="78610"/>
                  </a:lnTo>
                  <a:lnTo>
                    <a:pt x="2321368" y="76534"/>
                  </a:lnTo>
                  <a:lnTo>
                    <a:pt x="2251023" y="74444"/>
                  </a:lnTo>
                  <a:lnTo>
                    <a:pt x="2180679" y="72341"/>
                  </a:lnTo>
                  <a:lnTo>
                    <a:pt x="2110334" y="70225"/>
                  </a:lnTo>
                  <a:lnTo>
                    <a:pt x="2039990" y="68095"/>
                  </a:lnTo>
                  <a:lnTo>
                    <a:pt x="1969645" y="65951"/>
                  </a:lnTo>
                  <a:lnTo>
                    <a:pt x="1899301" y="63794"/>
                  </a:lnTo>
                  <a:lnTo>
                    <a:pt x="1828956" y="61622"/>
                  </a:lnTo>
                  <a:lnTo>
                    <a:pt x="1758612" y="59437"/>
                  </a:lnTo>
                  <a:lnTo>
                    <a:pt x="1688267" y="57238"/>
                  </a:lnTo>
                  <a:lnTo>
                    <a:pt x="1617923" y="55024"/>
                  </a:lnTo>
                  <a:lnTo>
                    <a:pt x="1547578" y="52796"/>
                  </a:lnTo>
                  <a:lnTo>
                    <a:pt x="1477234" y="50554"/>
                  </a:lnTo>
                  <a:lnTo>
                    <a:pt x="1406889" y="48298"/>
                  </a:lnTo>
                  <a:lnTo>
                    <a:pt x="1336545" y="46027"/>
                  </a:lnTo>
                  <a:lnTo>
                    <a:pt x="1266200" y="43742"/>
                  </a:lnTo>
                  <a:lnTo>
                    <a:pt x="1195856" y="41442"/>
                  </a:lnTo>
                  <a:lnTo>
                    <a:pt x="1125511" y="39127"/>
                  </a:lnTo>
                  <a:lnTo>
                    <a:pt x="1055167" y="36797"/>
                  </a:lnTo>
                  <a:lnTo>
                    <a:pt x="984822" y="34452"/>
                  </a:lnTo>
                  <a:lnTo>
                    <a:pt x="914478" y="32092"/>
                  </a:lnTo>
                  <a:lnTo>
                    <a:pt x="844133" y="29717"/>
                  </a:lnTo>
                  <a:lnTo>
                    <a:pt x="773789" y="27327"/>
                  </a:lnTo>
                  <a:lnTo>
                    <a:pt x="703444" y="24921"/>
                  </a:lnTo>
                  <a:lnTo>
                    <a:pt x="633100" y="22500"/>
                  </a:lnTo>
                  <a:lnTo>
                    <a:pt x="562755" y="20064"/>
                  </a:lnTo>
                  <a:lnTo>
                    <a:pt x="492411" y="17612"/>
                  </a:lnTo>
                  <a:lnTo>
                    <a:pt x="422066" y="15144"/>
                  </a:lnTo>
                  <a:lnTo>
                    <a:pt x="351722" y="12660"/>
                  </a:lnTo>
                  <a:lnTo>
                    <a:pt x="281377" y="10160"/>
                  </a:lnTo>
                  <a:lnTo>
                    <a:pt x="211033" y="7644"/>
                  </a:lnTo>
                  <a:lnTo>
                    <a:pt x="140688" y="5112"/>
                  </a:lnTo>
                  <a:lnTo>
                    <a:pt x="70344" y="25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971248"/>
              <a:ext cx="6964104" cy="493558"/>
            </a:xfrm>
            <a:custGeom>
              <a:avLst/>
              <a:pathLst>
                <a:path w="6964104" h="493558">
                  <a:moveTo>
                    <a:pt x="0" y="0"/>
                  </a:moveTo>
                  <a:lnTo>
                    <a:pt x="70344" y="9822"/>
                  </a:lnTo>
                  <a:lnTo>
                    <a:pt x="140688" y="19490"/>
                  </a:lnTo>
                  <a:lnTo>
                    <a:pt x="211033" y="29005"/>
                  </a:lnTo>
                  <a:lnTo>
                    <a:pt x="281377" y="38370"/>
                  </a:lnTo>
                  <a:lnTo>
                    <a:pt x="351722" y="47587"/>
                  </a:lnTo>
                  <a:lnTo>
                    <a:pt x="422066" y="56658"/>
                  </a:lnTo>
                  <a:lnTo>
                    <a:pt x="492411" y="65587"/>
                  </a:lnTo>
                  <a:lnTo>
                    <a:pt x="562755" y="74374"/>
                  </a:lnTo>
                  <a:lnTo>
                    <a:pt x="633100" y="83023"/>
                  </a:lnTo>
                  <a:lnTo>
                    <a:pt x="703444" y="91536"/>
                  </a:lnTo>
                  <a:lnTo>
                    <a:pt x="773789" y="99914"/>
                  </a:lnTo>
                  <a:lnTo>
                    <a:pt x="844133" y="108160"/>
                  </a:lnTo>
                  <a:lnTo>
                    <a:pt x="914478" y="116275"/>
                  </a:lnTo>
                  <a:lnTo>
                    <a:pt x="984822" y="124263"/>
                  </a:lnTo>
                  <a:lnTo>
                    <a:pt x="1055167" y="132125"/>
                  </a:lnTo>
                  <a:lnTo>
                    <a:pt x="1125511" y="139862"/>
                  </a:lnTo>
                  <a:lnTo>
                    <a:pt x="1195856" y="147478"/>
                  </a:lnTo>
                  <a:lnTo>
                    <a:pt x="1266200" y="154973"/>
                  </a:lnTo>
                  <a:lnTo>
                    <a:pt x="1336545" y="162350"/>
                  </a:lnTo>
                  <a:lnTo>
                    <a:pt x="1406889" y="169611"/>
                  </a:lnTo>
                  <a:lnTo>
                    <a:pt x="1477234" y="176757"/>
                  </a:lnTo>
                  <a:lnTo>
                    <a:pt x="1547578" y="183790"/>
                  </a:lnTo>
                  <a:lnTo>
                    <a:pt x="1617923" y="190712"/>
                  </a:lnTo>
                  <a:lnTo>
                    <a:pt x="1688267" y="197525"/>
                  </a:lnTo>
                  <a:lnTo>
                    <a:pt x="1758612" y="204231"/>
                  </a:lnTo>
                  <a:lnTo>
                    <a:pt x="1828956" y="210830"/>
                  </a:lnTo>
                  <a:lnTo>
                    <a:pt x="1899301" y="217326"/>
                  </a:lnTo>
                  <a:lnTo>
                    <a:pt x="1969645" y="223719"/>
                  </a:lnTo>
                  <a:lnTo>
                    <a:pt x="2039990" y="230011"/>
                  </a:lnTo>
                  <a:lnTo>
                    <a:pt x="2110334" y="236204"/>
                  </a:lnTo>
                  <a:lnTo>
                    <a:pt x="2180679" y="242299"/>
                  </a:lnTo>
                  <a:lnTo>
                    <a:pt x="2251023" y="248298"/>
                  </a:lnTo>
                  <a:lnTo>
                    <a:pt x="2321368" y="254202"/>
                  </a:lnTo>
                  <a:lnTo>
                    <a:pt x="2391712" y="260013"/>
                  </a:lnTo>
                  <a:lnTo>
                    <a:pt x="2462057" y="265732"/>
                  </a:lnTo>
                  <a:lnTo>
                    <a:pt x="2532401" y="271362"/>
                  </a:lnTo>
                  <a:lnTo>
                    <a:pt x="2602746" y="276902"/>
                  </a:lnTo>
                  <a:lnTo>
                    <a:pt x="2673090" y="282355"/>
                  </a:lnTo>
                  <a:lnTo>
                    <a:pt x="2743435" y="287722"/>
                  </a:lnTo>
                  <a:lnTo>
                    <a:pt x="2813779" y="293004"/>
                  </a:lnTo>
                  <a:lnTo>
                    <a:pt x="2884124" y="298202"/>
                  </a:lnTo>
                  <a:lnTo>
                    <a:pt x="2954468" y="303319"/>
                  </a:lnTo>
                  <a:lnTo>
                    <a:pt x="3024813" y="308355"/>
                  </a:lnTo>
                  <a:lnTo>
                    <a:pt x="3095157" y="313312"/>
                  </a:lnTo>
                  <a:lnTo>
                    <a:pt x="3165502" y="318190"/>
                  </a:lnTo>
                  <a:lnTo>
                    <a:pt x="3235846" y="322991"/>
                  </a:lnTo>
                  <a:lnTo>
                    <a:pt x="3306191" y="327717"/>
                  </a:lnTo>
                  <a:lnTo>
                    <a:pt x="3376535" y="332368"/>
                  </a:lnTo>
                  <a:lnTo>
                    <a:pt x="3446880" y="336945"/>
                  </a:lnTo>
                  <a:lnTo>
                    <a:pt x="3517224" y="341451"/>
                  </a:lnTo>
                  <a:lnTo>
                    <a:pt x="3587569" y="345885"/>
                  </a:lnTo>
                  <a:lnTo>
                    <a:pt x="3657913" y="350249"/>
                  </a:lnTo>
                  <a:lnTo>
                    <a:pt x="3728257" y="354544"/>
                  </a:lnTo>
                  <a:lnTo>
                    <a:pt x="3798602" y="358772"/>
                  </a:lnTo>
                  <a:lnTo>
                    <a:pt x="3868946" y="362933"/>
                  </a:lnTo>
                  <a:lnTo>
                    <a:pt x="3939291" y="367028"/>
                  </a:lnTo>
                  <a:lnTo>
                    <a:pt x="4009635" y="371059"/>
                  </a:lnTo>
                  <a:lnTo>
                    <a:pt x="4079980" y="375026"/>
                  </a:lnTo>
                  <a:lnTo>
                    <a:pt x="4150324" y="378930"/>
                  </a:lnTo>
                  <a:lnTo>
                    <a:pt x="4220669" y="382773"/>
                  </a:lnTo>
                  <a:lnTo>
                    <a:pt x="4291013" y="386555"/>
                  </a:lnTo>
                  <a:lnTo>
                    <a:pt x="4361358" y="390277"/>
                  </a:lnTo>
                  <a:lnTo>
                    <a:pt x="4431702" y="393941"/>
                  </a:lnTo>
                  <a:lnTo>
                    <a:pt x="4502047" y="397547"/>
                  </a:lnTo>
                  <a:lnTo>
                    <a:pt x="4572391" y="401096"/>
                  </a:lnTo>
                  <a:lnTo>
                    <a:pt x="4642736" y="404589"/>
                  </a:lnTo>
                  <a:lnTo>
                    <a:pt x="4713080" y="408027"/>
                  </a:lnTo>
                  <a:lnTo>
                    <a:pt x="4783425" y="411410"/>
                  </a:lnTo>
                  <a:lnTo>
                    <a:pt x="4853769" y="414740"/>
                  </a:lnTo>
                  <a:lnTo>
                    <a:pt x="4924114" y="418018"/>
                  </a:lnTo>
                  <a:lnTo>
                    <a:pt x="4994458" y="421244"/>
                  </a:lnTo>
                  <a:lnTo>
                    <a:pt x="5064803" y="424419"/>
                  </a:lnTo>
                  <a:lnTo>
                    <a:pt x="5135147" y="427544"/>
                  </a:lnTo>
                  <a:lnTo>
                    <a:pt x="5205492" y="430620"/>
                  </a:lnTo>
                  <a:lnTo>
                    <a:pt x="5275836" y="433647"/>
                  </a:lnTo>
                  <a:lnTo>
                    <a:pt x="5346181" y="436626"/>
                  </a:lnTo>
                  <a:lnTo>
                    <a:pt x="5416525" y="439558"/>
                  </a:lnTo>
                  <a:lnTo>
                    <a:pt x="5486870" y="442444"/>
                  </a:lnTo>
                  <a:lnTo>
                    <a:pt x="5557214" y="445285"/>
                  </a:lnTo>
                  <a:lnTo>
                    <a:pt x="5627559" y="448080"/>
                  </a:lnTo>
                  <a:lnTo>
                    <a:pt x="5697903" y="450832"/>
                  </a:lnTo>
                  <a:lnTo>
                    <a:pt x="5768248" y="453540"/>
                  </a:lnTo>
                  <a:lnTo>
                    <a:pt x="5838592" y="456205"/>
                  </a:lnTo>
                  <a:lnTo>
                    <a:pt x="5908937" y="458829"/>
                  </a:lnTo>
                  <a:lnTo>
                    <a:pt x="5979281" y="461410"/>
                  </a:lnTo>
                  <a:lnTo>
                    <a:pt x="6049626" y="463952"/>
                  </a:lnTo>
                  <a:lnTo>
                    <a:pt x="6119970" y="466453"/>
                  </a:lnTo>
                  <a:lnTo>
                    <a:pt x="6190315" y="468914"/>
                  </a:lnTo>
                  <a:lnTo>
                    <a:pt x="6260659" y="471337"/>
                  </a:lnTo>
                  <a:lnTo>
                    <a:pt x="6331004" y="473721"/>
                  </a:lnTo>
                  <a:lnTo>
                    <a:pt x="6401348" y="476068"/>
                  </a:lnTo>
                  <a:lnTo>
                    <a:pt x="6471693" y="478378"/>
                  </a:lnTo>
                  <a:lnTo>
                    <a:pt x="6542037" y="480652"/>
                  </a:lnTo>
                  <a:lnTo>
                    <a:pt x="6612382" y="482889"/>
                  </a:lnTo>
                  <a:lnTo>
                    <a:pt x="6682726" y="485091"/>
                  </a:lnTo>
                  <a:lnTo>
                    <a:pt x="6753071" y="487259"/>
                  </a:lnTo>
                  <a:lnTo>
                    <a:pt x="6823415" y="489392"/>
                  </a:lnTo>
                  <a:lnTo>
                    <a:pt x="6893760" y="491492"/>
                  </a:lnTo>
                  <a:lnTo>
                    <a:pt x="6964104" y="493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(1.08-1.34), p_Bonf = 0.006 (n = 6)  |  per IQR decline (Δ = 29.5 %): 1.71 (1.24-2.37)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2026-07-22T08:00:08Z</dcterms:modified>
  <cp:category/>
</cp:coreProperties>
</file>