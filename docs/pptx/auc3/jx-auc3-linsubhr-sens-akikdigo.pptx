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87106" y="3250627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87106" y="2951293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87106" y="265195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87106" y="235262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501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1506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25121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3517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4522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87106" y="3400294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87106" y="280162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87106" y="250229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87106" y="220295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6004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7009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8014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39019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235312" y="2143092"/>
              <a:ext cx="6964104" cy="1212190"/>
            </a:xfrm>
            <a:custGeom>
              <a:avLst/>
              <a:pathLst>
                <a:path w="6964104" h="1212190">
                  <a:moveTo>
                    <a:pt x="112635" y="0"/>
                  </a:moveTo>
                  <a:lnTo>
                    <a:pt x="140688" y="17197"/>
                  </a:lnTo>
                  <a:lnTo>
                    <a:pt x="211033" y="58870"/>
                  </a:lnTo>
                  <a:lnTo>
                    <a:pt x="281377" y="99143"/>
                  </a:lnTo>
                  <a:lnTo>
                    <a:pt x="351722" y="138062"/>
                  </a:lnTo>
                  <a:lnTo>
                    <a:pt x="422066" y="175673"/>
                  </a:lnTo>
                  <a:lnTo>
                    <a:pt x="492411" y="212021"/>
                  </a:lnTo>
                  <a:lnTo>
                    <a:pt x="562755" y="247146"/>
                  </a:lnTo>
                  <a:lnTo>
                    <a:pt x="633100" y="281092"/>
                  </a:lnTo>
                  <a:lnTo>
                    <a:pt x="703444" y="313896"/>
                  </a:lnTo>
                  <a:lnTo>
                    <a:pt x="773789" y="345598"/>
                  </a:lnTo>
                  <a:lnTo>
                    <a:pt x="844133" y="376235"/>
                  </a:lnTo>
                  <a:lnTo>
                    <a:pt x="914478" y="405842"/>
                  </a:lnTo>
                  <a:lnTo>
                    <a:pt x="984822" y="434454"/>
                  </a:lnTo>
                  <a:lnTo>
                    <a:pt x="1055167" y="462104"/>
                  </a:lnTo>
                  <a:lnTo>
                    <a:pt x="1125511" y="488825"/>
                  </a:lnTo>
                  <a:lnTo>
                    <a:pt x="1195856" y="514648"/>
                  </a:lnTo>
                  <a:lnTo>
                    <a:pt x="1266200" y="539603"/>
                  </a:lnTo>
                  <a:lnTo>
                    <a:pt x="1336545" y="563720"/>
                  </a:lnTo>
                  <a:lnTo>
                    <a:pt x="1406889" y="587026"/>
                  </a:lnTo>
                  <a:lnTo>
                    <a:pt x="1477234" y="609549"/>
                  </a:lnTo>
                  <a:lnTo>
                    <a:pt x="1547578" y="631315"/>
                  </a:lnTo>
                  <a:lnTo>
                    <a:pt x="1617923" y="652349"/>
                  </a:lnTo>
                  <a:lnTo>
                    <a:pt x="1688267" y="672677"/>
                  </a:lnTo>
                  <a:lnTo>
                    <a:pt x="1758612" y="692321"/>
                  </a:lnTo>
                  <a:lnTo>
                    <a:pt x="1828956" y="711305"/>
                  </a:lnTo>
                  <a:lnTo>
                    <a:pt x="1899301" y="729651"/>
                  </a:lnTo>
                  <a:lnTo>
                    <a:pt x="1969645" y="747381"/>
                  </a:lnTo>
                  <a:lnTo>
                    <a:pt x="2039990" y="764514"/>
                  </a:lnTo>
                  <a:lnTo>
                    <a:pt x="2110334" y="781072"/>
                  </a:lnTo>
                  <a:lnTo>
                    <a:pt x="2180679" y="797074"/>
                  </a:lnTo>
                  <a:lnTo>
                    <a:pt x="2251023" y="812537"/>
                  </a:lnTo>
                  <a:lnTo>
                    <a:pt x="2321368" y="827481"/>
                  </a:lnTo>
                  <a:lnTo>
                    <a:pt x="2391712" y="841923"/>
                  </a:lnTo>
                  <a:lnTo>
                    <a:pt x="2462057" y="855880"/>
                  </a:lnTo>
                  <a:lnTo>
                    <a:pt x="2532401" y="869367"/>
                  </a:lnTo>
                  <a:lnTo>
                    <a:pt x="2602746" y="882401"/>
                  </a:lnTo>
                  <a:lnTo>
                    <a:pt x="2673090" y="894997"/>
                  </a:lnTo>
                  <a:lnTo>
                    <a:pt x="2743435" y="907170"/>
                  </a:lnTo>
                  <a:lnTo>
                    <a:pt x="2813779" y="918933"/>
                  </a:lnTo>
                  <a:lnTo>
                    <a:pt x="2884124" y="930302"/>
                  </a:lnTo>
                  <a:lnTo>
                    <a:pt x="2954468" y="941288"/>
                  </a:lnTo>
                  <a:lnTo>
                    <a:pt x="3024813" y="951905"/>
                  </a:lnTo>
                  <a:lnTo>
                    <a:pt x="3095157" y="958011"/>
                  </a:lnTo>
                  <a:lnTo>
                    <a:pt x="3165502" y="958347"/>
                  </a:lnTo>
                  <a:lnTo>
                    <a:pt x="3235846" y="958684"/>
                  </a:lnTo>
                  <a:lnTo>
                    <a:pt x="3306191" y="959020"/>
                  </a:lnTo>
                  <a:lnTo>
                    <a:pt x="3376535" y="959356"/>
                  </a:lnTo>
                  <a:lnTo>
                    <a:pt x="3446880" y="959691"/>
                  </a:lnTo>
                  <a:lnTo>
                    <a:pt x="3517224" y="960026"/>
                  </a:lnTo>
                  <a:lnTo>
                    <a:pt x="3587569" y="960361"/>
                  </a:lnTo>
                  <a:lnTo>
                    <a:pt x="3657913" y="960695"/>
                  </a:lnTo>
                  <a:lnTo>
                    <a:pt x="3728257" y="961029"/>
                  </a:lnTo>
                  <a:lnTo>
                    <a:pt x="3798602" y="961362"/>
                  </a:lnTo>
                  <a:lnTo>
                    <a:pt x="3868946" y="961695"/>
                  </a:lnTo>
                  <a:lnTo>
                    <a:pt x="3939291" y="962028"/>
                  </a:lnTo>
                  <a:lnTo>
                    <a:pt x="4009635" y="962360"/>
                  </a:lnTo>
                  <a:lnTo>
                    <a:pt x="4079980" y="962692"/>
                  </a:lnTo>
                  <a:lnTo>
                    <a:pt x="4150324" y="963024"/>
                  </a:lnTo>
                  <a:lnTo>
                    <a:pt x="4220669" y="963355"/>
                  </a:lnTo>
                  <a:lnTo>
                    <a:pt x="4291013" y="963686"/>
                  </a:lnTo>
                  <a:lnTo>
                    <a:pt x="4361358" y="964016"/>
                  </a:lnTo>
                  <a:lnTo>
                    <a:pt x="4431702" y="964346"/>
                  </a:lnTo>
                  <a:lnTo>
                    <a:pt x="4502047" y="964676"/>
                  </a:lnTo>
                  <a:lnTo>
                    <a:pt x="4572391" y="965005"/>
                  </a:lnTo>
                  <a:lnTo>
                    <a:pt x="4642736" y="965334"/>
                  </a:lnTo>
                  <a:lnTo>
                    <a:pt x="4713080" y="965663"/>
                  </a:lnTo>
                  <a:lnTo>
                    <a:pt x="4783425" y="965991"/>
                  </a:lnTo>
                  <a:lnTo>
                    <a:pt x="4853769" y="966319"/>
                  </a:lnTo>
                  <a:lnTo>
                    <a:pt x="4924114" y="966646"/>
                  </a:lnTo>
                  <a:lnTo>
                    <a:pt x="4994458" y="966974"/>
                  </a:lnTo>
                  <a:lnTo>
                    <a:pt x="5064803" y="967300"/>
                  </a:lnTo>
                  <a:lnTo>
                    <a:pt x="5135147" y="967627"/>
                  </a:lnTo>
                  <a:lnTo>
                    <a:pt x="5205492" y="967953"/>
                  </a:lnTo>
                  <a:lnTo>
                    <a:pt x="5275836" y="968278"/>
                  </a:lnTo>
                  <a:lnTo>
                    <a:pt x="5346181" y="968604"/>
                  </a:lnTo>
                  <a:lnTo>
                    <a:pt x="5416525" y="968929"/>
                  </a:lnTo>
                  <a:lnTo>
                    <a:pt x="5486870" y="969253"/>
                  </a:lnTo>
                  <a:lnTo>
                    <a:pt x="5557214" y="969577"/>
                  </a:lnTo>
                  <a:lnTo>
                    <a:pt x="5627559" y="969901"/>
                  </a:lnTo>
                  <a:lnTo>
                    <a:pt x="5697903" y="970225"/>
                  </a:lnTo>
                  <a:lnTo>
                    <a:pt x="5768248" y="970548"/>
                  </a:lnTo>
                  <a:lnTo>
                    <a:pt x="5838592" y="970871"/>
                  </a:lnTo>
                  <a:lnTo>
                    <a:pt x="5908937" y="971193"/>
                  </a:lnTo>
                  <a:lnTo>
                    <a:pt x="5979281" y="971515"/>
                  </a:lnTo>
                  <a:lnTo>
                    <a:pt x="6049626" y="971837"/>
                  </a:lnTo>
                  <a:lnTo>
                    <a:pt x="6119970" y="972158"/>
                  </a:lnTo>
                  <a:lnTo>
                    <a:pt x="6190315" y="972479"/>
                  </a:lnTo>
                  <a:lnTo>
                    <a:pt x="6260659" y="972799"/>
                  </a:lnTo>
                  <a:lnTo>
                    <a:pt x="6331004" y="973120"/>
                  </a:lnTo>
                  <a:lnTo>
                    <a:pt x="6401348" y="973439"/>
                  </a:lnTo>
                  <a:lnTo>
                    <a:pt x="6471693" y="973759"/>
                  </a:lnTo>
                  <a:lnTo>
                    <a:pt x="6542037" y="974078"/>
                  </a:lnTo>
                  <a:lnTo>
                    <a:pt x="6612382" y="974397"/>
                  </a:lnTo>
                  <a:lnTo>
                    <a:pt x="6682726" y="974715"/>
                  </a:lnTo>
                  <a:lnTo>
                    <a:pt x="6753071" y="975033"/>
                  </a:lnTo>
                  <a:lnTo>
                    <a:pt x="6823415" y="975351"/>
                  </a:lnTo>
                  <a:lnTo>
                    <a:pt x="6893760" y="975668"/>
                  </a:lnTo>
                  <a:lnTo>
                    <a:pt x="6964104" y="975985"/>
                  </a:lnTo>
                  <a:lnTo>
                    <a:pt x="6964104" y="1212190"/>
                  </a:lnTo>
                  <a:lnTo>
                    <a:pt x="6893760" y="1210625"/>
                  </a:lnTo>
                  <a:lnTo>
                    <a:pt x="6823415" y="1209005"/>
                  </a:lnTo>
                  <a:lnTo>
                    <a:pt x="6753071" y="1207329"/>
                  </a:lnTo>
                  <a:lnTo>
                    <a:pt x="6682726" y="1205595"/>
                  </a:lnTo>
                  <a:lnTo>
                    <a:pt x="6612382" y="1203800"/>
                  </a:lnTo>
                  <a:lnTo>
                    <a:pt x="6542037" y="1201943"/>
                  </a:lnTo>
                  <a:lnTo>
                    <a:pt x="6471693" y="1200021"/>
                  </a:lnTo>
                  <a:lnTo>
                    <a:pt x="6401348" y="1198033"/>
                  </a:lnTo>
                  <a:lnTo>
                    <a:pt x="6331004" y="1195975"/>
                  </a:lnTo>
                  <a:lnTo>
                    <a:pt x="6260659" y="1193846"/>
                  </a:lnTo>
                  <a:lnTo>
                    <a:pt x="6190315" y="1191642"/>
                  </a:lnTo>
                  <a:lnTo>
                    <a:pt x="6119970" y="1189362"/>
                  </a:lnTo>
                  <a:lnTo>
                    <a:pt x="6049626" y="1187003"/>
                  </a:lnTo>
                  <a:lnTo>
                    <a:pt x="5979281" y="1184562"/>
                  </a:lnTo>
                  <a:lnTo>
                    <a:pt x="5908937" y="1182036"/>
                  </a:lnTo>
                  <a:lnTo>
                    <a:pt x="5838592" y="1179422"/>
                  </a:lnTo>
                  <a:lnTo>
                    <a:pt x="5768248" y="1176717"/>
                  </a:lnTo>
                  <a:lnTo>
                    <a:pt x="5697903" y="1173918"/>
                  </a:lnTo>
                  <a:lnTo>
                    <a:pt x="5627559" y="1171022"/>
                  </a:lnTo>
                  <a:lnTo>
                    <a:pt x="5557214" y="1168025"/>
                  </a:lnTo>
                  <a:lnTo>
                    <a:pt x="5486870" y="1164924"/>
                  </a:lnTo>
                  <a:lnTo>
                    <a:pt x="5416525" y="1161715"/>
                  </a:lnTo>
                  <a:lnTo>
                    <a:pt x="5346181" y="1158394"/>
                  </a:lnTo>
                  <a:lnTo>
                    <a:pt x="5275836" y="1154958"/>
                  </a:lnTo>
                  <a:lnTo>
                    <a:pt x="5205492" y="1151402"/>
                  </a:lnTo>
                  <a:lnTo>
                    <a:pt x="5135147" y="1147723"/>
                  </a:lnTo>
                  <a:lnTo>
                    <a:pt x="5064803" y="1143915"/>
                  </a:lnTo>
                  <a:lnTo>
                    <a:pt x="4994458" y="1139976"/>
                  </a:lnTo>
                  <a:lnTo>
                    <a:pt x="4924114" y="1135899"/>
                  </a:lnTo>
                  <a:lnTo>
                    <a:pt x="4853769" y="1131681"/>
                  </a:lnTo>
                  <a:lnTo>
                    <a:pt x="4783425" y="1127316"/>
                  </a:lnTo>
                  <a:lnTo>
                    <a:pt x="4713080" y="1122799"/>
                  </a:lnTo>
                  <a:lnTo>
                    <a:pt x="4642736" y="1118125"/>
                  </a:lnTo>
                  <a:lnTo>
                    <a:pt x="4572391" y="1113288"/>
                  </a:lnTo>
                  <a:lnTo>
                    <a:pt x="4502047" y="1108283"/>
                  </a:lnTo>
                  <a:lnTo>
                    <a:pt x="4431702" y="1103105"/>
                  </a:lnTo>
                  <a:lnTo>
                    <a:pt x="4361358" y="1097746"/>
                  </a:lnTo>
                  <a:lnTo>
                    <a:pt x="4291013" y="1092200"/>
                  </a:lnTo>
                  <a:lnTo>
                    <a:pt x="4220669" y="1086462"/>
                  </a:lnTo>
                  <a:lnTo>
                    <a:pt x="4150324" y="1080525"/>
                  </a:lnTo>
                  <a:lnTo>
                    <a:pt x="4079980" y="1074381"/>
                  </a:lnTo>
                  <a:lnTo>
                    <a:pt x="4009635" y="1068023"/>
                  </a:lnTo>
                  <a:lnTo>
                    <a:pt x="3939291" y="1061444"/>
                  </a:lnTo>
                  <a:lnTo>
                    <a:pt x="3868946" y="1054636"/>
                  </a:lnTo>
                  <a:lnTo>
                    <a:pt x="3798602" y="1047592"/>
                  </a:lnTo>
                  <a:lnTo>
                    <a:pt x="3728257" y="1040302"/>
                  </a:lnTo>
                  <a:lnTo>
                    <a:pt x="3657913" y="1032759"/>
                  </a:lnTo>
                  <a:lnTo>
                    <a:pt x="3587569" y="1024954"/>
                  </a:lnTo>
                  <a:lnTo>
                    <a:pt x="3517224" y="1016878"/>
                  </a:lnTo>
                  <a:lnTo>
                    <a:pt x="3446880" y="1008520"/>
                  </a:lnTo>
                  <a:lnTo>
                    <a:pt x="3376535" y="999872"/>
                  </a:lnTo>
                  <a:lnTo>
                    <a:pt x="3306191" y="990923"/>
                  </a:lnTo>
                  <a:lnTo>
                    <a:pt x="3235846" y="981663"/>
                  </a:lnTo>
                  <a:lnTo>
                    <a:pt x="3165502" y="972081"/>
                  </a:lnTo>
                  <a:lnTo>
                    <a:pt x="3095157" y="962165"/>
                  </a:lnTo>
                  <a:lnTo>
                    <a:pt x="3024813" y="957673"/>
                  </a:lnTo>
                  <a:lnTo>
                    <a:pt x="2954468" y="957336"/>
                  </a:lnTo>
                  <a:lnTo>
                    <a:pt x="2884124" y="956998"/>
                  </a:lnTo>
                  <a:lnTo>
                    <a:pt x="2813779" y="956659"/>
                  </a:lnTo>
                  <a:lnTo>
                    <a:pt x="2743435" y="956321"/>
                  </a:lnTo>
                  <a:lnTo>
                    <a:pt x="2673090" y="955981"/>
                  </a:lnTo>
                  <a:lnTo>
                    <a:pt x="2602746" y="955642"/>
                  </a:lnTo>
                  <a:lnTo>
                    <a:pt x="2532401" y="955302"/>
                  </a:lnTo>
                  <a:lnTo>
                    <a:pt x="2462057" y="954962"/>
                  </a:lnTo>
                  <a:lnTo>
                    <a:pt x="2391712" y="954621"/>
                  </a:lnTo>
                  <a:lnTo>
                    <a:pt x="2321368" y="954280"/>
                  </a:lnTo>
                  <a:lnTo>
                    <a:pt x="2251023" y="953939"/>
                  </a:lnTo>
                  <a:lnTo>
                    <a:pt x="2180679" y="953597"/>
                  </a:lnTo>
                  <a:lnTo>
                    <a:pt x="2110334" y="953255"/>
                  </a:lnTo>
                  <a:lnTo>
                    <a:pt x="2039990" y="952912"/>
                  </a:lnTo>
                  <a:lnTo>
                    <a:pt x="1969645" y="952569"/>
                  </a:lnTo>
                  <a:lnTo>
                    <a:pt x="1899301" y="952226"/>
                  </a:lnTo>
                  <a:lnTo>
                    <a:pt x="1828956" y="951882"/>
                  </a:lnTo>
                  <a:lnTo>
                    <a:pt x="1758612" y="951538"/>
                  </a:lnTo>
                  <a:lnTo>
                    <a:pt x="1688267" y="951193"/>
                  </a:lnTo>
                  <a:lnTo>
                    <a:pt x="1617923" y="950848"/>
                  </a:lnTo>
                  <a:lnTo>
                    <a:pt x="1547578" y="950503"/>
                  </a:lnTo>
                  <a:lnTo>
                    <a:pt x="1477234" y="950157"/>
                  </a:lnTo>
                  <a:lnTo>
                    <a:pt x="1406889" y="949811"/>
                  </a:lnTo>
                  <a:lnTo>
                    <a:pt x="1336545" y="949465"/>
                  </a:lnTo>
                  <a:lnTo>
                    <a:pt x="1266200" y="949118"/>
                  </a:lnTo>
                  <a:lnTo>
                    <a:pt x="1195856" y="948771"/>
                  </a:lnTo>
                  <a:lnTo>
                    <a:pt x="1125511" y="948423"/>
                  </a:lnTo>
                  <a:lnTo>
                    <a:pt x="1055167" y="948075"/>
                  </a:lnTo>
                  <a:lnTo>
                    <a:pt x="984822" y="947727"/>
                  </a:lnTo>
                  <a:lnTo>
                    <a:pt x="914478" y="947378"/>
                  </a:lnTo>
                  <a:lnTo>
                    <a:pt x="844133" y="947028"/>
                  </a:lnTo>
                  <a:lnTo>
                    <a:pt x="773789" y="946679"/>
                  </a:lnTo>
                  <a:lnTo>
                    <a:pt x="703444" y="946329"/>
                  </a:lnTo>
                  <a:lnTo>
                    <a:pt x="633100" y="945978"/>
                  </a:lnTo>
                  <a:lnTo>
                    <a:pt x="562755" y="945628"/>
                  </a:lnTo>
                  <a:lnTo>
                    <a:pt x="492411" y="945277"/>
                  </a:lnTo>
                  <a:lnTo>
                    <a:pt x="422066" y="944925"/>
                  </a:lnTo>
                  <a:lnTo>
                    <a:pt x="351722" y="944573"/>
                  </a:lnTo>
                  <a:lnTo>
                    <a:pt x="281377" y="944221"/>
                  </a:lnTo>
                  <a:lnTo>
                    <a:pt x="211033" y="943868"/>
                  </a:lnTo>
                  <a:lnTo>
                    <a:pt x="140688" y="943515"/>
                  </a:lnTo>
                  <a:lnTo>
                    <a:pt x="70344" y="943161"/>
                  </a:lnTo>
                  <a:lnTo>
                    <a:pt x="0" y="94280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47947" y="2143092"/>
              <a:ext cx="6851469" cy="975985"/>
            </a:xfrm>
            <a:custGeom>
              <a:avLst/>
              <a:pathLst>
                <a:path w="6851469" h="975985">
                  <a:moveTo>
                    <a:pt x="0" y="0"/>
                  </a:moveTo>
                  <a:lnTo>
                    <a:pt x="28053" y="17197"/>
                  </a:lnTo>
                  <a:lnTo>
                    <a:pt x="98398" y="58870"/>
                  </a:lnTo>
                  <a:lnTo>
                    <a:pt x="168742" y="99143"/>
                  </a:lnTo>
                  <a:lnTo>
                    <a:pt x="239087" y="138062"/>
                  </a:lnTo>
                  <a:lnTo>
                    <a:pt x="309431" y="175673"/>
                  </a:lnTo>
                  <a:lnTo>
                    <a:pt x="379776" y="212021"/>
                  </a:lnTo>
                  <a:lnTo>
                    <a:pt x="450120" y="247146"/>
                  </a:lnTo>
                  <a:lnTo>
                    <a:pt x="520465" y="281092"/>
                  </a:lnTo>
                  <a:lnTo>
                    <a:pt x="590809" y="313896"/>
                  </a:lnTo>
                  <a:lnTo>
                    <a:pt x="661154" y="345598"/>
                  </a:lnTo>
                  <a:lnTo>
                    <a:pt x="731498" y="376235"/>
                  </a:lnTo>
                  <a:lnTo>
                    <a:pt x="801843" y="405842"/>
                  </a:lnTo>
                  <a:lnTo>
                    <a:pt x="872187" y="434454"/>
                  </a:lnTo>
                  <a:lnTo>
                    <a:pt x="942532" y="462104"/>
                  </a:lnTo>
                  <a:lnTo>
                    <a:pt x="1012876" y="488825"/>
                  </a:lnTo>
                  <a:lnTo>
                    <a:pt x="1083221" y="514648"/>
                  </a:lnTo>
                  <a:lnTo>
                    <a:pt x="1153565" y="539603"/>
                  </a:lnTo>
                  <a:lnTo>
                    <a:pt x="1223909" y="563720"/>
                  </a:lnTo>
                  <a:lnTo>
                    <a:pt x="1294254" y="587026"/>
                  </a:lnTo>
                  <a:lnTo>
                    <a:pt x="1364598" y="609549"/>
                  </a:lnTo>
                  <a:lnTo>
                    <a:pt x="1434943" y="631315"/>
                  </a:lnTo>
                  <a:lnTo>
                    <a:pt x="1505287" y="652349"/>
                  </a:lnTo>
                  <a:lnTo>
                    <a:pt x="1575632" y="672677"/>
                  </a:lnTo>
                  <a:lnTo>
                    <a:pt x="1645976" y="692321"/>
                  </a:lnTo>
                  <a:lnTo>
                    <a:pt x="1716321" y="711305"/>
                  </a:lnTo>
                  <a:lnTo>
                    <a:pt x="1786665" y="729651"/>
                  </a:lnTo>
                  <a:lnTo>
                    <a:pt x="1857010" y="747381"/>
                  </a:lnTo>
                  <a:lnTo>
                    <a:pt x="1927354" y="764514"/>
                  </a:lnTo>
                  <a:lnTo>
                    <a:pt x="1997699" y="781072"/>
                  </a:lnTo>
                  <a:lnTo>
                    <a:pt x="2068043" y="797074"/>
                  </a:lnTo>
                  <a:lnTo>
                    <a:pt x="2138388" y="812537"/>
                  </a:lnTo>
                  <a:lnTo>
                    <a:pt x="2208732" y="827481"/>
                  </a:lnTo>
                  <a:lnTo>
                    <a:pt x="2279077" y="841923"/>
                  </a:lnTo>
                  <a:lnTo>
                    <a:pt x="2349421" y="855880"/>
                  </a:lnTo>
                  <a:lnTo>
                    <a:pt x="2419766" y="869367"/>
                  </a:lnTo>
                  <a:lnTo>
                    <a:pt x="2490110" y="882401"/>
                  </a:lnTo>
                  <a:lnTo>
                    <a:pt x="2560455" y="894997"/>
                  </a:lnTo>
                  <a:lnTo>
                    <a:pt x="2630799" y="907170"/>
                  </a:lnTo>
                  <a:lnTo>
                    <a:pt x="2701144" y="918933"/>
                  </a:lnTo>
                  <a:lnTo>
                    <a:pt x="2771488" y="930302"/>
                  </a:lnTo>
                  <a:lnTo>
                    <a:pt x="2841833" y="941288"/>
                  </a:lnTo>
                  <a:lnTo>
                    <a:pt x="2912177" y="951905"/>
                  </a:lnTo>
                  <a:lnTo>
                    <a:pt x="2982522" y="958011"/>
                  </a:lnTo>
                  <a:lnTo>
                    <a:pt x="3052866" y="958347"/>
                  </a:lnTo>
                  <a:lnTo>
                    <a:pt x="3123211" y="958684"/>
                  </a:lnTo>
                  <a:lnTo>
                    <a:pt x="3193555" y="959020"/>
                  </a:lnTo>
                  <a:lnTo>
                    <a:pt x="3263900" y="959356"/>
                  </a:lnTo>
                  <a:lnTo>
                    <a:pt x="3334244" y="959691"/>
                  </a:lnTo>
                  <a:lnTo>
                    <a:pt x="3404589" y="960026"/>
                  </a:lnTo>
                  <a:lnTo>
                    <a:pt x="3474933" y="960361"/>
                  </a:lnTo>
                  <a:lnTo>
                    <a:pt x="3545278" y="960695"/>
                  </a:lnTo>
                  <a:lnTo>
                    <a:pt x="3615622" y="961029"/>
                  </a:lnTo>
                  <a:lnTo>
                    <a:pt x="3685967" y="961362"/>
                  </a:lnTo>
                  <a:lnTo>
                    <a:pt x="3756311" y="961695"/>
                  </a:lnTo>
                  <a:lnTo>
                    <a:pt x="3826656" y="962028"/>
                  </a:lnTo>
                  <a:lnTo>
                    <a:pt x="3897000" y="962360"/>
                  </a:lnTo>
                  <a:lnTo>
                    <a:pt x="3967345" y="962692"/>
                  </a:lnTo>
                  <a:lnTo>
                    <a:pt x="4037689" y="963024"/>
                  </a:lnTo>
                  <a:lnTo>
                    <a:pt x="4108034" y="963355"/>
                  </a:lnTo>
                  <a:lnTo>
                    <a:pt x="4178378" y="963686"/>
                  </a:lnTo>
                  <a:lnTo>
                    <a:pt x="4248723" y="964016"/>
                  </a:lnTo>
                  <a:lnTo>
                    <a:pt x="4319067" y="964346"/>
                  </a:lnTo>
                  <a:lnTo>
                    <a:pt x="4389412" y="964676"/>
                  </a:lnTo>
                  <a:lnTo>
                    <a:pt x="4459756" y="965005"/>
                  </a:lnTo>
                  <a:lnTo>
                    <a:pt x="4530101" y="965334"/>
                  </a:lnTo>
                  <a:lnTo>
                    <a:pt x="4600445" y="965663"/>
                  </a:lnTo>
                  <a:lnTo>
                    <a:pt x="4670790" y="965991"/>
                  </a:lnTo>
                  <a:lnTo>
                    <a:pt x="4741134" y="966319"/>
                  </a:lnTo>
                  <a:lnTo>
                    <a:pt x="4811479" y="966646"/>
                  </a:lnTo>
                  <a:lnTo>
                    <a:pt x="4881823" y="966974"/>
                  </a:lnTo>
                  <a:lnTo>
                    <a:pt x="4952167" y="967300"/>
                  </a:lnTo>
                  <a:lnTo>
                    <a:pt x="5022512" y="967627"/>
                  </a:lnTo>
                  <a:lnTo>
                    <a:pt x="5092856" y="967953"/>
                  </a:lnTo>
                  <a:lnTo>
                    <a:pt x="5163201" y="968278"/>
                  </a:lnTo>
                  <a:lnTo>
                    <a:pt x="5233545" y="968604"/>
                  </a:lnTo>
                  <a:lnTo>
                    <a:pt x="5303890" y="968929"/>
                  </a:lnTo>
                  <a:lnTo>
                    <a:pt x="5374234" y="969253"/>
                  </a:lnTo>
                  <a:lnTo>
                    <a:pt x="5444579" y="969577"/>
                  </a:lnTo>
                  <a:lnTo>
                    <a:pt x="5514923" y="969901"/>
                  </a:lnTo>
                  <a:lnTo>
                    <a:pt x="5585268" y="970225"/>
                  </a:lnTo>
                  <a:lnTo>
                    <a:pt x="5655612" y="970548"/>
                  </a:lnTo>
                  <a:lnTo>
                    <a:pt x="5725957" y="970871"/>
                  </a:lnTo>
                  <a:lnTo>
                    <a:pt x="5796301" y="971193"/>
                  </a:lnTo>
                  <a:lnTo>
                    <a:pt x="5866646" y="971515"/>
                  </a:lnTo>
                  <a:lnTo>
                    <a:pt x="5936990" y="971837"/>
                  </a:lnTo>
                  <a:lnTo>
                    <a:pt x="6007335" y="972158"/>
                  </a:lnTo>
                  <a:lnTo>
                    <a:pt x="6077679" y="972479"/>
                  </a:lnTo>
                  <a:lnTo>
                    <a:pt x="6148024" y="972799"/>
                  </a:lnTo>
                  <a:lnTo>
                    <a:pt x="6218368" y="973120"/>
                  </a:lnTo>
                  <a:lnTo>
                    <a:pt x="6288713" y="973439"/>
                  </a:lnTo>
                  <a:lnTo>
                    <a:pt x="6359057" y="973759"/>
                  </a:lnTo>
                  <a:lnTo>
                    <a:pt x="6429402" y="974078"/>
                  </a:lnTo>
                  <a:lnTo>
                    <a:pt x="6499746" y="974397"/>
                  </a:lnTo>
                  <a:lnTo>
                    <a:pt x="6570091" y="974715"/>
                  </a:lnTo>
                  <a:lnTo>
                    <a:pt x="6640435" y="975033"/>
                  </a:lnTo>
                  <a:lnTo>
                    <a:pt x="6710780" y="975351"/>
                  </a:lnTo>
                  <a:lnTo>
                    <a:pt x="6781124" y="975668"/>
                  </a:lnTo>
                  <a:lnTo>
                    <a:pt x="6851469" y="9759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5312" y="3085899"/>
              <a:ext cx="6964104" cy="269382"/>
            </a:xfrm>
            <a:custGeom>
              <a:avLst/>
              <a:pathLst>
                <a:path w="6964104" h="269382">
                  <a:moveTo>
                    <a:pt x="6964104" y="269382"/>
                  </a:moveTo>
                  <a:lnTo>
                    <a:pt x="6893760" y="267817"/>
                  </a:lnTo>
                  <a:lnTo>
                    <a:pt x="6823415" y="266197"/>
                  </a:lnTo>
                  <a:lnTo>
                    <a:pt x="6753071" y="264521"/>
                  </a:lnTo>
                  <a:lnTo>
                    <a:pt x="6682726" y="262787"/>
                  </a:lnTo>
                  <a:lnTo>
                    <a:pt x="6612382" y="260992"/>
                  </a:lnTo>
                  <a:lnTo>
                    <a:pt x="6542037" y="259135"/>
                  </a:lnTo>
                  <a:lnTo>
                    <a:pt x="6471693" y="257213"/>
                  </a:lnTo>
                  <a:lnTo>
                    <a:pt x="6401348" y="255225"/>
                  </a:lnTo>
                  <a:lnTo>
                    <a:pt x="6331004" y="253167"/>
                  </a:lnTo>
                  <a:lnTo>
                    <a:pt x="6260659" y="251038"/>
                  </a:lnTo>
                  <a:lnTo>
                    <a:pt x="6190315" y="248835"/>
                  </a:lnTo>
                  <a:lnTo>
                    <a:pt x="6119970" y="246555"/>
                  </a:lnTo>
                  <a:lnTo>
                    <a:pt x="6049626" y="244196"/>
                  </a:lnTo>
                  <a:lnTo>
                    <a:pt x="5979281" y="241754"/>
                  </a:lnTo>
                  <a:lnTo>
                    <a:pt x="5908937" y="239228"/>
                  </a:lnTo>
                  <a:lnTo>
                    <a:pt x="5838592" y="236614"/>
                  </a:lnTo>
                  <a:lnTo>
                    <a:pt x="5768248" y="233909"/>
                  </a:lnTo>
                  <a:lnTo>
                    <a:pt x="5697903" y="231110"/>
                  </a:lnTo>
                  <a:lnTo>
                    <a:pt x="5627559" y="228214"/>
                  </a:lnTo>
                  <a:lnTo>
                    <a:pt x="5557214" y="225217"/>
                  </a:lnTo>
                  <a:lnTo>
                    <a:pt x="5486870" y="222116"/>
                  </a:lnTo>
                  <a:lnTo>
                    <a:pt x="5416525" y="218907"/>
                  </a:lnTo>
                  <a:lnTo>
                    <a:pt x="5346181" y="215586"/>
                  </a:lnTo>
                  <a:lnTo>
                    <a:pt x="5275836" y="212150"/>
                  </a:lnTo>
                  <a:lnTo>
                    <a:pt x="5205492" y="208594"/>
                  </a:lnTo>
                  <a:lnTo>
                    <a:pt x="5135147" y="204915"/>
                  </a:lnTo>
                  <a:lnTo>
                    <a:pt x="5064803" y="201108"/>
                  </a:lnTo>
                  <a:lnTo>
                    <a:pt x="4994458" y="197168"/>
                  </a:lnTo>
                  <a:lnTo>
                    <a:pt x="4924114" y="193092"/>
                  </a:lnTo>
                  <a:lnTo>
                    <a:pt x="4853769" y="188873"/>
                  </a:lnTo>
                  <a:lnTo>
                    <a:pt x="4783425" y="184508"/>
                  </a:lnTo>
                  <a:lnTo>
                    <a:pt x="4713080" y="179991"/>
                  </a:lnTo>
                  <a:lnTo>
                    <a:pt x="4642736" y="175317"/>
                  </a:lnTo>
                  <a:lnTo>
                    <a:pt x="4572391" y="170481"/>
                  </a:lnTo>
                  <a:lnTo>
                    <a:pt x="4502047" y="165476"/>
                  </a:lnTo>
                  <a:lnTo>
                    <a:pt x="4431702" y="160297"/>
                  </a:lnTo>
                  <a:lnTo>
                    <a:pt x="4361358" y="154938"/>
                  </a:lnTo>
                  <a:lnTo>
                    <a:pt x="4291013" y="149393"/>
                  </a:lnTo>
                  <a:lnTo>
                    <a:pt x="4220669" y="143655"/>
                  </a:lnTo>
                  <a:lnTo>
                    <a:pt x="4150324" y="137717"/>
                  </a:lnTo>
                  <a:lnTo>
                    <a:pt x="4079980" y="131573"/>
                  </a:lnTo>
                  <a:lnTo>
                    <a:pt x="4009635" y="125215"/>
                  </a:lnTo>
                  <a:lnTo>
                    <a:pt x="3939291" y="118636"/>
                  </a:lnTo>
                  <a:lnTo>
                    <a:pt x="3868946" y="111829"/>
                  </a:lnTo>
                  <a:lnTo>
                    <a:pt x="3798602" y="104784"/>
                  </a:lnTo>
                  <a:lnTo>
                    <a:pt x="3728257" y="97495"/>
                  </a:lnTo>
                  <a:lnTo>
                    <a:pt x="3657913" y="89952"/>
                  </a:lnTo>
                  <a:lnTo>
                    <a:pt x="3587569" y="82147"/>
                  </a:lnTo>
                  <a:lnTo>
                    <a:pt x="3517224" y="74070"/>
                  </a:lnTo>
                  <a:lnTo>
                    <a:pt x="3446880" y="65712"/>
                  </a:lnTo>
                  <a:lnTo>
                    <a:pt x="3376535" y="57064"/>
                  </a:lnTo>
                  <a:lnTo>
                    <a:pt x="3306191" y="48115"/>
                  </a:lnTo>
                  <a:lnTo>
                    <a:pt x="3235846" y="38855"/>
                  </a:lnTo>
                  <a:lnTo>
                    <a:pt x="3165502" y="29273"/>
                  </a:lnTo>
                  <a:lnTo>
                    <a:pt x="3095157" y="19358"/>
                  </a:lnTo>
                  <a:lnTo>
                    <a:pt x="3024813" y="14866"/>
                  </a:lnTo>
                  <a:lnTo>
                    <a:pt x="2954468" y="14528"/>
                  </a:lnTo>
                  <a:lnTo>
                    <a:pt x="2884124" y="14190"/>
                  </a:lnTo>
                  <a:lnTo>
                    <a:pt x="2813779" y="13852"/>
                  </a:lnTo>
                  <a:lnTo>
                    <a:pt x="2743435" y="13513"/>
                  </a:lnTo>
                  <a:lnTo>
                    <a:pt x="2673090" y="13174"/>
                  </a:lnTo>
                  <a:lnTo>
                    <a:pt x="2602746" y="12834"/>
                  </a:lnTo>
                  <a:lnTo>
                    <a:pt x="2532401" y="12494"/>
                  </a:lnTo>
                  <a:lnTo>
                    <a:pt x="2462057" y="12154"/>
                  </a:lnTo>
                  <a:lnTo>
                    <a:pt x="2391712" y="11813"/>
                  </a:lnTo>
                  <a:lnTo>
                    <a:pt x="2321368" y="11472"/>
                  </a:lnTo>
                  <a:lnTo>
                    <a:pt x="2251023" y="11131"/>
                  </a:lnTo>
                  <a:lnTo>
                    <a:pt x="2180679" y="10789"/>
                  </a:lnTo>
                  <a:lnTo>
                    <a:pt x="2110334" y="10447"/>
                  </a:lnTo>
                  <a:lnTo>
                    <a:pt x="2039990" y="10104"/>
                  </a:lnTo>
                  <a:lnTo>
                    <a:pt x="1969645" y="9761"/>
                  </a:lnTo>
                  <a:lnTo>
                    <a:pt x="1899301" y="9418"/>
                  </a:lnTo>
                  <a:lnTo>
                    <a:pt x="1828956" y="9074"/>
                  </a:lnTo>
                  <a:lnTo>
                    <a:pt x="1758612" y="8730"/>
                  </a:lnTo>
                  <a:lnTo>
                    <a:pt x="1688267" y="8386"/>
                  </a:lnTo>
                  <a:lnTo>
                    <a:pt x="1617923" y="8041"/>
                  </a:lnTo>
                  <a:lnTo>
                    <a:pt x="1547578" y="7695"/>
                  </a:lnTo>
                  <a:lnTo>
                    <a:pt x="1477234" y="7350"/>
                  </a:lnTo>
                  <a:lnTo>
                    <a:pt x="1406889" y="7004"/>
                  </a:lnTo>
                  <a:lnTo>
                    <a:pt x="1336545" y="6657"/>
                  </a:lnTo>
                  <a:lnTo>
                    <a:pt x="1266200" y="6310"/>
                  </a:lnTo>
                  <a:lnTo>
                    <a:pt x="1195856" y="5963"/>
                  </a:lnTo>
                  <a:lnTo>
                    <a:pt x="1125511" y="5615"/>
                  </a:lnTo>
                  <a:lnTo>
                    <a:pt x="1055167" y="5267"/>
                  </a:lnTo>
                  <a:lnTo>
                    <a:pt x="984822" y="4919"/>
                  </a:lnTo>
                  <a:lnTo>
                    <a:pt x="914478" y="4570"/>
                  </a:lnTo>
                  <a:lnTo>
                    <a:pt x="844133" y="4221"/>
                  </a:lnTo>
                  <a:lnTo>
                    <a:pt x="773789" y="3871"/>
                  </a:lnTo>
                  <a:lnTo>
                    <a:pt x="703444" y="3521"/>
                  </a:lnTo>
                  <a:lnTo>
                    <a:pt x="633100" y="3171"/>
                  </a:lnTo>
                  <a:lnTo>
                    <a:pt x="562755" y="2820"/>
                  </a:lnTo>
                  <a:lnTo>
                    <a:pt x="492411" y="2469"/>
                  </a:lnTo>
                  <a:lnTo>
                    <a:pt x="422066" y="2117"/>
                  </a:lnTo>
                  <a:lnTo>
                    <a:pt x="351722" y="1765"/>
                  </a:lnTo>
                  <a:lnTo>
                    <a:pt x="281377" y="1413"/>
                  </a:lnTo>
                  <a:lnTo>
                    <a:pt x="211033" y="1060"/>
                  </a:lnTo>
                  <a:lnTo>
                    <a:pt x="140688" y="707"/>
                  </a:lnTo>
                  <a:lnTo>
                    <a:pt x="70344" y="3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5312" y="2754200"/>
              <a:ext cx="6964104" cy="533585"/>
            </a:xfrm>
            <a:custGeom>
              <a:avLst/>
              <a:pathLst>
                <a:path w="6964104" h="533585">
                  <a:moveTo>
                    <a:pt x="0" y="0"/>
                  </a:moveTo>
                  <a:lnTo>
                    <a:pt x="70344" y="11307"/>
                  </a:lnTo>
                  <a:lnTo>
                    <a:pt x="140688" y="22416"/>
                  </a:lnTo>
                  <a:lnTo>
                    <a:pt x="211033" y="33331"/>
                  </a:lnTo>
                  <a:lnTo>
                    <a:pt x="281377" y="44055"/>
                  </a:lnTo>
                  <a:lnTo>
                    <a:pt x="351722" y="54591"/>
                  </a:lnTo>
                  <a:lnTo>
                    <a:pt x="422066" y="64943"/>
                  </a:lnTo>
                  <a:lnTo>
                    <a:pt x="492411" y="75113"/>
                  </a:lnTo>
                  <a:lnTo>
                    <a:pt x="562755" y="85106"/>
                  </a:lnTo>
                  <a:lnTo>
                    <a:pt x="633100" y="94924"/>
                  </a:lnTo>
                  <a:lnTo>
                    <a:pt x="703444" y="104570"/>
                  </a:lnTo>
                  <a:lnTo>
                    <a:pt x="773789" y="114047"/>
                  </a:lnTo>
                  <a:lnTo>
                    <a:pt x="844133" y="123358"/>
                  </a:lnTo>
                  <a:lnTo>
                    <a:pt x="914478" y="132506"/>
                  </a:lnTo>
                  <a:lnTo>
                    <a:pt x="984822" y="141494"/>
                  </a:lnTo>
                  <a:lnTo>
                    <a:pt x="1055167" y="150325"/>
                  </a:lnTo>
                  <a:lnTo>
                    <a:pt x="1125511" y="159002"/>
                  </a:lnTo>
                  <a:lnTo>
                    <a:pt x="1195856" y="167526"/>
                  </a:lnTo>
                  <a:lnTo>
                    <a:pt x="1266200" y="175901"/>
                  </a:lnTo>
                  <a:lnTo>
                    <a:pt x="1336545" y="184130"/>
                  </a:lnTo>
                  <a:lnTo>
                    <a:pt x="1406889" y="192215"/>
                  </a:lnTo>
                  <a:lnTo>
                    <a:pt x="1477234" y="200158"/>
                  </a:lnTo>
                  <a:lnTo>
                    <a:pt x="1547578" y="207962"/>
                  </a:lnTo>
                  <a:lnTo>
                    <a:pt x="1617923" y="215630"/>
                  </a:lnTo>
                  <a:lnTo>
                    <a:pt x="1688267" y="223164"/>
                  </a:lnTo>
                  <a:lnTo>
                    <a:pt x="1758612" y="230565"/>
                  </a:lnTo>
                  <a:lnTo>
                    <a:pt x="1828956" y="237837"/>
                  </a:lnTo>
                  <a:lnTo>
                    <a:pt x="1899301" y="244982"/>
                  </a:lnTo>
                  <a:lnTo>
                    <a:pt x="1969645" y="252002"/>
                  </a:lnTo>
                  <a:lnTo>
                    <a:pt x="2039990" y="258899"/>
                  </a:lnTo>
                  <a:lnTo>
                    <a:pt x="2110334" y="265675"/>
                  </a:lnTo>
                  <a:lnTo>
                    <a:pt x="2180679" y="272333"/>
                  </a:lnTo>
                  <a:lnTo>
                    <a:pt x="2251023" y="278874"/>
                  </a:lnTo>
                  <a:lnTo>
                    <a:pt x="2321368" y="285300"/>
                  </a:lnTo>
                  <a:lnTo>
                    <a:pt x="2391712" y="291615"/>
                  </a:lnTo>
                  <a:lnTo>
                    <a:pt x="2462057" y="297818"/>
                  </a:lnTo>
                  <a:lnTo>
                    <a:pt x="2532401" y="303913"/>
                  </a:lnTo>
                  <a:lnTo>
                    <a:pt x="2602746" y="309902"/>
                  </a:lnTo>
                  <a:lnTo>
                    <a:pt x="2673090" y="315785"/>
                  </a:lnTo>
                  <a:lnTo>
                    <a:pt x="2743435" y="321566"/>
                  </a:lnTo>
                  <a:lnTo>
                    <a:pt x="2813779" y="327246"/>
                  </a:lnTo>
                  <a:lnTo>
                    <a:pt x="2884124" y="332826"/>
                  </a:lnTo>
                  <a:lnTo>
                    <a:pt x="2954468" y="338308"/>
                  </a:lnTo>
                  <a:lnTo>
                    <a:pt x="3024813" y="343695"/>
                  </a:lnTo>
                  <a:lnTo>
                    <a:pt x="3095157" y="348987"/>
                  </a:lnTo>
                  <a:lnTo>
                    <a:pt x="3165502" y="354186"/>
                  </a:lnTo>
                  <a:lnTo>
                    <a:pt x="3235846" y="359295"/>
                  </a:lnTo>
                  <a:lnTo>
                    <a:pt x="3306191" y="364314"/>
                  </a:lnTo>
                  <a:lnTo>
                    <a:pt x="3376535" y="369246"/>
                  </a:lnTo>
                  <a:lnTo>
                    <a:pt x="3446880" y="374091"/>
                  </a:lnTo>
                  <a:lnTo>
                    <a:pt x="3517224" y="378851"/>
                  </a:lnTo>
                  <a:lnTo>
                    <a:pt x="3587569" y="383528"/>
                  </a:lnTo>
                  <a:lnTo>
                    <a:pt x="3657913" y="388123"/>
                  </a:lnTo>
                  <a:lnTo>
                    <a:pt x="3728257" y="392638"/>
                  </a:lnTo>
                  <a:lnTo>
                    <a:pt x="3798602" y="397073"/>
                  </a:lnTo>
                  <a:lnTo>
                    <a:pt x="3868946" y="401431"/>
                  </a:lnTo>
                  <a:lnTo>
                    <a:pt x="3939291" y="405713"/>
                  </a:lnTo>
                  <a:lnTo>
                    <a:pt x="4009635" y="409920"/>
                  </a:lnTo>
                  <a:lnTo>
                    <a:pt x="4079980" y="414053"/>
                  </a:lnTo>
                  <a:lnTo>
                    <a:pt x="4150324" y="418114"/>
                  </a:lnTo>
                  <a:lnTo>
                    <a:pt x="4220669" y="422104"/>
                  </a:lnTo>
                  <a:lnTo>
                    <a:pt x="4291013" y="426024"/>
                  </a:lnTo>
                  <a:lnTo>
                    <a:pt x="4361358" y="429875"/>
                  </a:lnTo>
                  <a:lnTo>
                    <a:pt x="4431702" y="433659"/>
                  </a:lnTo>
                  <a:lnTo>
                    <a:pt x="4502047" y="437377"/>
                  </a:lnTo>
                  <a:lnTo>
                    <a:pt x="4572391" y="441030"/>
                  </a:lnTo>
                  <a:lnTo>
                    <a:pt x="4642736" y="444619"/>
                  </a:lnTo>
                  <a:lnTo>
                    <a:pt x="4713080" y="448145"/>
                  </a:lnTo>
                  <a:lnTo>
                    <a:pt x="4783425" y="451609"/>
                  </a:lnTo>
                  <a:lnTo>
                    <a:pt x="4853769" y="455013"/>
                  </a:lnTo>
                  <a:lnTo>
                    <a:pt x="4924114" y="458357"/>
                  </a:lnTo>
                  <a:lnTo>
                    <a:pt x="4994458" y="461642"/>
                  </a:lnTo>
                  <a:lnTo>
                    <a:pt x="5064803" y="464870"/>
                  </a:lnTo>
                  <a:lnTo>
                    <a:pt x="5135147" y="468042"/>
                  </a:lnTo>
                  <a:lnTo>
                    <a:pt x="5205492" y="471158"/>
                  </a:lnTo>
                  <a:lnTo>
                    <a:pt x="5275836" y="474219"/>
                  </a:lnTo>
                  <a:lnTo>
                    <a:pt x="5346181" y="477227"/>
                  </a:lnTo>
                  <a:lnTo>
                    <a:pt x="5416525" y="480183"/>
                  </a:lnTo>
                  <a:lnTo>
                    <a:pt x="5486870" y="483086"/>
                  </a:lnTo>
                  <a:lnTo>
                    <a:pt x="5557214" y="485939"/>
                  </a:lnTo>
                  <a:lnTo>
                    <a:pt x="5627559" y="488742"/>
                  </a:lnTo>
                  <a:lnTo>
                    <a:pt x="5697903" y="491496"/>
                  </a:lnTo>
                  <a:lnTo>
                    <a:pt x="5768248" y="494201"/>
                  </a:lnTo>
                  <a:lnTo>
                    <a:pt x="5838592" y="496859"/>
                  </a:lnTo>
                  <a:lnTo>
                    <a:pt x="5908937" y="499471"/>
                  </a:lnTo>
                  <a:lnTo>
                    <a:pt x="5979281" y="502037"/>
                  </a:lnTo>
                  <a:lnTo>
                    <a:pt x="6049626" y="504558"/>
                  </a:lnTo>
                  <a:lnTo>
                    <a:pt x="6119970" y="507035"/>
                  </a:lnTo>
                  <a:lnTo>
                    <a:pt x="6190315" y="509469"/>
                  </a:lnTo>
                  <a:lnTo>
                    <a:pt x="6260659" y="511860"/>
                  </a:lnTo>
                  <a:lnTo>
                    <a:pt x="6331004" y="514209"/>
                  </a:lnTo>
                  <a:lnTo>
                    <a:pt x="6401348" y="516517"/>
                  </a:lnTo>
                  <a:lnTo>
                    <a:pt x="6471693" y="518785"/>
                  </a:lnTo>
                  <a:lnTo>
                    <a:pt x="6542037" y="521013"/>
                  </a:lnTo>
                  <a:lnTo>
                    <a:pt x="6612382" y="523202"/>
                  </a:lnTo>
                  <a:lnTo>
                    <a:pt x="6682726" y="525353"/>
                  </a:lnTo>
                  <a:lnTo>
                    <a:pt x="6753071" y="527466"/>
                  </a:lnTo>
                  <a:lnTo>
                    <a:pt x="6823415" y="529542"/>
                  </a:lnTo>
                  <a:lnTo>
                    <a:pt x="6893760" y="531581"/>
                  </a:lnTo>
                  <a:lnTo>
                    <a:pt x="6964104" y="5335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0071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03710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0428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62297" y="336024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62297" y="30609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62297" y="27615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62297" y="246224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62297" y="21629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179256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889308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649057" y="352279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328020" y="352279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61815" y="3662467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38035" y="2751517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87106" y="1966152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(1.01-1.52), p_Bonf = 0.218 (n = 6)  |  per IQR decline (Δ = 28.1 %): 1.83 (1.04-3.21)  |  IQR: [-30.1, -2.1] 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87106" y="1739378"/>
              <a:ext cx="35084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 AUC ≥ 3)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887106" y="5444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87106" y="5144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87106" y="4845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87106" y="454601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7750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83253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8755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54258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397608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5263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10766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96268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81771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87106" y="5593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87106" y="4995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87106" y="469568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87106" y="4396351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0501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6004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1506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7009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825121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8014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3517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39019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4522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235312" y="4336484"/>
              <a:ext cx="6964104" cy="1212190"/>
            </a:xfrm>
            <a:custGeom>
              <a:avLst/>
              <a:pathLst>
                <a:path w="6964104" h="1212190">
                  <a:moveTo>
                    <a:pt x="112635" y="0"/>
                  </a:moveTo>
                  <a:lnTo>
                    <a:pt x="140688" y="17197"/>
                  </a:lnTo>
                  <a:lnTo>
                    <a:pt x="211033" y="58870"/>
                  </a:lnTo>
                  <a:lnTo>
                    <a:pt x="281377" y="99143"/>
                  </a:lnTo>
                  <a:lnTo>
                    <a:pt x="351722" y="138062"/>
                  </a:lnTo>
                  <a:lnTo>
                    <a:pt x="422066" y="175673"/>
                  </a:lnTo>
                  <a:lnTo>
                    <a:pt x="492411" y="212021"/>
                  </a:lnTo>
                  <a:lnTo>
                    <a:pt x="562755" y="247146"/>
                  </a:lnTo>
                  <a:lnTo>
                    <a:pt x="633100" y="281092"/>
                  </a:lnTo>
                  <a:lnTo>
                    <a:pt x="703444" y="313896"/>
                  </a:lnTo>
                  <a:lnTo>
                    <a:pt x="773789" y="345598"/>
                  </a:lnTo>
                  <a:lnTo>
                    <a:pt x="844133" y="376235"/>
                  </a:lnTo>
                  <a:lnTo>
                    <a:pt x="914478" y="405842"/>
                  </a:lnTo>
                  <a:lnTo>
                    <a:pt x="984822" y="434454"/>
                  </a:lnTo>
                  <a:lnTo>
                    <a:pt x="1055167" y="462104"/>
                  </a:lnTo>
                  <a:lnTo>
                    <a:pt x="1125511" y="488825"/>
                  </a:lnTo>
                  <a:lnTo>
                    <a:pt x="1195856" y="514648"/>
                  </a:lnTo>
                  <a:lnTo>
                    <a:pt x="1266200" y="539603"/>
                  </a:lnTo>
                  <a:lnTo>
                    <a:pt x="1336545" y="563720"/>
                  </a:lnTo>
                  <a:lnTo>
                    <a:pt x="1406889" y="587026"/>
                  </a:lnTo>
                  <a:lnTo>
                    <a:pt x="1477234" y="609549"/>
                  </a:lnTo>
                  <a:lnTo>
                    <a:pt x="1547578" y="631315"/>
                  </a:lnTo>
                  <a:lnTo>
                    <a:pt x="1617923" y="652349"/>
                  </a:lnTo>
                  <a:lnTo>
                    <a:pt x="1688267" y="672677"/>
                  </a:lnTo>
                  <a:lnTo>
                    <a:pt x="1758612" y="692321"/>
                  </a:lnTo>
                  <a:lnTo>
                    <a:pt x="1828956" y="711305"/>
                  </a:lnTo>
                  <a:lnTo>
                    <a:pt x="1899301" y="729651"/>
                  </a:lnTo>
                  <a:lnTo>
                    <a:pt x="1969645" y="747381"/>
                  </a:lnTo>
                  <a:lnTo>
                    <a:pt x="2039990" y="764514"/>
                  </a:lnTo>
                  <a:lnTo>
                    <a:pt x="2110334" y="781072"/>
                  </a:lnTo>
                  <a:lnTo>
                    <a:pt x="2180679" y="797074"/>
                  </a:lnTo>
                  <a:lnTo>
                    <a:pt x="2251023" y="812537"/>
                  </a:lnTo>
                  <a:lnTo>
                    <a:pt x="2321368" y="827481"/>
                  </a:lnTo>
                  <a:lnTo>
                    <a:pt x="2391712" y="841923"/>
                  </a:lnTo>
                  <a:lnTo>
                    <a:pt x="2462057" y="855880"/>
                  </a:lnTo>
                  <a:lnTo>
                    <a:pt x="2532401" y="869367"/>
                  </a:lnTo>
                  <a:lnTo>
                    <a:pt x="2602746" y="882401"/>
                  </a:lnTo>
                  <a:lnTo>
                    <a:pt x="2673090" y="894997"/>
                  </a:lnTo>
                  <a:lnTo>
                    <a:pt x="2743435" y="907170"/>
                  </a:lnTo>
                  <a:lnTo>
                    <a:pt x="2813779" y="918933"/>
                  </a:lnTo>
                  <a:lnTo>
                    <a:pt x="2884124" y="930302"/>
                  </a:lnTo>
                  <a:lnTo>
                    <a:pt x="2954468" y="941288"/>
                  </a:lnTo>
                  <a:lnTo>
                    <a:pt x="3024813" y="951905"/>
                  </a:lnTo>
                  <a:lnTo>
                    <a:pt x="3095157" y="958011"/>
                  </a:lnTo>
                  <a:lnTo>
                    <a:pt x="3165502" y="958347"/>
                  </a:lnTo>
                  <a:lnTo>
                    <a:pt x="3235846" y="958684"/>
                  </a:lnTo>
                  <a:lnTo>
                    <a:pt x="3306191" y="959020"/>
                  </a:lnTo>
                  <a:lnTo>
                    <a:pt x="3376535" y="959356"/>
                  </a:lnTo>
                  <a:lnTo>
                    <a:pt x="3446880" y="959691"/>
                  </a:lnTo>
                  <a:lnTo>
                    <a:pt x="3517224" y="960026"/>
                  </a:lnTo>
                  <a:lnTo>
                    <a:pt x="3587569" y="960361"/>
                  </a:lnTo>
                  <a:lnTo>
                    <a:pt x="3657913" y="960695"/>
                  </a:lnTo>
                  <a:lnTo>
                    <a:pt x="3728257" y="961029"/>
                  </a:lnTo>
                  <a:lnTo>
                    <a:pt x="3798602" y="961362"/>
                  </a:lnTo>
                  <a:lnTo>
                    <a:pt x="3868946" y="961695"/>
                  </a:lnTo>
                  <a:lnTo>
                    <a:pt x="3939291" y="962028"/>
                  </a:lnTo>
                  <a:lnTo>
                    <a:pt x="4009635" y="962360"/>
                  </a:lnTo>
                  <a:lnTo>
                    <a:pt x="4079980" y="962692"/>
                  </a:lnTo>
                  <a:lnTo>
                    <a:pt x="4150324" y="963024"/>
                  </a:lnTo>
                  <a:lnTo>
                    <a:pt x="4220669" y="963355"/>
                  </a:lnTo>
                  <a:lnTo>
                    <a:pt x="4291013" y="963686"/>
                  </a:lnTo>
                  <a:lnTo>
                    <a:pt x="4361358" y="964016"/>
                  </a:lnTo>
                  <a:lnTo>
                    <a:pt x="4431702" y="964346"/>
                  </a:lnTo>
                  <a:lnTo>
                    <a:pt x="4502047" y="964676"/>
                  </a:lnTo>
                  <a:lnTo>
                    <a:pt x="4572391" y="965005"/>
                  </a:lnTo>
                  <a:lnTo>
                    <a:pt x="4642736" y="965334"/>
                  </a:lnTo>
                  <a:lnTo>
                    <a:pt x="4713080" y="965663"/>
                  </a:lnTo>
                  <a:lnTo>
                    <a:pt x="4783425" y="965991"/>
                  </a:lnTo>
                  <a:lnTo>
                    <a:pt x="4853769" y="966319"/>
                  </a:lnTo>
                  <a:lnTo>
                    <a:pt x="4924114" y="966646"/>
                  </a:lnTo>
                  <a:lnTo>
                    <a:pt x="4994458" y="966974"/>
                  </a:lnTo>
                  <a:lnTo>
                    <a:pt x="5064803" y="967300"/>
                  </a:lnTo>
                  <a:lnTo>
                    <a:pt x="5135147" y="967627"/>
                  </a:lnTo>
                  <a:lnTo>
                    <a:pt x="5205492" y="967953"/>
                  </a:lnTo>
                  <a:lnTo>
                    <a:pt x="5275836" y="968278"/>
                  </a:lnTo>
                  <a:lnTo>
                    <a:pt x="5346181" y="968604"/>
                  </a:lnTo>
                  <a:lnTo>
                    <a:pt x="5416525" y="968929"/>
                  </a:lnTo>
                  <a:lnTo>
                    <a:pt x="5486870" y="969253"/>
                  </a:lnTo>
                  <a:lnTo>
                    <a:pt x="5557214" y="969577"/>
                  </a:lnTo>
                  <a:lnTo>
                    <a:pt x="5627559" y="969901"/>
                  </a:lnTo>
                  <a:lnTo>
                    <a:pt x="5697903" y="970225"/>
                  </a:lnTo>
                  <a:lnTo>
                    <a:pt x="5768248" y="970548"/>
                  </a:lnTo>
                  <a:lnTo>
                    <a:pt x="5838592" y="970871"/>
                  </a:lnTo>
                  <a:lnTo>
                    <a:pt x="5908937" y="971193"/>
                  </a:lnTo>
                  <a:lnTo>
                    <a:pt x="5979281" y="971515"/>
                  </a:lnTo>
                  <a:lnTo>
                    <a:pt x="6049626" y="971837"/>
                  </a:lnTo>
                  <a:lnTo>
                    <a:pt x="6119970" y="972158"/>
                  </a:lnTo>
                  <a:lnTo>
                    <a:pt x="6190315" y="972479"/>
                  </a:lnTo>
                  <a:lnTo>
                    <a:pt x="6260659" y="972799"/>
                  </a:lnTo>
                  <a:lnTo>
                    <a:pt x="6331004" y="973120"/>
                  </a:lnTo>
                  <a:lnTo>
                    <a:pt x="6401348" y="973439"/>
                  </a:lnTo>
                  <a:lnTo>
                    <a:pt x="6471693" y="973759"/>
                  </a:lnTo>
                  <a:lnTo>
                    <a:pt x="6542037" y="974078"/>
                  </a:lnTo>
                  <a:lnTo>
                    <a:pt x="6612382" y="974397"/>
                  </a:lnTo>
                  <a:lnTo>
                    <a:pt x="6682726" y="974715"/>
                  </a:lnTo>
                  <a:lnTo>
                    <a:pt x="6753071" y="975033"/>
                  </a:lnTo>
                  <a:lnTo>
                    <a:pt x="6823415" y="975351"/>
                  </a:lnTo>
                  <a:lnTo>
                    <a:pt x="6893760" y="975668"/>
                  </a:lnTo>
                  <a:lnTo>
                    <a:pt x="6964104" y="975985"/>
                  </a:lnTo>
                  <a:lnTo>
                    <a:pt x="6964104" y="1212190"/>
                  </a:lnTo>
                  <a:lnTo>
                    <a:pt x="6893760" y="1210625"/>
                  </a:lnTo>
                  <a:lnTo>
                    <a:pt x="6823415" y="1209005"/>
                  </a:lnTo>
                  <a:lnTo>
                    <a:pt x="6753071" y="1207329"/>
                  </a:lnTo>
                  <a:lnTo>
                    <a:pt x="6682726" y="1205595"/>
                  </a:lnTo>
                  <a:lnTo>
                    <a:pt x="6612382" y="1203800"/>
                  </a:lnTo>
                  <a:lnTo>
                    <a:pt x="6542037" y="1201943"/>
                  </a:lnTo>
                  <a:lnTo>
                    <a:pt x="6471693" y="1200021"/>
                  </a:lnTo>
                  <a:lnTo>
                    <a:pt x="6401348" y="1198033"/>
                  </a:lnTo>
                  <a:lnTo>
                    <a:pt x="6331004" y="1195975"/>
                  </a:lnTo>
                  <a:lnTo>
                    <a:pt x="6260659" y="1193846"/>
                  </a:lnTo>
                  <a:lnTo>
                    <a:pt x="6190315" y="1191642"/>
                  </a:lnTo>
                  <a:lnTo>
                    <a:pt x="6119970" y="1189362"/>
                  </a:lnTo>
                  <a:lnTo>
                    <a:pt x="6049626" y="1187003"/>
                  </a:lnTo>
                  <a:lnTo>
                    <a:pt x="5979281" y="1184562"/>
                  </a:lnTo>
                  <a:lnTo>
                    <a:pt x="5908937" y="1182036"/>
                  </a:lnTo>
                  <a:lnTo>
                    <a:pt x="5838592" y="1179422"/>
                  </a:lnTo>
                  <a:lnTo>
                    <a:pt x="5768248" y="1176717"/>
                  </a:lnTo>
                  <a:lnTo>
                    <a:pt x="5697903" y="1173918"/>
                  </a:lnTo>
                  <a:lnTo>
                    <a:pt x="5627559" y="1171022"/>
                  </a:lnTo>
                  <a:lnTo>
                    <a:pt x="5557214" y="1168025"/>
                  </a:lnTo>
                  <a:lnTo>
                    <a:pt x="5486870" y="1164924"/>
                  </a:lnTo>
                  <a:lnTo>
                    <a:pt x="5416525" y="1161715"/>
                  </a:lnTo>
                  <a:lnTo>
                    <a:pt x="5346181" y="1158394"/>
                  </a:lnTo>
                  <a:lnTo>
                    <a:pt x="5275836" y="1154958"/>
                  </a:lnTo>
                  <a:lnTo>
                    <a:pt x="5205492" y="1151402"/>
                  </a:lnTo>
                  <a:lnTo>
                    <a:pt x="5135147" y="1147723"/>
                  </a:lnTo>
                  <a:lnTo>
                    <a:pt x="5064803" y="1143915"/>
                  </a:lnTo>
                  <a:lnTo>
                    <a:pt x="4994458" y="1139976"/>
                  </a:lnTo>
                  <a:lnTo>
                    <a:pt x="4924114" y="1135899"/>
                  </a:lnTo>
                  <a:lnTo>
                    <a:pt x="4853769" y="1131681"/>
                  </a:lnTo>
                  <a:lnTo>
                    <a:pt x="4783425" y="1127316"/>
                  </a:lnTo>
                  <a:lnTo>
                    <a:pt x="4713080" y="1122799"/>
                  </a:lnTo>
                  <a:lnTo>
                    <a:pt x="4642736" y="1118125"/>
                  </a:lnTo>
                  <a:lnTo>
                    <a:pt x="4572391" y="1113288"/>
                  </a:lnTo>
                  <a:lnTo>
                    <a:pt x="4502047" y="1108283"/>
                  </a:lnTo>
                  <a:lnTo>
                    <a:pt x="4431702" y="1103105"/>
                  </a:lnTo>
                  <a:lnTo>
                    <a:pt x="4361358" y="1097746"/>
                  </a:lnTo>
                  <a:lnTo>
                    <a:pt x="4291013" y="1092200"/>
                  </a:lnTo>
                  <a:lnTo>
                    <a:pt x="4220669" y="1086462"/>
                  </a:lnTo>
                  <a:lnTo>
                    <a:pt x="4150324" y="1080525"/>
                  </a:lnTo>
                  <a:lnTo>
                    <a:pt x="4079980" y="1074381"/>
                  </a:lnTo>
                  <a:lnTo>
                    <a:pt x="4009635" y="1068023"/>
                  </a:lnTo>
                  <a:lnTo>
                    <a:pt x="3939291" y="1061444"/>
                  </a:lnTo>
                  <a:lnTo>
                    <a:pt x="3868946" y="1054636"/>
                  </a:lnTo>
                  <a:lnTo>
                    <a:pt x="3798602" y="1047592"/>
                  </a:lnTo>
                  <a:lnTo>
                    <a:pt x="3728257" y="1040302"/>
                  </a:lnTo>
                  <a:lnTo>
                    <a:pt x="3657913" y="1032759"/>
                  </a:lnTo>
                  <a:lnTo>
                    <a:pt x="3587569" y="1024954"/>
                  </a:lnTo>
                  <a:lnTo>
                    <a:pt x="3517224" y="1016878"/>
                  </a:lnTo>
                  <a:lnTo>
                    <a:pt x="3446880" y="1008520"/>
                  </a:lnTo>
                  <a:lnTo>
                    <a:pt x="3376535" y="999872"/>
                  </a:lnTo>
                  <a:lnTo>
                    <a:pt x="3306191" y="990923"/>
                  </a:lnTo>
                  <a:lnTo>
                    <a:pt x="3235846" y="981663"/>
                  </a:lnTo>
                  <a:lnTo>
                    <a:pt x="3165502" y="972081"/>
                  </a:lnTo>
                  <a:lnTo>
                    <a:pt x="3095157" y="962165"/>
                  </a:lnTo>
                  <a:lnTo>
                    <a:pt x="3024813" y="957673"/>
                  </a:lnTo>
                  <a:lnTo>
                    <a:pt x="2954468" y="957336"/>
                  </a:lnTo>
                  <a:lnTo>
                    <a:pt x="2884124" y="956998"/>
                  </a:lnTo>
                  <a:lnTo>
                    <a:pt x="2813779" y="956659"/>
                  </a:lnTo>
                  <a:lnTo>
                    <a:pt x="2743435" y="956321"/>
                  </a:lnTo>
                  <a:lnTo>
                    <a:pt x="2673090" y="955981"/>
                  </a:lnTo>
                  <a:lnTo>
                    <a:pt x="2602746" y="955642"/>
                  </a:lnTo>
                  <a:lnTo>
                    <a:pt x="2532401" y="955302"/>
                  </a:lnTo>
                  <a:lnTo>
                    <a:pt x="2462057" y="954962"/>
                  </a:lnTo>
                  <a:lnTo>
                    <a:pt x="2391712" y="954621"/>
                  </a:lnTo>
                  <a:lnTo>
                    <a:pt x="2321368" y="954280"/>
                  </a:lnTo>
                  <a:lnTo>
                    <a:pt x="2251023" y="953939"/>
                  </a:lnTo>
                  <a:lnTo>
                    <a:pt x="2180679" y="953597"/>
                  </a:lnTo>
                  <a:lnTo>
                    <a:pt x="2110334" y="953255"/>
                  </a:lnTo>
                  <a:lnTo>
                    <a:pt x="2039990" y="952912"/>
                  </a:lnTo>
                  <a:lnTo>
                    <a:pt x="1969645" y="952569"/>
                  </a:lnTo>
                  <a:lnTo>
                    <a:pt x="1899301" y="952226"/>
                  </a:lnTo>
                  <a:lnTo>
                    <a:pt x="1828956" y="951882"/>
                  </a:lnTo>
                  <a:lnTo>
                    <a:pt x="1758612" y="951538"/>
                  </a:lnTo>
                  <a:lnTo>
                    <a:pt x="1688267" y="951193"/>
                  </a:lnTo>
                  <a:lnTo>
                    <a:pt x="1617923" y="950848"/>
                  </a:lnTo>
                  <a:lnTo>
                    <a:pt x="1547578" y="950503"/>
                  </a:lnTo>
                  <a:lnTo>
                    <a:pt x="1477234" y="950157"/>
                  </a:lnTo>
                  <a:lnTo>
                    <a:pt x="1406889" y="949811"/>
                  </a:lnTo>
                  <a:lnTo>
                    <a:pt x="1336545" y="949465"/>
                  </a:lnTo>
                  <a:lnTo>
                    <a:pt x="1266200" y="949118"/>
                  </a:lnTo>
                  <a:lnTo>
                    <a:pt x="1195856" y="948771"/>
                  </a:lnTo>
                  <a:lnTo>
                    <a:pt x="1125511" y="948423"/>
                  </a:lnTo>
                  <a:lnTo>
                    <a:pt x="1055167" y="948075"/>
                  </a:lnTo>
                  <a:lnTo>
                    <a:pt x="984822" y="947727"/>
                  </a:lnTo>
                  <a:lnTo>
                    <a:pt x="914478" y="947378"/>
                  </a:lnTo>
                  <a:lnTo>
                    <a:pt x="844133" y="947028"/>
                  </a:lnTo>
                  <a:lnTo>
                    <a:pt x="773789" y="946679"/>
                  </a:lnTo>
                  <a:lnTo>
                    <a:pt x="703444" y="946329"/>
                  </a:lnTo>
                  <a:lnTo>
                    <a:pt x="633100" y="945978"/>
                  </a:lnTo>
                  <a:lnTo>
                    <a:pt x="562755" y="945628"/>
                  </a:lnTo>
                  <a:lnTo>
                    <a:pt x="492411" y="945277"/>
                  </a:lnTo>
                  <a:lnTo>
                    <a:pt x="422066" y="944925"/>
                  </a:lnTo>
                  <a:lnTo>
                    <a:pt x="351722" y="944573"/>
                  </a:lnTo>
                  <a:lnTo>
                    <a:pt x="281377" y="944221"/>
                  </a:lnTo>
                  <a:lnTo>
                    <a:pt x="211033" y="943868"/>
                  </a:lnTo>
                  <a:lnTo>
                    <a:pt x="140688" y="943515"/>
                  </a:lnTo>
                  <a:lnTo>
                    <a:pt x="70344" y="943161"/>
                  </a:lnTo>
                  <a:lnTo>
                    <a:pt x="0" y="94280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347947" y="4336484"/>
              <a:ext cx="6851469" cy="975985"/>
            </a:xfrm>
            <a:custGeom>
              <a:avLst/>
              <a:pathLst>
                <a:path w="6851469" h="975985">
                  <a:moveTo>
                    <a:pt x="0" y="0"/>
                  </a:moveTo>
                  <a:lnTo>
                    <a:pt x="28053" y="17197"/>
                  </a:lnTo>
                  <a:lnTo>
                    <a:pt x="98398" y="58870"/>
                  </a:lnTo>
                  <a:lnTo>
                    <a:pt x="168742" y="99143"/>
                  </a:lnTo>
                  <a:lnTo>
                    <a:pt x="239087" y="138062"/>
                  </a:lnTo>
                  <a:lnTo>
                    <a:pt x="309431" y="175673"/>
                  </a:lnTo>
                  <a:lnTo>
                    <a:pt x="379776" y="212021"/>
                  </a:lnTo>
                  <a:lnTo>
                    <a:pt x="450120" y="247146"/>
                  </a:lnTo>
                  <a:lnTo>
                    <a:pt x="520465" y="281092"/>
                  </a:lnTo>
                  <a:lnTo>
                    <a:pt x="590809" y="313896"/>
                  </a:lnTo>
                  <a:lnTo>
                    <a:pt x="661154" y="345598"/>
                  </a:lnTo>
                  <a:lnTo>
                    <a:pt x="731498" y="376235"/>
                  </a:lnTo>
                  <a:lnTo>
                    <a:pt x="801843" y="405842"/>
                  </a:lnTo>
                  <a:lnTo>
                    <a:pt x="872187" y="434454"/>
                  </a:lnTo>
                  <a:lnTo>
                    <a:pt x="942532" y="462104"/>
                  </a:lnTo>
                  <a:lnTo>
                    <a:pt x="1012876" y="488825"/>
                  </a:lnTo>
                  <a:lnTo>
                    <a:pt x="1083221" y="514648"/>
                  </a:lnTo>
                  <a:lnTo>
                    <a:pt x="1153565" y="539603"/>
                  </a:lnTo>
                  <a:lnTo>
                    <a:pt x="1223909" y="563720"/>
                  </a:lnTo>
                  <a:lnTo>
                    <a:pt x="1294254" y="587026"/>
                  </a:lnTo>
                  <a:lnTo>
                    <a:pt x="1364598" y="609549"/>
                  </a:lnTo>
                  <a:lnTo>
                    <a:pt x="1434943" y="631315"/>
                  </a:lnTo>
                  <a:lnTo>
                    <a:pt x="1505287" y="652349"/>
                  </a:lnTo>
                  <a:lnTo>
                    <a:pt x="1575632" y="672677"/>
                  </a:lnTo>
                  <a:lnTo>
                    <a:pt x="1645976" y="692321"/>
                  </a:lnTo>
                  <a:lnTo>
                    <a:pt x="1716321" y="711305"/>
                  </a:lnTo>
                  <a:lnTo>
                    <a:pt x="1786665" y="729651"/>
                  </a:lnTo>
                  <a:lnTo>
                    <a:pt x="1857010" y="747381"/>
                  </a:lnTo>
                  <a:lnTo>
                    <a:pt x="1927354" y="764514"/>
                  </a:lnTo>
                  <a:lnTo>
                    <a:pt x="1997699" y="781072"/>
                  </a:lnTo>
                  <a:lnTo>
                    <a:pt x="2068043" y="797074"/>
                  </a:lnTo>
                  <a:lnTo>
                    <a:pt x="2138388" y="812537"/>
                  </a:lnTo>
                  <a:lnTo>
                    <a:pt x="2208732" y="827481"/>
                  </a:lnTo>
                  <a:lnTo>
                    <a:pt x="2279077" y="841923"/>
                  </a:lnTo>
                  <a:lnTo>
                    <a:pt x="2349421" y="855880"/>
                  </a:lnTo>
                  <a:lnTo>
                    <a:pt x="2419766" y="869367"/>
                  </a:lnTo>
                  <a:lnTo>
                    <a:pt x="2490110" y="882401"/>
                  </a:lnTo>
                  <a:lnTo>
                    <a:pt x="2560455" y="894997"/>
                  </a:lnTo>
                  <a:lnTo>
                    <a:pt x="2630799" y="907170"/>
                  </a:lnTo>
                  <a:lnTo>
                    <a:pt x="2701144" y="918933"/>
                  </a:lnTo>
                  <a:lnTo>
                    <a:pt x="2771488" y="930302"/>
                  </a:lnTo>
                  <a:lnTo>
                    <a:pt x="2841833" y="941288"/>
                  </a:lnTo>
                  <a:lnTo>
                    <a:pt x="2912177" y="951905"/>
                  </a:lnTo>
                  <a:lnTo>
                    <a:pt x="2982522" y="958011"/>
                  </a:lnTo>
                  <a:lnTo>
                    <a:pt x="3052866" y="958347"/>
                  </a:lnTo>
                  <a:lnTo>
                    <a:pt x="3123211" y="958684"/>
                  </a:lnTo>
                  <a:lnTo>
                    <a:pt x="3193555" y="959020"/>
                  </a:lnTo>
                  <a:lnTo>
                    <a:pt x="3263900" y="959356"/>
                  </a:lnTo>
                  <a:lnTo>
                    <a:pt x="3334244" y="959691"/>
                  </a:lnTo>
                  <a:lnTo>
                    <a:pt x="3404589" y="960026"/>
                  </a:lnTo>
                  <a:lnTo>
                    <a:pt x="3474933" y="960361"/>
                  </a:lnTo>
                  <a:lnTo>
                    <a:pt x="3545278" y="960695"/>
                  </a:lnTo>
                  <a:lnTo>
                    <a:pt x="3615622" y="961029"/>
                  </a:lnTo>
                  <a:lnTo>
                    <a:pt x="3685967" y="961362"/>
                  </a:lnTo>
                  <a:lnTo>
                    <a:pt x="3756311" y="961695"/>
                  </a:lnTo>
                  <a:lnTo>
                    <a:pt x="3826656" y="962028"/>
                  </a:lnTo>
                  <a:lnTo>
                    <a:pt x="3897000" y="962360"/>
                  </a:lnTo>
                  <a:lnTo>
                    <a:pt x="3967345" y="962692"/>
                  </a:lnTo>
                  <a:lnTo>
                    <a:pt x="4037689" y="963024"/>
                  </a:lnTo>
                  <a:lnTo>
                    <a:pt x="4108034" y="963355"/>
                  </a:lnTo>
                  <a:lnTo>
                    <a:pt x="4178378" y="963686"/>
                  </a:lnTo>
                  <a:lnTo>
                    <a:pt x="4248723" y="964016"/>
                  </a:lnTo>
                  <a:lnTo>
                    <a:pt x="4319067" y="964346"/>
                  </a:lnTo>
                  <a:lnTo>
                    <a:pt x="4389412" y="964676"/>
                  </a:lnTo>
                  <a:lnTo>
                    <a:pt x="4459756" y="965005"/>
                  </a:lnTo>
                  <a:lnTo>
                    <a:pt x="4530101" y="965334"/>
                  </a:lnTo>
                  <a:lnTo>
                    <a:pt x="4600445" y="965663"/>
                  </a:lnTo>
                  <a:lnTo>
                    <a:pt x="4670790" y="965991"/>
                  </a:lnTo>
                  <a:lnTo>
                    <a:pt x="4741134" y="966319"/>
                  </a:lnTo>
                  <a:lnTo>
                    <a:pt x="4811479" y="966646"/>
                  </a:lnTo>
                  <a:lnTo>
                    <a:pt x="4881823" y="966974"/>
                  </a:lnTo>
                  <a:lnTo>
                    <a:pt x="4952167" y="967300"/>
                  </a:lnTo>
                  <a:lnTo>
                    <a:pt x="5022512" y="967627"/>
                  </a:lnTo>
                  <a:lnTo>
                    <a:pt x="5092856" y="967953"/>
                  </a:lnTo>
                  <a:lnTo>
                    <a:pt x="5163201" y="968278"/>
                  </a:lnTo>
                  <a:lnTo>
                    <a:pt x="5233545" y="968604"/>
                  </a:lnTo>
                  <a:lnTo>
                    <a:pt x="5303890" y="968929"/>
                  </a:lnTo>
                  <a:lnTo>
                    <a:pt x="5374234" y="969253"/>
                  </a:lnTo>
                  <a:lnTo>
                    <a:pt x="5444579" y="969577"/>
                  </a:lnTo>
                  <a:lnTo>
                    <a:pt x="5514923" y="969901"/>
                  </a:lnTo>
                  <a:lnTo>
                    <a:pt x="5585268" y="970225"/>
                  </a:lnTo>
                  <a:lnTo>
                    <a:pt x="5655612" y="970548"/>
                  </a:lnTo>
                  <a:lnTo>
                    <a:pt x="5725957" y="970871"/>
                  </a:lnTo>
                  <a:lnTo>
                    <a:pt x="5796301" y="971193"/>
                  </a:lnTo>
                  <a:lnTo>
                    <a:pt x="5866646" y="971515"/>
                  </a:lnTo>
                  <a:lnTo>
                    <a:pt x="5936990" y="971837"/>
                  </a:lnTo>
                  <a:lnTo>
                    <a:pt x="6007335" y="972158"/>
                  </a:lnTo>
                  <a:lnTo>
                    <a:pt x="6077679" y="972479"/>
                  </a:lnTo>
                  <a:lnTo>
                    <a:pt x="6148024" y="972799"/>
                  </a:lnTo>
                  <a:lnTo>
                    <a:pt x="6218368" y="973120"/>
                  </a:lnTo>
                  <a:lnTo>
                    <a:pt x="6288713" y="973439"/>
                  </a:lnTo>
                  <a:lnTo>
                    <a:pt x="6359057" y="973759"/>
                  </a:lnTo>
                  <a:lnTo>
                    <a:pt x="6429402" y="974078"/>
                  </a:lnTo>
                  <a:lnTo>
                    <a:pt x="6499746" y="974397"/>
                  </a:lnTo>
                  <a:lnTo>
                    <a:pt x="6570091" y="974715"/>
                  </a:lnTo>
                  <a:lnTo>
                    <a:pt x="6640435" y="975033"/>
                  </a:lnTo>
                  <a:lnTo>
                    <a:pt x="6710780" y="975351"/>
                  </a:lnTo>
                  <a:lnTo>
                    <a:pt x="6781124" y="975668"/>
                  </a:lnTo>
                  <a:lnTo>
                    <a:pt x="6851469" y="9759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235312" y="5279292"/>
              <a:ext cx="6964104" cy="269382"/>
            </a:xfrm>
            <a:custGeom>
              <a:avLst/>
              <a:pathLst>
                <a:path w="6964104" h="269382">
                  <a:moveTo>
                    <a:pt x="6964104" y="269382"/>
                  </a:moveTo>
                  <a:lnTo>
                    <a:pt x="6893760" y="267817"/>
                  </a:lnTo>
                  <a:lnTo>
                    <a:pt x="6823415" y="266197"/>
                  </a:lnTo>
                  <a:lnTo>
                    <a:pt x="6753071" y="264521"/>
                  </a:lnTo>
                  <a:lnTo>
                    <a:pt x="6682726" y="262787"/>
                  </a:lnTo>
                  <a:lnTo>
                    <a:pt x="6612382" y="260992"/>
                  </a:lnTo>
                  <a:lnTo>
                    <a:pt x="6542037" y="259135"/>
                  </a:lnTo>
                  <a:lnTo>
                    <a:pt x="6471693" y="257213"/>
                  </a:lnTo>
                  <a:lnTo>
                    <a:pt x="6401348" y="255225"/>
                  </a:lnTo>
                  <a:lnTo>
                    <a:pt x="6331004" y="253167"/>
                  </a:lnTo>
                  <a:lnTo>
                    <a:pt x="6260659" y="251038"/>
                  </a:lnTo>
                  <a:lnTo>
                    <a:pt x="6190315" y="248835"/>
                  </a:lnTo>
                  <a:lnTo>
                    <a:pt x="6119970" y="246555"/>
                  </a:lnTo>
                  <a:lnTo>
                    <a:pt x="6049626" y="244196"/>
                  </a:lnTo>
                  <a:lnTo>
                    <a:pt x="5979281" y="241754"/>
                  </a:lnTo>
                  <a:lnTo>
                    <a:pt x="5908937" y="239228"/>
                  </a:lnTo>
                  <a:lnTo>
                    <a:pt x="5838592" y="236614"/>
                  </a:lnTo>
                  <a:lnTo>
                    <a:pt x="5768248" y="233909"/>
                  </a:lnTo>
                  <a:lnTo>
                    <a:pt x="5697903" y="231110"/>
                  </a:lnTo>
                  <a:lnTo>
                    <a:pt x="5627559" y="228214"/>
                  </a:lnTo>
                  <a:lnTo>
                    <a:pt x="5557214" y="225217"/>
                  </a:lnTo>
                  <a:lnTo>
                    <a:pt x="5486870" y="222116"/>
                  </a:lnTo>
                  <a:lnTo>
                    <a:pt x="5416525" y="218907"/>
                  </a:lnTo>
                  <a:lnTo>
                    <a:pt x="5346181" y="215586"/>
                  </a:lnTo>
                  <a:lnTo>
                    <a:pt x="5275836" y="212150"/>
                  </a:lnTo>
                  <a:lnTo>
                    <a:pt x="5205492" y="208594"/>
                  </a:lnTo>
                  <a:lnTo>
                    <a:pt x="5135147" y="204915"/>
                  </a:lnTo>
                  <a:lnTo>
                    <a:pt x="5064803" y="201108"/>
                  </a:lnTo>
                  <a:lnTo>
                    <a:pt x="4994458" y="197168"/>
                  </a:lnTo>
                  <a:lnTo>
                    <a:pt x="4924114" y="193092"/>
                  </a:lnTo>
                  <a:lnTo>
                    <a:pt x="4853769" y="188873"/>
                  </a:lnTo>
                  <a:lnTo>
                    <a:pt x="4783425" y="184508"/>
                  </a:lnTo>
                  <a:lnTo>
                    <a:pt x="4713080" y="179991"/>
                  </a:lnTo>
                  <a:lnTo>
                    <a:pt x="4642736" y="175317"/>
                  </a:lnTo>
                  <a:lnTo>
                    <a:pt x="4572391" y="170481"/>
                  </a:lnTo>
                  <a:lnTo>
                    <a:pt x="4502047" y="165476"/>
                  </a:lnTo>
                  <a:lnTo>
                    <a:pt x="4431702" y="160297"/>
                  </a:lnTo>
                  <a:lnTo>
                    <a:pt x="4361358" y="154938"/>
                  </a:lnTo>
                  <a:lnTo>
                    <a:pt x="4291013" y="149393"/>
                  </a:lnTo>
                  <a:lnTo>
                    <a:pt x="4220669" y="143655"/>
                  </a:lnTo>
                  <a:lnTo>
                    <a:pt x="4150324" y="137717"/>
                  </a:lnTo>
                  <a:lnTo>
                    <a:pt x="4079980" y="131573"/>
                  </a:lnTo>
                  <a:lnTo>
                    <a:pt x="4009635" y="125215"/>
                  </a:lnTo>
                  <a:lnTo>
                    <a:pt x="3939291" y="118636"/>
                  </a:lnTo>
                  <a:lnTo>
                    <a:pt x="3868946" y="111829"/>
                  </a:lnTo>
                  <a:lnTo>
                    <a:pt x="3798602" y="104784"/>
                  </a:lnTo>
                  <a:lnTo>
                    <a:pt x="3728257" y="97495"/>
                  </a:lnTo>
                  <a:lnTo>
                    <a:pt x="3657913" y="89952"/>
                  </a:lnTo>
                  <a:lnTo>
                    <a:pt x="3587569" y="82147"/>
                  </a:lnTo>
                  <a:lnTo>
                    <a:pt x="3517224" y="74070"/>
                  </a:lnTo>
                  <a:lnTo>
                    <a:pt x="3446880" y="65712"/>
                  </a:lnTo>
                  <a:lnTo>
                    <a:pt x="3376535" y="57064"/>
                  </a:lnTo>
                  <a:lnTo>
                    <a:pt x="3306191" y="48115"/>
                  </a:lnTo>
                  <a:lnTo>
                    <a:pt x="3235846" y="38855"/>
                  </a:lnTo>
                  <a:lnTo>
                    <a:pt x="3165502" y="29273"/>
                  </a:lnTo>
                  <a:lnTo>
                    <a:pt x="3095157" y="19358"/>
                  </a:lnTo>
                  <a:lnTo>
                    <a:pt x="3024813" y="14866"/>
                  </a:lnTo>
                  <a:lnTo>
                    <a:pt x="2954468" y="14528"/>
                  </a:lnTo>
                  <a:lnTo>
                    <a:pt x="2884124" y="14190"/>
                  </a:lnTo>
                  <a:lnTo>
                    <a:pt x="2813779" y="13852"/>
                  </a:lnTo>
                  <a:lnTo>
                    <a:pt x="2743435" y="13513"/>
                  </a:lnTo>
                  <a:lnTo>
                    <a:pt x="2673090" y="13174"/>
                  </a:lnTo>
                  <a:lnTo>
                    <a:pt x="2602746" y="12834"/>
                  </a:lnTo>
                  <a:lnTo>
                    <a:pt x="2532401" y="12494"/>
                  </a:lnTo>
                  <a:lnTo>
                    <a:pt x="2462057" y="12154"/>
                  </a:lnTo>
                  <a:lnTo>
                    <a:pt x="2391712" y="11813"/>
                  </a:lnTo>
                  <a:lnTo>
                    <a:pt x="2321368" y="11472"/>
                  </a:lnTo>
                  <a:lnTo>
                    <a:pt x="2251023" y="11131"/>
                  </a:lnTo>
                  <a:lnTo>
                    <a:pt x="2180679" y="10789"/>
                  </a:lnTo>
                  <a:lnTo>
                    <a:pt x="2110334" y="10447"/>
                  </a:lnTo>
                  <a:lnTo>
                    <a:pt x="2039990" y="10104"/>
                  </a:lnTo>
                  <a:lnTo>
                    <a:pt x="1969645" y="9761"/>
                  </a:lnTo>
                  <a:lnTo>
                    <a:pt x="1899301" y="9418"/>
                  </a:lnTo>
                  <a:lnTo>
                    <a:pt x="1828956" y="9074"/>
                  </a:lnTo>
                  <a:lnTo>
                    <a:pt x="1758612" y="8730"/>
                  </a:lnTo>
                  <a:lnTo>
                    <a:pt x="1688267" y="8386"/>
                  </a:lnTo>
                  <a:lnTo>
                    <a:pt x="1617923" y="8041"/>
                  </a:lnTo>
                  <a:lnTo>
                    <a:pt x="1547578" y="7695"/>
                  </a:lnTo>
                  <a:lnTo>
                    <a:pt x="1477234" y="7350"/>
                  </a:lnTo>
                  <a:lnTo>
                    <a:pt x="1406889" y="7004"/>
                  </a:lnTo>
                  <a:lnTo>
                    <a:pt x="1336545" y="6657"/>
                  </a:lnTo>
                  <a:lnTo>
                    <a:pt x="1266200" y="6310"/>
                  </a:lnTo>
                  <a:lnTo>
                    <a:pt x="1195856" y="5963"/>
                  </a:lnTo>
                  <a:lnTo>
                    <a:pt x="1125511" y="5615"/>
                  </a:lnTo>
                  <a:lnTo>
                    <a:pt x="1055167" y="5267"/>
                  </a:lnTo>
                  <a:lnTo>
                    <a:pt x="984822" y="4919"/>
                  </a:lnTo>
                  <a:lnTo>
                    <a:pt x="914478" y="4570"/>
                  </a:lnTo>
                  <a:lnTo>
                    <a:pt x="844133" y="4221"/>
                  </a:lnTo>
                  <a:lnTo>
                    <a:pt x="773789" y="3871"/>
                  </a:lnTo>
                  <a:lnTo>
                    <a:pt x="703444" y="3521"/>
                  </a:lnTo>
                  <a:lnTo>
                    <a:pt x="633100" y="3171"/>
                  </a:lnTo>
                  <a:lnTo>
                    <a:pt x="562755" y="2820"/>
                  </a:lnTo>
                  <a:lnTo>
                    <a:pt x="492411" y="2469"/>
                  </a:lnTo>
                  <a:lnTo>
                    <a:pt x="422066" y="2117"/>
                  </a:lnTo>
                  <a:lnTo>
                    <a:pt x="351722" y="1765"/>
                  </a:lnTo>
                  <a:lnTo>
                    <a:pt x="281377" y="1413"/>
                  </a:lnTo>
                  <a:lnTo>
                    <a:pt x="211033" y="1060"/>
                  </a:lnTo>
                  <a:lnTo>
                    <a:pt x="140688" y="707"/>
                  </a:lnTo>
                  <a:lnTo>
                    <a:pt x="70344" y="3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235312" y="4947592"/>
              <a:ext cx="6964104" cy="533585"/>
            </a:xfrm>
            <a:custGeom>
              <a:avLst/>
              <a:pathLst>
                <a:path w="6964104" h="533585">
                  <a:moveTo>
                    <a:pt x="0" y="0"/>
                  </a:moveTo>
                  <a:lnTo>
                    <a:pt x="70344" y="11307"/>
                  </a:lnTo>
                  <a:lnTo>
                    <a:pt x="140688" y="22416"/>
                  </a:lnTo>
                  <a:lnTo>
                    <a:pt x="211033" y="33331"/>
                  </a:lnTo>
                  <a:lnTo>
                    <a:pt x="281377" y="44055"/>
                  </a:lnTo>
                  <a:lnTo>
                    <a:pt x="351722" y="54591"/>
                  </a:lnTo>
                  <a:lnTo>
                    <a:pt x="422066" y="64943"/>
                  </a:lnTo>
                  <a:lnTo>
                    <a:pt x="492411" y="75113"/>
                  </a:lnTo>
                  <a:lnTo>
                    <a:pt x="562755" y="85106"/>
                  </a:lnTo>
                  <a:lnTo>
                    <a:pt x="633100" y="94924"/>
                  </a:lnTo>
                  <a:lnTo>
                    <a:pt x="703444" y="104570"/>
                  </a:lnTo>
                  <a:lnTo>
                    <a:pt x="773789" y="114047"/>
                  </a:lnTo>
                  <a:lnTo>
                    <a:pt x="844133" y="123358"/>
                  </a:lnTo>
                  <a:lnTo>
                    <a:pt x="914478" y="132506"/>
                  </a:lnTo>
                  <a:lnTo>
                    <a:pt x="984822" y="141494"/>
                  </a:lnTo>
                  <a:lnTo>
                    <a:pt x="1055167" y="150325"/>
                  </a:lnTo>
                  <a:lnTo>
                    <a:pt x="1125511" y="159002"/>
                  </a:lnTo>
                  <a:lnTo>
                    <a:pt x="1195856" y="167526"/>
                  </a:lnTo>
                  <a:lnTo>
                    <a:pt x="1266200" y="175901"/>
                  </a:lnTo>
                  <a:lnTo>
                    <a:pt x="1336545" y="184130"/>
                  </a:lnTo>
                  <a:lnTo>
                    <a:pt x="1406889" y="192215"/>
                  </a:lnTo>
                  <a:lnTo>
                    <a:pt x="1477234" y="200158"/>
                  </a:lnTo>
                  <a:lnTo>
                    <a:pt x="1547578" y="207962"/>
                  </a:lnTo>
                  <a:lnTo>
                    <a:pt x="1617923" y="215630"/>
                  </a:lnTo>
                  <a:lnTo>
                    <a:pt x="1688267" y="223164"/>
                  </a:lnTo>
                  <a:lnTo>
                    <a:pt x="1758612" y="230565"/>
                  </a:lnTo>
                  <a:lnTo>
                    <a:pt x="1828956" y="237837"/>
                  </a:lnTo>
                  <a:lnTo>
                    <a:pt x="1899301" y="244982"/>
                  </a:lnTo>
                  <a:lnTo>
                    <a:pt x="1969645" y="252002"/>
                  </a:lnTo>
                  <a:lnTo>
                    <a:pt x="2039990" y="258899"/>
                  </a:lnTo>
                  <a:lnTo>
                    <a:pt x="2110334" y="265675"/>
                  </a:lnTo>
                  <a:lnTo>
                    <a:pt x="2180679" y="272333"/>
                  </a:lnTo>
                  <a:lnTo>
                    <a:pt x="2251023" y="278874"/>
                  </a:lnTo>
                  <a:lnTo>
                    <a:pt x="2321368" y="285300"/>
                  </a:lnTo>
                  <a:lnTo>
                    <a:pt x="2391712" y="291615"/>
                  </a:lnTo>
                  <a:lnTo>
                    <a:pt x="2462057" y="297818"/>
                  </a:lnTo>
                  <a:lnTo>
                    <a:pt x="2532401" y="303913"/>
                  </a:lnTo>
                  <a:lnTo>
                    <a:pt x="2602746" y="309902"/>
                  </a:lnTo>
                  <a:lnTo>
                    <a:pt x="2673090" y="315785"/>
                  </a:lnTo>
                  <a:lnTo>
                    <a:pt x="2743435" y="321566"/>
                  </a:lnTo>
                  <a:lnTo>
                    <a:pt x="2813779" y="327246"/>
                  </a:lnTo>
                  <a:lnTo>
                    <a:pt x="2884124" y="332826"/>
                  </a:lnTo>
                  <a:lnTo>
                    <a:pt x="2954468" y="338308"/>
                  </a:lnTo>
                  <a:lnTo>
                    <a:pt x="3024813" y="343695"/>
                  </a:lnTo>
                  <a:lnTo>
                    <a:pt x="3095157" y="348987"/>
                  </a:lnTo>
                  <a:lnTo>
                    <a:pt x="3165502" y="354186"/>
                  </a:lnTo>
                  <a:lnTo>
                    <a:pt x="3235846" y="359295"/>
                  </a:lnTo>
                  <a:lnTo>
                    <a:pt x="3306191" y="364314"/>
                  </a:lnTo>
                  <a:lnTo>
                    <a:pt x="3376535" y="369246"/>
                  </a:lnTo>
                  <a:lnTo>
                    <a:pt x="3446880" y="374091"/>
                  </a:lnTo>
                  <a:lnTo>
                    <a:pt x="3517224" y="378851"/>
                  </a:lnTo>
                  <a:lnTo>
                    <a:pt x="3587569" y="383528"/>
                  </a:lnTo>
                  <a:lnTo>
                    <a:pt x="3657913" y="388123"/>
                  </a:lnTo>
                  <a:lnTo>
                    <a:pt x="3728257" y="392638"/>
                  </a:lnTo>
                  <a:lnTo>
                    <a:pt x="3798602" y="397073"/>
                  </a:lnTo>
                  <a:lnTo>
                    <a:pt x="3868946" y="401431"/>
                  </a:lnTo>
                  <a:lnTo>
                    <a:pt x="3939291" y="405713"/>
                  </a:lnTo>
                  <a:lnTo>
                    <a:pt x="4009635" y="409920"/>
                  </a:lnTo>
                  <a:lnTo>
                    <a:pt x="4079980" y="414053"/>
                  </a:lnTo>
                  <a:lnTo>
                    <a:pt x="4150324" y="418114"/>
                  </a:lnTo>
                  <a:lnTo>
                    <a:pt x="4220669" y="422104"/>
                  </a:lnTo>
                  <a:lnTo>
                    <a:pt x="4291013" y="426024"/>
                  </a:lnTo>
                  <a:lnTo>
                    <a:pt x="4361358" y="429875"/>
                  </a:lnTo>
                  <a:lnTo>
                    <a:pt x="4431702" y="433659"/>
                  </a:lnTo>
                  <a:lnTo>
                    <a:pt x="4502047" y="437377"/>
                  </a:lnTo>
                  <a:lnTo>
                    <a:pt x="4572391" y="441030"/>
                  </a:lnTo>
                  <a:lnTo>
                    <a:pt x="4642736" y="444619"/>
                  </a:lnTo>
                  <a:lnTo>
                    <a:pt x="4713080" y="448145"/>
                  </a:lnTo>
                  <a:lnTo>
                    <a:pt x="4783425" y="451609"/>
                  </a:lnTo>
                  <a:lnTo>
                    <a:pt x="4853769" y="455013"/>
                  </a:lnTo>
                  <a:lnTo>
                    <a:pt x="4924114" y="458357"/>
                  </a:lnTo>
                  <a:lnTo>
                    <a:pt x="4994458" y="461642"/>
                  </a:lnTo>
                  <a:lnTo>
                    <a:pt x="5064803" y="464870"/>
                  </a:lnTo>
                  <a:lnTo>
                    <a:pt x="5135147" y="468042"/>
                  </a:lnTo>
                  <a:lnTo>
                    <a:pt x="5205492" y="471158"/>
                  </a:lnTo>
                  <a:lnTo>
                    <a:pt x="5275836" y="474219"/>
                  </a:lnTo>
                  <a:lnTo>
                    <a:pt x="5346181" y="477227"/>
                  </a:lnTo>
                  <a:lnTo>
                    <a:pt x="5416525" y="480183"/>
                  </a:lnTo>
                  <a:lnTo>
                    <a:pt x="5486870" y="483086"/>
                  </a:lnTo>
                  <a:lnTo>
                    <a:pt x="5557214" y="485939"/>
                  </a:lnTo>
                  <a:lnTo>
                    <a:pt x="5627559" y="488742"/>
                  </a:lnTo>
                  <a:lnTo>
                    <a:pt x="5697903" y="491496"/>
                  </a:lnTo>
                  <a:lnTo>
                    <a:pt x="5768248" y="494201"/>
                  </a:lnTo>
                  <a:lnTo>
                    <a:pt x="5838592" y="496859"/>
                  </a:lnTo>
                  <a:lnTo>
                    <a:pt x="5908937" y="499471"/>
                  </a:lnTo>
                  <a:lnTo>
                    <a:pt x="5979281" y="502037"/>
                  </a:lnTo>
                  <a:lnTo>
                    <a:pt x="6049626" y="504558"/>
                  </a:lnTo>
                  <a:lnTo>
                    <a:pt x="6119970" y="507035"/>
                  </a:lnTo>
                  <a:lnTo>
                    <a:pt x="6190315" y="509469"/>
                  </a:lnTo>
                  <a:lnTo>
                    <a:pt x="6260659" y="511860"/>
                  </a:lnTo>
                  <a:lnTo>
                    <a:pt x="6331004" y="514209"/>
                  </a:lnTo>
                  <a:lnTo>
                    <a:pt x="6401348" y="516517"/>
                  </a:lnTo>
                  <a:lnTo>
                    <a:pt x="6471693" y="518785"/>
                  </a:lnTo>
                  <a:lnTo>
                    <a:pt x="6542037" y="521013"/>
                  </a:lnTo>
                  <a:lnTo>
                    <a:pt x="6612382" y="523202"/>
                  </a:lnTo>
                  <a:lnTo>
                    <a:pt x="6682726" y="525353"/>
                  </a:lnTo>
                  <a:lnTo>
                    <a:pt x="6753071" y="527466"/>
                  </a:lnTo>
                  <a:lnTo>
                    <a:pt x="6823415" y="529542"/>
                  </a:lnTo>
                  <a:lnTo>
                    <a:pt x="6893760" y="531581"/>
                  </a:lnTo>
                  <a:lnTo>
                    <a:pt x="6964104" y="5335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0071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0371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0428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62297" y="55536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62297" y="52543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62297" y="495496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62297" y="465563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62297" y="435630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324230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79256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34282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889308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744334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49057" y="57161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472994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328020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83046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561815" y="5855859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38035" y="494490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87106" y="4159544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(1.01-1.52), p_Bonf = 0.218 (n = 6)  |  per IQR decline (Δ = 28.1 %): 1.83 (1.04-3.21)  |  IQR: [-30.1, -2.1] 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87106" y="3932770"/>
              <a:ext cx="35084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2026-07-22T08:00:23Z</dcterms:modified>
  <cp:category/>
</cp:coreProperties>
</file>