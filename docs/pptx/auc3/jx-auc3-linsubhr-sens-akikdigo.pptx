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(1.01-1.52), p_Bonf = 0.218 (n = 6)  |  per IQR decline (Δ = 28.1 %): 1.83 (1.04-3.21)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2026-07-17T12:49:40Z</dcterms:modified>
  <cp:category/>
</cp:coreProperties>
</file>