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1436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2446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37501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50533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923649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271838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620028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7968217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17517" y="554920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4679530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3809853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294017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207049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097743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4445933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6794123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g20"/>
            <p:cNvSpPr/>
            <p:nvPr/>
          </p:nvSpPr>
          <p:spPr>
            <a:xfrm>
              <a:off x="1172049" y="1896563"/>
              <a:ext cx="7090630" cy="3439888"/>
            </a:xfrm>
            <a:custGeom>
              <a:avLst/>
              <a:pathLst>
                <a:path w="7090630" h="3439888">
                  <a:moveTo>
                    <a:pt x="0" y="2905969"/>
                  </a:moveTo>
                  <a:lnTo>
                    <a:pt x="71622" y="2903474"/>
                  </a:lnTo>
                  <a:lnTo>
                    <a:pt x="143245" y="2900971"/>
                  </a:lnTo>
                  <a:lnTo>
                    <a:pt x="214867" y="2898459"/>
                  </a:lnTo>
                  <a:lnTo>
                    <a:pt x="286490" y="2895939"/>
                  </a:lnTo>
                  <a:lnTo>
                    <a:pt x="358112" y="2893410"/>
                  </a:lnTo>
                  <a:lnTo>
                    <a:pt x="429735" y="2890873"/>
                  </a:lnTo>
                  <a:lnTo>
                    <a:pt x="501357" y="2888327"/>
                  </a:lnTo>
                  <a:lnTo>
                    <a:pt x="572980" y="2885773"/>
                  </a:lnTo>
                  <a:lnTo>
                    <a:pt x="644602" y="2883211"/>
                  </a:lnTo>
                  <a:lnTo>
                    <a:pt x="716225" y="2880639"/>
                  </a:lnTo>
                  <a:lnTo>
                    <a:pt x="787847" y="2878060"/>
                  </a:lnTo>
                  <a:lnTo>
                    <a:pt x="859470" y="2875471"/>
                  </a:lnTo>
                  <a:lnTo>
                    <a:pt x="931092" y="2872874"/>
                  </a:lnTo>
                  <a:lnTo>
                    <a:pt x="1002715" y="2870269"/>
                  </a:lnTo>
                  <a:lnTo>
                    <a:pt x="1074337" y="2867654"/>
                  </a:lnTo>
                  <a:lnTo>
                    <a:pt x="1145960" y="2865031"/>
                  </a:lnTo>
                  <a:lnTo>
                    <a:pt x="1217582" y="2862399"/>
                  </a:lnTo>
                  <a:lnTo>
                    <a:pt x="1289205" y="2859758"/>
                  </a:lnTo>
                  <a:lnTo>
                    <a:pt x="1360827" y="2857109"/>
                  </a:lnTo>
                  <a:lnTo>
                    <a:pt x="1432450" y="2854450"/>
                  </a:lnTo>
                  <a:lnTo>
                    <a:pt x="1504073" y="2851783"/>
                  </a:lnTo>
                  <a:lnTo>
                    <a:pt x="1575695" y="2849107"/>
                  </a:lnTo>
                  <a:lnTo>
                    <a:pt x="1647318" y="2846422"/>
                  </a:lnTo>
                  <a:lnTo>
                    <a:pt x="1718940" y="2843728"/>
                  </a:lnTo>
                  <a:lnTo>
                    <a:pt x="1790563" y="2841024"/>
                  </a:lnTo>
                  <a:lnTo>
                    <a:pt x="1862185" y="2838312"/>
                  </a:lnTo>
                  <a:lnTo>
                    <a:pt x="1933808" y="2835591"/>
                  </a:lnTo>
                  <a:lnTo>
                    <a:pt x="2005430" y="2832861"/>
                  </a:lnTo>
                  <a:lnTo>
                    <a:pt x="2077053" y="2830121"/>
                  </a:lnTo>
                  <a:lnTo>
                    <a:pt x="2148675" y="2827373"/>
                  </a:lnTo>
                  <a:lnTo>
                    <a:pt x="2220298" y="2824615"/>
                  </a:lnTo>
                  <a:lnTo>
                    <a:pt x="2291920" y="2821848"/>
                  </a:lnTo>
                  <a:lnTo>
                    <a:pt x="2363543" y="2819072"/>
                  </a:lnTo>
                  <a:lnTo>
                    <a:pt x="2435165" y="2816286"/>
                  </a:lnTo>
                  <a:lnTo>
                    <a:pt x="2506788" y="2813491"/>
                  </a:lnTo>
                  <a:lnTo>
                    <a:pt x="2578410" y="2810687"/>
                  </a:lnTo>
                  <a:lnTo>
                    <a:pt x="2650033" y="2807874"/>
                  </a:lnTo>
                  <a:lnTo>
                    <a:pt x="2721655" y="2805051"/>
                  </a:lnTo>
                  <a:lnTo>
                    <a:pt x="2793278" y="2802218"/>
                  </a:lnTo>
                  <a:lnTo>
                    <a:pt x="2864901" y="2799377"/>
                  </a:lnTo>
                  <a:lnTo>
                    <a:pt x="2936523" y="2796525"/>
                  </a:lnTo>
                  <a:lnTo>
                    <a:pt x="3008146" y="2793664"/>
                  </a:lnTo>
                  <a:lnTo>
                    <a:pt x="3079768" y="2790794"/>
                  </a:lnTo>
                  <a:lnTo>
                    <a:pt x="3151391" y="2787914"/>
                  </a:lnTo>
                  <a:lnTo>
                    <a:pt x="3223013" y="2785024"/>
                  </a:lnTo>
                  <a:lnTo>
                    <a:pt x="3294636" y="2775170"/>
                  </a:lnTo>
                  <a:lnTo>
                    <a:pt x="3366258" y="2747721"/>
                  </a:lnTo>
                  <a:lnTo>
                    <a:pt x="3437881" y="2719414"/>
                  </a:lnTo>
                  <a:lnTo>
                    <a:pt x="3509503" y="2690221"/>
                  </a:lnTo>
                  <a:lnTo>
                    <a:pt x="3581126" y="2660115"/>
                  </a:lnTo>
                  <a:lnTo>
                    <a:pt x="3652748" y="2629067"/>
                  </a:lnTo>
                  <a:lnTo>
                    <a:pt x="3724371" y="2597048"/>
                  </a:lnTo>
                  <a:lnTo>
                    <a:pt x="3795993" y="2564027"/>
                  </a:lnTo>
                  <a:lnTo>
                    <a:pt x="3867616" y="2529973"/>
                  </a:lnTo>
                  <a:lnTo>
                    <a:pt x="3939238" y="2494854"/>
                  </a:lnTo>
                  <a:lnTo>
                    <a:pt x="4010861" y="2458637"/>
                  </a:lnTo>
                  <a:lnTo>
                    <a:pt x="4082483" y="2421287"/>
                  </a:lnTo>
                  <a:lnTo>
                    <a:pt x="4154106" y="2382768"/>
                  </a:lnTo>
                  <a:lnTo>
                    <a:pt x="4225729" y="2343044"/>
                  </a:lnTo>
                  <a:lnTo>
                    <a:pt x="4297351" y="2302078"/>
                  </a:lnTo>
                  <a:lnTo>
                    <a:pt x="4368974" y="2259830"/>
                  </a:lnTo>
                  <a:lnTo>
                    <a:pt x="4440596" y="2216260"/>
                  </a:lnTo>
                  <a:lnTo>
                    <a:pt x="4512219" y="2171328"/>
                  </a:lnTo>
                  <a:lnTo>
                    <a:pt x="4583841" y="2124990"/>
                  </a:lnTo>
                  <a:lnTo>
                    <a:pt x="4655464" y="2077203"/>
                  </a:lnTo>
                  <a:lnTo>
                    <a:pt x="4727086" y="2027920"/>
                  </a:lnTo>
                  <a:lnTo>
                    <a:pt x="4798709" y="1977097"/>
                  </a:lnTo>
                  <a:lnTo>
                    <a:pt x="4870331" y="1924683"/>
                  </a:lnTo>
                  <a:lnTo>
                    <a:pt x="4941954" y="1870629"/>
                  </a:lnTo>
                  <a:lnTo>
                    <a:pt x="5013576" y="1814885"/>
                  </a:lnTo>
                  <a:lnTo>
                    <a:pt x="5085199" y="1757397"/>
                  </a:lnTo>
                  <a:lnTo>
                    <a:pt x="5156821" y="1698111"/>
                  </a:lnTo>
                  <a:lnTo>
                    <a:pt x="5228444" y="1636970"/>
                  </a:lnTo>
                  <a:lnTo>
                    <a:pt x="5300066" y="1573917"/>
                  </a:lnTo>
                  <a:lnTo>
                    <a:pt x="5371689" y="1508891"/>
                  </a:lnTo>
                  <a:lnTo>
                    <a:pt x="5443311" y="1441831"/>
                  </a:lnTo>
                  <a:lnTo>
                    <a:pt x="5514934" y="1372673"/>
                  </a:lnTo>
                  <a:lnTo>
                    <a:pt x="5586557" y="1301352"/>
                  </a:lnTo>
                  <a:lnTo>
                    <a:pt x="5658179" y="1227800"/>
                  </a:lnTo>
                  <a:lnTo>
                    <a:pt x="5729802" y="1151947"/>
                  </a:lnTo>
                  <a:lnTo>
                    <a:pt x="5801424" y="1073721"/>
                  </a:lnTo>
                  <a:lnTo>
                    <a:pt x="5873047" y="993048"/>
                  </a:lnTo>
                  <a:lnTo>
                    <a:pt x="5944669" y="909852"/>
                  </a:lnTo>
                  <a:lnTo>
                    <a:pt x="6016292" y="824053"/>
                  </a:lnTo>
                  <a:lnTo>
                    <a:pt x="6087914" y="735570"/>
                  </a:lnTo>
                  <a:lnTo>
                    <a:pt x="6159537" y="644320"/>
                  </a:lnTo>
                  <a:lnTo>
                    <a:pt x="6231159" y="550215"/>
                  </a:lnTo>
                  <a:lnTo>
                    <a:pt x="6302782" y="453166"/>
                  </a:lnTo>
                  <a:lnTo>
                    <a:pt x="6374404" y="353081"/>
                  </a:lnTo>
                  <a:lnTo>
                    <a:pt x="6446027" y="249865"/>
                  </a:lnTo>
                  <a:lnTo>
                    <a:pt x="6517649" y="143421"/>
                  </a:lnTo>
                  <a:lnTo>
                    <a:pt x="6589272" y="33647"/>
                  </a:lnTo>
                  <a:lnTo>
                    <a:pt x="6610559" y="0"/>
                  </a:lnTo>
                  <a:lnTo>
                    <a:pt x="7090630" y="0"/>
                  </a:lnTo>
                  <a:lnTo>
                    <a:pt x="7090630" y="2613761"/>
                  </a:lnTo>
                  <a:lnTo>
                    <a:pt x="7019007" y="2617221"/>
                  </a:lnTo>
                  <a:lnTo>
                    <a:pt x="6947385" y="2620669"/>
                  </a:lnTo>
                  <a:lnTo>
                    <a:pt x="6875762" y="2624106"/>
                  </a:lnTo>
                  <a:lnTo>
                    <a:pt x="6804139" y="2627532"/>
                  </a:lnTo>
                  <a:lnTo>
                    <a:pt x="6732517" y="2630946"/>
                  </a:lnTo>
                  <a:lnTo>
                    <a:pt x="6660894" y="2634349"/>
                  </a:lnTo>
                  <a:lnTo>
                    <a:pt x="6589272" y="2637740"/>
                  </a:lnTo>
                  <a:lnTo>
                    <a:pt x="6517649" y="2641120"/>
                  </a:lnTo>
                  <a:lnTo>
                    <a:pt x="6446027" y="2644489"/>
                  </a:lnTo>
                  <a:lnTo>
                    <a:pt x="6374404" y="2647847"/>
                  </a:lnTo>
                  <a:lnTo>
                    <a:pt x="6302782" y="2651193"/>
                  </a:lnTo>
                  <a:lnTo>
                    <a:pt x="6231159" y="2654529"/>
                  </a:lnTo>
                  <a:lnTo>
                    <a:pt x="6159537" y="2657853"/>
                  </a:lnTo>
                  <a:lnTo>
                    <a:pt x="6087914" y="2661166"/>
                  </a:lnTo>
                  <a:lnTo>
                    <a:pt x="6016292" y="2664468"/>
                  </a:lnTo>
                  <a:lnTo>
                    <a:pt x="5944669" y="2667759"/>
                  </a:lnTo>
                  <a:lnTo>
                    <a:pt x="5873047" y="2671040"/>
                  </a:lnTo>
                  <a:lnTo>
                    <a:pt x="5801424" y="2674309"/>
                  </a:lnTo>
                  <a:lnTo>
                    <a:pt x="5729802" y="2677567"/>
                  </a:lnTo>
                  <a:lnTo>
                    <a:pt x="5658179" y="2680815"/>
                  </a:lnTo>
                  <a:lnTo>
                    <a:pt x="5586557" y="2684051"/>
                  </a:lnTo>
                  <a:lnTo>
                    <a:pt x="5514934" y="2687277"/>
                  </a:lnTo>
                  <a:lnTo>
                    <a:pt x="5443311" y="2690493"/>
                  </a:lnTo>
                  <a:lnTo>
                    <a:pt x="5371689" y="2693697"/>
                  </a:lnTo>
                  <a:lnTo>
                    <a:pt x="5300066" y="2696891"/>
                  </a:lnTo>
                  <a:lnTo>
                    <a:pt x="5228444" y="2700074"/>
                  </a:lnTo>
                  <a:lnTo>
                    <a:pt x="5156821" y="2703247"/>
                  </a:lnTo>
                  <a:lnTo>
                    <a:pt x="5085199" y="2706409"/>
                  </a:lnTo>
                  <a:lnTo>
                    <a:pt x="5013576" y="2709560"/>
                  </a:lnTo>
                  <a:lnTo>
                    <a:pt x="4941954" y="2712701"/>
                  </a:lnTo>
                  <a:lnTo>
                    <a:pt x="4870331" y="2715831"/>
                  </a:lnTo>
                  <a:lnTo>
                    <a:pt x="4798709" y="2718952"/>
                  </a:lnTo>
                  <a:lnTo>
                    <a:pt x="4727086" y="2722061"/>
                  </a:lnTo>
                  <a:lnTo>
                    <a:pt x="4655464" y="2725161"/>
                  </a:lnTo>
                  <a:lnTo>
                    <a:pt x="4583841" y="2728250"/>
                  </a:lnTo>
                  <a:lnTo>
                    <a:pt x="4512219" y="2731328"/>
                  </a:lnTo>
                  <a:lnTo>
                    <a:pt x="4440596" y="2734397"/>
                  </a:lnTo>
                  <a:lnTo>
                    <a:pt x="4368974" y="2737455"/>
                  </a:lnTo>
                  <a:lnTo>
                    <a:pt x="4297351" y="2740503"/>
                  </a:lnTo>
                  <a:lnTo>
                    <a:pt x="4225729" y="2743541"/>
                  </a:lnTo>
                  <a:lnTo>
                    <a:pt x="4154106" y="2746569"/>
                  </a:lnTo>
                  <a:lnTo>
                    <a:pt x="4082483" y="2749586"/>
                  </a:lnTo>
                  <a:lnTo>
                    <a:pt x="4010861" y="2752594"/>
                  </a:lnTo>
                  <a:lnTo>
                    <a:pt x="3939238" y="2755592"/>
                  </a:lnTo>
                  <a:lnTo>
                    <a:pt x="3867616" y="2758579"/>
                  </a:lnTo>
                  <a:lnTo>
                    <a:pt x="3795993" y="2761557"/>
                  </a:lnTo>
                  <a:lnTo>
                    <a:pt x="3724371" y="2764525"/>
                  </a:lnTo>
                  <a:lnTo>
                    <a:pt x="3652748" y="2767483"/>
                  </a:lnTo>
                  <a:lnTo>
                    <a:pt x="3581126" y="2770431"/>
                  </a:lnTo>
                  <a:lnTo>
                    <a:pt x="3509503" y="2773369"/>
                  </a:lnTo>
                  <a:lnTo>
                    <a:pt x="3437881" y="2776297"/>
                  </a:lnTo>
                  <a:lnTo>
                    <a:pt x="3366258" y="2779216"/>
                  </a:lnTo>
                  <a:lnTo>
                    <a:pt x="3294636" y="2782125"/>
                  </a:lnTo>
                  <a:lnTo>
                    <a:pt x="3223013" y="2801786"/>
                  </a:lnTo>
                  <a:lnTo>
                    <a:pt x="3151391" y="2827595"/>
                  </a:lnTo>
                  <a:lnTo>
                    <a:pt x="3079768" y="2852621"/>
                  </a:lnTo>
                  <a:lnTo>
                    <a:pt x="3008146" y="2876888"/>
                  </a:lnTo>
                  <a:lnTo>
                    <a:pt x="2936523" y="2900418"/>
                  </a:lnTo>
                  <a:lnTo>
                    <a:pt x="2864901" y="2923235"/>
                  </a:lnTo>
                  <a:lnTo>
                    <a:pt x="2793278" y="2945360"/>
                  </a:lnTo>
                  <a:lnTo>
                    <a:pt x="2721655" y="2966814"/>
                  </a:lnTo>
                  <a:lnTo>
                    <a:pt x="2650033" y="2987617"/>
                  </a:lnTo>
                  <a:lnTo>
                    <a:pt x="2578410" y="3007789"/>
                  </a:lnTo>
                  <a:lnTo>
                    <a:pt x="2506788" y="3027350"/>
                  </a:lnTo>
                  <a:lnTo>
                    <a:pt x="2435165" y="3046316"/>
                  </a:lnTo>
                  <a:lnTo>
                    <a:pt x="2363543" y="3064708"/>
                  </a:lnTo>
                  <a:lnTo>
                    <a:pt x="2291920" y="3082542"/>
                  </a:lnTo>
                  <a:lnTo>
                    <a:pt x="2220298" y="3099834"/>
                  </a:lnTo>
                  <a:lnTo>
                    <a:pt x="2148675" y="3116603"/>
                  </a:lnTo>
                  <a:lnTo>
                    <a:pt x="2077053" y="3132862"/>
                  </a:lnTo>
                  <a:lnTo>
                    <a:pt x="2005430" y="3148629"/>
                  </a:lnTo>
                  <a:lnTo>
                    <a:pt x="1933808" y="3163917"/>
                  </a:lnTo>
                  <a:lnTo>
                    <a:pt x="1862185" y="3178741"/>
                  </a:lnTo>
                  <a:lnTo>
                    <a:pt x="1790563" y="3193116"/>
                  </a:lnTo>
                  <a:lnTo>
                    <a:pt x="1718940" y="3207055"/>
                  </a:lnTo>
                  <a:lnTo>
                    <a:pt x="1647318" y="3220570"/>
                  </a:lnTo>
                  <a:lnTo>
                    <a:pt x="1575695" y="3233676"/>
                  </a:lnTo>
                  <a:lnTo>
                    <a:pt x="1504073" y="3246385"/>
                  </a:lnTo>
                  <a:lnTo>
                    <a:pt x="1432450" y="3258708"/>
                  </a:lnTo>
                  <a:lnTo>
                    <a:pt x="1360827" y="3270657"/>
                  </a:lnTo>
                  <a:lnTo>
                    <a:pt x="1289205" y="3282244"/>
                  </a:lnTo>
                  <a:lnTo>
                    <a:pt x="1217582" y="3293479"/>
                  </a:lnTo>
                  <a:lnTo>
                    <a:pt x="1145960" y="3304373"/>
                  </a:lnTo>
                  <a:lnTo>
                    <a:pt x="1074337" y="3314937"/>
                  </a:lnTo>
                  <a:lnTo>
                    <a:pt x="1002715" y="3325181"/>
                  </a:lnTo>
                  <a:lnTo>
                    <a:pt x="931092" y="3335114"/>
                  </a:lnTo>
                  <a:lnTo>
                    <a:pt x="859470" y="3344745"/>
                  </a:lnTo>
                  <a:lnTo>
                    <a:pt x="787847" y="3354085"/>
                  </a:lnTo>
                  <a:lnTo>
                    <a:pt x="716225" y="3363141"/>
                  </a:lnTo>
                  <a:lnTo>
                    <a:pt x="644602" y="3371922"/>
                  </a:lnTo>
                  <a:lnTo>
                    <a:pt x="572980" y="3380437"/>
                  </a:lnTo>
                  <a:lnTo>
                    <a:pt x="501357" y="3388694"/>
                  </a:lnTo>
                  <a:lnTo>
                    <a:pt x="429735" y="3396700"/>
                  </a:lnTo>
                  <a:lnTo>
                    <a:pt x="358112" y="3404464"/>
                  </a:lnTo>
                  <a:lnTo>
                    <a:pt x="286490" y="3411992"/>
                  </a:lnTo>
                  <a:lnTo>
                    <a:pt x="214867" y="3419291"/>
                  </a:lnTo>
                  <a:lnTo>
                    <a:pt x="143245" y="3426369"/>
                  </a:lnTo>
                  <a:lnTo>
                    <a:pt x="71622" y="3433233"/>
                  </a:lnTo>
                  <a:lnTo>
                    <a:pt x="0" y="3439888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1172049" y="1896563"/>
              <a:ext cx="6610559" cy="2905969"/>
            </a:xfrm>
            <a:custGeom>
              <a:avLst/>
              <a:pathLst>
                <a:path w="6610559" h="2905969">
                  <a:moveTo>
                    <a:pt x="0" y="2905969"/>
                  </a:moveTo>
                  <a:lnTo>
                    <a:pt x="71622" y="2903474"/>
                  </a:lnTo>
                  <a:lnTo>
                    <a:pt x="143245" y="2900971"/>
                  </a:lnTo>
                  <a:lnTo>
                    <a:pt x="214867" y="2898459"/>
                  </a:lnTo>
                  <a:lnTo>
                    <a:pt x="286490" y="2895939"/>
                  </a:lnTo>
                  <a:lnTo>
                    <a:pt x="358112" y="2893410"/>
                  </a:lnTo>
                  <a:lnTo>
                    <a:pt x="429735" y="2890873"/>
                  </a:lnTo>
                  <a:lnTo>
                    <a:pt x="501357" y="2888327"/>
                  </a:lnTo>
                  <a:lnTo>
                    <a:pt x="572980" y="2885773"/>
                  </a:lnTo>
                  <a:lnTo>
                    <a:pt x="644602" y="2883211"/>
                  </a:lnTo>
                  <a:lnTo>
                    <a:pt x="716225" y="2880639"/>
                  </a:lnTo>
                  <a:lnTo>
                    <a:pt x="787847" y="2878060"/>
                  </a:lnTo>
                  <a:lnTo>
                    <a:pt x="859470" y="2875471"/>
                  </a:lnTo>
                  <a:lnTo>
                    <a:pt x="931092" y="2872874"/>
                  </a:lnTo>
                  <a:lnTo>
                    <a:pt x="1002715" y="2870269"/>
                  </a:lnTo>
                  <a:lnTo>
                    <a:pt x="1074337" y="2867654"/>
                  </a:lnTo>
                  <a:lnTo>
                    <a:pt x="1145960" y="2865031"/>
                  </a:lnTo>
                  <a:lnTo>
                    <a:pt x="1217582" y="2862399"/>
                  </a:lnTo>
                  <a:lnTo>
                    <a:pt x="1289205" y="2859758"/>
                  </a:lnTo>
                  <a:lnTo>
                    <a:pt x="1360827" y="2857109"/>
                  </a:lnTo>
                  <a:lnTo>
                    <a:pt x="1432450" y="2854450"/>
                  </a:lnTo>
                  <a:lnTo>
                    <a:pt x="1504073" y="2851783"/>
                  </a:lnTo>
                  <a:lnTo>
                    <a:pt x="1575695" y="2849107"/>
                  </a:lnTo>
                  <a:lnTo>
                    <a:pt x="1647318" y="2846422"/>
                  </a:lnTo>
                  <a:lnTo>
                    <a:pt x="1718940" y="2843728"/>
                  </a:lnTo>
                  <a:lnTo>
                    <a:pt x="1790563" y="2841024"/>
                  </a:lnTo>
                  <a:lnTo>
                    <a:pt x="1862185" y="2838312"/>
                  </a:lnTo>
                  <a:lnTo>
                    <a:pt x="1933808" y="2835591"/>
                  </a:lnTo>
                  <a:lnTo>
                    <a:pt x="2005430" y="2832861"/>
                  </a:lnTo>
                  <a:lnTo>
                    <a:pt x="2077053" y="2830121"/>
                  </a:lnTo>
                  <a:lnTo>
                    <a:pt x="2148675" y="2827373"/>
                  </a:lnTo>
                  <a:lnTo>
                    <a:pt x="2220298" y="2824615"/>
                  </a:lnTo>
                  <a:lnTo>
                    <a:pt x="2291920" y="2821848"/>
                  </a:lnTo>
                  <a:lnTo>
                    <a:pt x="2363543" y="2819072"/>
                  </a:lnTo>
                  <a:lnTo>
                    <a:pt x="2435165" y="2816286"/>
                  </a:lnTo>
                  <a:lnTo>
                    <a:pt x="2506788" y="2813491"/>
                  </a:lnTo>
                  <a:lnTo>
                    <a:pt x="2578410" y="2810687"/>
                  </a:lnTo>
                  <a:lnTo>
                    <a:pt x="2650033" y="2807874"/>
                  </a:lnTo>
                  <a:lnTo>
                    <a:pt x="2721655" y="2805051"/>
                  </a:lnTo>
                  <a:lnTo>
                    <a:pt x="2793278" y="2802218"/>
                  </a:lnTo>
                  <a:lnTo>
                    <a:pt x="2864901" y="2799377"/>
                  </a:lnTo>
                  <a:lnTo>
                    <a:pt x="2936523" y="2796525"/>
                  </a:lnTo>
                  <a:lnTo>
                    <a:pt x="3008146" y="2793664"/>
                  </a:lnTo>
                  <a:lnTo>
                    <a:pt x="3079768" y="2790794"/>
                  </a:lnTo>
                  <a:lnTo>
                    <a:pt x="3151391" y="2787914"/>
                  </a:lnTo>
                  <a:lnTo>
                    <a:pt x="3223013" y="2785024"/>
                  </a:lnTo>
                  <a:lnTo>
                    <a:pt x="3294636" y="2775170"/>
                  </a:lnTo>
                  <a:lnTo>
                    <a:pt x="3366258" y="2747721"/>
                  </a:lnTo>
                  <a:lnTo>
                    <a:pt x="3437881" y="2719414"/>
                  </a:lnTo>
                  <a:lnTo>
                    <a:pt x="3509503" y="2690221"/>
                  </a:lnTo>
                  <a:lnTo>
                    <a:pt x="3581126" y="2660115"/>
                  </a:lnTo>
                  <a:lnTo>
                    <a:pt x="3652748" y="2629067"/>
                  </a:lnTo>
                  <a:lnTo>
                    <a:pt x="3724371" y="2597048"/>
                  </a:lnTo>
                  <a:lnTo>
                    <a:pt x="3795993" y="2564027"/>
                  </a:lnTo>
                  <a:lnTo>
                    <a:pt x="3867616" y="2529973"/>
                  </a:lnTo>
                  <a:lnTo>
                    <a:pt x="3939238" y="2494854"/>
                  </a:lnTo>
                  <a:lnTo>
                    <a:pt x="4010861" y="2458637"/>
                  </a:lnTo>
                  <a:lnTo>
                    <a:pt x="4082483" y="2421287"/>
                  </a:lnTo>
                  <a:lnTo>
                    <a:pt x="4154106" y="2382768"/>
                  </a:lnTo>
                  <a:lnTo>
                    <a:pt x="4225729" y="2343044"/>
                  </a:lnTo>
                  <a:lnTo>
                    <a:pt x="4297351" y="2302078"/>
                  </a:lnTo>
                  <a:lnTo>
                    <a:pt x="4368974" y="2259830"/>
                  </a:lnTo>
                  <a:lnTo>
                    <a:pt x="4440596" y="2216260"/>
                  </a:lnTo>
                  <a:lnTo>
                    <a:pt x="4512219" y="2171328"/>
                  </a:lnTo>
                  <a:lnTo>
                    <a:pt x="4583841" y="2124990"/>
                  </a:lnTo>
                  <a:lnTo>
                    <a:pt x="4655464" y="2077203"/>
                  </a:lnTo>
                  <a:lnTo>
                    <a:pt x="4727086" y="2027920"/>
                  </a:lnTo>
                  <a:lnTo>
                    <a:pt x="4798709" y="1977097"/>
                  </a:lnTo>
                  <a:lnTo>
                    <a:pt x="4870331" y="1924683"/>
                  </a:lnTo>
                  <a:lnTo>
                    <a:pt x="4941954" y="1870629"/>
                  </a:lnTo>
                  <a:lnTo>
                    <a:pt x="5013576" y="1814885"/>
                  </a:lnTo>
                  <a:lnTo>
                    <a:pt x="5085199" y="1757397"/>
                  </a:lnTo>
                  <a:lnTo>
                    <a:pt x="5156821" y="1698111"/>
                  </a:lnTo>
                  <a:lnTo>
                    <a:pt x="5228444" y="1636970"/>
                  </a:lnTo>
                  <a:lnTo>
                    <a:pt x="5300066" y="1573917"/>
                  </a:lnTo>
                  <a:lnTo>
                    <a:pt x="5371689" y="1508891"/>
                  </a:lnTo>
                  <a:lnTo>
                    <a:pt x="5443311" y="1441831"/>
                  </a:lnTo>
                  <a:lnTo>
                    <a:pt x="5514934" y="1372673"/>
                  </a:lnTo>
                  <a:lnTo>
                    <a:pt x="5586557" y="1301352"/>
                  </a:lnTo>
                  <a:lnTo>
                    <a:pt x="5658179" y="1227800"/>
                  </a:lnTo>
                  <a:lnTo>
                    <a:pt x="5729802" y="1151947"/>
                  </a:lnTo>
                  <a:lnTo>
                    <a:pt x="5801424" y="1073721"/>
                  </a:lnTo>
                  <a:lnTo>
                    <a:pt x="5873047" y="993048"/>
                  </a:lnTo>
                  <a:lnTo>
                    <a:pt x="5944669" y="909852"/>
                  </a:lnTo>
                  <a:lnTo>
                    <a:pt x="6016292" y="824053"/>
                  </a:lnTo>
                  <a:lnTo>
                    <a:pt x="6087914" y="735570"/>
                  </a:lnTo>
                  <a:lnTo>
                    <a:pt x="6159537" y="644320"/>
                  </a:lnTo>
                  <a:lnTo>
                    <a:pt x="6231159" y="550215"/>
                  </a:lnTo>
                  <a:lnTo>
                    <a:pt x="6302782" y="453166"/>
                  </a:lnTo>
                  <a:lnTo>
                    <a:pt x="6374404" y="353081"/>
                  </a:lnTo>
                  <a:lnTo>
                    <a:pt x="6446027" y="249865"/>
                  </a:lnTo>
                  <a:lnTo>
                    <a:pt x="6517649" y="143421"/>
                  </a:lnTo>
                  <a:lnTo>
                    <a:pt x="6589272" y="33647"/>
                  </a:lnTo>
                  <a:lnTo>
                    <a:pt x="6610559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172049" y="4510324"/>
              <a:ext cx="7090630" cy="826127"/>
            </a:xfrm>
            <a:custGeom>
              <a:avLst/>
              <a:pathLst>
                <a:path w="7090630" h="826127">
                  <a:moveTo>
                    <a:pt x="7090630" y="0"/>
                  </a:moveTo>
                  <a:lnTo>
                    <a:pt x="7019007" y="3460"/>
                  </a:lnTo>
                  <a:lnTo>
                    <a:pt x="6947385" y="6908"/>
                  </a:lnTo>
                  <a:lnTo>
                    <a:pt x="6875762" y="10345"/>
                  </a:lnTo>
                  <a:lnTo>
                    <a:pt x="6804139" y="13771"/>
                  </a:lnTo>
                  <a:lnTo>
                    <a:pt x="6732517" y="17185"/>
                  </a:lnTo>
                  <a:lnTo>
                    <a:pt x="6660894" y="20588"/>
                  </a:lnTo>
                  <a:lnTo>
                    <a:pt x="6589272" y="23979"/>
                  </a:lnTo>
                  <a:lnTo>
                    <a:pt x="6517649" y="27359"/>
                  </a:lnTo>
                  <a:lnTo>
                    <a:pt x="6446027" y="30728"/>
                  </a:lnTo>
                  <a:lnTo>
                    <a:pt x="6374404" y="34086"/>
                  </a:lnTo>
                  <a:lnTo>
                    <a:pt x="6302782" y="37432"/>
                  </a:lnTo>
                  <a:lnTo>
                    <a:pt x="6231159" y="40768"/>
                  </a:lnTo>
                  <a:lnTo>
                    <a:pt x="6159537" y="44092"/>
                  </a:lnTo>
                  <a:lnTo>
                    <a:pt x="6087914" y="47405"/>
                  </a:lnTo>
                  <a:lnTo>
                    <a:pt x="6016292" y="50707"/>
                  </a:lnTo>
                  <a:lnTo>
                    <a:pt x="5944669" y="53998"/>
                  </a:lnTo>
                  <a:lnTo>
                    <a:pt x="5873047" y="57279"/>
                  </a:lnTo>
                  <a:lnTo>
                    <a:pt x="5801424" y="60548"/>
                  </a:lnTo>
                  <a:lnTo>
                    <a:pt x="5729802" y="63806"/>
                  </a:lnTo>
                  <a:lnTo>
                    <a:pt x="5658179" y="67054"/>
                  </a:lnTo>
                  <a:lnTo>
                    <a:pt x="5586557" y="70290"/>
                  </a:lnTo>
                  <a:lnTo>
                    <a:pt x="5514934" y="73516"/>
                  </a:lnTo>
                  <a:lnTo>
                    <a:pt x="5443311" y="76731"/>
                  </a:lnTo>
                  <a:lnTo>
                    <a:pt x="5371689" y="79936"/>
                  </a:lnTo>
                  <a:lnTo>
                    <a:pt x="5300066" y="83130"/>
                  </a:lnTo>
                  <a:lnTo>
                    <a:pt x="5228444" y="86313"/>
                  </a:lnTo>
                  <a:lnTo>
                    <a:pt x="5156821" y="89485"/>
                  </a:lnTo>
                  <a:lnTo>
                    <a:pt x="5085199" y="92647"/>
                  </a:lnTo>
                  <a:lnTo>
                    <a:pt x="5013576" y="95799"/>
                  </a:lnTo>
                  <a:lnTo>
                    <a:pt x="4941954" y="98940"/>
                  </a:lnTo>
                  <a:lnTo>
                    <a:pt x="4870331" y="102070"/>
                  </a:lnTo>
                  <a:lnTo>
                    <a:pt x="4798709" y="105190"/>
                  </a:lnTo>
                  <a:lnTo>
                    <a:pt x="4727086" y="108300"/>
                  </a:lnTo>
                  <a:lnTo>
                    <a:pt x="4655464" y="111399"/>
                  </a:lnTo>
                  <a:lnTo>
                    <a:pt x="4583841" y="114488"/>
                  </a:lnTo>
                  <a:lnTo>
                    <a:pt x="4512219" y="117567"/>
                  </a:lnTo>
                  <a:lnTo>
                    <a:pt x="4440596" y="120636"/>
                  </a:lnTo>
                  <a:lnTo>
                    <a:pt x="4368974" y="123694"/>
                  </a:lnTo>
                  <a:lnTo>
                    <a:pt x="4297351" y="126742"/>
                  </a:lnTo>
                  <a:lnTo>
                    <a:pt x="4225729" y="129780"/>
                  </a:lnTo>
                  <a:lnTo>
                    <a:pt x="4154106" y="132808"/>
                  </a:lnTo>
                  <a:lnTo>
                    <a:pt x="4082483" y="135825"/>
                  </a:lnTo>
                  <a:lnTo>
                    <a:pt x="4010861" y="138833"/>
                  </a:lnTo>
                  <a:lnTo>
                    <a:pt x="3939238" y="141831"/>
                  </a:lnTo>
                  <a:lnTo>
                    <a:pt x="3867616" y="144818"/>
                  </a:lnTo>
                  <a:lnTo>
                    <a:pt x="3795993" y="147796"/>
                  </a:lnTo>
                  <a:lnTo>
                    <a:pt x="3724371" y="150764"/>
                  </a:lnTo>
                  <a:lnTo>
                    <a:pt x="3652748" y="153722"/>
                  </a:lnTo>
                  <a:lnTo>
                    <a:pt x="3581126" y="156670"/>
                  </a:lnTo>
                  <a:lnTo>
                    <a:pt x="3509503" y="159608"/>
                  </a:lnTo>
                  <a:lnTo>
                    <a:pt x="3437881" y="162536"/>
                  </a:lnTo>
                  <a:lnTo>
                    <a:pt x="3366258" y="165455"/>
                  </a:lnTo>
                  <a:lnTo>
                    <a:pt x="3294636" y="168364"/>
                  </a:lnTo>
                  <a:lnTo>
                    <a:pt x="3223013" y="188025"/>
                  </a:lnTo>
                  <a:lnTo>
                    <a:pt x="3151391" y="213834"/>
                  </a:lnTo>
                  <a:lnTo>
                    <a:pt x="3079768" y="238860"/>
                  </a:lnTo>
                  <a:lnTo>
                    <a:pt x="3008146" y="263127"/>
                  </a:lnTo>
                  <a:lnTo>
                    <a:pt x="2936523" y="286657"/>
                  </a:lnTo>
                  <a:lnTo>
                    <a:pt x="2864901" y="309474"/>
                  </a:lnTo>
                  <a:lnTo>
                    <a:pt x="2793278" y="331599"/>
                  </a:lnTo>
                  <a:lnTo>
                    <a:pt x="2721655" y="353053"/>
                  </a:lnTo>
                  <a:lnTo>
                    <a:pt x="2650033" y="373856"/>
                  </a:lnTo>
                  <a:lnTo>
                    <a:pt x="2578410" y="394028"/>
                  </a:lnTo>
                  <a:lnTo>
                    <a:pt x="2506788" y="413588"/>
                  </a:lnTo>
                  <a:lnTo>
                    <a:pt x="2435165" y="432555"/>
                  </a:lnTo>
                  <a:lnTo>
                    <a:pt x="2363543" y="450947"/>
                  </a:lnTo>
                  <a:lnTo>
                    <a:pt x="2291920" y="468781"/>
                  </a:lnTo>
                  <a:lnTo>
                    <a:pt x="2220298" y="486073"/>
                  </a:lnTo>
                  <a:lnTo>
                    <a:pt x="2148675" y="502842"/>
                  </a:lnTo>
                  <a:lnTo>
                    <a:pt x="2077053" y="519101"/>
                  </a:lnTo>
                  <a:lnTo>
                    <a:pt x="2005430" y="534867"/>
                  </a:lnTo>
                  <a:lnTo>
                    <a:pt x="1933808" y="550156"/>
                  </a:lnTo>
                  <a:lnTo>
                    <a:pt x="1862185" y="564980"/>
                  </a:lnTo>
                  <a:lnTo>
                    <a:pt x="1790563" y="579355"/>
                  </a:lnTo>
                  <a:lnTo>
                    <a:pt x="1718940" y="593294"/>
                  </a:lnTo>
                  <a:lnTo>
                    <a:pt x="1647318" y="606809"/>
                  </a:lnTo>
                  <a:lnTo>
                    <a:pt x="1575695" y="619915"/>
                  </a:lnTo>
                  <a:lnTo>
                    <a:pt x="1504073" y="632624"/>
                  </a:lnTo>
                  <a:lnTo>
                    <a:pt x="1432450" y="644947"/>
                  </a:lnTo>
                  <a:lnTo>
                    <a:pt x="1360827" y="656896"/>
                  </a:lnTo>
                  <a:lnTo>
                    <a:pt x="1289205" y="668483"/>
                  </a:lnTo>
                  <a:lnTo>
                    <a:pt x="1217582" y="679718"/>
                  </a:lnTo>
                  <a:lnTo>
                    <a:pt x="1145960" y="690612"/>
                  </a:lnTo>
                  <a:lnTo>
                    <a:pt x="1074337" y="701176"/>
                  </a:lnTo>
                  <a:lnTo>
                    <a:pt x="1002715" y="711420"/>
                  </a:lnTo>
                  <a:lnTo>
                    <a:pt x="931092" y="721353"/>
                  </a:lnTo>
                  <a:lnTo>
                    <a:pt x="859470" y="730984"/>
                  </a:lnTo>
                  <a:lnTo>
                    <a:pt x="787847" y="740324"/>
                  </a:lnTo>
                  <a:lnTo>
                    <a:pt x="716225" y="749380"/>
                  </a:lnTo>
                  <a:lnTo>
                    <a:pt x="644602" y="758161"/>
                  </a:lnTo>
                  <a:lnTo>
                    <a:pt x="572980" y="766676"/>
                  </a:lnTo>
                  <a:lnTo>
                    <a:pt x="501357" y="774933"/>
                  </a:lnTo>
                  <a:lnTo>
                    <a:pt x="429735" y="782939"/>
                  </a:lnTo>
                  <a:lnTo>
                    <a:pt x="358112" y="790703"/>
                  </a:lnTo>
                  <a:lnTo>
                    <a:pt x="286490" y="798231"/>
                  </a:lnTo>
                  <a:lnTo>
                    <a:pt x="214867" y="805530"/>
                  </a:lnTo>
                  <a:lnTo>
                    <a:pt x="143245" y="812608"/>
                  </a:lnTo>
                  <a:lnTo>
                    <a:pt x="71622" y="819472"/>
                  </a:lnTo>
                  <a:lnTo>
                    <a:pt x="0" y="826127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172049" y="3389485"/>
              <a:ext cx="7090630" cy="1761150"/>
            </a:xfrm>
            <a:custGeom>
              <a:avLst/>
              <a:pathLst>
                <a:path w="7090630" h="1761150">
                  <a:moveTo>
                    <a:pt x="0" y="1761150"/>
                  </a:moveTo>
                  <a:lnTo>
                    <a:pt x="71622" y="1754289"/>
                  </a:lnTo>
                  <a:lnTo>
                    <a:pt x="143245" y="1747309"/>
                  </a:lnTo>
                  <a:lnTo>
                    <a:pt x="214867" y="1740209"/>
                  </a:lnTo>
                  <a:lnTo>
                    <a:pt x="286490" y="1732987"/>
                  </a:lnTo>
                  <a:lnTo>
                    <a:pt x="358112" y="1725640"/>
                  </a:lnTo>
                  <a:lnTo>
                    <a:pt x="429735" y="1718167"/>
                  </a:lnTo>
                  <a:lnTo>
                    <a:pt x="501357" y="1710565"/>
                  </a:lnTo>
                  <a:lnTo>
                    <a:pt x="572980" y="1702833"/>
                  </a:lnTo>
                  <a:lnTo>
                    <a:pt x="644602" y="1694967"/>
                  </a:lnTo>
                  <a:lnTo>
                    <a:pt x="716225" y="1686966"/>
                  </a:lnTo>
                  <a:lnTo>
                    <a:pt x="787847" y="1678827"/>
                  </a:lnTo>
                  <a:lnTo>
                    <a:pt x="859470" y="1670548"/>
                  </a:lnTo>
                  <a:lnTo>
                    <a:pt x="931092" y="1662127"/>
                  </a:lnTo>
                  <a:lnTo>
                    <a:pt x="1002715" y="1653561"/>
                  </a:lnTo>
                  <a:lnTo>
                    <a:pt x="1074337" y="1644847"/>
                  </a:lnTo>
                  <a:lnTo>
                    <a:pt x="1145960" y="1635983"/>
                  </a:lnTo>
                  <a:lnTo>
                    <a:pt x="1217582" y="1626966"/>
                  </a:lnTo>
                  <a:lnTo>
                    <a:pt x="1289205" y="1617795"/>
                  </a:lnTo>
                  <a:lnTo>
                    <a:pt x="1360827" y="1608465"/>
                  </a:lnTo>
                  <a:lnTo>
                    <a:pt x="1432450" y="1598975"/>
                  </a:lnTo>
                  <a:lnTo>
                    <a:pt x="1504073" y="1589321"/>
                  </a:lnTo>
                  <a:lnTo>
                    <a:pt x="1575695" y="1579501"/>
                  </a:lnTo>
                  <a:lnTo>
                    <a:pt x="1647318" y="1569512"/>
                  </a:lnTo>
                  <a:lnTo>
                    <a:pt x="1718940" y="1559351"/>
                  </a:lnTo>
                  <a:lnTo>
                    <a:pt x="1790563" y="1549016"/>
                  </a:lnTo>
                  <a:lnTo>
                    <a:pt x="1862185" y="1538502"/>
                  </a:lnTo>
                  <a:lnTo>
                    <a:pt x="1933808" y="1527807"/>
                  </a:lnTo>
                  <a:lnTo>
                    <a:pt x="2005430" y="1516928"/>
                  </a:lnTo>
                  <a:lnTo>
                    <a:pt x="2077053" y="1505862"/>
                  </a:lnTo>
                  <a:lnTo>
                    <a:pt x="2148675" y="1494606"/>
                  </a:lnTo>
                  <a:lnTo>
                    <a:pt x="2220298" y="1483155"/>
                  </a:lnTo>
                  <a:lnTo>
                    <a:pt x="2291920" y="1471508"/>
                  </a:lnTo>
                  <a:lnTo>
                    <a:pt x="2363543" y="1459660"/>
                  </a:lnTo>
                  <a:lnTo>
                    <a:pt x="2435165" y="1447607"/>
                  </a:lnTo>
                  <a:lnTo>
                    <a:pt x="2506788" y="1435348"/>
                  </a:lnTo>
                  <a:lnTo>
                    <a:pt x="2578410" y="1422877"/>
                  </a:lnTo>
                  <a:lnTo>
                    <a:pt x="2650033" y="1410192"/>
                  </a:lnTo>
                  <a:lnTo>
                    <a:pt x="2721655" y="1397288"/>
                  </a:lnTo>
                  <a:lnTo>
                    <a:pt x="2793278" y="1384163"/>
                  </a:lnTo>
                  <a:lnTo>
                    <a:pt x="2864901" y="1370811"/>
                  </a:lnTo>
                  <a:lnTo>
                    <a:pt x="2936523" y="1357229"/>
                  </a:lnTo>
                  <a:lnTo>
                    <a:pt x="3008146" y="1343414"/>
                  </a:lnTo>
                  <a:lnTo>
                    <a:pt x="3079768" y="1329360"/>
                  </a:lnTo>
                  <a:lnTo>
                    <a:pt x="3151391" y="1315065"/>
                  </a:lnTo>
                  <a:lnTo>
                    <a:pt x="3223013" y="1300524"/>
                  </a:lnTo>
                  <a:lnTo>
                    <a:pt x="3294636" y="1285732"/>
                  </a:lnTo>
                  <a:lnTo>
                    <a:pt x="3366258" y="1270686"/>
                  </a:lnTo>
                  <a:lnTo>
                    <a:pt x="3437881" y="1255380"/>
                  </a:lnTo>
                  <a:lnTo>
                    <a:pt x="3509503" y="1239812"/>
                  </a:lnTo>
                  <a:lnTo>
                    <a:pt x="3581126" y="1223975"/>
                  </a:lnTo>
                  <a:lnTo>
                    <a:pt x="3652748" y="1207865"/>
                  </a:lnTo>
                  <a:lnTo>
                    <a:pt x="3724371" y="1191478"/>
                  </a:lnTo>
                  <a:lnTo>
                    <a:pt x="3795993" y="1174809"/>
                  </a:lnTo>
                  <a:lnTo>
                    <a:pt x="3867616" y="1157853"/>
                  </a:lnTo>
                  <a:lnTo>
                    <a:pt x="3939238" y="1140606"/>
                  </a:lnTo>
                  <a:lnTo>
                    <a:pt x="4010861" y="1123061"/>
                  </a:lnTo>
                  <a:lnTo>
                    <a:pt x="4082483" y="1105214"/>
                  </a:lnTo>
                  <a:lnTo>
                    <a:pt x="4154106" y="1087060"/>
                  </a:lnTo>
                  <a:lnTo>
                    <a:pt x="4225729" y="1068593"/>
                  </a:lnTo>
                  <a:lnTo>
                    <a:pt x="4297351" y="1049809"/>
                  </a:lnTo>
                  <a:lnTo>
                    <a:pt x="4368974" y="1030701"/>
                  </a:lnTo>
                  <a:lnTo>
                    <a:pt x="4440596" y="1011264"/>
                  </a:lnTo>
                  <a:lnTo>
                    <a:pt x="4512219" y="991492"/>
                  </a:lnTo>
                  <a:lnTo>
                    <a:pt x="4583841" y="971381"/>
                  </a:lnTo>
                  <a:lnTo>
                    <a:pt x="4655464" y="950922"/>
                  </a:lnTo>
                  <a:lnTo>
                    <a:pt x="4727086" y="930112"/>
                  </a:lnTo>
                  <a:lnTo>
                    <a:pt x="4798709" y="908944"/>
                  </a:lnTo>
                  <a:lnTo>
                    <a:pt x="4870331" y="887411"/>
                  </a:lnTo>
                  <a:lnTo>
                    <a:pt x="4941954" y="865507"/>
                  </a:lnTo>
                  <a:lnTo>
                    <a:pt x="5013576" y="843226"/>
                  </a:lnTo>
                  <a:lnTo>
                    <a:pt x="5085199" y="820562"/>
                  </a:lnTo>
                  <a:lnTo>
                    <a:pt x="5156821" y="797507"/>
                  </a:lnTo>
                  <a:lnTo>
                    <a:pt x="5228444" y="774056"/>
                  </a:lnTo>
                  <a:lnTo>
                    <a:pt x="5300066" y="750200"/>
                  </a:lnTo>
                  <a:lnTo>
                    <a:pt x="5371689" y="725935"/>
                  </a:lnTo>
                  <a:lnTo>
                    <a:pt x="5443311" y="701251"/>
                  </a:lnTo>
                  <a:lnTo>
                    <a:pt x="5514934" y="676142"/>
                  </a:lnTo>
                  <a:lnTo>
                    <a:pt x="5586557" y="650602"/>
                  </a:lnTo>
                  <a:lnTo>
                    <a:pt x="5658179" y="624621"/>
                  </a:lnTo>
                  <a:lnTo>
                    <a:pt x="5729802" y="598193"/>
                  </a:lnTo>
                  <a:lnTo>
                    <a:pt x="5801424" y="571310"/>
                  </a:lnTo>
                  <a:lnTo>
                    <a:pt x="5873047" y="543965"/>
                  </a:lnTo>
                  <a:lnTo>
                    <a:pt x="5944669" y="516148"/>
                  </a:lnTo>
                  <a:lnTo>
                    <a:pt x="6016292" y="487853"/>
                  </a:lnTo>
                  <a:lnTo>
                    <a:pt x="6087914" y="459071"/>
                  </a:lnTo>
                  <a:lnTo>
                    <a:pt x="6159537" y="429793"/>
                  </a:lnTo>
                  <a:lnTo>
                    <a:pt x="6231159" y="400011"/>
                  </a:lnTo>
                  <a:lnTo>
                    <a:pt x="6302782" y="369716"/>
                  </a:lnTo>
                  <a:lnTo>
                    <a:pt x="6374404" y="338900"/>
                  </a:lnTo>
                  <a:lnTo>
                    <a:pt x="6446027" y="307553"/>
                  </a:lnTo>
                  <a:lnTo>
                    <a:pt x="6517649" y="275667"/>
                  </a:lnTo>
                  <a:lnTo>
                    <a:pt x="6589272" y="243232"/>
                  </a:lnTo>
                  <a:lnTo>
                    <a:pt x="6660894" y="210238"/>
                  </a:lnTo>
                  <a:lnTo>
                    <a:pt x="6732517" y="176676"/>
                  </a:lnTo>
                  <a:lnTo>
                    <a:pt x="6804139" y="142537"/>
                  </a:lnTo>
                  <a:lnTo>
                    <a:pt x="6875762" y="107810"/>
                  </a:lnTo>
                  <a:lnTo>
                    <a:pt x="6947385" y="72485"/>
                  </a:lnTo>
                  <a:lnTo>
                    <a:pt x="7019007" y="36551"/>
                  </a:lnTo>
                  <a:lnTo>
                    <a:pt x="7090630" y="0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817517" y="4679530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445933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6" name="tx26"/>
            <p:cNvSpPr/>
            <p:nvPr/>
          </p:nvSpPr>
          <p:spPr>
            <a:xfrm>
              <a:off x="692708" y="5509156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27" name="tx27"/>
            <p:cNvSpPr/>
            <p:nvPr/>
          </p:nvSpPr>
          <p:spPr>
            <a:xfrm>
              <a:off x="692708" y="463947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692708" y="376980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692708" y="290012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692708" y="203044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1985867" y="5785772"/>
              <a:ext cx="223753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-100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4414843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6700854" y="5785772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100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3987536" y="5925448"/>
              <a:ext cx="1459656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Dose Discrepancy (mg)</a:t>
              </a:r>
            </a:p>
          </p:txBody>
        </p:sp>
        <p:sp>
          <p:nvSpPr>
            <p:cNvPr id="35" name="tx35"/>
            <p:cNvSpPr/>
            <p:nvPr/>
          </p:nvSpPr>
          <p:spPr>
            <a:xfrm rot="-5400000">
              <a:off x="68446" y="375974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817517" y="1669789"/>
              <a:ext cx="4114342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Platinum-Related Hospitalization (Carboplatin AUC ≥ 3)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2026-07-07T08:52:21Z</dcterms:modified>
  <cp:category/>
</cp:coreProperties>
</file>