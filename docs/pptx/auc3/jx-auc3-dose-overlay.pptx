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43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681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933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81844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350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251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52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8053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00563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53075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0558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0581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899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800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701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60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345759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62795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696869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813905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3094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04797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165015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28205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51612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633162" y="4007322"/>
              <a:ext cx="117036" cy="144072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750198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867235" y="3668327"/>
              <a:ext cx="117036" cy="177972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84272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10130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218345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335382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45241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569455" y="3753075"/>
              <a:ext cx="117036" cy="169497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86491" y="3922573"/>
              <a:ext cx="117036" cy="152547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803528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92056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037601" y="4346317"/>
              <a:ext cx="117036" cy="110173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154638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27167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388711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505748" y="4939558"/>
              <a:ext cx="117036" cy="50849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62278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3982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856858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973895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090931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20796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32500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442041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559078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67611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793151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345759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462795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579832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696869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81390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930942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04797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165015" y="4515814"/>
              <a:ext cx="117036" cy="93223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28205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516125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63316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75019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867235" y="3922573"/>
              <a:ext cx="117036" cy="152547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984272" y="3668327"/>
              <a:ext cx="117036" cy="177972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101308" y="3075085"/>
              <a:ext cx="117036" cy="237296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218345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335382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452418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569455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68649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803528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920565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037601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154638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271675" y="3837824"/>
              <a:ext cx="117036" cy="161022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388711" y="4176819"/>
              <a:ext cx="117036" cy="127123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505748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622785" y="4092070"/>
              <a:ext cx="117036" cy="13559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73982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856858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97389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090931" y="4770060"/>
              <a:ext cx="117036" cy="6779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207968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32500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442041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559078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67611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793151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tx10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454958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370209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8546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56929" y="20071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17144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246156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751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504179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11" name="tx111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3" name="rc113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2026-06-08T10:30:37Z</dcterms:modified>
  <cp:category/>
</cp:coreProperties>
</file>