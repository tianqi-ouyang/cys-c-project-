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5024307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4176819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3329332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4649" y="2481844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3501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25126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51524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805357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5448051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94649" y="4600563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94649" y="3753075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94649" y="2905588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94649" y="2058100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8995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8006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7018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6030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28722" y="5193804"/>
              <a:ext cx="117036" cy="25424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345759" y="5193804"/>
              <a:ext cx="117036" cy="25424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62795" y="5278553"/>
              <a:ext cx="117036" cy="16949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579832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696869" y="5024307"/>
              <a:ext cx="117036" cy="4237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813905" y="4854809"/>
              <a:ext cx="117036" cy="59324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930942" y="4515814"/>
              <a:ext cx="117036" cy="93223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047978" y="5024307"/>
              <a:ext cx="117036" cy="4237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165015" y="4176819"/>
              <a:ext cx="117036" cy="127123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282052" y="4515814"/>
              <a:ext cx="117036" cy="93223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399088" y="4431065"/>
              <a:ext cx="117036" cy="10169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516125" y="4092070"/>
              <a:ext cx="117036" cy="135598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633162" y="4007322"/>
              <a:ext cx="117036" cy="1440728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750198" y="3414080"/>
              <a:ext cx="117036" cy="203397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867235" y="3668327"/>
              <a:ext cx="117036" cy="177972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984272" y="4176819"/>
              <a:ext cx="117036" cy="127123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101308" y="3583578"/>
              <a:ext cx="117036" cy="1864472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218345" y="3837824"/>
              <a:ext cx="117036" cy="161022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335382" y="3837824"/>
              <a:ext cx="117036" cy="161022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52418" y="3583578"/>
              <a:ext cx="117036" cy="1864472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569455" y="3753075"/>
              <a:ext cx="117036" cy="169497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686491" y="3922573"/>
              <a:ext cx="117036" cy="152547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803528" y="3837824"/>
              <a:ext cx="117036" cy="161022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920565" y="4092070"/>
              <a:ext cx="117036" cy="135598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037601" y="4346317"/>
              <a:ext cx="117036" cy="110173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154638" y="4685312"/>
              <a:ext cx="117036" cy="762738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271675" y="4685312"/>
              <a:ext cx="117036" cy="762738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388711" y="4854809"/>
              <a:ext cx="117036" cy="59324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505748" y="4939558"/>
              <a:ext cx="117036" cy="508492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622785" y="4685312"/>
              <a:ext cx="117036" cy="762738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739821" y="2142849"/>
              <a:ext cx="117036" cy="330520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856858" y="5278553"/>
              <a:ext cx="117036" cy="16949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4973895" y="5109056"/>
              <a:ext cx="117036" cy="33899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090931" y="5109056"/>
              <a:ext cx="117036" cy="33899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207968" y="5024307"/>
              <a:ext cx="117036" cy="4237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325004" y="5278553"/>
              <a:ext cx="117036" cy="16949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442041" y="5193804"/>
              <a:ext cx="117036" cy="25424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5559078" y="5193804"/>
              <a:ext cx="117036" cy="25424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676114" y="5278553"/>
              <a:ext cx="117036" cy="16949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5793151" y="3414080"/>
              <a:ext cx="117036" cy="203397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228722" y="5193804"/>
              <a:ext cx="117036" cy="25424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345759" y="5363302"/>
              <a:ext cx="117036" cy="84748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462795" y="5193804"/>
              <a:ext cx="117036" cy="25424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579832" y="5278553"/>
              <a:ext cx="117036" cy="16949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1696869" y="5193804"/>
              <a:ext cx="117036" cy="25424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1813905" y="5024307"/>
              <a:ext cx="117036" cy="4237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1930942" y="4685312"/>
              <a:ext cx="117036" cy="762738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047978" y="4600563"/>
              <a:ext cx="117036" cy="84748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165015" y="4515814"/>
              <a:ext cx="117036" cy="93223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282052" y="4346317"/>
              <a:ext cx="117036" cy="110173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399088" y="4431065"/>
              <a:ext cx="117036" cy="10169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516125" y="4431065"/>
              <a:ext cx="117036" cy="10169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633162" y="4346317"/>
              <a:ext cx="117036" cy="110173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750198" y="4600563"/>
              <a:ext cx="117036" cy="84748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867235" y="3922573"/>
              <a:ext cx="117036" cy="152547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984272" y="3668327"/>
              <a:ext cx="117036" cy="177972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101308" y="3075085"/>
              <a:ext cx="117036" cy="237296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218345" y="3753075"/>
              <a:ext cx="117036" cy="169497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335382" y="3583578"/>
              <a:ext cx="117036" cy="186447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452418" y="3753075"/>
              <a:ext cx="117036" cy="169497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569455" y="3583578"/>
              <a:ext cx="117036" cy="186447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3686491" y="3498829"/>
              <a:ext cx="117036" cy="194922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3803528" y="3498829"/>
              <a:ext cx="117036" cy="194922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920565" y="4346317"/>
              <a:ext cx="117036" cy="110173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037601" y="4685312"/>
              <a:ext cx="117036" cy="762738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154638" y="4346317"/>
              <a:ext cx="117036" cy="110173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271675" y="3837824"/>
              <a:ext cx="117036" cy="161022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388711" y="4176819"/>
              <a:ext cx="117036" cy="127123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505748" y="4685312"/>
              <a:ext cx="117036" cy="762738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622785" y="4092070"/>
              <a:ext cx="117036" cy="135598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739821" y="3498829"/>
              <a:ext cx="117036" cy="194922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856858" y="4939558"/>
              <a:ext cx="117036" cy="50849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973895" y="5024307"/>
              <a:ext cx="117036" cy="4237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090931" y="4770060"/>
              <a:ext cx="117036" cy="67799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207968" y="5193804"/>
              <a:ext cx="117036" cy="25424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325004" y="5363302"/>
              <a:ext cx="117036" cy="84748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442041" y="4939558"/>
              <a:ext cx="117036" cy="50849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559078" y="5278553"/>
              <a:ext cx="117036" cy="16949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676114" y="5363302"/>
              <a:ext cx="117036" cy="84748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793151" y="4600563"/>
              <a:ext cx="117036" cy="84748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tx101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756929" y="4549585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756929" y="3702098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56929" y="2854610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756929" y="20071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1171447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2461562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751678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600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041793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800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154546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111" name="tx111"/>
            <p:cNvSpPr/>
            <p:nvPr/>
          </p:nvSpPr>
          <p:spPr>
            <a:xfrm rot="-5400000">
              <a:off x="-151233" y="3731670"/>
              <a:ext cx="1521561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Patients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113" name="rc113"/>
            <p:cNvSpPr/>
            <p:nvPr/>
          </p:nvSpPr>
          <p:spPr>
            <a:xfrm>
              <a:off x="6418965" y="3712717"/>
              <a:ext cx="201455" cy="20145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6418965" y="3932173"/>
              <a:ext cx="201455" cy="20145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994649" y="1688767"/>
              <a:ext cx="37797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 (AUC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2026-05-21T09:04:25Z</dcterms:modified>
  <cp:category/>
</cp:coreProperties>
</file>