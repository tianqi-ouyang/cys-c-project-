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43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7681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2933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81844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350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251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152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80535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600563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3753075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290558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20581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899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800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701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16030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228722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345759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62795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696869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813905" y="4854809"/>
              <a:ext cx="117036" cy="59324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30942" y="4515814"/>
              <a:ext cx="117036" cy="93223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047978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165015" y="4176819"/>
              <a:ext cx="117036" cy="127123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282052" y="4515814"/>
              <a:ext cx="117036" cy="93223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399088" y="4431065"/>
              <a:ext cx="117036" cy="10169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516125" y="4092070"/>
              <a:ext cx="117036" cy="13559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633162" y="4007322"/>
              <a:ext cx="117036" cy="144072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750198" y="3414080"/>
              <a:ext cx="117036" cy="2033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867235" y="3668327"/>
              <a:ext cx="117036" cy="177972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2984272" y="4176819"/>
              <a:ext cx="117036" cy="127123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101308" y="3583578"/>
              <a:ext cx="117036" cy="186447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218345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335382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452418" y="3583578"/>
              <a:ext cx="117036" cy="186447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569455" y="3753075"/>
              <a:ext cx="117036" cy="169497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86491" y="3922573"/>
              <a:ext cx="117036" cy="152547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803528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3920565" y="4092070"/>
              <a:ext cx="117036" cy="13559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037601" y="4346317"/>
              <a:ext cx="117036" cy="110173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154638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271675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388711" y="4854809"/>
              <a:ext cx="117036" cy="59324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505748" y="4939558"/>
              <a:ext cx="117036" cy="50849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622785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3982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856858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4973895" y="5109056"/>
              <a:ext cx="117036" cy="33899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090931" y="5109056"/>
              <a:ext cx="117036" cy="33899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207968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325004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442041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559078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676114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5793151" y="3414080"/>
              <a:ext cx="117036" cy="2033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228722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345759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462795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579832" y="5278553"/>
              <a:ext cx="117036" cy="16949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696869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813905" y="5024307"/>
              <a:ext cx="117036" cy="4237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1930942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047978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165015" y="4515814"/>
              <a:ext cx="117036" cy="93223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282052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399088" y="4431065"/>
              <a:ext cx="117036" cy="10169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516125" y="4431065"/>
              <a:ext cx="117036" cy="10169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633162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2750198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2867235" y="3922573"/>
              <a:ext cx="117036" cy="152547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984272" y="3668327"/>
              <a:ext cx="117036" cy="177972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101308" y="3075085"/>
              <a:ext cx="117036" cy="237296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218345" y="3753075"/>
              <a:ext cx="117036" cy="169497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335382" y="3583578"/>
              <a:ext cx="117036" cy="18644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452418" y="3753075"/>
              <a:ext cx="117036" cy="169497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569455" y="3583578"/>
              <a:ext cx="117036" cy="18644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686491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3803528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920565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037601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154638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271675" y="3837824"/>
              <a:ext cx="117036" cy="161022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388711" y="4176819"/>
              <a:ext cx="117036" cy="127123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505748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622785" y="4092070"/>
              <a:ext cx="117036" cy="13559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739821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856858" y="4939558"/>
              <a:ext cx="117036" cy="50849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973895" y="5024307"/>
              <a:ext cx="117036" cy="4237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090931" y="4770060"/>
              <a:ext cx="117036" cy="6779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207968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325004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442041" y="4939558"/>
              <a:ext cx="117036" cy="50849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559078" y="5278553"/>
              <a:ext cx="117036" cy="16949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676114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793151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tx10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756929" y="454958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3702098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56929" y="285461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756929" y="20071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117144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246156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751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504179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11" name="tx111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3" name="rc113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tx115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2026-07-04T10:34:07Z</dcterms:modified>
  <cp:category/>
</cp:coreProperties>
</file>