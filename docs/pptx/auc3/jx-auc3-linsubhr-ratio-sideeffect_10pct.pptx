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423835"/>
            </a:xfrm>
            <a:custGeom>
              <a:avLst/>
              <a:pathLst>
                <a:path w="7090630" h="3423835">
                  <a:moveTo>
                    <a:pt x="1224447" y="0"/>
                  </a:moveTo>
                  <a:lnTo>
                    <a:pt x="1289205" y="153147"/>
                  </a:lnTo>
                  <a:lnTo>
                    <a:pt x="1360827" y="314331"/>
                  </a:lnTo>
                  <a:lnTo>
                    <a:pt x="1432450" y="467716"/>
                  </a:lnTo>
                  <a:lnTo>
                    <a:pt x="1504073" y="613677"/>
                  </a:lnTo>
                  <a:lnTo>
                    <a:pt x="1575695" y="752574"/>
                  </a:lnTo>
                  <a:lnTo>
                    <a:pt x="1647318" y="884750"/>
                  </a:lnTo>
                  <a:lnTo>
                    <a:pt x="1718940" y="1010528"/>
                  </a:lnTo>
                  <a:lnTo>
                    <a:pt x="1790563" y="1130220"/>
                  </a:lnTo>
                  <a:lnTo>
                    <a:pt x="1862185" y="1244119"/>
                  </a:lnTo>
                  <a:lnTo>
                    <a:pt x="1933808" y="1352506"/>
                  </a:lnTo>
                  <a:lnTo>
                    <a:pt x="2005430" y="1455648"/>
                  </a:lnTo>
                  <a:lnTo>
                    <a:pt x="2077053" y="1553798"/>
                  </a:lnTo>
                  <a:lnTo>
                    <a:pt x="2148675" y="1647198"/>
                  </a:lnTo>
                  <a:lnTo>
                    <a:pt x="2220298" y="1736078"/>
                  </a:lnTo>
                  <a:lnTo>
                    <a:pt x="2291920" y="1820657"/>
                  </a:lnTo>
                  <a:lnTo>
                    <a:pt x="2363543" y="1901142"/>
                  </a:lnTo>
                  <a:lnTo>
                    <a:pt x="2435165" y="1977732"/>
                  </a:lnTo>
                  <a:lnTo>
                    <a:pt x="2506788" y="2050616"/>
                  </a:lnTo>
                  <a:lnTo>
                    <a:pt x="2578410" y="2119973"/>
                  </a:lnTo>
                  <a:lnTo>
                    <a:pt x="2650033" y="2185972"/>
                  </a:lnTo>
                  <a:lnTo>
                    <a:pt x="2721655" y="2248778"/>
                  </a:lnTo>
                  <a:lnTo>
                    <a:pt x="2793278" y="2308545"/>
                  </a:lnTo>
                  <a:lnTo>
                    <a:pt x="2864901" y="2365419"/>
                  </a:lnTo>
                  <a:lnTo>
                    <a:pt x="2936523" y="2419540"/>
                  </a:lnTo>
                  <a:lnTo>
                    <a:pt x="3008146" y="2471043"/>
                  </a:lnTo>
                  <a:lnTo>
                    <a:pt x="3079768" y="2520053"/>
                  </a:lnTo>
                  <a:lnTo>
                    <a:pt x="3151391" y="2566691"/>
                  </a:lnTo>
                  <a:lnTo>
                    <a:pt x="3223013" y="2611072"/>
                  </a:lnTo>
                  <a:lnTo>
                    <a:pt x="3294636" y="2653305"/>
                  </a:lnTo>
                  <a:lnTo>
                    <a:pt x="3366258" y="2667310"/>
                  </a:lnTo>
                  <a:lnTo>
                    <a:pt x="3437881" y="2680442"/>
                  </a:lnTo>
                  <a:lnTo>
                    <a:pt x="3509503" y="2693363"/>
                  </a:lnTo>
                  <a:lnTo>
                    <a:pt x="3581126" y="2706076"/>
                  </a:lnTo>
                  <a:lnTo>
                    <a:pt x="3652748" y="2718585"/>
                  </a:lnTo>
                  <a:lnTo>
                    <a:pt x="3724371" y="2730892"/>
                  </a:lnTo>
                  <a:lnTo>
                    <a:pt x="3795993" y="2743001"/>
                  </a:lnTo>
                  <a:lnTo>
                    <a:pt x="3867616" y="2754916"/>
                  </a:lnTo>
                  <a:lnTo>
                    <a:pt x="3939238" y="2766639"/>
                  </a:lnTo>
                  <a:lnTo>
                    <a:pt x="4010861" y="2778173"/>
                  </a:lnTo>
                  <a:lnTo>
                    <a:pt x="4082483" y="2789522"/>
                  </a:lnTo>
                  <a:lnTo>
                    <a:pt x="4154106" y="2800689"/>
                  </a:lnTo>
                  <a:lnTo>
                    <a:pt x="4225729" y="2811675"/>
                  </a:lnTo>
                  <a:lnTo>
                    <a:pt x="4297351" y="2822485"/>
                  </a:lnTo>
                  <a:lnTo>
                    <a:pt x="4368974" y="2833122"/>
                  </a:lnTo>
                  <a:lnTo>
                    <a:pt x="4440596" y="2843587"/>
                  </a:lnTo>
                  <a:lnTo>
                    <a:pt x="4512219" y="2853883"/>
                  </a:lnTo>
                  <a:lnTo>
                    <a:pt x="4583841" y="2864014"/>
                  </a:lnTo>
                  <a:lnTo>
                    <a:pt x="4655464" y="2873983"/>
                  </a:lnTo>
                  <a:lnTo>
                    <a:pt x="4727086" y="2883790"/>
                  </a:lnTo>
                  <a:lnTo>
                    <a:pt x="4798709" y="2893441"/>
                  </a:lnTo>
                  <a:lnTo>
                    <a:pt x="4870331" y="2902935"/>
                  </a:lnTo>
                  <a:lnTo>
                    <a:pt x="4941954" y="2912278"/>
                  </a:lnTo>
                  <a:lnTo>
                    <a:pt x="5013576" y="2921469"/>
                  </a:lnTo>
                  <a:lnTo>
                    <a:pt x="5085199" y="2930513"/>
                  </a:lnTo>
                  <a:lnTo>
                    <a:pt x="5156821" y="2939412"/>
                  </a:lnTo>
                  <a:lnTo>
                    <a:pt x="5228444" y="2948167"/>
                  </a:lnTo>
                  <a:lnTo>
                    <a:pt x="5300066" y="2956782"/>
                  </a:lnTo>
                  <a:lnTo>
                    <a:pt x="5371689" y="2965258"/>
                  </a:lnTo>
                  <a:lnTo>
                    <a:pt x="5443311" y="2973598"/>
                  </a:lnTo>
                  <a:lnTo>
                    <a:pt x="5514934" y="2981803"/>
                  </a:lnTo>
                  <a:lnTo>
                    <a:pt x="5586557" y="2989877"/>
                  </a:lnTo>
                  <a:lnTo>
                    <a:pt x="5658179" y="2997821"/>
                  </a:lnTo>
                  <a:lnTo>
                    <a:pt x="5729802" y="3005637"/>
                  </a:lnTo>
                  <a:lnTo>
                    <a:pt x="5801424" y="3013327"/>
                  </a:lnTo>
                  <a:lnTo>
                    <a:pt x="5873047" y="3020893"/>
                  </a:lnTo>
                  <a:lnTo>
                    <a:pt x="5944669" y="3028338"/>
                  </a:lnTo>
                  <a:lnTo>
                    <a:pt x="6016292" y="3035663"/>
                  </a:lnTo>
                  <a:lnTo>
                    <a:pt x="6087914" y="3042870"/>
                  </a:lnTo>
                  <a:lnTo>
                    <a:pt x="6159537" y="3049962"/>
                  </a:lnTo>
                  <a:lnTo>
                    <a:pt x="6231159" y="3056939"/>
                  </a:lnTo>
                  <a:lnTo>
                    <a:pt x="6302782" y="3063804"/>
                  </a:lnTo>
                  <a:lnTo>
                    <a:pt x="6374404" y="3070559"/>
                  </a:lnTo>
                  <a:lnTo>
                    <a:pt x="6446027" y="3077205"/>
                  </a:lnTo>
                  <a:lnTo>
                    <a:pt x="6517649" y="3083744"/>
                  </a:lnTo>
                  <a:lnTo>
                    <a:pt x="6589272" y="3090178"/>
                  </a:lnTo>
                  <a:lnTo>
                    <a:pt x="6660894" y="3096508"/>
                  </a:lnTo>
                  <a:lnTo>
                    <a:pt x="6732517" y="3102737"/>
                  </a:lnTo>
                  <a:lnTo>
                    <a:pt x="6804139" y="3108865"/>
                  </a:lnTo>
                  <a:lnTo>
                    <a:pt x="6875762" y="3114895"/>
                  </a:lnTo>
                  <a:lnTo>
                    <a:pt x="6947385" y="3120828"/>
                  </a:lnTo>
                  <a:lnTo>
                    <a:pt x="7019007" y="3126665"/>
                  </a:lnTo>
                  <a:lnTo>
                    <a:pt x="7090630" y="3132409"/>
                  </a:lnTo>
                  <a:lnTo>
                    <a:pt x="7090630" y="3423835"/>
                  </a:lnTo>
                  <a:lnTo>
                    <a:pt x="7019007" y="3420788"/>
                  </a:lnTo>
                  <a:lnTo>
                    <a:pt x="6947385" y="3417586"/>
                  </a:lnTo>
                  <a:lnTo>
                    <a:pt x="6875762" y="3414221"/>
                  </a:lnTo>
                  <a:lnTo>
                    <a:pt x="6804139" y="3410685"/>
                  </a:lnTo>
                  <a:lnTo>
                    <a:pt x="6732517" y="3406970"/>
                  </a:lnTo>
                  <a:lnTo>
                    <a:pt x="6660894" y="3403065"/>
                  </a:lnTo>
                  <a:lnTo>
                    <a:pt x="6589272" y="3398962"/>
                  </a:lnTo>
                  <a:lnTo>
                    <a:pt x="6517649" y="3394650"/>
                  </a:lnTo>
                  <a:lnTo>
                    <a:pt x="6446027" y="3390119"/>
                  </a:lnTo>
                  <a:lnTo>
                    <a:pt x="6374404" y="3385358"/>
                  </a:lnTo>
                  <a:lnTo>
                    <a:pt x="6302782" y="3380354"/>
                  </a:lnTo>
                  <a:lnTo>
                    <a:pt x="6231159" y="3375096"/>
                  </a:lnTo>
                  <a:lnTo>
                    <a:pt x="6159537" y="3369570"/>
                  </a:lnTo>
                  <a:lnTo>
                    <a:pt x="6087914" y="3363764"/>
                  </a:lnTo>
                  <a:lnTo>
                    <a:pt x="6016292" y="3357662"/>
                  </a:lnTo>
                  <a:lnTo>
                    <a:pt x="5944669" y="3351250"/>
                  </a:lnTo>
                  <a:lnTo>
                    <a:pt x="5873047" y="3344511"/>
                  </a:lnTo>
                  <a:lnTo>
                    <a:pt x="5801424" y="3337430"/>
                  </a:lnTo>
                  <a:lnTo>
                    <a:pt x="5729802" y="3329989"/>
                  </a:lnTo>
                  <a:lnTo>
                    <a:pt x="5658179" y="3322170"/>
                  </a:lnTo>
                  <a:lnTo>
                    <a:pt x="5586557" y="3313952"/>
                  </a:lnTo>
                  <a:lnTo>
                    <a:pt x="5514934" y="3305317"/>
                  </a:lnTo>
                  <a:lnTo>
                    <a:pt x="5443311" y="3296243"/>
                  </a:lnTo>
                  <a:lnTo>
                    <a:pt x="5371689" y="3286707"/>
                  </a:lnTo>
                  <a:lnTo>
                    <a:pt x="5300066" y="3276687"/>
                  </a:lnTo>
                  <a:lnTo>
                    <a:pt x="5228444" y="3266156"/>
                  </a:lnTo>
                  <a:lnTo>
                    <a:pt x="5156821" y="3255091"/>
                  </a:lnTo>
                  <a:lnTo>
                    <a:pt x="5085199" y="3243462"/>
                  </a:lnTo>
                  <a:lnTo>
                    <a:pt x="5013576" y="3231242"/>
                  </a:lnTo>
                  <a:lnTo>
                    <a:pt x="4941954" y="3218401"/>
                  </a:lnTo>
                  <a:lnTo>
                    <a:pt x="4870331" y="3204906"/>
                  </a:lnTo>
                  <a:lnTo>
                    <a:pt x="4798709" y="3190725"/>
                  </a:lnTo>
                  <a:lnTo>
                    <a:pt x="4727086" y="3175823"/>
                  </a:lnTo>
                  <a:lnTo>
                    <a:pt x="4655464" y="3160163"/>
                  </a:lnTo>
                  <a:lnTo>
                    <a:pt x="4583841" y="3143707"/>
                  </a:lnTo>
                  <a:lnTo>
                    <a:pt x="4512219" y="3126414"/>
                  </a:lnTo>
                  <a:lnTo>
                    <a:pt x="4440596" y="3108242"/>
                  </a:lnTo>
                  <a:lnTo>
                    <a:pt x="4368974" y="3089145"/>
                  </a:lnTo>
                  <a:lnTo>
                    <a:pt x="4297351" y="3069077"/>
                  </a:lnTo>
                  <a:lnTo>
                    <a:pt x="4225729" y="3047988"/>
                  </a:lnTo>
                  <a:lnTo>
                    <a:pt x="4154106" y="3025827"/>
                  </a:lnTo>
                  <a:lnTo>
                    <a:pt x="4082483" y="3002539"/>
                  </a:lnTo>
                  <a:lnTo>
                    <a:pt x="4010861" y="2978067"/>
                  </a:lnTo>
                  <a:lnTo>
                    <a:pt x="3939238" y="2952350"/>
                  </a:lnTo>
                  <a:lnTo>
                    <a:pt x="3867616" y="2925325"/>
                  </a:lnTo>
                  <a:lnTo>
                    <a:pt x="3795993" y="2896925"/>
                  </a:lnTo>
                  <a:lnTo>
                    <a:pt x="3724371" y="2867082"/>
                  </a:lnTo>
                  <a:lnTo>
                    <a:pt x="3652748" y="2835721"/>
                  </a:lnTo>
                  <a:lnTo>
                    <a:pt x="3581126" y="2802764"/>
                  </a:lnTo>
                  <a:lnTo>
                    <a:pt x="3509503" y="2768132"/>
                  </a:lnTo>
                  <a:lnTo>
                    <a:pt x="3437881" y="2731739"/>
                  </a:lnTo>
                  <a:lnTo>
                    <a:pt x="3366258" y="2693494"/>
                  </a:lnTo>
                  <a:lnTo>
                    <a:pt x="3294636" y="2653963"/>
                  </a:lnTo>
                  <a:lnTo>
                    <a:pt x="3223013" y="2640398"/>
                  </a:lnTo>
                  <a:lnTo>
                    <a:pt x="3151391" y="2626612"/>
                  </a:lnTo>
                  <a:lnTo>
                    <a:pt x="3079768" y="2612600"/>
                  </a:lnTo>
                  <a:lnTo>
                    <a:pt x="3008146" y="2598358"/>
                  </a:lnTo>
                  <a:lnTo>
                    <a:pt x="2936523" y="2583884"/>
                  </a:lnTo>
                  <a:lnTo>
                    <a:pt x="2864901" y="2569174"/>
                  </a:lnTo>
                  <a:lnTo>
                    <a:pt x="2793278" y="2554223"/>
                  </a:lnTo>
                  <a:lnTo>
                    <a:pt x="2721655" y="2539027"/>
                  </a:lnTo>
                  <a:lnTo>
                    <a:pt x="2650033" y="2523584"/>
                  </a:lnTo>
                  <a:lnTo>
                    <a:pt x="2578410" y="2507887"/>
                  </a:lnTo>
                  <a:lnTo>
                    <a:pt x="2506788" y="2491934"/>
                  </a:lnTo>
                  <a:lnTo>
                    <a:pt x="2435165" y="2475720"/>
                  </a:lnTo>
                  <a:lnTo>
                    <a:pt x="2363543" y="2459242"/>
                  </a:lnTo>
                  <a:lnTo>
                    <a:pt x="2291920" y="2442494"/>
                  </a:lnTo>
                  <a:lnTo>
                    <a:pt x="2220298" y="2425472"/>
                  </a:lnTo>
                  <a:lnTo>
                    <a:pt x="2148675" y="2408171"/>
                  </a:lnTo>
                  <a:lnTo>
                    <a:pt x="2077053" y="2390588"/>
                  </a:lnTo>
                  <a:lnTo>
                    <a:pt x="2005430" y="2372718"/>
                  </a:lnTo>
                  <a:lnTo>
                    <a:pt x="1933808" y="2354555"/>
                  </a:lnTo>
                  <a:lnTo>
                    <a:pt x="1862185" y="2336096"/>
                  </a:lnTo>
                  <a:lnTo>
                    <a:pt x="1790563" y="2317334"/>
                  </a:lnTo>
                  <a:lnTo>
                    <a:pt x="1718940" y="2298266"/>
                  </a:lnTo>
                  <a:lnTo>
                    <a:pt x="1647318" y="2278886"/>
                  </a:lnTo>
                  <a:lnTo>
                    <a:pt x="1575695" y="2259190"/>
                  </a:lnTo>
                  <a:lnTo>
                    <a:pt x="1504073" y="2239171"/>
                  </a:lnTo>
                  <a:lnTo>
                    <a:pt x="1432450" y="2218826"/>
                  </a:lnTo>
                  <a:lnTo>
                    <a:pt x="1360827" y="2198147"/>
                  </a:lnTo>
                  <a:lnTo>
                    <a:pt x="1289205" y="2177131"/>
                  </a:lnTo>
                  <a:lnTo>
                    <a:pt x="1217582" y="2155771"/>
                  </a:lnTo>
                  <a:lnTo>
                    <a:pt x="1145960" y="2134062"/>
                  </a:lnTo>
                  <a:lnTo>
                    <a:pt x="1074337" y="2111997"/>
                  </a:lnTo>
                  <a:lnTo>
                    <a:pt x="1002715" y="2089573"/>
                  </a:lnTo>
                  <a:lnTo>
                    <a:pt x="931092" y="2066781"/>
                  </a:lnTo>
                  <a:lnTo>
                    <a:pt x="859470" y="2043617"/>
                  </a:lnTo>
                  <a:lnTo>
                    <a:pt x="787847" y="2020075"/>
                  </a:lnTo>
                  <a:lnTo>
                    <a:pt x="716225" y="1996147"/>
                  </a:lnTo>
                  <a:lnTo>
                    <a:pt x="644602" y="1971829"/>
                  </a:lnTo>
                  <a:lnTo>
                    <a:pt x="572980" y="1947112"/>
                  </a:lnTo>
                  <a:lnTo>
                    <a:pt x="501357" y="1921992"/>
                  </a:lnTo>
                  <a:lnTo>
                    <a:pt x="429735" y="1896461"/>
                  </a:lnTo>
                  <a:lnTo>
                    <a:pt x="358112" y="1870513"/>
                  </a:lnTo>
                  <a:lnTo>
                    <a:pt x="286490" y="1844140"/>
                  </a:lnTo>
                  <a:lnTo>
                    <a:pt x="214867" y="1817337"/>
                  </a:lnTo>
                  <a:lnTo>
                    <a:pt x="143245" y="1790095"/>
                  </a:lnTo>
                  <a:lnTo>
                    <a:pt x="71622" y="1762408"/>
                  </a:lnTo>
                  <a:lnTo>
                    <a:pt x="0" y="173426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96497" y="2073503"/>
              <a:ext cx="5866182" cy="3132409"/>
            </a:xfrm>
            <a:custGeom>
              <a:avLst/>
              <a:pathLst>
                <a:path w="5866182" h="3132409">
                  <a:moveTo>
                    <a:pt x="0" y="0"/>
                  </a:moveTo>
                  <a:lnTo>
                    <a:pt x="64757" y="153147"/>
                  </a:lnTo>
                  <a:lnTo>
                    <a:pt x="136380" y="314331"/>
                  </a:lnTo>
                  <a:lnTo>
                    <a:pt x="208002" y="467716"/>
                  </a:lnTo>
                  <a:lnTo>
                    <a:pt x="279625" y="613677"/>
                  </a:lnTo>
                  <a:lnTo>
                    <a:pt x="351247" y="752574"/>
                  </a:lnTo>
                  <a:lnTo>
                    <a:pt x="422870" y="884750"/>
                  </a:lnTo>
                  <a:lnTo>
                    <a:pt x="494492" y="1010528"/>
                  </a:lnTo>
                  <a:lnTo>
                    <a:pt x="566115" y="1130220"/>
                  </a:lnTo>
                  <a:lnTo>
                    <a:pt x="637737" y="1244119"/>
                  </a:lnTo>
                  <a:lnTo>
                    <a:pt x="709360" y="1352506"/>
                  </a:lnTo>
                  <a:lnTo>
                    <a:pt x="780982" y="1455648"/>
                  </a:lnTo>
                  <a:lnTo>
                    <a:pt x="852605" y="1553798"/>
                  </a:lnTo>
                  <a:lnTo>
                    <a:pt x="924228" y="1647198"/>
                  </a:lnTo>
                  <a:lnTo>
                    <a:pt x="995850" y="1736078"/>
                  </a:lnTo>
                  <a:lnTo>
                    <a:pt x="1067473" y="1820657"/>
                  </a:lnTo>
                  <a:lnTo>
                    <a:pt x="1139095" y="1901142"/>
                  </a:lnTo>
                  <a:lnTo>
                    <a:pt x="1210718" y="1977732"/>
                  </a:lnTo>
                  <a:lnTo>
                    <a:pt x="1282340" y="2050616"/>
                  </a:lnTo>
                  <a:lnTo>
                    <a:pt x="1353963" y="2119973"/>
                  </a:lnTo>
                  <a:lnTo>
                    <a:pt x="1425585" y="2185972"/>
                  </a:lnTo>
                  <a:lnTo>
                    <a:pt x="1497208" y="2248778"/>
                  </a:lnTo>
                  <a:lnTo>
                    <a:pt x="1568830" y="2308545"/>
                  </a:lnTo>
                  <a:lnTo>
                    <a:pt x="1640453" y="2365419"/>
                  </a:lnTo>
                  <a:lnTo>
                    <a:pt x="1712075" y="2419540"/>
                  </a:lnTo>
                  <a:lnTo>
                    <a:pt x="1783698" y="2471043"/>
                  </a:lnTo>
                  <a:lnTo>
                    <a:pt x="1855320" y="2520053"/>
                  </a:lnTo>
                  <a:lnTo>
                    <a:pt x="1926943" y="2566691"/>
                  </a:lnTo>
                  <a:lnTo>
                    <a:pt x="1998565" y="2611072"/>
                  </a:lnTo>
                  <a:lnTo>
                    <a:pt x="2070188" y="2653305"/>
                  </a:lnTo>
                  <a:lnTo>
                    <a:pt x="2141810" y="2667310"/>
                  </a:lnTo>
                  <a:lnTo>
                    <a:pt x="2213433" y="2680442"/>
                  </a:lnTo>
                  <a:lnTo>
                    <a:pt x="2285055" y="2693363"/>
                  </a:lnTo>
                  <a:lnTo>
                    <a:pt x="2356678" y="2706076"/>
                  </a:lnTo>
                  <a:lnTo>
                    <a:pt x="2428301" y="2718585"/>
                  </a:lnTo>
                  <a:lnTo>
                    <a:pt x="2499923" y="2730892"/>
                  </a:lnTo>
                  <a:lnTo>
                    <a:pt x="2571546" y="2743001"/>
                  </a:lnTo>
                  <a:lnTo>
                    <a:pt x="2643168" y="2754916"/>
                  </a:lnTo>
                  <a:lnTo>
                    <a:pt x="2714791" y="2766639"/>
                  </a:lnTo>
                  <a:lnTo>
                    <a:pt x="2786413" y="2778173"/>
                  </a:lnTo>
                  <a:lnTo>
                    <a:pt x="2858036" y="2789522"/>
                  </a:lnTo>
                  <a:lnTo>
                    <a:pt x="2929658" y="2800689"/>
                  </a:lnTo>
                  <a:lnTo>
                    <a:pt x="3001281" y="2811675"/>
                  </a:lnTo>
                  <a:lnTo>
                    <a:pt x="3072903" y="2822485"/>
                  </a:lnTo>
                  <a:lnTo>
                    <a:pt x="3144526" y="2833122"/>
                  </a:lnTo>
                  <a:lnTo>
                    <a:pt x="3216148" y="2843587"/>
                  </a:lnTo>
                  <a:lnTo>
                    <a:pt x="3287771" y="2853883"/>
                  </a:lnTo>
                  <a:lnTo>
                    <a:pt x="3359393" y="2864014"/>
                  </a:lnTo>
                  <a:lnTo>
                    <a:pt x="3431016" y="2873983"/>
                  </a:lnTo>
                  <a:lnTo>
                    <a:pt x="3502638" y="2883790"/>
                  </a:lnTo>
                  <a:lnTo>
                    <a:pt x="3574261" y="2893441"/>
                  </a:lnTo>
                  <a:lnTo>
                    <a:pt x="3645883" y="2902935"/>
                  </a:lnTo>
                  <a:lnTo>
                    <a:pt x="3717506" y="2912278"/>
                  </a:lnTo>
                  <a:lnTo>
                    <a:pt x="3789129" y="2921469"/>
                  </a:lnTo>
                  <a:lnTo>
                    <a:pt x="3860751" y="2930513"/>
                  </a:lnTo>
                  <a:lnTo>
                    <a:pt x="3932374" y="2939412"/>
                  </a:lnTo>
                  <a:lnTo>
                    <a:pt x="4003996" y="2948167"/>
                  </a:lnTo>
                  <a:lnTo>
                    <a:pt x="4075619" y="2956782"/>
                  </a:lnTo>
                  <a:lnTo>
                    <a:pt x="4147241" y="2965258"/>
                  </a:lnTo>
                  <a:lnTo>
                    <a:pt x="4218864" y="2973598"/>
                  </a:lnTo>
                  <a:lnTo>
                    <a:pt x="4290486" y="2981803"/>
                  </a:lnTo>
                  <a:lnTo>
                    <a:pt x="4362109" y="2989877"/>
                  </a:lnTo>
                  <a:lnTo>
                    <a:pt x="4433731" y="2997821"/>
                  </a:lnTo>
                  <a:lnTo>
                    <a:pt x="4505354" y="3005637"/>
                  </a:lnTo>
                  <a:lnTo>
                    <a:pt x="4576976" y="3013327"/>
                  </a:lnTo>
                  <a:lnTo>
                    <a:pt x="4648599" y="3020893"/>
                  </a:lnTo>
                  <a:lnTo>
                    <a:pt x="4720221" y="3028338"/>
                  </a:lnTo>
                  <a:lnTo>
                    <a:pt x="4791844" y="3035663"/>
                  </a:lnTo>
                  <a:lnTo>
                    <a:pt x="4863466" y="3042870"/>
                  </a:lnTo>
                  <a:lnTo>
                    <a:pt x="4935089" y="3049962"/>
                  </a:lnTo>
                  <a:lnTo>
                    <a:pt x="5006711" y="3056939"/>
                  </a:lnTo>
                  <a:lnTo>
                    <a:pt x="5078334" y="3063804"/>
                  </a:lnTo>
                  <a:lnTo>
                    <a:pt x="5149957" y="3070559"/>
                  </a:lnTo>
                  <a:lnTo>
                    <a:pt x="5221579" y="3077205"/>
                  </a:lnTo>
                  <a:lnTo>
                    <a:pt x="5293202" y="3083744"/>
                  </a:lnTo>
                  <a:lnTo>
                    <a:pt x="5364824" y="3090178"/>
                  </a:lnTo>
                  <a:lnTo>
                    <a:pt x="5436447" y="3096508"/>
                  </a:lnTo>
                  <a:lnTo>
                    <a:pt x="5508069" y="3102737"/>
                  </a:lnTo>
                  <a:lnTo>
                    <a:pt x="5579692" y="3108865"/>
                  </a:lnTo>
                  <a:lnTo>
                    <a:pt x="5651314" y="3114895"/>
                  </a:lnTo>
                  <a:lnTo>
                    <a:pt x="5722937" y="3120828"/>
                  </a:lnTo>
                  <a:lnTo>
                    <a:pt x="5794559" y="3126665"/>
                  </a:lnTo>
                  <a:lnTo>
                    <a:pt x="5866182" y="313240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807771"/>
              <a:ext cx="7090630" cy="1689566"/>
            </a:xfrm>
            <a:custGeom>
              <a:avLst/>
              <a:pathLst>
                <a:path w="7090630" h="1689566">
                  <a:moveTo>
                    <a:pt x="7090630" y="1689566"/>
                  </a:moveTo>
                  <a:lnTo>
                    <a:pt x="7019007" y="1686519"/>
                  </a:lnTo>
                  <a:lnTo>
                    <a:pt x="6947385" y="1683317"/>
                  </a:lnTo>
                  <a:lnTo>
                    <a:pt x="6875762" y="1679953"/>
                  </a:lnTo>
                  <a:lnTo>
                    <a:pt x="6804139" y="1676417"/>
                  </a:lnTo>
                  <a:lnTo>
                    <a:pt x="6732517" y="1672701"/>
                  </a:lnTo>
                  <a:lnTo>
                    <a:pt x="6660894" y="1668797"/>
                  </a:lnTo>
                  <a:lnTo>
                    <a:pt x="6589272" y="1664693"/>
                  </a:lnTo>
                  <a:lnTo>
                    <a:pt x="6517649" y="1660382"/>
                  </a:lnTo>
                  <a:lnTo>
                    <a:pt x="6446027" y="1655851"/>
                  </a:lnTo>
                  <a:lnTo>
                    <a:pt x="6374404" y="1651089"/>
                  </a:lnTo>
                  <a:lnTo>
                    <a:pt x="6302782" y="1646085"/>
                  </a:lnTo>
                  <a:lnTo>
                    <a:pt x="6231159" y="1640827"/>
                  </a:lnTo>
                  <a:lnTo>
                    <a:pt x="6159537" y="1635302"/>
                  </a:lnTo>
                  <a:lnTo>
                    <a:pt x="6087914" y="1629495"/>
                  </a:lnTo>
                  <a:lnTo>
                    <a:pt x="6016292" y="1623393"/>
                  </a:lnTo>
                  <a:lnTo>
                    <a:pt x="5944669" y="1616981"/>
                  </a:lnTo>
                  <a:lnTo>
                    <a:pt x="5873047" y="1610243"/>
                  </a:lnTo>
                  <a:lnTo>
                    <a:pt x="5801424" y="1603162"/>
                  </a:lnTo>
                  <a:lnTo>
                    <a:pt x="5729802" y="1595721"/>
                  </a:lnTo>
                  <a:lnTo>
                    <a:pt x="5658179" y="1587901"/>
                  </a:lnTo>
                  <a:lnTo>
                    <a:pt x="5586557" y="1579684"/>
                  </a:lnTo>
                  <a:lnTo>
                    <a:pt x="5514934" y="1571049"/>
                  </a:lnTo>
                  <a:lnTo>
                    <a:pt x="5443311" y="1561974"/>
                  </a:lnTo>
                  <a:lnTo>
                    <a:pt x="5371689" y="1552439"/>
                  </a:lnTo>
                  <a:lnTo>
                    <a:pt x="5300066" y="1542418"/>
                  </a:lnTo>
                  <a:lnTo>
                    <a:pt x="5228444" y="1531888"/>
                  </a:lnTo>
                  <a:lnTo>
                    <a:pt x="5156821" y="1520822"/>
                  </a:lnTo>
                  <a:lnTo>
                    <a:pt x="5085199" y="1509193"/>
                  </a:lnTo>
                  <a:lnTo>
                    <a:pt x="5013576" y="1496973"/>
                  </a:lnTo>
                  <a:lnTo>
                    <a:pt x="4941954" y="1484132"/>
                  </a:lnTo>
                  <a:lnTo>
                    <a:pt x="4870331" y="1470637"/>
                  </a:lnTo>
                  <a:lnTo>
                    <a:pt x="4798709" y="1456457"/>
                  </a:lnTo>
                  <a:lnTo>
                    <a:pt x="4727086" y="1441555"/>
                  </a:lnTo>
                  <a:lnTo>
                    <a:pt x="4655464" y="1425895"/>
                  </a:lnTo>
                  <a:lnTo>
                    <a:pt x="4583841" y="1409439"/>
                  </a:lnTo>
                  <a:lnTo>
                    <a:pt x="4512219" y="1392145"/>
                  </a:lnTo>
                  <a:lnTo>
                    <a:pt x="4440596" y="1373973"/>
                  </a:lnTo>
                  <a:lnTo>
                    <a:pt x="4368974" y="1354876"/>
                  </a:lnTo>
                  <a:lnTo>
                    <a:pt x="4297351" y="1334808"/>
                  </a:lnTo>
                  <a:lnTo>
                    <a:pt x="4225729" y="1313720"/>
                  </a:lnTo>
                  <a:lnTo>
                    <a:pt x="4154106" y="1291558"/>
                  </a:lnTo>
                  <a:lnTo>
                    <a:pt x="4082483" y="1268270"/>
                  </a:lnTo>
                  <a:lnTo>
                    <a:pt x="4010861" y="1243798"/>
                  </a:lnTo>
                  <a:lnTo>
                    <a:pt x="3939238" y="1218081"/>
                  </a:lnTo>
                  <a:lnTo>
                    <a:pt x="3867616" y="1191056"/>
                  </a:lnTo>
                  <a:lnTo>
                    <a:pt x="3795993" y="1162657"/>
                  </a:lnTo>
                  <a:lnTo>
                    <a:pt x="3724371" y="1132813"/>
                  </a:lnTo>
                  <a:lnTo>
                    <a:pt x="3652748" y="1101452"/>
                  </a:lnTo>
                  <a:lnTo>
                    <a:pt x="3581126" y="1068496"/>
                  </a:lnTo>
                  <a:lnTo>
                    <a:pt x="3509503" y="1033863"/>
                  </a:lnTo>
                  <a:lnTo>
                    <a:pt x="3437881" y="997470"/>
                  </a:lnTo>
                  <a:lnTo>
                    <a:pt x="3366258" y="959226"/>
                  </a:lnTo>
                  <a:lnTo>
                    <a:pt x="3294636" y="919695"/>
                  </a:lnTo>
                  <a:lnTo>
                    <a:pt x="3223013" y="906130"/>
                  </a:lnTo>
                  <a:lnTo>
                    <a:pt x="3151391" y="892343"/>
                  </a:lnTo>
                  <a:lnTo>
                    <a:pt x="3079768" y="878331"/>
                  </a:lnTo>
                  <a:lnTo>
                    <a:pt x="3008146" y="864090"/>
                  </a:lnTo>
                  <a:lnTo>
                    <a:pt x="2936523" y="849616"/>
                  </a:lnTo>
                  <a:lnTo>
                    <a:pt x="2864901" y="834905"/>
                  </a:lnTo>
                  <a:lnTo>
                    <a:pt x="2793278" y="819954"/>
                  </a:lnTo>
                  <a:lnTo>
                    <a:pt x="2721655" y="804759"/>
                  </a:lnTo>
                  <a:lnTo>
                    <a:pt x="2650033" y="789315"/>
                  </a:lnTo>
                  <a:lnTo>
                    <a:pt x="2578410" y="773619"/>
                  </a:lnTo>
                  <a:lnTo>
                    <a:pt x="2506788" y="757666"/>
                  </a:lnTo>
                  <a:lnTo>
                    <a:pt x="2435165" y="741452"/>
                  </a:lnTo>
                  <a:lnTo>
                    <a:pt x="2363543" y="724973"/>
                  </a:lnTo>
                  <a:lnTo>
                    <a:pt x="2291920" y="708225"/>
                  </a:lnTo>
                  <a:lnTo>
                    <a:pt x="2220298" y="691203"/>
                  </a:lnTo>
                  <a:lnTo>
                    <a:pt x="2148675" y="673903"/>
                  </a:lnTo>
                  <a:lnTo>
                    <a:pt x="2077053" y="656320"/>
                  </a:lnTo>
                  <a:lnTo>
                    <a:pt x="2005430" y="638449"/>
                  </a:lnTo>
                  <a:lnTo>
                    <a:pt x="1933808" y="620286"/>
                  </a:lnTo>
                  <a:lnTo>
                    <a:pt x="1862185" y="601827"/>
                  </a:lnTo>
                  <a:lnTo>
                    <a:pt x="1790563" y="583066"/>
                  </a:lnTo>
                  <a:lnTo>
                    <a:pt x="1718940" y="563998"/>
                  </a:lnTo>
                  <a:lnTo>
                    <a:pt x="1647318" y="544618"/>
                  </a:lnTo>
                  <a:lnTo>
                    <a:pt x="1575695" y="524921"/>
                  </a:lnTo>
                  <a:lnTo>
                    <a:pt x="1504073" y="504903"/>
                  </a:lnTo>
                  <a:lnTo>
                    <a:pt x="1432450" y="484557"/>
                  </a:lnTo>
                  <a:lnTo>
                    <a:pt x="1360827" y="463879"/>
                  </a:lnTo>
                  <a:lnTo>
                    <a:pt x="1289205" y="442862"/>
                  </a:lnTo>
                  <a:lnTo>
                    <a:pt x="1217582" y="421502"/>
                  </a:lnTo>
                  <a:lnTo>
                    <a:pt x="1145960" y="399793"/>
                  </a:lnTo>
                  <a:lnTo>
                    <a:pt x="1074337" y="377729"/>
                  </a:lnTo>
                  <a:lnTo>
                    <a:pt x="1002715" y="355304"/>
                  </a:lnTo>
                  <a:lnTo>
                    <a:pt x="931092" y="332513"/>
                  </a:lnTo>
                  <a:lnTo>
                    <a:pt x="859470" y="309349"/>
                  </a:lnTo>
                  <a:lnTo>
                    <a:pt x="787847" y="285806"/>
                  </a:lnTo>
                  <a:lnTo>
                    <a:pt x="716225" y="261879"/>
                  </a:lnTo>
                  <a:lnTo>
                    <a:pt x="644602" y="237560"/>
                  </a:lnTo>
                  <a:lnTo>
                    <a:pt x="572980" y="212844"/>
                  </a:lnTo>
                  <a:lnTo>
                    <a:pt x="501357" y="187723"/>
                  </a:lnTo>
                  <a:lnTo>
                    <a:pt x="429735" y="162192"/>
                  </a:lnTo>
                  <a:lnTo>
                    <a:pt x="358112" y="136244"/>
                  </a:lnTo>
                  <a:lnTo>
                    <a:pt x="286490" y="109872"/>
                  </a:lnTo>
                  <a:lnTo>
                    <a:pt x="214867" y="83068"/>
                  </a:lnTo>
                  <a:lnTo>
                    <a:pt x="143245" y="55826"/>
                  </a:lnTo>
                  <a:lnTo>
                    <a:pt x="71622" y="2813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45514" y="2073503"/>
              <a:ext cx="6917165" cy="3338663"/>
            </a:xfrm>
            <a:custGeom>
              <a:avLst/>
              <a:pathLst>
                <a:path w="6917165" h="3338663">
                  <a:moveTo>
                    <a:pt x="0" y="0"/>
                  </a:moveTo>
                  <a:lnTo>
                    <a:pt x="41402" y="66100"/>
                  </a:lnTo>
                  <a:lnTo>
                    <a:pt x="113025" y="176745"/>
                  </a:lnTo>
                  <a:lnTo>
                    <a:pt x="184647" y="283809"/>
                  </a:lnTo>
                  <a:lnTo>
                    <a:pt x="256270" y="387406"/>
                  </a:lnTo>
                  <a:lnTo>
                    <a:pt x="327892" y="487649"/>
                  </a:lnTo>
                  <a:lnTo>
                    <a:pt x="399515" y="584647"/>
                  </a:lnTo>
                  <a:lnTo>
                    <a:pt x="471137" y="678504"/>
                  </a:lnTo>
                  <a:lnTo>
                    <a:pt x="542760" y="769323"/>
                  </a:lnTo>
                  <a:lnTo>
                    <a:pt x="614382" y="857202"/>
                  </a:lnTo>
                  <a:lnTo>
                    <a:pt x="686005" y="942236"/>
                  </a:lnTo>
                  <a:lnTo>
                    <a:pt x="757627" y="1024516"/>
                  </a:lnTo>
                  <a:lnTo>
                    <a:pt x="829250" y="1104133"/>
                  </a:lnTo>
                  <a:lnTo>
                    <a:pt x="900872" y="1181173"/>
                  </a:lnTo>
                  <a:lnTo>
                    <a:pt x="972495" y="1255718"/>
                  </a:lnTo>
                  <a:lnTo>
                    <a:pt x="1044118" y="1327850"/>
                  </a:lnTo>
                  <a:lnTo>
                    <a:pt x="1115740" y="1397646"/>
                  </a:lnTo>
                  <a:lnTo>
                    <a:pt x="1187363" y="1465183"/>
                  </a:lnTo>
                  <a:lnTo>
                    <a:pt x="1258985" y="1530534"/>
                  </a:lnTo>
                  <a:lnTo>
                    <a:pt x="1330608" y="1593768"/>
                  </a:lnTo>
                  <a:lnTo>
                    <a:pt x="1402230" y="1654956"/>
                  </a:lnTo>
                  <a:lnTo>
                    <a:pt x="1473853" y="1714162"/>
                  </a:lnTo>
                  <a:lnTo>
                    <a:pt x="1545475" y="1771452"/>
                  </a:lnTo>
                  <a:lnTo>
                    <a:pt x="1617098" y="1826887"/>
                  </a:lnTo>
                  <a:lnTo>
                    <a:pt x="1688720" y="1880528"/>
                  </a:lnTo>
                  <a:lnTo>
                    <a:pt x="1760343" y="1932432"/>
                  </a:lnTo>
                  <a:lnTo>
                    <a:pt x="1831965" y="1982655"/>
                  </a:lnTo>
                  <a:lnTo>
                    <a:pt x="1903588" y="2031252"/>
                  </a:lnTo>
                  <a:lnTo>
                    <a:pt x="1975210" y="2078276"/>
                  </a:lnTo>
                  <a:lnTo>
                    <a:pt x="2046833" y="2123778"/>
                  </a:lnTo>
                  <a:lnTo>
                    <a:pt x="2118455" y="2167807"/>
                  </a:lnTo>
                  <a:lnTo>
                    <a:pt x="2190078" y="2210410"/>
                  </a:lnTo>
                  <a:lnTo>
                    <a:pt x="2261700" y="2251634"/>
                  </a:lnTo>
                  <a:lnTo>
                    <a:pt x="2333323" y="2291523"/>
                  </a:lnTo>
                  <a:lnTo>
                    <a:pt x="2404946" y="2330121"/>
                  </a:lnTo>
                  <a:lnTo>
                    <a:pt x="2476568" y="2367469"/>
                  </a:lnTo>
                  <a:lnTo>
                    <a:pt x="2548191" y="2403609"/>
                  </a:lnTo>
                  <a:lnTo>
                    <a:pt x="2619813" y="2438578"/>
                  </a:lnTo>
                  <a:lnTo>
                    <a:pt x="2691436" y="2472415"/>
                  </a:lnTo>
                  <a:lnTo>
                    <a:pt x="2763058" y="2505156"/>
                  </a:lnTo>
                  <a:lnTo>
                    <a:pt x="2834681" y="2536838"/>
                  </a:lnTo>
                  <a:lnTo>
                    <a:pt x="2906303" y="2567494"/>
                  </a:lnTo>
                  <a:lnTo>
                    <a:pt x="2977926" y="2597157"/>
                  </a:lnTo>
                  <a:lnTo>
                    <a:pt x="3049548" y="2625860"/>
                  </a:lnTo>
                  <a:lnTo>
                    <a:pt x="3121171" y="2653634"/>
                  </a:lnTo>
                  <a:lnTo>
                    <a:pt x="3192793" y="2680509"/>
                  </a:lnTo>
                  <a:lnTo>
                    <a:pt x="3264416" y="2706513"/>
                  </a:lnTo>
                  <a:lnTo>
                    <a:pt x="3336038" y="2731676"/>
                  </a:lnTo>
                  <a:lnTo>
                    <a:pt x="3407661" y="2756024"/>
                  </a:lnTo>
                  <a:lnTo>
                    <a:pt x="3479283" y="2779584"/>
                  </a:lnTo>
                  <a:lnTo>
                    <a:pt x="3550906" y="2802381"/>
                  </a:lnTo>
                  <a:lnTo>
                    <a:pt x="3622528" y="2824440"/>
                  </a:lnTo>
                  <a:lnTo>
                    <a:pt x="3694151" y="2845785"/>
                  </a:lnTo>
                  <a:lnTo>
                    <a:pt x="3765773" y="2866439"/>
                  </a:lnTo>
                  <a:lnTo>
                    <a:pt x="3837396" y="2886424"/>
                  </a:lnTo>
                  <a:lnTo>
                    <a:pt x="3909019" y="2905762"/>
                  </a:lnTo>
                  <a:lnTo>
                    <a:pt x="3980641" y="2924474"/>
                  </a:lnTo>
                  <a:lnTo>
                    <a:pt x="4052264" y="2942581"/>
                  </a:lnTo>
                  <a:lnTo>
                    <a:pt x="4123886" y="2960101"/>
                  </a:lnTo>
                  <a:lnTo>
                    <a:pt x="4195509" y="2977054"/>
                  </a:lnTo>
                  <a:lnTo>
                    <a:pt x="4267131" y="2993458"/>
                  </a:lnTo>
                  <a:lnTo>
                    <a:pt x="4338754" y="3009331"/>
                  </a:lnTo>
                  <a:lnTo>
                    <a:pt x="4410376" y="3024690"/>
                  </a:lnTo>
                  <a:lnTo>
                    <a:pt x="4481999" y="3039551"/>
                  </a:lnTo>
                  <a:lnTo>
                    <a:pt x="4553621" y="3053932"/>
                  </a:lnTo>
                  <a:lnTo>
                    <a:pt x="4625244" y="3067847"/>
                  </a:lnTo>
                  <a:lnTo>
                    <a:pt x="4696866" y="3081312"/>
                  </a:lnTo>
                  <a:lnTo>
                    <a:pt x="4768489" y="3094341"/>
                  </a:lnTo>
                  <a:lnTo>
                    <a:pt x="4840111" y="3106948"/>
                  </a:lnTo>
                  <a:lnTo>
                    <a:pt x="4911734" y="3119146"/>
                  </a:lnTo>
                  <a:lnTo>
                    <a:pt x="4983356" y="3130950"/>
                  </a:lnTo>
                  <a:lnTo>
                    <a:pt x="5054979" y="3142372"/>
                  </a:lnTo>
                  <a:lnTo>
                    <a:pt x="5126601" y="3153424"/>
                  </a:lnTo>
                  <a:lnTo>
                    <a:pt x="5198224" y="3164118"/>
                  </a:lnTo>
                  <a:lnTo>
                    <a:pt x="5269847" y="3174466"/>
                  </a:lnTo>
                  <a:lnTo>
                    <a:pt x="5341469" y="3184479"/>
                  </a:lnTo>
                  <a:lnTo>
                    <a:pt x="5413092" y="3194167"/>
                  </a:lnTo>
                  <a:lnTo>
                    <a:pt x="5484714" y="3203542"/>
                  </a:lnTo>
                  <a:lnTo>
                    <a:pt x="5556337" y="3212614"/>
                  </a:lnTo>
                  <a:lnTo>
                    <a:pt x="5627959" y="3221392"/>
                  </a:lnTo>
                  <a:lnTo>
                    <a:pt x="5699582" y="3229885"/>
                  </a:lnTo>
                  <a:lnTo>
                    <a:pt x="5771204" y="3238104"/>
                  </a:lnTo>
                  <a:lnTo>
                    <a:pt x="5842827" y="3246057"/>
                  </a:lnTo>
                  <a:lnTo>
                    <a:pt x="5914449" y="3253752"/>
                  </a:lnTo>
                  <a:lnTo>
                    <a:pt x="5986072" y="3261198"/>
                  </a:lnTo>
                  <a:lnTo>
                    <a:pt x="6057694" y="3268403"/>
                  </a:lnTo>
                  <a:lnTo>
                    <a:pt x="6129317" y="3275374"/>
                  </a:lnTo>
                  <a:lnTo>
                    <a:pt x="6200939" y="3282120"/>
                  </a:lnTo>
                  <a:lnTo>
                    <a:pt x="6272562" y="3288648"/>
                  </a:lnTo>
                  <a:lnTo>
                    <a:pt x="6344184" y="3294964"/>
                  </a:lnTo>
                  <a:lnTo>
                    <a:pt x="6415807" y="3301076"/>
                  </a:lnTo>
                  <a:lnTo>
                    <a:pt x="6487429" y="3306990"/>
                  </a:lnTo>
                  <a:lnTo>
                    <a:pt x="6559052" y="3312712"/>
                  </a:lnTo>
                  <a:lnTo>
                    <a:pt x="6630675" y="3318250"/>
                  </a:lnTo>
                  <a:lnTo>
                    <a:pt x="6702297" y="3323608"/>
                  </a:lnTo>
                  <a:lnTo>
                    <a:pt x="6773920" y="3328792"/>
                  </a:lnTo>
                  <a:lnTo>
                    <a:pt x="6845542" y="3333809"/>
                  </a:lnTo>
                  <a:lnTo>
                    <a:pt x="6917165" y="333866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1.46 (1.20-1.77), p_Bonf = &lt;0.001 (n = 6)  |  per IQR decline (Δ = 29.5 %): 3.05 (1.73-5.37)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411434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2026-07-22T14:13:24Z</dcterms:modified>
  <cp:category/>
</cp:coreProperties>
</file>