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16719"/>
            </a:xfrm>
            <a:custGeom>
              <a:avLst/>
              <a:pathLst>
                <a:path w="7090630" h="3416719">
                  <a:moveTo>
                    <a:pt x="1132129" y="0"/>
                  </a:moveTo>
                  <a:lnTo>
                    <a:pt x="1145960" y="32412"/>
                  </a:lnTo>
                  <a:lnTo>
                    <a:pt x="1217582" y="192475"/>
                  </a:lnTo>
                  <a:lnTo>
                    <a:pt x="1289205" y="345114"/>
                  </a:lnTo>
                  <a:lnTo>
                    <a:pt x="1360827" y="490675"/>
                  </a:lnTo>
                  <a:lnTo>
                    <a:pt x="1432450" y="629485"/>
                  </a:lnTo>
                  <a:lnTo>
                    <a:pt x="1504073" y="761857"/>
                  </a:lnTo>
                  <a:lnTo>
                    <a:pt x="1575695" y="888091"/>
                  </a:lnTo>
                  <a:lnTo>
                    <a:pt x="1647318" y="1008470"/>
                  </a:lnTo>
                  <a:lnTo>
                    <a:pt x="1718940" y="1123266"/>
                  </a:lnTo>
                  <a:lnTo>
                    <a:pt x="1790563" y="1232738"/>
                  </a:lnTo>
                  <a:lnTo>
                    <a:pt x="1862185" y="1337133"/>
                  </a:lnTo>
                  <a:lnTo>
                    <a:pt x="1933808" y="1436687"/>
                  </a:lnTo>
                  <a:lnTo>
                    <a:pt x="2005430" y="1531624"/>
                  </a:lnTo>
                  <a:lnTo>
                    <a:pt x="2077053" y="1622157"/>
                  </a:lnTo>
                  <a:lnTo>
                    <a:pt x="2148675" y="1708493"/>
                  </a:lnTo>
                  <a:lnTo>
                    <a:pt x="2220298" y="1790824"/>
                  </a:lnTo>
                  <a:lnTo>
                    <a:pt x="2291920" y="1869337"/>
                  </a:lnTo>
                  <a:lnTo>
                    <a:pt x="2363543" y="1944208"/>
                  </a:lnTo>
                  <a:lnTo>
                    <a:pt x="2435165" y="2015608"/>
                  </a:lnTo>
                  <a:lnTo>
                    <a:pt x="2506788" y="2083696"/>
                  </a:lnTo>
                  <a:lnTo>
                    <a:pt x="2578410" y="2148626"/>
                  </a:lnTo>
                  <a:lnTo>
                    <a:pt x="2650033" y="2210545"/>
                  </a:lnTo>
                  <a:lnTo>
                    <a:pt x="2721655" y="2269592"/>
                  </a:lnTo>
                  <a:lnTo>
                    <a:pt x="2793278" y="2325901"/>
                  </a:lnTo>
                  <a:lnTo>
                    <a:pt x="2864901" y="2379599"/>
                  </a:lnTo>
                  <a:lnTo>
                    <a:pt x="2936523" y="2430806"/>
                  </a:lnTo>
                  <a:lnTo>
                    <a:pt x="3008146" y="2479638"/>
                  </a:lnTo>
                  <a:lnTo>
                    <a:pt x="3079768" y="2526206"/>
                  </a:lnTo>
                  <a:lnTo>
                    <a:pt x="3151391" y="2570614"/>
                  </a:lnTo>
                  <a:lnTo>
                    <a:pt x="3223013" y="2612962"/>
                  </a:lnTo>
                  <a:lnTo>
                    <a:pt x="3294636" y="2653347"/>
                  </a:lnTo>
                  <a:lnTo>
                    <a:pt x="3366258" y="2655877"/>
                  </a:lnTo>
                  <a:lnTo>
                    <a:pt x="3437881" y="2657508"/>
                  </a:lnTo>
                  <a:lnTo>
                    <a:pt x="3509503" y="2659135"/>
                  </a:lnTo>
                  <a:lnTo>
                    <a:pt x="3581126" y="2660759"/>
                  </a:lnTo>
                  <a:lnTo>
                    <a:pt x="3652748" y="2662379"/>
                  </a:lnTo>
                  <a:lnTo>
                    <a:pt x="3724371" y="2663997"/>
                  </a:lnTo>
                  <a:lnTo>
                    <a:pt x="3795993" y="2665611"/>
                  </a:lnTo>
                  <a:lnTo>
                    <a:pt x="3867616" y="2667222"/>
                  </a:lnTo>
                  <a:lnTo>
                    <a:pt x="3939238" y="2668830"/>
                  </a:lnTo>
                  <a:lnTo>
                    <a:pt x="4010861" y="2670435"/>
                  </a:lnTo>
                  <a:lnTo>
                    <a:pt x="4082483" y="2672036"/>
                  </a:lnTo>
                  <a:lnTo>
                    <a:pt x="4154106" y="2673635"/>
                  </a:lnTo>
                  <a:lnTo>
                    <a:pt x="4225729" y="2675230"/>
                  </a:lnTo>
                  <a:lnTo>
                    <a:pt x="4297351" y="2676822"/>
                  </a:lnTo>
                  <a:lnTo>
                    <a:pt x="4368974" y="2678411"/>
                  </a:lnTo>
                  <a:lnTo>
                    <a:pt x="4440596" y="2679997"/>
                  </a:lnTo>
                  <a:lnTo>
                    <a:pt x="4512219" y="2681580"/>
                  </a:lnTo>
                  <a:lnTo>
                    <a:pt x="4583841" y="2683159"/>
                  </a:lnTo>
                  <a:lnTo>
                    <a:pt x="4655464" y="2684736"/>
                  </a:lnTo>
                  <a:lnTo>
                    <a:pt x="4727086" y="2686309"/>
                  </a:lnTo>
                  <a:lnTo>
                    <a:pt x="4798709" y="2687880"/>
                  </a:lnTo>
                  <a:lnTo>
                    <a:pt x="4870331" y="2689447"/>
                  </a:lnTo>
                  <a:lnTo>
                    <a:pt x="4941954" y="2691011"/>
                  </a:lnTo>
                  <a:lnTo>
                    <a:pt x="5013576" y="2692572"/>
                  </a:lnTo>
                  <a:lnTo>
                    <a:pt x="5085199" y="2694130"/>
                  </a:lnTo>
                  <a:lnTo>
                    <a:pt x="5156821" y="2695685"/>
                  </a:lnTo>
                  <a:lnTo>
                    <a:pt x="5228444" y="2697237"/>
                  </a:lnTo>
                  <a:lnTo>
                    <a:pt x="5300066" y="2698786"/>
                  </a:lnTo>
                  <a:lnTo>
                    <a:pt x="5371689" y="2700332"/>
                  </a:lnTo>
                  <a:lnTo>
                    <a:pt x="5443311" y="2701874"/>
                  </a:lnTo>
                  <a:lnTo>
                    <a:pt x="5514934" y="2703414"/>
                  </a:lnTo>
                  <a:lnTo>
                    <a:pt x="5586557" y="2704951"/>
                  </a:lnTo>
                  <a:lnTo>
                    <a:pt x="5658179" y="2706484"/>
                  </a:lnTo>
                  <a:lnTo>
                    <a:pt x="5729802" y="2708015"/>
                  </a:lnTo>
                  <a:lnTo>
                    <a:pt x="5801424" y="2709542"/>
                  </a:lnTo>
                  <a:lnTo>
                    <a:pt x="5873047" y="2711067"/>
                  </a:lnTo>
                  <a:lnTo>
                    <a:pt x="5944669" y="2712589"/>
                  </a:lnTo>
                  <a:lnTo>
                    <a:pt x="6016292" y="2714107"/>
                  </a:lnTo>
                  <a:lnTo>
                    <a:pt x="6087914" y="2715623"/>
                  </a:lnTo>
                  <a:lnTo>
                    <a:pt x="6159537" y="2717135"/>
                  </a:lnTo>
                  <a:lnTo>
                    <a:pt x="6231159" y="2718645"/>
                  </a:lnTo>
                  <a:lnTo>
                    <a:pt x="6302782" y="2720152"/>
                  </a:lnTo>
                  <a:lnTo>
                    <a:pt x="6374404" y="2721655"/>
                  </a:lnTo>
                  <a:lnTo>
                    <a:pt x="6446027" y="2723156"/>
                  </a:lnTo>
                  <a:lnTo>
                    <a:pt x="6517649" y="2724654"/>
                  </a:lnTo>
                  <a:lnTo>
                    <a:pt x="6589272" y="2726149"/>
                  </a:lnTo>
                  <a:lnTo>
                    <a:pt x="6660894" y="2727640"/>
                  </a:lnTo>
                  <a:lnTo>
                    <a:pt x="6732517" y="2729129"/>
                  </a:lnTo>
                  <a:lnTo>
                    <a:pt x="6804139" y="2730615"/>
                  </a:lnTo>
                  <a:lnTo>
                    <a:pt x="6875762" y="2732098"/>
                  </a:lnTo>
                  <a:lnTo>
                    <a:pt x="6947385" y="2733579"/>
                  </a:lnTo>
                  <a:lnTo>
                    <a:pt x="7019007" y="2735056"/>
                  </a:lnTo>
                  <a:lnTo>
                    <a:pt x="7090630" y="2736530"/>
                  </a:lnTo>
                  <a:lnTo>
                    <a:pt x="7090630" y="3416719"/>
                  </a:lnTo>
                  <a:lnTo>
                    <a:pt x="7019007" y="3413460"/>
                  </a:lnTo>
                  <a:lnTo>
                    <a:pt x="6947385" y="3410041"/>
                  </a:lnTo>
                  <a:lnTo>
                    <a:pt x="6875762" y="3406457"/>
                  </a:lnTo>
                  <a:lnTo>
                    <a:pt x="6804139" y="3402698"/>
                  </a:lnTo>
                  <a:lnTo>
                    <a:pt x="6732517" y="3398757"/>
                  </a:lnTo>
                  <a:lnTo>
                    <a:pt x="6660894" y="3394623"/>
                  </a:lnTo>
                  <a:lnTo>
                    <a:pt x="6589272" y="3390289"/>
                  </a:lnTo>
                  <a:lnTo>
                    <a:pt x="6517649" y="3385744"/>
                  </a:lnTo>
                  <a:lnTo>
                    <a:pt x="6446027" y="3380978"/>
                  </a:lnTo>
                  <a:lnTo>
                    <a:pt x="6374404" y="3375980"/>
                  </a:lnTo>
                  <a:lnTo>
                    <a:pt x="6302782" y="3370739"/>
                  </a:lnTo>
                  <a:lnTo>
                    <a:pt x="6231159" y="3365243"/>
                  </a:lnTo>
                  <a:lnTo>
                    <a:pt x="6159537" y="3359480"/>
                  </a:lnTo>
                  <a:lnTo>
                    <a:pt x="6087914" y="3353437"/>
                  </a:lnTo>
                  <a:lnTo>
                    <a:pt x="6016292" y="3347099"/>
                  </a:lnTo>
                  <a:lnTo>
                    <a:pt x="5944669" y="3340454"/>
                  </a:lnTo>
                  <a:lnTo>
                    <a:pt x="5873047" y="3333485"/>
                  </a:lnTo>
                  <a:lnTo>
                    <a:pt x="5801424" y="3326177"/>
                  </a:lnTo>
                  <a:lnTo>
                    <a:pt x="5729802" y="3318515"/>
                  </a:lnTo>
                  <a:lnTo>
                    <a:pt x="5658179" y="3310479"/>
                  </a:lnTo>
                  <a:lnTo>
                    <a:pt x="5586557" y="3302052"/>
                  </a:lnTo>
                  <a:lnTo>
                    <a:pt x="5514934" y="3293216"/>
                  </a:lnTo>
                  <a:lnTo>
                    <a:pt x="5443311" y="3283950"/>
                  </a:lnTo>
                  <a:lnTo>
                    <a:pt x="5371689" y="3274234"/>
                  </a:lnTo>
                  <a:lnTo>
                    <a:pt x="5300066" y="3264044"/>
                  </a:lnTo>
                  <a:lnTo>
                    <a:pt x="5228444" y="3253360"/>
                  </a:lnTo>
                  <a:lnTo>
                    <a:pt x="5156821" y="3242156"/>
                  </a:lnTo>
                  <a:lnTo>
                    <a:pt x="5085199" y="3230406"/>
                  </a:lnTo>
                  <a:lnTo>
                    <a:pt x="5013576" y="3218086"/>
                  </a:lnTo>
                  <a:lnTo>
                    <a:pt x="4941954" y="3205166"/>
                  </a:lnTo>
                  <a:lnTo>
                    <a:pt x="4870331" y="3191618"/>
                  </a:lnTo>
                  <a:lnTo>
                    <a:pt x="4798709" y="3177411"/>
                  </a:lnTo>
                  <a:lnTo>
                    <a:pt x="4727086" y="3162513"/>
                  </a:lnTo>
                  <a:lnTo>
                    <a:pt x="4655464" y="3146891"/>
                  </a:lnTo>
                  <a:lnTo>
                    <a:pt x="4583841" y="3130509"/>
                  </a:lnTo>
                  <a:lnTo>
                    <a:pt x="4512219" y="3113330"/>
                  </a:lnTo>
                  <a:lnTo>
                    <a:pt x="4440596" y="3095315"/>
                  </a:lnTo>
                  <a:lnTo>
                    <a:pt x="4368974" y="3076425"/>
                  </a:lnTo>
                  <a:lnTo>
                    <a:pt x="4297351" y="3056616"/>
                  </a:lnTo>
                  <a:lnTo>
                    <a:pt x="4225729" y="3035844"/>
                  </a:lnTo>
                  <a:lnTo>
                    <a:pt x="4154106" y="3014061"/>
                  </a:lnTo>
                  <a:lnTo>
                    <a:pt x="4082483" y="2991219"/>
                  </a:lnTo>
                  <a:lnTo>
                    <a:pt x="4010861" y="2967266"/>
                  </a:lnTo>
                  <a:lnTo>
                    <a:pt x="3939238" y="2942148"/>
                  </a:lnTo>
                  <a:lnTo>
                    <a:pt x="3867616" y="2915809"/>
                  </a:lnTo>
                  <a:lnTo>
                    <a:pt x="3795993" y="2888189"/>
                  </a:lnTo>
                  <a:lnTo>
                    <a:pt x="3724371" y="2859225"/>
                  </a:lnTo>
                  <a:lnTo>
                    <a:pt x="3652748" y="2828853"/>
                  </a:lnTo>
                  <a:lnTo>
                    <a:pt x="3581126" y="2797004"/>
                  </a:lnTo>
                  <a:lnTo>
                    <a:pt x="3509503" y="2763606"/>
                  </a:lnTo>
                  <a:lnTo>
                    <a:pt x="3437881" y="2728584"/>
                  </a:lnTo>
                  <a:lnTo>
                    <a:pt x="3366258" y="2691858"/>
                  </a:lnTo>
                  <a:lnTo>
                    <a:pt x="3294636" y="2654244"/>
                  </a:lnTo>
                  <a:lnTo>
                    <a:pt x="3223013" y="2652607"/>
                  </a:lnTo>
                  <a:lnTo>
                    <a:pt x="3151391" y="2650967"/>
                  </a:lnTo>
                  <a:lnTo>
                    <a:pt x="3079768" y="2649324"/>
                  </a:lnTo>
                  <a:lnTo>
                    <a:pt x="3008146" y="2647678"/>
                  </a:lnTo>
                  <a:lnTo>
                    <a:pt x="2936523" y="2646028"/>
                  </a:lnTo>
                  <a:lnTo>
                    <a:pt x="2864901" y="2644375"/>
                  </a:lnTo>
                  <a:lnTo>
                    <a:pt x="2793278" y="2642719"/>
                  </a:lnTo>
                  <a:lnTo>
                    <a:pt x="2721655" y="2641060"/>
                  </a:lnTo>
                  <a:lnTo>
                    <a:pt x="2650033" y="2639397"/>
                  </a:lnTo>
                  <a:lnTo>
                    <a:pt x="2578410" y="2637731"/>
                  </a:lnTo>
                  <a:lnTo>
                    <a:pt x="2506788" y="2636062"/>
                  </a:lnTo>
                  <a:lnTo>
                    <a:pt x="2435165" y="2634389"/>
                  </a:lnTo>
                  <a:lnTo>
                    <a:pt x="2363543" y="2632713"/>
                  </a:lnTo>
                  <a:lnTo>
                    <a:pt x="2291920" y="2631034"/>
                  </a:lnTo>
                  <a:lnTo>
                    <a:pt x="2220298" y="2629352"/>
                  </a:lnTo>
                  <a:lnTo>
                    <a:pt x="2148675" y="2627666"/>
                  </a:lnTo>
                  <a:lnTo>
                    <a:pt x="2077053" y="2625977"/>
                  </a:lnTo>
                  <a:lnTo>
                    <a:pt x="2005430" y="2624284"/>
                  </a:lnTo>
                  <a:lnTo>
                    <a:pt x="1933808" y="2622588"/>
                  </a:lnTo>
                  <a:lnTo>
                    <a:pt x="1862185" y="2620889"/>
                  </a:lnTo>
                  <a:lnTo>
                    <a:pt x="1790563" y="2619187"/>
                  </a:lnTo>
                  <a:lnTo>
                    <a:pt x="1718940" y="2617481"/>
                  </a:lnTo>
                  <a:lnTo>
                    <a:pt x="1647318" y="2615772"/>
                  </a:lnTo>
                  <a:lnTo>
                    <a:pt x="1575695" y="2614059"/>
                  </a:lnTo>
                  <a:lnTo>
                    <a:pt x="1504073" y="2612343"/>
                  </a:lnTo>
                  <a:lnTo>
                    <a:pt x="1432450" y="2610624"/>
                  </a:lnTo>
                  <a:lnTo>
                    <a:pt x="1360827" y="2608901"/>
                  </a:lnTo>
                  <a:lnTo>
                    <a:pt x="1289205" y="2607175"/>
                  </a:lnTo>
                  <a:lnTo>
                    <a:pt x="1217582" y="2605445"/>
                  </a:lnTo>
                  <a:lnTo>
                    <a:pt x="1145960" y="2603712"/>
                  </a:lnTo>
                  <a:lnTo>
                    <a:pt x="1074337" y="2601976"/>
                  </a:lnTo>
                  <a:lnTo>
                    <a:pt x="1002715" y="2600236"/>
                  </a:lnTo>
                  <a:lnTo>
                    <a:pt x="931092" y="2598493"/>
                  </a:lnTo>
                  <a:lnTo>
                    <a:pt x="859470" y="2596746"/>
                  </a:lnTo>
                  <a:lnTo>
                    <a:pt x="787847" y="2594996"/>
                  </a:lnTo>
                  <a:lnTo>
                    <a:pt x="716225" y="2593242"/>
                  </a:lnTo>
                  <a:lnTo>
                    <a:pt x="644602" y="2591485"/>
                  </a:lnTo>
                  <a:lnTo>
                    <a:pt x="572980" y="2589725"/>
                  </a:lnTo>
                  <a:lnTo>
                    <a:pt x="501357" y="2587961"/>
                  </a:lnTo>
                  <a:lnTo>
                    <a:pt x="429735" y="2586193"/>
                  </a:lnTo>
                  <a:lnTo>
                    <a:pt x="358112" y="2584422"/>
                  </a:lnTo>
                  <a:lnTo>
                    <a:pt x="286490" y="2582648"/>
                  </a:lnTo>
                  <a:lnTo>
                    <a:pt x="214867" y="2580870"/>
                  </a:lnTo>
                  <a:lnTo>
                    <a:pt x="143245" y="2579088"/>
                  </a:lnTo>
                  <a:lnTo>
                    <a:pt x="71622" y="2577303"/>
                  </a:lnTo>
                  <a:lnTo>
                    <a:pt x="0" y="257551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304179" y="2073503"/>
              <a:ext cx="5958500" cy="2736530"/>
            </a:xfrm>
            <a:custGeom>
              <a:avLst/>
              <a:pathLst>
                <a:path w="5958500" h="2736530">
                  <a:moveTo>
                    <a:pt x="0" y="0"/>
                  </a:moveTo>
                  <a:lnTo>
                    <a:pt x="13830" y="32412"/>
                  </a:lnTo>
                  <a:lnTo>
                    <a:pt x="85453" y="192475"/>
                  </a:lnTo>
                  <a:lnTo>
                    <a:pt x="157075" y="345114"/>
                  </a:lnTo>
                  <a:lnTo>
                    <a:pt x="228698" y="490675"/>
                  </a:lnTo>
                  <a:lnTo>
                    <a:pt x="300320" y="629485"/>
                  </a:lnTo>
                  <a:lnTo>
                    <a:pt x="371943" y="761857"/>
                  </a:lnTo>
                  <a:lnTo>
                    <a:pt x="443565" y="888091"/>
                  </a:lnTo>
                  <a:lnTo>
                    <a:pt x="515188" y="1008470"/>
                  </a:lnTo>
                  <a:lnTo>
                    <a:pt x="586810" y="1123266"/>
                  </a:lnTo>
                  <a:lnTo>
                    <a:pt x="658433" y="1232738"/>
                  </a:lnTo>
                  <a:lnTo>
                    <a:pt x="730055" y="1337133"/>
                  </a:lnTo>
                  <a:lnTo>
                    <a:pt x="801678" y="1436687"/>
                  </a:lnTo>
                  <a:lnTo>
                    <a:pt x="873300" y="1531624"/>
                  </a:lnTo>
                  <a:lnTo>
                    <a:pt x="944923" y="1622157"/>
                  </a:lnTo>
                  <a:lnTo>
                    <a:pt x="1016546" y="1708493"/>
                  </a:lnTo>
                  <a:lnTo>
                    <a:pt x="1088168" y="1790824"/>
                  </a:lnTo>
                  <a:lnTo>
                    <a:pt x="1159791" y="1869337"/>
                  </a:lnTo>
                  <a:lnTo>
                    <a:pt x="1231413" y="1944208"/>
                  </a:lnTo>
                  <a:lnTo>
                    <a:pt x="1303036" y="2015608"/>
                  </a:lnTo>
                  <a:lnTo>
                    <a:pt x="1374658" y="2083696"/>
                  </a:lnTo>
                  <a:lnTo>
                    <a:pt x="1446281" y="2148626"/>
                  </a:lnTo>
                  <a:lnTo>
                    <a:pt x="1517903" y="2210545"/>
                  </a:lnTo>
                  <a:lnTo>
                    <a:pt x="1589526" y="2269592"/>
                  </a:lnTo>
                  <a:lnTo>
                    <a:pt x="1661148" y="2325901"/>
                  </a:lnTo>
                  <a:lnTo>
                    <a:pt x="1732771" y="2379599"/>
                  </a:lnTo>
                  <a:lnTo>
                    <a:pt x="1804393" y="2430806"/>
                  </a:lnTo>
                  <a:lnTo>
                    <a:pt x="1876016" y="2479638"/>
                  </a:lnTo>
                  <a:lnTo>
                    <a:pt x="1947638" y="2526206"/>
                  </a:lnTo>
                  <a:lnTo>
                    <a:pt x="2019261" y="2570614"/>
                  </a:lnTo>
                  <a:lnTo>
                    <a:pt x="2090883" y="2612962"/>
                  </a:lnTo>
                  <a:lnTo>
                    <a:pt x="2162506" y="2653347"/>
                  </a:lnTo>
                  <a:lnTo>
                    <a:pt x="2234128" y="2655877"/>
                  </a:lnTo>
                  <a:lnTo>
                    <a:pt x="2305751" y="2657508"/>
                  </a:lnTo>
                  <a:lnTo>
                    <a:pt x="2377374" y="2659135"/>
                  </a:lnTo>
                  <a:lnTo>
                    <a:pt x="2448996" y="2660759"/>
                  </a:lnTo>
                  <a:lnTo>
                    <a:pt x="2520619" y="2662379"/>
                  </a:lnTo>
                  <a:lnTo>
                    <a:pt x="2592241" y="2663997"/>
                  </a:lnTo>
                  <a:lnTo>
                    <a:pt x="2663864" y="2665611"/>
                  </a:lnTo>
                  <a:lnTo>
                    <a:pt x="2735486" y="2667222"/>
                  </a:lnTo>
                  <a:lnTo>
                    <a:pt x="2807109" y="2668830"/>
                  </a:lnTo>
                  <a:lnTo>
                    <a:pt x="2878731" y="2670435"/>
                  </a:lnTo>
                  <a:lnTo>
                    <a:pt x="2950354" y="2672036"/>
                  </a:lnTo>
                  <a:lnTo>
                    <a:pt x="3021976" y="2673635"/>
                  </a:lnTo>
                  <a:lnTo>
                    <a:pt x="3093599" y="2675230"/>
                  </a:lnTo>
                  <a:lnTo>
                    <a:pt x="3165221" y="2676822"/>
                  </a:lnTo>
                  <a:lnTo>
                    <a:pt x="3236844" y="2678411"/>
                  </a:lnTo>
                  <a:lnTo>
                    <a:pt x="3308466" y="2679997"/>
                  </a:lnTo>
                  <a:lnTo>
                    <a:pt x="3380089" y="2681580"/>
                  </a:lnTo>
                  <a:lnTo>
                    <a:pt x="3451711" y="2683159"/>
                  </a:lnTo>
                  <a:lnTo>
                    <a:pt x="3523334" y="2684736"/>
                  </a:lnTo>
                  <a:lnTo>
                    <a:pt x="3594956" y="2686309"/>
                  </a:lnTo>
                  <a:lnTo>
                    <a:pt x="3666579" y="2687880"/>
                  </a:lnTo>
                  <a:lnTo>
                    <a:pt x="3738202" y="2689447"/>
                  </a:lnTo>
                  <a:lnTo>
                    <a:pt x="3809824" y="2691011"/>
                  </a:lnTo>
                  <a:lnTo>
                    <a:pt x="3881447" y="2692572"/>
                  </a:lnTo>
                  <a:lnTo>
                    <a:pt x="3953069" y="2694130"/>
                  </a:lnTo>
                  <a:lnTo>
                    <a:pt x="4024692" y="2695685"/>
                  </a:lnTo>
                  <a:lnTo>
                    <a:pt x="4096314" y="2697237"/>
                  </a:lnTo>
                  <a:lnTo>
                    <a:pt x="4167937" y="2698786"/>
                  </a:lnTo>
                  <a:lnTo>
                    <a:pt x="4239559" y="2700332"/>
                  </a:lnTo>
                  <a:lnTo>
                    <a:pt x="4311182" y="2701874"/>
                  </a:lnTo>
                  <a:lnTo>
                    <a:pt x="4382804" y="2703414"/>
                  </a:lnTo>
                  <a:lnTo>
                    <a:pt x="4454427" y="2704951"/>
                  </a:lnTo>
                  <a:lnTo>
                    <a:pt x="4526049" y="2706484"/>
                  </a:lnTo>
                  <a:lnTo>
                    <a:pt x="4597672" y="2708015"/>
                  </a:lnTo>
                  <a:lnTo>
                    <a:pt x="4669294" y="2709542"/>
                  </a:lnTo>
                  <a:lnTo>
                    <a:pt x="4740917" y="2711067"/>
                  </a:lnTo>
                  <a:lnTo>
                    <a:pt x="4812539" y="2712589"/>
                  </a:lnTo>
                  <a:lnTo>
                    <a:pt x="4884162" y="2714107"/>
                  </a:lnTo>
                  <a:lnTo>
                    <a:pt x="4955784" y="2715623"/>
                  </a:lnTo>
                  <a:lnTo>
                    <a:pt x="5027407" y="2717135"/>
                  </a:lnTo>
                  <a:lnTo>
                    <a:pt x="5099030" y="2718645"/>
                  </a:lnTo>
                  <a:lnTo>
                    <a:pt x="5170652" y="2720152"/>
                  </a:lnTo>
                  <a:lnTo>
                    <a:pt x="5242275" y="2721655"/>
                  </a:lnTo>
                  <a:lnTo>
                    <a:pt x="5313897" y="2723156"/>
                  </a:lnTo>
                  <a:lnTo>
                    <a:pt x="5385520" y="2724654"/>
                  </a:lnTo>
                  <a:lnTo>
                    <a:pt x="5457142" y="2726149"/>
                  </a:lnTo>
                  <a:lnTo>
                    <a:pt x="5528765" y="2727640"/>
                  </a:lnTo>
                  <a:lnTo>
                    <a:pt x="5600387" y="2729129"/>
                  </a:lnTo>
                  <a:lnTo>
                    <a:pt x="5672010" y="2730615"/>
                  </a:lnTo>
                  <a:lnTo>
                    <a:pt x="5743632" y="2732098"/>
                  </a:lnTo>
                  <a:lnTo>
                    <a:pt x="5815255" y="2733579"/>
                  </a:lnTo>
                  <a:lnTo>
                    <a:pt x="5886877" y="2735056"/>
                  </a:lnTo>
                  <a:lnTo>
                    <a:pt x="5958500" y="27365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649018"/>
              <a:ext cx="7090630" cy="841204"/>
            </a:xfrm>
            <a:custGeom>
              <a:avLst/>
              <a:pathLst>
                <a:path w="7090630" h="841204">
                  <a:moveTo>
                    <a:pt x="7090630" y="841204"/>
                  </a:moveTo>
                  <a:lnTo>
                    <a:pt x="7019007" y="837944"/>
                  </a:lnTo>
                  <a:lnTo>
                    <a:pt x="6947385" y="834526"/>
                  </a:lnTo>
                  <a:lnTo>
                    <a:pt x="6875762" y="830941"/>
                  </a:lnTo>
                  <a:lnTo>
                    <a:pt x="6804139" y="827183"/>
                  </a:lnTo>
                  <a:lnTo>
                    <a:pt x="6732517" y="823241"/>
                  </a:lnTo>
                  <a:lnTo>
                    <a:pt x="6660894" y="819108"/>
                  </a:lnTo>
                  <a:lnTo>
                    <a:pt x="6589272" y="814774"/>
                  </a:lnTo>
                  <a:lnTo>
                    <a:pt x="6517649" y="810228"/>
                  </a:lnTo>
                  <a:lnTo>
                    <a:pt x="6446027" y="805462"/>
                  </a:lnTo>
                  <a:lnTo>
                    <a:pt x="6374404" y="800464"/>
                  </a:lnTo>
                  <a:lnTo>
                    <a:pt x="6302782" y="795223"/>
                  </a:lnTo>
                  <a:lnTo>
                    <a:pt x="6231159" y="789728"/>
                  </a:lnTo>
                  <a:lnTo>
                    <a:pt x="6159537" y="783964"/>
                  </a:lnTo>
                  <a:lnTo>
                    <a:pt x="6087914" y="777921"/>
                  </a:lnTo>
                  <a:lnTo>
                    <a:pt x="6016292" y="771584"/>
                  </a:lnTo>
                  <a:lnTo>
                    <a:pt x="5944669" y="764938"/>
                  </a:lnTo>
                  <a:lnTo>
                    <a:pt x="5873047" y="757970"/>
                  </a:lnTo>
                  <a:lnTo>
                    <a:pt x="5801424" y="750662"/>
                  </a:lnTo>
                  <a:lnTo>
                    <a:pt x="5729802" y="742999"/>
                  </a:lnTo>
                  <a:lnTo>
                    <a:pt x="5658179" y="734963"/>
                  </a:lnTo>
                  <a:lnTo>
                    <a:pt x="5586557" y="726537"/>
                  </a:lnTo>
                  <a:lnTo>
                    <a:pt x="5514934" y="717701"/>
                  </a:lnTo>
                  <a:lnTo>
                    <a:pt x="5443311" y="708435"/>
                  </a:lnTo>
                  <a:lnTo>
                    <a:pt x="5371689" y="698718"/>
                  </a:lnTo>
                  <a:lnTo>
                    <a:pt x="5300066" y="688529"/>
                  </a:lnTo>
                  <a:lnTo>
                    <a:pt x="5228444" y="677844"/>
                  </a:lnTo>
                  <a:lnTo>
                    <a:pt x="5156821" y="666640"/>
                  </a:lnTo>
                  <a:lnTo>
                    <a:pt x="5085199" y="654891"/>
                  </a:lnTo>
                  <a:lnTo>
                    <a:pt x="5013576" y="642570"/>
                  </a:lnTo>
                  <a:lnTo>
                    <a:pt x="4941954" y="629651"/>
                  </a:lnTo>
                  <a:lnTo>
                    <a:pt x="4870331" y="616102"/>
                  </a:lnTo>
                  <a:lnTo>
                    <a:pt x="4798709" y="601896"/>
                  </a:lnTo>
                  <a:lnTo>
                    <a:pt x="4727086" y="586998"/>
                  </a:lnTo>
                  <a:lnTo>
                    <a:pt x="4655464" y="571375"/>
                  </a:lnTo>
                  <a:lnTo>
                    <a:pt x="4583841" y="554993"/>
                  </a:lnTo>
                  <a:lnTo>
                    <a:pt x="4512219" y="537814"/>
                  </a:lnTo>
                  <a:lnTo>
                    <a:pt x="4440596" y="519800"/>
                  </a:lnTo>
                  <a:lnTo>
                    <a:pt x="4368974" y="500910"/>
                  </a:lnTo>
                  <a:lnTo>
                    <a:pt x="4297351" y="481101"/>
                  </a:lnTo>
                  <a:lnTo>
                    <a:pt x="4225729" y="460328"/>
                  </a:lnTo>
                  <a:lnTo>
                    <a:pt x="4154106" y="438545"/>
                  </a:lnTo>
                  <a:lnTo>
                    <a:pt x="4082483" y="415703"/>
                  </a:lnTo>
                  <a:lnTo>
                    <a:pt x="4010861" y="391751"/>
                  </a:lnTo>
                  <a:lnTo>
                    <a:pt x="3939238" y="366633"/>
                  </a:lnTo>
                  <a:lnTo>
                    <a:pt x="3867616" y="340294"/>
                  </a:lnTo>
                  <a:lnTo>
                    <a:pt x="3795993" y="312673"/>
                  </a:lnTo>
                  <a:lnTo>
                    <a:pt x="3724371" y="283710"/>
                  </a:lnTo>
                  <a:lnTo>
                    <a:pt x="3652748" y="253338"/>
                  </a:lnTo>
                  <a:lnTo>
                    <a:pt x="3581126" y="221489"/>
                  </a:lnTo>
                  <a:lnTo>
                    <a:pt x="3509503" y="188091"/>
                  </a:lnTo>
                  <a:lnTo>
                    <a:pt x="3437881" y="153068"/>
                  </a:lnTo>
                  <a:lnTo>
                    <a:pt x="3366258" y="116343"/>
                  </a:lnTo>
                  <a:lnTo>
                    <a:pt x="3294636" y="78729"/>
                  </a:lnTo>
                  <a:lnTo>
                    <a:pt x="3223013" y="77092"/>
                  </a:lnTo>
                  <a:lnTo>
                    <a:pt x="3151391" y="75452"/>
                  </a:lnTo>
                  <a:lnTo>
                    <a:pt x="3079768" y="73809"/>
                  </a:lnTo>
                  <a:lnTo>
                    <a:pt x="3008146" y="72162"/>
                  </a:lnTo>
                  <a:lnTo>
                    <a:pt x="2936523" y="70513"/>
                  </a:lnTo>
                  <a:lnTo>
                    <a:pt x="2864901" y="68860"/>
                  </a:lnTo>
                  <a:lnTo>
                    <a:pt x="2793278" y="67204"/>
                  </a:lnTo>
                  <a:lnTo>
                    <a:pt x="2721655" y="65544"/>
                  </a:lnTo>
                  <a:lnTo>
                    <a:pt x="2650033" y="63882"/>
                  </a:lnTo>
                  <a:lnTo>
                    <a:pt x="2578410" y="62216"/>
                  </a:lnTo>
                  <a:lnTo>
                    <a:pt x="2506788" y="60546"/>
                  </a:lnTo>
                  <a:lnTo>
                    <a:pt x="2435165" y="58874"/>
                  </a:lnTo>
                  <a:lnTo>
                    <a:pt x="2363543" y="57198"/>
                  </a:lnTo>
                  <a:lnTo>
                    <a:pt x="2291920" y="55519"/>
                  </a:lnTo>
                  <a:lnTo>
                    <a:pt x="2220298" y="53836"/>
                  </a:lnTo>
                  <a:lnTo>
                    <a:pt x="2148675" y="52150"/>
                  </a:lnTo>
                  <a:lnTo>
                    <a:pt x="2077053" y="50461"/>
                  </a:lnTo>
                  <a:lnTo>
                    <a:pt x="2005430" y="48769"/>
                  </a:lnTo>
                  <a:lnTo>
                    <a:pt x="1933808" y="47073"/>
                  </a:lnTo>
                  <a:lnTo>
                    <a:pt x="1862185" y="45374"/>
                  </a:lnTo>
                  <a:lnTo>
                    <a:pt x="1790563" y="43671"/>
                  </a:lnTo>
                  <a:lnTo>
                    <a:pt x="1718940" y="41965"/>
                  </a:lnTo>
                  <a:lnTo>
                    <a:pt x="1647318" y="40256"/>
                  </a:lnTo>
                  <a:lnTo>
                    <a:pt x="1575695" y="38544"/>
                  </a:lnTo>
                  <a:lnTo>
                    <a:pt x="1504073" y="36828"/>
                  </a:lnTo>
                  <a:lnTo>
                    <a:pt x="1432450" y="35108"/>
                  </a:lnTo>
                  <a:lnTo>
                    <a:pt x="1360827" y="33385"/>
                  </a:lnTo>
                  <a:lnTo>
                    <a:pt x="1289205" y="31659"/>
                  </a:lnTo>
                  <a:lnTo>
                    <a:pt x="1217582" y="29930"/>
                  </a:lnTo>
                  <a:lnTo>
                    <a:pt x="1145960" y="28197"/>
                  </a:lnTo>
                  <a:lnTo>
                    <a:pt x="1074337" y="26460"/>
                  </a:lnTo>
                  <a:lnTo>
                    <a:pt x="1002715" y="24721"/>
                  </a:lnTo>
                  <a:lnTo>
                    <a:pt x="931092" y="22977"/>
                  </a:lnTo>
                  <a:lnTo>
                    <a:pt x="859470" y="21231"/>
                  </a:lnTo>
                  <a:lnTo>
                    <a:pt x="787847" y="19480"/>
                  </a:lnTo>
                  <a:lnTo>
                    <a:pt x="716225" y="17727"/>
                  </a:lnTo>
                  <a:lnTo>
                    <a:pt x="644602" y="15970"/>
                  </a:lnTo>
                  <a:lnTo>
                    <a:pt x="572980" y="14209"/>
                  </a:lnTo>
                  <a:lnTo>
                    <a:pt x="501357" y="12445"/>
                  </a:lnTo>
                  <a:lnTo>
                    <a:pt x="429735" y="10678"/>
                  </a:lnTo>
                  <a:lnTo>
                    <a:pt x="358112" y="8907"/>
                  </a:lnTo>
                  <a:lnTo>
                    <a:pt x="286490" y="7132"/>
                  </a:lnTo>
                  <a:lnTo>
                    <a:pt x="214867" y="5354"/>
                  </a:lnTo>
                  <a:lnTo>
                    <a:pt x="143245" y="3573"/>
                  </a:lnTo>
                  <a:lnTo>
                    <a:pt x="71622" y="178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2968569"/>
              <a:ext cx="7090630" cy="2364886"/>
            </a:xfrm>
            <a:custGeom>
              <a:avLst/>
              <a:pathLst>
                <a:path w="7090630" h="2364886">
                  <a:moveTo>
                    <a:pt x="0" y="0"/>
                  </a:moveTo>
                  <a:lnTo>
                    <a:pt x="71622" y="63230"/>
                  </a:lnTo>
                  <a:lnTo>
                    <a:pt x="143245" y="124916"/>
                  </a:lnTo>
                  <a:lnTo>
                    <a:pt x="214867" y="185096"/>
                  </a:lnTo>
                  <a:lnTo>
                    <a:pt x="286490" y="243805"/>
                  </a:lnTo>
                  <a:lnTo>
                    <a:pt x="358112" y="301081"/>
                  </a:lnTo>
                  <a:lnTo>
                    <a:pt x="429735" y="356957"/>
                  </a:lnTo>
                  <a:lnTo>
                    <a:pt x="501357" y="411469"/>
                  </a:lnTo>
                  <a:lnTo>
                    <a:pt x="572980" y="464649"/>
                  </a:lnTo>
                  <a:lnTo>
                    <a:pt x="644602" y="516530"/>
                  </a:lnTo>
                  <a:lnTo>
                    <a:pt x="716225" y="567144"/>
                  </a:lnTo>
                  <a:lnTo>
                    <a:pt x="787847" y="616522"/>
                  </a:lnTo>
                  <a:lnTo>
                    <a:pt x="859470" y="664693"/>
                  </a:lnTo>
                  <a:lnTo>
                    <a:pt x="931092" y="711688"/>
                  </a:lnTo>
                  <a:lnTo>
                    <a:pt x="1002715" y="757535"/>
                  </a:lnTo>
                  <a:lnTo>
                    <a:pt x="1074337" y="802262"/>
                  </a:lnTo>
                  <a:lnTo>
                    <a:pt x="1145960" y="845897"/>
                  </a:lnTo>
                  <a:lnTo>
                    <a:pt x="1217582" y="888466"/>
                  </a:lnTo>
                  <a:lnTo>
                    <a:pt x="1289205" y="929995"/>
                  </a:lnTo>
                  <a:lnTo>
                    <a:pt x="1360827" y="970510"/>
                  </a:lnTo>
                  <a:lnTo>
                    <a:pt x="1432450" y="1010035"/>
                  </a:lnTo>
                  <a:lnTo>
                    <a:pt x="1504073" y="1048595"/>
                  </a:lnTo>
                  <a:lnTo>
                    <a:pt x="1575695" y="1086212"/>
                  </a:lnTo>
                  <a:lnTo>
                    <a:pt x="1647318" y="1122911"/>
                  </a:lnTo>
                  <a:lnTo>
                    <a:pt x="1718940" y="1158714"/>
                  </a:lnTo>
                  <a:lnTo>
                    <a:pt x="1790563" y="1193642"/>
                  </a:lnTo>
                  <a:lnTo>
                    <a:pt x="1862185" y="1227717"/>
                  </a:lnTo>
                  <a:lnTo>
                    <a:pt x="1933808" y="1260960"/>
                  </a:lnTo>
                  <a:lnTo>
                    <a:pt x="2005430" y="1293390"/>
                  </a:lnTo>
                  <a:lnTo>
                    <a:pt x="2077053" y="1325029"/>
                  </a:lnTo>
                  <a:lnTo>
                    <a:pt x="2148675" y="1355894"/>
                  </a:lnTo>
                  <a:lnTo>
                    <a:pt x="2220298" y="1386006"/>
                  </a:lnTo>
                  <a:lnTo>
                    <a:pt x="2291920" y="1415383"/>
                  </a:lnTo>
                  <a:lnTo>
                    <a:pt x="2363543" y="1444041"/>
                  </a:lnTo>
                  <a:lnTo>
                    <a:pt x="2435165" y="1472000"/>
                  </a:lnTo>
                  <a:lnTo>
                    <a:pt x="2506788" y="1499276"/>
                  </a:lnTo>
                  <a:lnTo>
                    <a:pt x="2578410" y="1525885"/>
                  </a:lnTo>
                  <a:lnTo>
                    <a:pt x="2650033" y="1551845"/>
                  </a:lnTo>
                  <a:lnTo>
                    <a:pt x="2721655" y="1577171"/>
                  </a:lnTo>
                  <a:lnTo>
                    <a:pt x="2793278" y="1601877"/>
                  </a:lnTo>
                  <a:lnTo>
                    <a:pt x="2864901" y="1625981"/>
                  </a:lnTo>
                  <a:lnTo>
                    <a:pt x="2936523" y="1649496"/>
                  </a:lnTo>
                  <a:lnTo>
                    <a:pt x="3008146" y="1672436"/>
                  </a:lnTo>
                  <a:lnTo>
                    <a:pt x="3079768" y="1694816"/>
                  </a:lnTo>
                  <a:lnTo>
                    <a:pt x="3151391" y="1716649"/>
                  </a:lnTo>
                  <a:lnTo>
                    <a:pt x="3223013" y="1737949"/>
                  </a:lnTo>
                  <a:lnTo>
                    <a:pt x="3294636" y="1758729"/>
                  </a:lnTo>
                  <a:lnTo>
                    <a:pt x="3366258" y="1779001"/>
                  </a:lnTo>
                  <a:lnTo>
                    <a:pt x="3437881" y="1798778"/>
                  </a:lnTo>
                  <a:lnTo>
                    <a:pt x="3509503" y="1818072"/>
                  </a:lnTo>
                  <a:lnTo>
                    <a:pt x="3581126" y="1836895"/>
                  </a:lnTo>
                  <a:lnTo>
                    <a:pt x="3652748" y="1855258"/>
                  </a:lnTo>
                  <a:lnTo>
                    <a:pt x="3724371" y="1873173"/>
                  </a:lnTo>
                  <a:lnTo>
                    <a:pt x="3795993" y="1890649"/>
                  </a:lnTo>
                  <a:lnTo>
                    <a:pt x="3867616" y="1907699"/>
                  </a:lnTo>
                  <a:lnTo>
                    <a:pt x="3939238" y="1924333"/>
                  </a:lnTo>
                  <a:lnTo>
                    <a:pt x="4010861" y="1940560"/>
                  </a:lnTo>
                  <a:lnTo>
                    <a:pt x="4082483" y="1956391"/>
                  </a:lnTo>
                  <a:lnTo>
                    <a:pt x="4154106" y="1971835"/>
                  </a:lnTo>
                  <a:lnTo>
                    <a:pt x="4225729" y="1986902"/>
                  </a:lnTo>
                  <a:lnTo>
                    <a:pt x="4297351" y="2001601"/>
                  </a:lnTo>
                  <a:lnTo>
                    <a:pt x="4368974" y="2015941"/>
                  </a:lnTo>
                  <a:lnTo>
                    <a:pt x="4440596" y="2029930"/>
                  </a:lnTo>
                  <a:lnTo>
                    <a:pt x="4512219" y="2043578"/>
                  </a:lnTo>
                  <a:lnTo>
                    <a:pt x="4583841" y="2056893"/>
                  </a:lnTo>
                  <a:lnTo>
                    <a:pt x="4655464" y="2069882"/>
                  </a:lnTo>
                  <a:lnTo>
                    <a:pt x="4727086" y="2082554"/>
                  </a:lnTo>
                  <a:lnTo>
                    <a:pt x="4798709" y="2094917"/>
                  </a:lnTo>
                  <a:lnTo>
                    <a:pt x="4870331" y="2106977"/>
                  </a:lnTo>
                  <a:lnTo>
                    <a:pt x="4941954" y="2118743"/>
                  </a:lnTo>
                  <a:lnTo>
                    <a:pt x="5013576" y="2130222"/>
                  </a:lnTo>
                  <a:lnTo>
                    <a:pt x="5085199" y="2141420"/>
                  </a:lnTo>
                  <a:lnTo>
                    <a:pt x="5156821" y="2152345"/>
                  </a:lnTo>
                  <a:lnTo>
                    <a:pt x="5228444" y="2163003"/>
                  </a:lnTo>
                  <a:lnTo>
                    <a:pt x="5300066" y="2173400"/>
                  </a:lnTo>
                  <a:lnTo>
                    <a:pt x="5371689" y="2183544"/>
                  </a:lnTo>
                  <a:lnTo>
                    <a:pt x="5443311" y="2193440"/>
                  </a:lnTo>
                  <a:lnTo>
                    <a:pt x="5514934" y="2203094"/>
                  </a:lnTo>
                  <a:lnTo>
                    <a:pt x="5586557" y="2212512"/>
                  </a:lnTo>
                  <a:lnTo>
                    <a:pt x="5658179" y="2221700"/>
                  </a:lnTo>
                  <a:lnTo>
                    <a:pt x="5729802" y="2230664"/>
                  </a:lnTo>
                  <a:lnTo>
                    <a:pt x="5801424" y="2239409"/>
                  </a:lnTo>
                  <a:lnTo>
                    <a:pt x="5873047" y="2247940"/>
                  </a:lnTo>
                  <a:lnTo>
                    <a:pt x="5944669" y="2256263"/>
                  </a:lnTo>
                  <a:lnTo>
                    <a:pt x="6016292" y="2264382"/>
                  </a:lnTo>
                  <a:lnTo>
                    <a:pt x="6087914" y="2272304"/>
                  </a:lnTo>
                  <a:lnTo>
                    <a:pt x="6159537" y="2280031"/>
                  </a:lnTo>
                  <a:lnTo>
                    <a:pt x="6231159" y="2287570"/>
                  </a:lnTo>
                  <a:lnTo>
                    <a:pt x="6302782" y="2294925"/>
                  </a:lnTo>
                  <a:lnTo>
                    <a:pt x="6374404" y="2302100"/>
                  </a:lnTo>
                  <a:lnTo>
                    <a:pt x="6446027" y="2309100"/>
                  </a:lnTo>
                  <a:lnTo>
                    <a:pt x="6517649" y="2315929"/>
                  </a:lnTo>
                  <a:lnTo>
                    <a:pt x="6589272" y="2322591"/>
                  </a:lnTo>
                  <a:lnTo>
                    <a:pt x="6660894" y="2329091"/>
                  </a:lnTo>
                  <a:lnTo>
                    <a:pt x="6732517" y="2335432"/>
                  </a:lnTo>
                  <a:lnTo>
                    <a:pt x="6804139" y="2341617"/>
                  </a:lnTo>
                  <a:lnTo>
                    <a:pt x="6875762" y="2347652"/>
                  </a:lnTo>
                  <a:lnTo>
                    <a:pt x="6947385" y="2353539"/>
                  </a:lnTo>
                  <a:lnTo>
                    <a:pt x="7019007" y="2359283"/>
                  </a:lnTo>
                  <a:lnTo>
                    <a:pt x="7090630" y="236488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1.33 (1.02-1.72), p_Bonf = 0.199 (n = 6)  |  per IQR decline (Δ = 29.5 %): 2.31 (1.07-5.00)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73267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2026-07-22T14:13:21Z</dcterms:modified>
  <cp:category/>
</cp:coreProperties>
</file>