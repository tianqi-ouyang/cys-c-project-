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43092"/>
              <a:ext cx="6964104" cy="1213487"/>
            </a:xfrm>
            <a:custGeom>
              <a:avLst/>
              <a:pathLst>
                <a:path w="6964104" h="1213487">
                  <a:moveTo>
                    <a:pt x="157439" y="0"/>
                  </a:moveTo>
                  <a:lnTo>
                    <a:pt x="211033" y="32946"/>
                  </a:lnTo>
                  <a:lnTo>
                    <a:pt x="281377" y="74714"/>
                  </a:lnTo>
                  <a:lnTo>
                    <a:pt x="351722" y="115056"/>
                  </a:lnTo>
                  <a:lnTo>
                    <a:pt x="422066" y="154023"/>
                  </a:lnTo>
                  <a:lnTo>
                    <a:pt x="492411" y="191660"/>
                  </a:lnTo>
                  <a:lnTo>
                    <a:pt x="562755" y="228013"/>
                  </a:lnTo>
                  <a:lnTo>
                    <a:pt x="633100" y="263126"/>
                  </a:lnTo>
                  <a:lnTo>
                    <a:pt x="703444" y="297041"/>
                  </a:lnTo>
                  <a:lnTo>
                    <a:pt x="773789" y="329798"/>
                  </a:lnTo>
                  <a:lnTo>
                    <a:pt x="844133" y="361439"/>
                  </a:lnTo>
                  <a:lnTo>
                    <a:pt x="914478" y="391999"/>
                  </a:lnTo>
                  <a:lnTo>
                    <a:pt x="984822" y="421517"/>
                  </a:lnTo>
                  <a:lnTo>
                    <a:pt x="1055167" y="450028"/>
                  </a:lnTo>
                  <a:lnTo>
                    <a:pt x="1125511" y="477567"/>
                  </a:lnTo>
                  <a:lnTo>
                    <a:pt x="1195856" y="504165"/>
                  </a:lnTo>
                  <a:lnTo>
                    <a:pt x="1266200" y="529857"/>
                  </a:lnTo>
                  <a:lnTo>
                    <a:pt x="1336545" y="554671"/>
                  </a:lnTo>
                  <a:lnTo>
                    <a:pt x="1406889" y="578640"/>
                  </a:lnTo>
                  <a:lnTo>
                    <a:pt x="1477234" y="601790"/>
                  </a:lnTo>
                  <a:lnTo>
                    <a:pt x="1547578" y="624151"/>
                  </a:lnTo>
                  <a:lnTo>
                    <a:pt x="1617923" y="645748"/>
                  </a:lnTo>
                  <a:lnTo>
                    <a:pt x="1688267" y="666609"/>
                  </a:lnTo>
                  <a:lnTo>
                    <a:pt x="1758612" y="686759"/>
                  </a:lnTo>
                  <a:lnTo>
                    <a:pt x="1828956" y="706220"/>
                  </a:lnTo>
                  <a:lnTo>
                    <a:pt x="1899301" y="725018"/>
                  </a:lnTo>
                  <a:lnTo>
                    <a:pt x="1969645" y="743175"/>
                  </a:lnTo>
                  <a:lnTo>
                    <a:pt x="2039990" y="760712"/>
                  </a:lnTo>
                  <a:lnTo>
                    <a:pt x="2110334" y="777650"/>
                  </a:lnTo>
                  <a:lnTo>
                    <a:pt x="2180679" y="794011"/>
                  </a:lnTo>
                  <a:lnTo>
                    <a:pt x="2251023" y="809814"/>
                  </a:lnTo>
                  <a:lnTo>
                    <a:pt x="2321368" y="825077"/>
                  </a:lnTo>
                  <a:lnTo>
                    <a:pt x="2391712" y="839820"/>
                  </a:lnTo>
                  <a:lnTo>
                    <a:pt x="2462057" y="854060"/>
                  </a:lnTo>
                  <a:lnTo>
                    <a:pt x="2532401" y="867814"/>
                  </a:lnTo>
                  <a:lnTo>
                    <a:pt x="2602746" y="881099"/>
                  </a:lnTo>
                  <a:lnTo>
                    <a:pt x="2673090" y="893930"/>
                  </a:lnTo>
                  <a:lnTo>
                    <a:pt x="2743435" y="906324"/>
                  </a:lnTo>
                  <a:lnTo>
                    <a:pt x="2813779" y="918295"/>
                  </a:lnTo>
                  <a:lnTo>
                    <a:pt x="2884124" y="929857"/>
                  </a:lnTo>
                  <a:lnTo>
                    <a:pt x="2954468" y="941025"/>
                  </a:lnTo>
                  <a:lnTo>
                    <a:pt x="3024813" y="951812"/>
                  </a:lnTo>
                  <a:lnTo>
                    <a:pt x="3095157" y="959163"/>
                  </a:lnTo>
                  <a:lnTo>
                    <a:pt x="3165502" y="962204"/>
                  </a:lnTo>
                  <a:lnTo>
                    <a:pt x="3235846" y="965213"/>
                  </a:lnTo>
                  <a:lnTo>
                    <a:pt x="3306191" y="968192"/>
                  </a:lnTo>
                  <a:lnTo>
                    <a:pt x="3376535" y="971141"/>
                  </a:lnTo>
                  <a:lnTo>
                    <a:pt x="3446880" y="974059"/>
                  </a:lnTo>
                  <a:lnTo>
                    <a:pt x="3517224" y="976947"/>
                  </a:lnTo>
                  <a:lnTo>
                    <a:pt x="3587569" y="979807"/>
                  </a:lnTo>
                  <a:lnTo>
                    <a:pt x="3657913" y="982636"/>
                  </a:lnTo>
                  <a:lnTo>
                    <a:pt x="3728257" y="985437"/>
                  </a:lnTo>
                  <a:lnTo>
                    <a:pt x="3798602" y="988210"/>
                  </a:lnTo>
                  <a:lnTo>
                    <a:pt x="3868946" y="990954"/>
                  </a:lnTo>
                  <a:lnTo>
                    <a:pt x="3939291" y="993670"/>
                  </a:lnTo>
                  <a:lnTo>
                    <a:pt x="4009635" y="996359"/>
                  </a:lnTo>
                  <a:lnTo>
                    <a:pt x="4079980" y="999020"/>
                  </a:lnTo>
                  <a:lnTo>
                    <a:pt x="4150324" y="1001654"/>
                  </a:lnTo>
                  <a:lnTo>
                    <a:pt x="4220669" y="1004261"/>
                  </a:lnTo>
                  <a:lnTo>
                    <a:pt x="4291013" y="1006841"/>
                  </a:lnTo>
                  <a:lnTo>
                    <a:pt x="4361358" y="1009395"/>
                  </a:lnTo>
                  <a:lnTo>
                    <a:pt x="4431702" y="1011923"/>
                  </a:lnTo>
                  <a:lnTo>
                    <a:pt x="4502047" y="1014426"/>
                  </a:lnTo>
                  <a:lnTo>
                    <a:pt x="4572391" y="1016902"/>
                  </a:lnTo>
                  <a:lnTo>
                    <a:pt x="4642736" y="1019354"/>
                  </a:lnTo>
                  <a:lnTo>
                    <a:pt x="4713080" y="1021780"/>
                  </a:lnTo>
                  <a:lnTo>
                    <a:pt x="4783425" y="1024182"/>
                  </a:lnTo>
                  <a:lnTo>
                    <a:pt x="4853769" y="1026559"/>
                  </a:lnTo>
                  <a:lnTo>
                    <a:pt x="4924114" y="1028912"/>
                  </a:lnTo>
                  <a:lnTo>
                    <a:pt x="4994458" y="1031241"/>
                  </a:lnTo>
                  <a:lnTo>
                    <a:pt x="5064803" y="1033546"/>
                  </a:lnTo>
                  <a:lnTo>
                    <a:pt x="5135147" y="1035828"/>
                  </a:lnTo>
                  <a:lnTo>
                    <a:pt x="5205492" y="1038086"/>
                  </a:lnTo>
                  <a:lnTo>
                    <a:pt x="5275836" y="1040322"/>
                  </a:lnTo>
                  <a:lnTo>
                    <a:pt x="5346181" y="1042534"/>
                  </a:lnTo>
                  <a:lnTo>
                    <a:pt x="5416525" y="1044724"/>
                  </a:lnTo>
                  <a:lnTo>
                    <a:pt x="5486870" y="1046892"/>
                  </a:lnTo>
                  <a:lnTo>
                    <a:pt x="5557214" y="1049037"/>
                  </a:lnTo>
                  <a:lnTo>
                    <a:pt x="5627559" y="1051161"/>
                  </a:lnTo>
                  <a:lnTo>
                    <a:pt x="5697903" y="1053263"/>
                  </a:lnTo>
                  <a:lnTo>
                    <a:pt x="5768248" y="1055343"/>
                  </a:lnTo>
                  <a:lnTo>
                    <a:pt x="5838592" y="1057403"/>
                  </a:lnTo>
                  <a:lnTo>
                    <a:pt x="5908937" y="1059441"/>
                  </a:lnTo>
                  <a:lnTo>
                    <a:pt x="5979281" y="1061458"/>
                  </a:lnTo>
                  <a:lnTo>
                    <a:pt x="6049626" y="1063455"/>
                  </a:lnTo>
                  <a:lnTo>
                    <a:pt x="6119970" y="1065432"/>
                  </a:lnTo>
                  <a:lnTo>
                    <a:pt x="6190315" y="1067388"/>
                  </a:lnTo>
                  <a:lnTo>
                    <a:pt x="6260659" y="1069325"/>
                  </a:lnTo>
                  <a:lnTo>
                    <a:pt x="6331004" y="1071241"/>
                  </a:lnTo>
                  <a:lnTo>
                    <a:pt x="6401348" y="1073139"/>
                  </a:lnTo>
                  <a:lnTo>
                    <a:pt x="6471693" y="1075016"/>
                  </a:lnTo>
                  <a:lnTo>
                    <a:pt x="6542037" y="1076875"/>
                  </a:lnTo>
                  <a:lnTo>
                    <a:pt x="6612382" y="1078715"/>
                  </a:lnTo>
                  <a:lnTo>
                    <a:pt x="6682726" y="1080535"/>
                  </a:lnTo>
                  <a:lnTo>
                    <a:pt x="6753071" y="1082338"/>
                  </a:lnTo>
                  <a:lnTo>
                    <a:pt x="6823415" y="1084122"/>
                  </a:lnTo>
                  <a:lnTo>
                    <a:pt x="6893760" y="1085887"/>
                  </a:lnTo>
                  <a:lnTo>
                    <a:pt x="6964104" y="1087635"/>
                  </a:lnTo>
                  <a:lnTo>
                    <a:pt x="6964104" y="1213487"/>
                  </a:lnTo>
                  <a:lnTo>
                    <a:pt x="6893760" y="1211943"/>
                  </a:lnTo>
                  <a:lnTo>
                    <a:pt x="6823415" y="1210344"/>
                  </a:lnTo>
                  <a:lnTo>
                    <a:pt x="6753071" y="1208689"/>
                  </a:lnTo>
                  <a:lnTo>
                    <a:pt x="6682726" y="1206976"/>
                  </a:lnTo>
                  <a:lnTo>
                    <a:pt x="6612382" y="1205201"/>
                  </a:lnTo>
                  <a:lnTo>
                    <a:pt x="6542037" y="1203365"/>
                  </a:lnTo>
                  <a:lnTo>
                    <a:pt x="6471693" y="1201463"/>
                  </a:lnTo>
                  <a:lnTo>
                    <a:pt x="6401348" y="1199494"/>
                  </a:lnTo>
                  <a:lnTo>
                    <a:pt x="6331004" y="1197456"/>
                  </a:lnTo>
                  <a:lnTo>
                    <a:pt x="6260659" y="1195346"/>
                  </a:lnTo>
                  <a:lnTo>
                    <a:pt x="6190315" y="1193161"/>
                  </a:lnTo>
                  <a:lnTo>
                    <a:pt x="6119970" y="1190899"/>
                  </a:lnTo>
                  <a:lnTo>
                    <a:pt x="6049626" y="1188557"/>
                  </a:lnTo>
                  <a:lnTo>
                    <a:pt x="5979281" y="1186132"/>
                  </a:lnTo>
                  <a:lnTo>
                    <a:pt x="5908937" y="1183622"/>
                  </a:lnTo>
                  <a:lnTo>
                    <a:pt x="5838592" y="1181023"/>
                  </a:lnTo>
                  <a:lnTo>
                    <a:pt x="5768248" y="1178332"/>
                  </a:lnTo>
                  <a:lnTo>
                    <a:pt x="5697903" y="1175546"/>
                  </a:lnTo>
                  <a:lnTo>
                    <a:pt x="5627559" y="1172662"/>
                  </a:lnTo>
                  <a:lnTo>
                    <a:pt x="5557214" y="1169676"/>
                  </a:lnTo>
                  <a:lnTo>
                    <a:pt x="5486870" y="1166584"/>
                  </a:lnTo>
                  <a:lnTo>
                    <a:pt x="5416525" y="1163383"/>
                  </a:lnTo>
                  <a:lnTo>
                    <a:pt x="5346181" y="1160069"/>
                  </a:lnTo>
                  <a:lnTo>
                    <a:pt x="5275836" y="1156638"/>
                  </a:lnTo>
                  <a:lnTo>
                    <a:pt x="5205492" y="1153086"/>
                  </a:lnTo>
                  <a:lnTo>
                    <a:pt x="5135147" y="1149409"/>
                  </a:lnTo>
                  <a:lnTo>
                    <a:pt x="5064803" y="1145601"/>
                  </a:lnTo>
                  <a:lnTo>
                    <a:pt x="4994458" y="1141659"/>
                  </a:lnTo>
                  <a:lnTo>
                    <a:pt x="4924114" y="1137578"/>
                  </a:lnTo>
                  <a:lnTo>
                    <a:pt x="4853769" y="1133353"/>
                  </a:lnTo>
                  <a:lnTo>
                    <a:pt x="4783425" y="1128978"/>
                  </a:lnTo>
                  <a:lnTo>
                    <a:pt x="4713080" y="1124449"/>
                  </a:lnTo>
                  <a:lnTo>
                    <a:pt x="4642736" y="1119760"/>
                  </a:lnTo>
                  <a:lnTo>
                    <a:pt x="4572391" y="1114905"/>
                  </a:lnTo>
                  <a:lnTo>
                    <a:pt x="4502047" y="1109879"/>
                  </a:lnTo>
                  <a:lnTo>
                    <a:pt x="4431702" y="1104675"/>
                  </a:lnTo>
                  <a:lnTo>
                    <a:pt x="4361358" y="1099288"/>
                  </a:lnTo>
                  <a:lnTo>
                    <a:pt x="4291013" y="1093710"/>
                  </a:lnTo>
                  <a:lnTo>
                    <a:pt x="4220669" y="1087935"/>
                  </a:lnTo>
                  <a:lnTo>
                    <a:pt x="4150324" y="1081956"/>
                  </a:lnTo>
                  <a:lnTo>
                    <a:pt x="4079980" y="1075766"/>
                  </a:lnTo>
                  <a:lnTo>
                    <a:pt x="4009635" y="1069357"/>
                  </a:lnTo>
                  <a:lnTo>
                    <a:pt x="3939291" y="1062722"/>
                  </a:lnTo>
                  <a:lnTo>
                    <a:pt x="3868946" y="1055853"/>
                  </a:lnTo>
                  <a:lnTo>
                    <a:pt x="3798602" y="1048741"/>
                  </a:lnTo>
                  <a:lnTo>
                    <a:pt x="3728257" y="1041378"/>
                  </a:lnTo>
                  <a:lnTo>
                    <a:pt x="3657913" y="1033754"/>
                  </a:lnTo>
                  <a:lnTo>
                    <a:pt x="3587569" y="1025862"/>
                  </a:lnTo>
                  <a:lnTo>
                    <a:pt x="3517224" y="1017690"/>
                  </a:lnTo>
                  <a:lnTo>
                    <a:pt x="3446880" y="1009230"/>
                  </a:lnTo>
                  <a:lnTo>
                    <a:pt x="3376535" y="1000471"/>
                  </a:lnTo>
                  <a:lnTo>
                    <a:pt x="3306191" y="991403"/>
                  </a:lnTo>
                  <a:lnTo>
                    <a:pt x="3235846" y="982015"/>
                  </a:lnTo>
                  <a:lnTo>
                    <a:pt x="3165502" y="972295"/>
                  </a:lnTo>
                  <a:lnTo>
                    <a:pt x="3095157" y="962231"/>
                  </a:lnTo>
                  <a:lnTo>
                    <a:pt x="3024813" y="956092"/>
                  </a:lnTo>
                  <a:lnTo>
                    <a:pt x="2954468" y="952988"/>
                  </a:lnTo>
                  <a:lnTo>
                    <a:pt x="2884124" y="949853"/>
                  </a:lnTo>
                  <a:lnTo>
                    <a:pt x="2813779" y="946685"/>
                  </a:lnTo>
                  <a:lnTo>
                    <a:pt x="2743435" y="943484"/>
                  </a:lnTo>
                  <a:lnTo>
                    <a:pt x="2673090" y="940251"/>
                  </a:lnTo>
                  <a:lnTo>
                    <a:pt x="2602746" y="936984"/>
                  </a:lnTo>
                  <a:lnTo>
                    <a:pt x="2532401" y="933684"/>
                  </a:lnTo>
                  <a:lnTo>
                    <a:pt x="2462057" y="930349"/>
                  </a:lnTo>
                  <a:lnTo>
                    <a:pt x="2391712" y="926980"/>
                  </a:lnTo>
                  <a:lnTo>
                    <a:pt x="2321368" y="923577"/>
                  </a:lnTo>
                  <a:lnTo>
                    <a:pt x="2251023" y="920138"/>
                  </a:lnTo>
                  <a:lnTo>
                    <a:pt x="2180679" y="916664"/>
                  </a:lnTo>
                  <a:lnTo>
                    <a:pt x="2110334" y="913154"/>
                  </a:lnTo>
                  <a:lnTo>
                    <a:pt x="2039990" y="909608"/>
                  </a:lnTo>
                  <a:lnTo>
                    <a:pt x="1969645" y="906026"/>
                  </a:lnTo>
                  <a:lnTo>
                    <a:pt x="1899301" y="902406"/>
                  </a:lnTo>
                  <a:lnTo>
                    <a:pt x="1828956" y="898749"/>
                  </a:lnTo>
                  <a:lnTo>
                    <a:pt x="1758612" y="895055"/>
                  </a:lnTo>
                  <a:lnTo>
                    <a:pt x="1688267" y="891322"/>
                  </a:lnTo>
                  <a:lnTo>
                    <a:pt x="1617923" y="887551"/>
                  </a:lnTo>
                  <a:lnTo>
                    <a:pt x="1547578" y="883741"/>
                  </a:lnTo>
                  <a:lnTo>
                    <a:pt x="1477234" y="879892"/>
                  </a:lnTo>
                  <a:lnTo>
                    <a:pt x="1406889" y="876003"/>
                  </a:lnTo>
                  <a:lnTo>
                    <a:pt x="1336545" y="872074"/>
                  </a:lnTo>
                  <a:lnTo>
                    <a:pt x="1266200" y="868105"/>
                  </a:lnTo>
                  <a:lnTo>
                    <a:pt x="1195856" y="864094"/>
                  </a:lnTo>
                  <a:lnTo>
                    <a:pt x="1125511" y="860043"/>
                  </a:lnTo>
                  <a:lnTo>
                    <a:pt x="1055167" y="855949"/>
                  </a:lnTo>
                  <a:lnTo>
                    <a:pt x="984822" y="851814"/>
                  </a:lnTo>
                  <a:lnTo>
                    <a:pt x="914478" y="847635"/>
                  </a:lnTo>
                  <a:lnTo>
                    <a:pt x="844133" y="843414"/>
                  </a:lnTo>
                  <a:lnTo>
                    <a:pt x="773789" y="839149"/>
                  </a:lnTo>
                  <a:lnTo>
                    <a:pt x="703444" y="834840"/>
                  </a:lnTo>
                  <a:lnTo>
                    <a:pt x="633100" y="830487"/>
                  </a:lnTo>
                  <a:lnTo>
                    <a:pt x="562755" y="826089"/>
                  </a:lnTo>
                  <a:lnTo>
                    <a:pt x="492411" y="821646"/>
                  </a:lnTo>
                  <a:lnTo>
                    <a:pt x="422066" y="817156"/>
                  </a:lnTo>
                  <a:lnTo>
                    <a:pt x="351722" y="812621"/>
                  </a:lnTo>
                  <a:lnTo>
                    <a:pt x="281377" y="808039"/>
                  </a:lnTo>
                  <a:lnTo>
                    <a:pt x="211033" y="803409"/>
                  </a:lnTo>
                  <a:lnTo>
                    <a:pt x="140688" y="798732"/>
                  </a:lnTo>
                  <a:lnTo>
                    <a:pt x="70344" y="794007"/>
                  </a:lnTo>
                  <a:lnTo>
                    <a:pt x="0" y="789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92751" y="2143092"/>
              <a:ext cx="6806665" cy="1087635"/>
            </a:xfrm>
            <a:custGeom>
              <a:avLst/>
              <a:pathLst>
                <a:path w="6806665" h="1087635">
                  <a:moveTo>
                    <a:pt x="0" y="0"/>
                  </a:moveTo>
                  <a:lnTo>
                    <a:pt x="53594" y="32946"/>
                  </a:lnTo>
                  <a:lnTo>
                    <a:pt x="123938" y="74714"/>
                  </a:lnTo>
                  <a:lnTo>
                    <a:pt x="194283" y="115056"/>
                  </a:lnTo>
                  <a:lnTo>
                    <a:pt x="264627" y="154023"/>
                  </a:lnTo>
                  <a:lnTo>
                    <a:pt x="334972" y="191660"/>
                  </a:lnTo>
                  <a:lnTo>
                    <a:pt x="405316" y="228013"/>
                  </a:lnTo>
                  <a:lnTo>
                    <a:pt x="475661" y="263126"/>
                  </a:lnTo>
                  <a:lnTo>
                    <a:pt x="546005" y="297041"/>
                  </a:lnTo>
                  <a:lnTo>
                    <a:pt x="616350" y="329798"/>
                  </a:lnTo>
                  <a:lnTo>
                    <a:pt x="686694" y="361439"/>
                  </a:lnTo>
                  <a:lnTo>
                    <a:pt x="757039" y="391999"/>
                  </a:lnTo>
                  <a:lnTo>
                    <a:pt x="827383" y="421517"/>
                  </a:lnTo>
                  <a:lnTo>
                    <a:pt x="897728" y="450028"/>
                  </a:lnTo>
                  <a:lnTo>
                    <a:pt x="968072" y="477567"/>
                  </a:lnTo>
                  <a:lnTo>
                    <a:pt x="1038417" y="504165"/>
                  </a:lnTo>
                  <a:lnTo>
                    <a:pt x="1108761" y="529857"/>
                  </a:lnTo>
                  <a:lnTo>
                    <a:pt x="1179106" y="554671"/>
                  </a:lnTo>
                  <a:lnTo>
                    <a:pt x="1249450" y="578640"/>
                  </a:lnTo>
                  <a:lnTo>
                    <a:pt x="1319795" y="601790"/>
                  </a:lnTo>
                  <a:lnTo>
                    <a:pt x="1390139" y="624151"/>
                  </a:lnTo>
                  <a:lnTo>
                    <a:pt x="1460484" y="645748"/>
                  </a:lnTo>
                  <a:lnTo>
                    <a:pt x="1530828" y="666609"/>
                  </a:lnTo>
                  <a:lnTo>
                    <a:pt x="1601173" y="686759"/>
                  </a:lnTo>
                  <a:lnTo>
                    <a:pt x="1671517" y="706220"/>
                  </a:lnTo>
                  <a:lnTo>
                    <a:pt x="1741862" y="725018"/>
                  </a:lnTo>
                  <a:lnTo>
                    <a:pt x="1812206" y="743175"/>
                  </a:lnTo>
                  <a:lnTo>
                    <a:pt x="1882551" y="760712"/>
                  </a:lnTo>
                  <a:lnTo>
                    <a:pt x="1952895" y="777650"/>
                  </a:lnTo>
                  <a:lnTo>
                    <a:pt x="2023240" y="794011"/>
                  </a:lnTo>
                  <a:lnTo>
                    <a:pt x="2093584" y="809814"/>
                  </a:lnTo>
                  <a:lnTo>
                    <a:pt x="2163929" y="825077"/>
                  </a:lnTo>
                  <a:lnTo>
                    <a:pt x="2234273" y="839820"/>
                  </a:lnTo>
                  <a:lnTo>
                    <a:pt x="2304618" y="854060"/>
                  </a:lnTo>
                  <a:lnTo>
                    <a:pt x="2374962" y="867814"/>
                  </a:lnTo>
                  <a:lnTo>
                    <a:pt x="2445306" y="881099"/>
                  </a:lnTo>
                  <a:lnTo>
                    <a:pt x="2515651" y="893930"/>
                  </a:lnTo>
                  <a:lnTo>
                    <a:pt x="2585995" y="906324"/>
                  </a:lnTo>
                  <a:lnTo>
                    <a:pt x="2656340" y="918295"/>
                  </a:lnTo>
                  <a:lnTo>
                    <a:pt x="2726684" y="929857"/>
                  </a:lnTo>
                  <a:lnTo>
                    <a:pt x="2797029" y="941025"/>
                  </a:lnTo>
                  <a:lnTo>
                    <a:pt x="2867373" y="951812"/>
                  </a:lnTo>
                  <a:lnTo>
                    <a:pt x="2937718" y="959163"/>
                  </a:lnTo>
                  <a:lnTo>
                    <a:pt x="3008062" y="962204"/>
                  </a:lnTo>
                  <a:lnTo>
                    <a:pt x="3078407" y="965213"/>
                  </a:lnTo>
                  <a:lnTo>
                    <a:pt x="3148751" y="968192"/>
                  </a:lnTo>
                  <a:lnTo>
                    <a:pt x="3219096" y="971141"/>
                  </a:lnTo>
                  <a:lnTo>
                    <a:pt x="3289440" y="974059"/>
                  </a:lnTo>
                  <a:lnTo>
                    <a:pt x="3359785" y="976947"/>
                  </a:lnTo>
                  <a:lnTo>
                    <a:pt x="3430129" y="979807"/>
                  </a:lnTo>
                  <a:lnTo>
                    <a:pt x="3500474" y="982636"/>
                  </a:lnTo>
                  <a:lnTo>
                    <a:pt x="3570818" y="985437"/>
                  </a:lnTo>
                  <a:lnTo>
                    <a:pt x="3641163" y="988210"/>
                  </a:lnTo>
                  <a:lnTo>
                    <a:pt x="3711507" y="990954"/>
                  </a:lnTo>
                  <a:lnTo>
                    <a:pt x="3781852" y="993670"/>
                  </a:lnTo>
                  <a:lnTo>
                    <a:pt x="3852196" y="996359"/>
                  </a:lnTo>
                  <a:lnTo>
                    <a:pt x="3922541" y="999020"/>
                  </a:lnTo>
                  <a:lnTo>
                    <a:pt x="3992885" y="1001654"/>
                  </a:lnTo>
                  <a:lnTo>
                    <a:pt x="4063230" y="1004261"/>
                  </a:lnTo>
                  <a:lnTo>
                    <a:pt x="4133574" y="1006841"/>
                  </a:lnTo>
                  <a:lnTo>
                    <a:pt x="4203919" y="1009395"/>
                  </a:lnTo>
                  <a:lnTo>
                    <a:pt x="4274263" y="1011923"/>
                  </a:lnTo>
                  <a:lnTo>
                    <a:pt x="4344608" y="1014426"/>
                  </a:lnTo>
                  <a:lnTo>
                    <a:pt x="4414952" y="1016902"/>
                  </a:lnTo>
                  <a:lnTo>
                    <a:pt x="4485297" y="1019354"/>
                  </a:lnTo>
                  <a:lnTo>
                    <a:pt x="4555641" y="1021780"/>
                  </a:lnTo>
                  <a:lnTo>
                    <a:pt x="4625986" y="1024182"/>
                  </a:lnTo>
                  <a:lnTo>
                    <a:pt x="4696330" y="1026559"/>
                  </a:lnTo>
                  <a:lnTo>
                    <a:pt x="4766675" y="1028912"/>
                  </a:lnTo>
                  <a:lnTo>
                    <a:pt x="4837019" y="1031241"/>
                  </a:lnTo>
                  <a:lnTo>
                    <a:pt x="4907364" y="1033546"/>
                  </a:lnTo>
                  <a:lnTo>
                    <a:pt x="4977708" y="1035828"/>
                  </a:lnTo>
                  <a:lnTo>
                    <a:pt x="5048053" y="1038086"/>
                  </a:lnTo>
                  <a:lnTo>
                    <a:pt x="5118397" y="1040322"/>
                  </a:lnTo>
                  <a:lnTo>
                    <a:pt x="5188742" y="1042534"/>
                  </a:lnTo>
                  <a:lnTo>
                    <a:pt x="5259086" y="1044724"/>
                  </a:lnTo>
                  <a:lnTo>
                    <a:pt x="5329431" y="1046892"/>
                  </a:lnTo>
                  <a:lnTo>
                    <a:pt x="5399775" y="1049037"/>
                  </a:lnTo>
                  <a:lnTo>
                    <a:pt x="5470120" y="1051161"/>
                  </a:lnTo>
                  <a:lnTo>
                    <a:pt x="5540464" y="1053263"/>
                  </a:lnTo>
                  <a:lnTo>
                    <a:pt x="5610809" y="1055343"/>
                  </a:lnTo>
                  <a:lnTo>
                    <a:pt x="5681153" y="1057403"/>
                  </a:lnTo>
                  <a:lnTo>
                    <a:pt x="5751498" y="1059441"/>
                  </a:lnTo>
                  <a:lnTo>
                    <a:pt x="5821842" y="1061458"/>
                  </a:lnTo>
                  <a:lnTo>
                    <a:pt x="5892187" y="1063455"/>
                  </a:lnTo>
                  <a:lnTo>
                    <a:pt x="5962531" y="1065432"/>
                  </a:lnTo>
                  <a:lnTo>
                    <a:pt x="6032876" y="1067388"/>
                  </a:lnTo>
                  <a:lnTo>
                    <a:pt x="6103220" y="1069325"/>
                  </a:lnTo>
                  <a:lnTo>
                    <a:pt x="6173564" y="1071241"/>
                  </a:lnTo>
                  <a:lnTo>
                    <a:pt x="6243909" y="1073139"/>
                  </a:lnTo>
                  <a:lnTo>
                    <a:pt x="6314253" y="1075016"/>
                  </a:lnTo>
                  <a:lnTo>
                    <a:pt x="6384598" y="1076875"/>
                  </a:lnTo>
                  <a:lnTo>
                    <a:pt x="6454942" y="1078715"/>
                  </a:lnTo>
                  <a:lnTo>
                    <a:pt x="6525287" y="1080535"/>
                  </a:lnTo>
                  <a:lnTo>
                    <a:pt x="6595631" y="1082338"/>
                  </a:lnTo>
                  <a:lnTo>
                    <a:pt x="6665976" y="1084122"/>
                  </a:lnTo>
                  <a:lnTo>
                    <a:pt x="6736320" y="1085887"/>
                  </a:lnTo>
                  <a:lnTo>
                    <a:pt x="6806665" y="1087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932325"/>
              <a:ext cx="6964104" cy="424254"/>
            </a:xfrm>
            <a:custGeom>
              <a:avLst/>
              <a:pathLst>
                <a:path w="6964104" h="424254">
                  <a:moveTo>
                    <a:pt x="6964104" y="424254"/>
                  </a:moveTo>
                  <a:lnTo>
                    <a:pt x="6893760" y="422710"/>
                  </a:lnTo>
                  <a:lnTo>
                    <a:pt x="6823415" y="421111"/>
                  </a:lnTo>
                  <a:lnTo>
                    <a:pt x="6753071" y="419456"/>
                  </a:lnTo>
                  <a:lnTo>
                    <a:pt x="6682726" y="417742"/>
                  </a:lnTo>
                  <a:lnTo>
                    <a:pt x="6612382" y="415968"/>
                  </a:lnTo>
                  <a:lnTo>
                    <a:pt x="6542037" y="414131"/>
                  </a:lnTo>
                  <a:lnTo>
                    <a:pt x="6471693" y="412230"/>
                  </a:lnTo>
                  <a:lnTo>
                    <a:pt x="6401348" y="410261"/>
                  </a:lnTo>
                  <a:lnTo>
                    <a:pt x="6331004" y="408223"/>
                  </a:lnTo>
                  <a:lnTo>
                    <a:pt x="6260659" y="406112"/>
                  </a:lnTo>
                  <a:lnTo>
                    <a:pt x="6190315" y="403927"/>
                  </a:lnTo>
                  <a:lnTo>
                    <a:pt x="6119970" y="401665"/>
                  </a:lnTo>
                  <a:lnTo>
                    <a:pt x="6049626" y="399323"/>
                  </a:lnTo>
                  <a:lnTo>
                    <a:pt x="5979281" y="396899"/>
                  </a:lnTo>
                  <a:lnTo>
                    <a:pt x="5908937" y="394388"/>
                  </a:lnTo>
                  <a:lnTo>
                    <a:pt x="5838592" y="391789"/>
                  </a:lnTo>
                  <a:lnTo>
                    <a:pt x="5768248" y="389099"/>
                  </a:lnTo>
                  <a:lnTo>
                    <a:pt x="5697903" y="386313"/>
                  </a:lnTo>
                  <a:lnTo>
                    <a:pt x="5627559" y="383428"/>
                  </a:lnTo>
                  <a:lnTo>
                    <a:pt x="5557214" y="380442"/>
                  </a:lnTo>
                  <a:lnTo>
                    <a:pt x="5486870" y="377351"/>
                  </a:lnTo>
                  <a:lnTo>
                    <a:pt x="5416525" y="374150"/>
                  </a:lnTo>
                  <a:lnTo>
                    <a:pt x="5346181" y="370836"/>
                  </a:lnTo>
                  <a:lnTo>
                    <a:pt x="5275836" y="367405"/>
                  </a:lnTo>
                  <a:lnTo>
                    <a:pt x="5205492" y="363853"/>
                  </a:lnTo>
                  <a:lnTo>
                    <a:pt x="5135147" y="360176"/>
                  </a:lnTo>
                  <a:lnTo>
                    <a:pt x="5064803" y="356368"/>
                  </a:lnTo>
                  <a:lnTo>
                    <a:pt x="4994458" y="352426"/>
                  </a:lnTo>
                  <a:lnTo>
                    <a:pt x="4924114" y="348345"/>
                  </a:lnTo>
                  <a:lnTo>
                    <a:pt x="4853769" y="344120"/>
                  </a:lnTo>
                  <a:lnTo>
                    <a:pt x="4783425" y="339745"/>
                  </a:lnTo>
                  <a:lnTo>
                    <a:pt x="4713080" y="335216"/>
                  </a:lnTo>
                  <a:lnTo>
                    <a:pt x="4642736" y="330527"/>
                  </a:lnTo>
                  <a:lnTo>
                    <a:pt x="4572391" y="325672"/>
                  </a:lnTo>
                  <a:lnTo>
                    <a:pt x="4502047" y="320646"/>
                  </a:lnTo>
                  <a:lnTo>
                    <a:pt x="4431702" y="315442"/>
                  </a:lnTo>
                  <a:lnTo>
                    <a:pt x="4361358" y="310055"/>
                  </a:lnTo>
                  <a:lnTo>
                    <a:pt x="4291013" y="304477"/>
                  </a:lnTo>
                  <a:lnTo>
                    <a:pt x="4220669" y="298702"/>
                  </a:lnTo>
                  <a:lnTo>
                    <a:pt x="4150324" y="292723"/>
                  </a:lnTo>
                  <a:lnTo>
                    <a:pt x="4079980" y="286533"/>
                  </a:lnTo>
                  <a:lnTo>
                    <a:pt x="4009635" y="280124"/>
                  </a:lnTo>
                  <a:lnTo>
                    <a:pt x="3939291" y="273489"/>
                  </a:lnTo>
                  <a:lnTo>
                    <a:pt x="3868946" y="266620"/>
                  </a:lnTo>
                  <a:lnTo>
                    <a:pt x="3798602" y="259508"/>
                  </a:lnTo>
                  <a:lnTo>
                    <a:pt x="3728257" y="252145"/>
                  </a:lnTo>
                  <a:lnTo>
                    <a:pt x="3657913" y="244521"/>
                  </a:lnTo>
                  <a:lnTo>
                    <a:pt x="3587569" y="236629"/>
                  </a:lnTo>
                  <a:lnTo>
                    <a:pt x="3517224" y="228457"/>
                  </a:lnTo>
                  <a:lnTo>
                    <a:pt x="3446880" y="219997"/>
                  </a:lnTo>
                  <a:lnTo>
                    <a:pt x="3376535" y="211238"/>
                  </a:lnTo>
                  <a:lnTo>
                    <a:pt x="3306191" y="202170"/>
                  </a:lnTo>
                  <a:lnTo>
                    <a:pt x="3235846" y="192782"/>
                  </a:lnTo>
                  <a:lnTo>
                    <a:pt x="3165502" y="183061"/>
                  </a:lnTo>
                  <a:lnTo>
                    <a:pt x="3095157" y="172998"/>
                  </a:lnTo>
                  <a:lnTo>
                    <a:pt x="3024813" y="166858"/>
                  </a:lnTo>
                  <a:lnTo>
                    <a:pt x="2954468" y="163755"/>
                  </a:lnTo>
                  <a:lnTo>
                    <a:pt x="2884124" y="160619"/>
                  </a:lnTo>
                  <a:lnTo>
                    <a:pt x="2813779" y="157452"/>
                  </a:lnTo>
                  <a:lnTo>
                    <a:pt x="2743435" y="154251"/>
                  </a:lnTo>
                  <a:lnTo>
                    <a:pt x="2673090" y="151018"/>
                  </a:lnTo>
                  <a:lnTo>
                    <a:pt x="2602746" y="147751"/>
                  </a:lnTo>
                  <a:lnTo>
                    <a:pt x="2532401" y="144451"/>
                  </a:lnTo>
                  <a:lnTo>
                    <a:pt x="2462057" y="141116"/>
                  </a:lnTo>
                  <a:lnTo>
                    <a:pt x="2391712" y="137747"/>
                  </a:lnTo>
                  <a:lnTo>
                    <a:pt x="2321368" y="134344"/>
                  </a:lnTo>
                  <a:lnTo>
                    <a:pt x="2251023" y="130905"/>
                  </a:lnTo>
                  <a:lnTo>
                    <a:pt x="2180679" y="127431"/>
                  </a:lnTo>
                  <a:lnTo>
                    <a:pt x="2110334" y="123921"/>
                  </a:lnTo>
                  <a:lnTo>
                    <a:pt x="2039990" y="120375"/>
                  </a:lnTo>
                  <a:lnTo>
                    <a:pt x="1969645" y="116793"/>
                  </a:lnTo>
                  <a:lnTo>
                    <a:pt x="1899301" y="113173"/>
                  </a:lnTo>
                  <a:lnTo>
                    <a:pt x="1828956" y="109516"/>
                  </a:lnTo>
                  <a:lnTo>
                    <a:pt x="1758612" y="105822"/>
                  </a:lnTo>
                  <a:lnTo>
                    <a:pt x="1688267" y="102089"/>
                  </a:lnTo>
                  <a:lnTo>
                    <a:pt x="1617923" y="98318"/>
                  </a:lnTo>
                  <a:lnTo>
                    <a:pt x="1547578" y="94508"/>
                  </a:lnTo>
                  <a:lnTo>
                    <a:pt x="1477234" y="90659"/>
                  </a:lnTo>
                  <a:lnTo>
                    <a:pt x="1406889" y="86770"/>
                  </a:lnTo>
                  <a:lnTo>
                    <a:pt x="1336545" y="82841"/>
                  </a:lnTo>
                  <a:lnTo>
                    <a:pt x="1266200" y="78872"/>
                  </a:lnTo>
                  <a:lnTo>
                    <a:pt x="1195856" y="74861"/>
                  </a:lnTo>
                  <a:lnTo>
                    <a:pt x="1125511" y="70810"/>
                  </a:lnTo>
                  <a:lnTo>
                    <a:pt x="1055167" y="66716"/>
                  </a:lnTo>
                  <a:lnTo>
                    <a:pt x="984822" y="62580"/>
                  </a:lnTo>
                  <a:lnTo>
                    <a:pt x="914478" y="58402"/>
                  </a:lnTo>
                  <a:lnTo>
                    <a:pt x="844133" y="54181"/>
                  </a:lnTo>
                  <a:lnTo>
                    <a:pt x="773789" y="49916"/>
                  </a:lnTo>
                  <a:lnTo>
                    <a:pt x="703444" y="45607"/>
                  </a:lnTo>
                  <a:lnTo>
                    <a:pt x="633100" y="41254"/>
                  </a:lnTo>
                  <a:lnTo>
                    <a:pt x="562755" y="36856"/>
                  </a:lnTo>
                  <a:lnTo>
                    <a:pt x="492411" y="32413"/>
                  </a:lnTo>
                  <a:lnTo>
                    <a:pt x="422066" y="27923"/>
                  </a:lnTo>
                  <a:lnTo>
                    <a:pt x="351722" y="23388"/>
                  </a:lnTo>
                  <a:lnTo>
                    <a:pt x="281377" y="18806"/>
                  </a:lnTo>
                  <a:lnTo>
                    <a:pt x="211033" y="14176"/>
                  </a:lnTo>
                  <a:lnTo>
                    <a:pt x="140688" y="9499"/>
                  </a:lnTo>
                  <a:lnTo>
                    <a:pt x="70344" y="4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602928"/>
              <a:ext cx="6964104" cy="711269"/>
            </a:xfrm>
            <a:custGeom>
              <a:avLst/>
              <a:pathLst>
                <a:path w="6964104" h="711269">
                  <a:moveTo>
                    <a:pt x="0" y="0"/>
                  </a:moveTo>
                  <a:lnTo>
                    <a:pt x="70344" y="17727"/>
                  </a:lnTo>
                  <a:lnTo>
                    <a:pt x="140688" y="35060"/>
                  </a:lnTo>
                  <a:lnTo>
                    <a:pt x="211033" y="52008"/>
                  </a:lnTo>
                  <a:lnTo>
                    <a:pt x="281377" y="68579"/>
                  </a:lnTo>
                  <a:lnTo>
                    <a:pt x="351722" y="84782"/>
                  </a:lnTo>
                  <a:lnTo>
                    <a:pt x="422066" y="100624"/>
                  </a:lnTo>
                  <a:lnTo>
                    <a:pt x="492411" y="116115"/>
                  </a:lnTo>
                  <a:lnTo>
                    <a:pt x="562755" y="131260"/>
                  </a:lnTo>
                  <a:lnTo>
                    <a:pt x="633100" y="146070"/>
                  </a:lnTo>
                  <a:lnTo>
                    <a:pt x="703444" y="160550"/>
                  </a:lnTo>
                  <a:lnTo>
                    <a:pt x="773789" y="174707"/>
                  </a:lnTo>
                  <a:lnTo>
                    <a:pt x="844133" y="188551"/>
                  </a:lnTo>
                  <a:lnTo>
                    <a:pt x="914478" y="202086"/>
                  </a:lnTo>
                  <a:lnTo>
                    <a:pt x="984822" y="215321"/>
                  </a:lnTo>
                  <a:lnTo>
                    <a:pt x="1055167" y="228261"/>
                  </a:lnTo>
                  <a:lnTo>
                    <a:pt x="1125511" y="240914"/>
                  </a:lnTo>
                  <a:lnTo>
                    <a:pt x="1195856" y="253285"/>
                  </a:lnTo>
                  <a:lnTo>
                    <a:pt x="1266200" y="265381"/>
                  </a:lnTo>
                  <a:lnTo>
                    <a:pt x="1336545" y="277208"/>
                  </a:lnTo>
                  <a:lnTo>
                    <a:pt x="1406889" y="288773"/>
                  </a:lnTo>
                  <a:lnTo>
                    <a:pt x="1477234" y="300080"/>
                  </a:lnTo>
                  <a:lnTo>
                    <a:pt x="1547578" y="311136"/>
                  </a:lnTo>
                  <a:lnTo>
                    <a:pt x="1617923" y="321946"/>
                  </a:lnTo>
                  <a:lnTo>
                    <a:pt x="1688267" y="332516"/>
                  </a:lnTo>
                  <a:lnTo>
                    <a:pt x="1758612" y="342850"/>
                  </a:lnTo>
                  <a:lnTo>
                    <a:pt x="1828956" y="352955"/>
                  </a:lnTo>
                  <a:lnTo>
                    <a:pt x="1899301" y="362836"/>
                  </a:lnTo>
                  <a:lnTo>
                    <a:pt x="1969645" y="372496"/>
                  </a:lnTo>
                  <a:lnTo>
                    <a:pt x="2039990" y="381942"/>
                  </a:lnTo>
                  <a:lnTo>
                    <a:pt x="2110334" y="391178"/>
                  </a:lnTo>
                  <a:lnTo>
                    <a:pt x="2180679" y="400209"/>
                  </a:lnTo>
                  <a:lnTo>
                    <a:pt x="2251023" y="409038"/>
                  </a:lnTo>
                  <a:lnTo>
                    <a:pt x="2321368" y="417672"/>
                  </a:lnTo>
                  <a:lnTo>
                    <a:pt x="2391712" y="426113"/>
                  </a:lnTo>
                  <a:lnTo>
                    <a:pt x="2462057" y="434367"/>
                  </a:lnTo>
                  <a:lnTo>
                    <a:pt x="2532401" y="442438"/>
                  </a:lnTo>
                  <a:lnTo>
                    <a:pt x="2602746" y="450329"/>
                  </a:lnTo>
                  <a:lnTo>
                    <a:pt x="2673090" y="458044"/>
                  </a:lnTo>
                  <a:lnTo>
                    <a:pt x="2743435" y="465588"/>
                  </a:lnTo>
                  <a:lnTo>
                    <a:pt x="2813779" y="472964"/>
                  </a:lnTo>
                  <a:lnTo>
                    <a:pt x="2884124" y="480176"/>
                  </a:lnTo>
                  <a:lnTo>
                    <a:pt x="2954468" y="487228"/>
                  </a:lnTo>
                  <a:lnTo>
                    <a:pt x="3024813" y="494123"/>
                  </a:lnTo>
                  <a:lnTo>
                    <a:pt x="3095157" y="500865"/>
                  </a:lnTo>
                  <a:lnTo>
                    <a:pt x="3165502" y="507457"/>
                  </a:lnTo>
                  <a:lnTo>
                    <a:pt x="3235846" y="513903"/>
                  </a:lnTo>
                  <a:lnTo>
                    <a:pt x="3306191" y="520205"/>
                  </a:lnTo>
                  <a:lnTo>
                    <a:pt x="3376535" y="526367"/>
                  </a:lnTo>
                  <a:lnTo>
                    <a:pt x="3446880" y="532392"/>
                  </a:lnTo>
                  <a:lnTo>
                    <a:pt x="3517224" y="538283"/>
                  </a:lnTo>
                  <a:lnTo>
                    <a:pt x="3587569" y="544043"/>
                  </a:lnTo>
                  <a:lnTo>
                    <a:pt x="3657913" y="549675"/>
                  </a:lnTo>
                  <a:lnTo>
                    <a:pt x="3728257" y="555181"/>
                  </a:lnTo>
                  <a:lnTo>
                    <a:pt x="3798602" y="560566"/>
                  </a:lnTo>
                  <a:lnTo>
                    <a:pt x="3868946" y="565830"/>
                  </a:lnTo>
                  <a:lnTo>
                    <a:pt x="3939291" y="570978"/>
                  </a:lnTo>
                  <a:lnTo>
                    <a:pt x="4009635" y="576011"/>
                  </a:lnTo>
                  <a:lnTo>
                    <a:pt x="4079980" y="580932"/>
                  </a:lnTo>
                  <a:lnTo>
                    <a:pt x="4150324" y="585744"/>
                  </a:lnTo>
                  <a:lnTo>
                    <a:pt x="4220669" y="590449"/>
                  </a:lnTo>
                  <a:lnTo>
                    <a:pt x="4291013" y="595049"/>
                  </a:lnTo>
                  <a:lnTo>
                    <a:pt x="4361358" y="599547"/>
                  </a:lnTo>
                  <a:lnTo>
                    <a:pt x="4431702" y="603945"/>
                  </a:lnTo>
                  <a:lnTo>
                    <a:pt x="4502047" y="608246"/>
                  </a:lnTo>
                  <a:lnTo>
                    <a:pt x="4572391" y="612450"/>
                  </a:lnTo>
                  <a:lnTo>
                    <a:pt x="4642736" y="616561"/>
                  </a:lnTo>
                  <a:lnTo>
                    <a:pt x="4713080" y="620581"/>
                  </a:lnTo>
                  <a:lnTo>
                    <a:pt x="4783425" y="624511"/>
                  </a:lnTo>
                  <a:lnTo>
                    <a:pt x="4853769" y="628354"/>
                  </a:lnTo>
                  <a:lnTo>
                    <a:pt x="4924114" y="632112"/>
                  </a:lnTo>
                  <a:lnTo>
                    <a:pt x="4994458" y="635786"/>
                  </a:lnTo>
                  <a:lnTo>
                    <a:pt x="5064803" y="639378"/>
                  </a:lnTo>
                  <a:lnTo>
                    <a:pt x="5135147" y="642891"/>
                  </a:lnTo>
                  <a:lnTo>
                    <a:pt x="5205492" y="646325"/>
                  </a:lnTo>
                  <a:lnTo>
                    <a:pt x="5275836" y="649683"/>
                  </a:lnTo>
                  <a:lnTo>
                    <a:pt x="5346181" y="652966"/>
                  </a:lnTo>
                  <a:lnTo>
                    <a:pt x="5416525" y="656177"/>
                  </a:lnTo>
                  <a:lnTo>
                    <a:pt x="5486870" y="659316"/>
                  </a:lnTo>
                  <a:lnTo>
                    <a:pt x="5557214" y="662385"/>
                  </a:lnTo>
                  <a:lnTo>
                    <a:pt x="5627559" y="665386"/>
                  </a:lnTo>
                  <a:lnTo>
                    <a:pt x="5697903" y="668320"/>
                  </a:lnTo>
                  <a:lnTo>
                    <a:pt x="5768248" y="671189"/>
                  </a:lnTo>
                  <a:lnTo>
                    <a:pt x="5838592" y="673994"/>
                  </a:lnTo>
                  <a:lnTo>
                    <a:pt x="5908937" y="676737"/>
                  </a:lnTo>
                  <a:lnTo>
                    <a:pt x="5979281" y="679419"/>
                  </a:lnTo>
                  <a:lnTo>
                    <a:pt x="6049626" y="682041"/>
                  </a:lnTo>
                  <a:lnTo>
                    <a:pt x="6119970" y="684605"/>
                  </a:lnTo>
                  <a:lnTo>
                    <a:pt x="6190315" y="687112"/>
                  </a:lnTo>
                  <a:lnTo>
                    <a:pt x="6260659" y="689563"/>
                  </a:lnTo>
                  <a:lnTo>
                    <a:pt x="6331004" y="691960"/>
                  </a:lnTo>
                  <a:lnTo>
                    <a:pt x="6401348" y="694303"/>
                  </a:lnTo>
                  <a:lnTo>
                    <a:pt x="6471693" y="696595"/>
                  </a:lnTo>
                  <a:lnTo>
                    <a:pt x="6542037" y="698835"/>
                  </a:lnTo>
                  <a:lnTo>
                    <a:pt x="6612382" y="701026"/>
                  </a:lnTo>
                  <a:lnTo>
                    <a:pt x="6682726" y="703168"/>
                  </a:lnTo>
                  <a:lnTo>
                    <a:pt x="6753071" y="705262"/>
                  </a:lnTo>
                  <a:lnTo>
                    <a:pt x="6823415" y="707310"/>
                  </a:lnTo>
                  <a:lnTo>
                    <a:pt x="6893760" y="709312"/>
                  </a:lnTo>
                  <a:lnTo>
                    <a:pt x="6964104" y="7112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(1.13-1.52), p_Bonf = 0.002 (n = 6)  |  per IQR decline (Δ = 28.1 %): 2.15 (1.42-3.27)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36484"/>
              <a:ext cx="6964104" cy="1213487"/>
            </a:xfrm>
            <a:custGeom>
              <a:avLst/>
              <a:pathLst>
                <a:path w="6964104" h="1213487">
                  <a:moveTo>
                    <a:pt x="157439" y="0"/>
                  </a:moveTo>
                  <a:lnTo>
                    <a:pt x="211033" y="32946"/>
                  </a:lnTo>
                  <a:lnTo>
                    <a:pt x="281377" y="74714"/>
                  </a:lnTo>
                  <a:lnTo>
                    <a:pt x="351722" y="115056"/>
                  </a:lnTo>
                  <a:lnTo>
                    <a:pt x="422066" y="154023"/>
                  </a:lnTo>
                  <a:lnTo>
                    <a:pt x="492411" y="191660"/>
                  </a:lnTo>
                  <a:lnTo>
                    <a:pt x="562755" y="228013"/>
                  </a:lnTo>
                  <a:lnTo>
                    <a:pt x="633100" y="263126"/>
                  </a:lnTo>
                  <a:lnTo>
                    <a:pt x="703444" y="297041"/>
                  </a:lnTo>
                  <a:lnTo>
                    <a:pt x="773789" y="329798"/>
                  </a:lnTo>
                  <a:lnTo>
                    <a:pt x="844133" y="361439"/>
                  </a:lnTo>
                  <a:lnTo>
                    <a:pt x="914478" y="391999"/>
                  </a:lnTo>
                  <a:lnTo>
                    <a:pt x="984822" y="421517"/>
                  </a:lnTo>
                  <a:lnTo>
                    <a:pt x="1055167" y="450028"/>
                  </a:lnTo>
                  <a:lnTo>
                    <a:pt x="1125511" y="477567"/>
                  </a:lnTo>
                  <a:lnTo>
                    <a:pt x="1195856" y="504165"/>
                  </a:lnTo>
                  <a:lnTo>
                    <a:pt x="1266200" y="529857"/>
                  </a:lnTo>
                  <a:lnTo>
                    <a:pt x="1336545" y="554671"/>
                  </a:lnTo>
                  <a:lnTo>
                    <a:pt x="1406889" y="578640"/>
                  </a:lnTo>
                  <a:lnTo>
                    <a:pt x="1477234" y="601790"/>
                  </a:lnTo>
                  <a:lnTo>
                    <a:pt x="1547578" y="624151"/>
                  </a:lnTo>
                  <a:lnTo>
                    <a:pt x="1617923" y="645748"/>
                  </a:lnTo>
                  <a:lnTo>
                    <a:pt x="1688267" y="666609"/>
                  </a:lnTo>
                  <a:lnTo>
                    <a:pt x="1758612" y="686759"/>
                  </a:lnTo>
                  <a:lnTo>
                    <a:pt x="1828956" y="706220"/>
                  </a:lnTo>
                  <a:lnTo>
                    <a:pt x="1899301" y="725018"/>
                  </a:lnTo>
                  <a:lnTo>
                    <a:pt x="1969645" y="743175"/>
                  </a:lnTo>
                  <a:lnTo>
                    <a:pt x="2039990" y="760712"/>
                  </a:lnTo>
                  <a:lnTo>
                    <a:pt x="2110334" y="777650"/>
                  </a:lnTo>
                  <a:lnTo>
                    <a:pt x="2180679" y="794011"/>
                  </a:lnTo>
                  <a:lnTo>
                    <a:pt x="2251023" y="809814"/>
                  </a:lnTo>
                  <a:lnTo>
                    <a:pt x="2321368" y="825077"/>
                  </a:lnTo>
                  <a:lnTo>
                    <a:pt x="2391712" y="839820"/>
                  </a:lnTo>
                  <a:lnTo>
                    <a:pt x="2462057" y="854060"/>
                  </a:lnTo>
                  <a:lnTo>
                    <a:pt x="2532401" y="867814"/>
                  </a:lnTo>
                  <a:lnTo>
                    <a:pt x="2602746" y="881099"/>
                  </a:lnTo>
                  <a:lnTo>
                    <a:pt x="2673090" y="893930"/>
                  </a:lnTo>
                  <a:lnTo>
                    <a:pt x="2743435" y="906324"/>
                  </a:lnTo>
                  <a:lnTo>
                    <a:pt x="2813779" y="918295"/>
                  </a:lnTo>
                  <a:lnTo>
                    <a:pt x="2884124" y="929857"/>
                  </a:lnTo>
                  <a:lnTo>
                    <a:pt x="2954468" y="941025"/>
                  </a:lnTo>
                  <a:lnTo>
                    <a:pt x="3024813" y="951812"/>
                  </a:lnTo>
                  <a:lnTo>
                    <a:pt x="3095157" y="959163"/>
                  </a:lnTo>
                  <a:lnTo>
                    <a:pt x="3165502" y="962204"/>
                  </a:lnTo>
                  <a:lnTo>
                    <a:pt x="3235846" y="965213"/>
                  </a:lnTo>
                  <a:lnTo>
                    <a:pt x="3306191" y="968192"/>
                  </a:lnTo>
                  <a:lnTo>
                    <a:pt x="3376535" y="971141"/>
                  </a:lnTo>
                  <a:lnTo>
                    <a:pt x="3446880" y="974059"/>
                  </a:lnTo>
                  <a:lnTo>
                    <a:pt x="3517224" y="976947"/>
                  </a:lnTo>
                  <a:lnTo>
                    <a:pt x="3587569" y="979807"/>
                  </a:lnTo>
                  <a:lnTo>
                    <a:pt x="3657913" y="982636"/>
                  </a:lnTo>
                  <a:lnTo>
                    <a:pt x="3728257" y="985437"/>
                  </a:lnTo>
                  <a:lnTo>
                    <a:pt x="3798602" y="988210"/>
                  </a:lnTo>
                  <a:lnTo>
                    <a:pt x="3868946" y="990954"/>
                  </a:lnTo>
                  <a:lnTo>
                    <a:pt x="3939291" y="993670"/>
                  </a:lnTo>
                  <a:lnTo>
                    <a:pt x="4009635" y="996359"/>
                  </a:lnTo>
                  <a:lnTo>
                    <a:pt x="4079980" y="999020"/>
                  </a:lnTo>
                  <a:lnTo>
                    <a:pt x="4150324" y="1001654"/>
                  </a:lnTo>
                  <a:lnTo>
                    <a:pt x="4220669" y="1004261"/>
                  </a:lnTo>
                  <a:lnTo>
                    <a:pt x="4291013" y="1006841"/>
                  </a:lnTo>
                  <a:lnTo>
                    <a:pt x="4361358" y="1009395"/>
                  </a:lnTo>
                  <a:lnTo>
                    <a:pt x="4431702" y="1011923"/>
                  </a:lnTo>
                  <a:lnTo>
                    <a:pt x="4502047" y="1014426"/>
                  </a:lnTo>
                  <a:lnTo>
                    <a:pt x="4572391" y="1016902"/>
                  </a:lnTo>
                  <a:lnTo>
                    <a:pt x="4642736" y="1019354"/>
                  </a:lnTo>
                  <a:lnTo>
                    <a:pt x="4713080" y="1021780"/>
                  </a:lnTo>
                  <a:lnTo>
                    <a:pt x="4783425" y="1024182"/>
                  </a:lnTo>
                  <a:lnTo>
                    <a:pt x="4853769" y="1026559"/>
                  </a:lnTo>
                  <a:lnTo>
                    <a:pt x="4924114" y="1028912"/>
                  </a:lnTo>
                  <a:lnTo>
                    <a:pt x="4994458" y="1031241"/>
                  </a:lnTo>
                  <a:lnTo>
                    <a:pt x="5064803" y="1033546"/>
                  </a:lnTo>
                  <a:lnTo>
                    <a:pt x="5135147" y="1035828"/>
                  </a:lnTo>
                  <a:lnTo>
                    <a:pt x="5205492" y="1038086"/>
                  </a:lnTo>
                  <a:lnTo>
                    <a:pt x="5275836" y="1040322"/>
                  </a:lnTo>
                  <a:lnTo>
                    <a:pt x="5346181" y="1042534"/>
                  </a:lnTo>
                  <a:lnTo>
                    <a:pt x="5416525" y="1044724"/>
                  </a:lnTo>
                  <a:lnTo>
                    <a:pt x="5486870" y="1046892"/>
                  </a:lnTo>
                  <a:lnTo>
                    <a:pt x="5557214" y="1049037"/>
                  </a:lnTo>
                  <a:lnTo>
                    <a:pt x="5627559" y="1051161"/>
                  </a:lnTo>
                  <a:lnTo>
                    <a:pt x="5697903" y="1053263"/>
                  </a:lnTo>
                  <a:lnTo>
                    <a:pt x="5768248" y="1055343"/>
                  </a:lnTo>
                  <a:lnTo>
                    <a:pt x="5838592" y="1057403"/>
                  </a:lnTo>
                  <a:lnTo>
                    <a:pt x="5908937" y="1059441"/>
                  </a:lnTo>
                  <a:lnTo>
                    <a:pt x="5979281" y="1061458"/>
                  </a:lnTo>
                  <a:lnTo>
                    <a:pt x="6049626" y="1063455"/>
                  </a:lnTo>
                  <a:lnTo>
                    <a:pt x="6119970" y="1065432"/>
                  </a:lnTo>
                  <a:lnTo>
                    <a:pt x="6190315" y="1067388"/>
                  </a:lnTo>
                  <a:lnTo>
                    <a:pt x="6260659" y="1069325"/>
                  </a:lnTo>
                  <a:lnTo>
                    <a:pt x="6331004" y="1071241"/>
                  </a:lnTo>
                  <a:lnTo>
                    <a:pt x="6401348" y="1073139"/>
                  </a:lnTo>
                  <a:lnTo>
                    <a:pt x="6471693" y="1075016"/>
                  </a:lnTo>
                  <a:lnTo>
                    <a:pt x="6542037" y="1076875"/>
                  </a:lnTo>
                  <a:lnTo>
                    <a:pt x="6612382" y="1078715"/>
                  </a:lnTo>
                  <a:lnTo>
                    <a:pt x="6682726" y="1080535"/>
                  </a:lnTo>
                  <a:lnTo>
                    <a:pt x="6753071" y="1082338"/>
                  </a:lnTo>
                  <a:lnTo>
                    <a:pt x="6823415" y="1084122"/>
                  </a:lnTo>
                  <a:lnTo>
                    <a:pt x="6893760" y="1085887"/>
                  </a:lnTo>
                  <a:lnTo>
                    <a:pt x="6964104" y="1087635"/>
                  </a:lnTo>
                  <a:lnTo>
                    <a:pt x="6964104" y="1213487"/>
                  </a:lnTo>
                  <a:lnTo>
                    <a:pt x="6893760" y="1211943"/>
                  </a:lnTo>
                  <a:lnTo>
                    <a:pt x="6823415" y="1210344"/>
                  </a:lnTo>
                  <a:lnTo>
                    <a:pt x="6753071" y="1208689"/>
                  </a:lnTo>
                  <a:lnTo>
                    <a:pt x="6682726" y="1206976"/>
                  </a:lnTo>
                  <a:lnTo>
                    <a:pt x="6612382" y="1205201"/>
                  </a:lnTo>
                  <a:lnTo>
                    <a:pt x="6542037" y="1203365"/>
                  </a:lnTo>
                  <a:lnTo>
                    <a:pt x="6471693" y="1201463"/>
                  </a:lnTo>
                  <a:lnTo>
                    <a:pt x="6401348" y="1199494"/>
                  </a:lnTo>
                  <a:lnTo>
                    <a:pt x="6331004" y="1197456"/>
                  </a:lnTo>
                  <a:lnTo>
                    <a:pt x="6260659" y="1195346"/>
                  </a:lnTo>
                  <a:lnTo>
                    <a:pt x="6190315" y="1193161"/>
                  </a:lnTo>
                  <a:lnTo>
                    <a:pt x="6119970" y="1190899"/>
                  </a:lnTo>
                  <a:lnTo>
                    <a:pt x="6049626" y="1188557"/>
                  </a:lnTo>
                  <a:lnTo>
                    <a:pt x="5979281" y="1186132"/>
                  </a:lnTo>
                  <a:lnTo>
                    <a:pt x="5908937" y="1183622"/>
                  </a:lnTo>
                  <a:lnTo>
                    <a:pt x="5838592" y="1181023"/>
                  </a:lnTo>
                  <a:lnTo>
                    <a:pt x="5768248" y="1178332"/>
                  </a:lnTo>
                  <a:lnTo>
                    <a:pt x="5697903" y="1175546"/>
                  </a:lnTo>
                  <a:lnTo>
                    <a:pt x="5627559" y="1172662"/>
                  </a:lnTo>
                  <a:lnTo>
                    <a:pt x="5557214" y="1169676"/>
                  </a:lnTo>
                  <a:lnTo>
                    <a:pt x="5486870" y="1166584"/>
                  </a:lnTo>
                  <a:lnTo>
                    <a:pt x="5416525" y="1163383"/>
                  </a:lnTo>
                  <a:lnTo>
                    <a:pt x="5346181" y="1160069"/>
                  </a:lnTo>
                  <a:lnTo>
                    <a:pt x="5275836" y="1156638"/>
                  </a:lnTo>
                  <a:lnTo>
                    <a:pt x="5205492" y="1153086"/>
                  </a:lnTo>
                  <a:lnTo>
                    <a:pt x="5135147" y="1149409"/>
                  </a:lnTo>
                  <a:lnTo>
                    <a:pt x="5064803" y="1145601"/>
                  </a:lnTo>
                  <a:lnTo>
                    <a:pt x="4994458" y="1141659"/>
                  </a:lnTo>
                  <a:lnTo>
                    <a:pt x="4924114" y="1137578"/>
                  </a:lnTo>
                  <a:lnTo>
                    <a:pt x="4853769" y="1133353"/>
                  </a:lnTo>
                  <a:lnTo>
                    <a:pt x="4783425" y="1128978"/>
                  </a:lnTo>
                  <a:lnTo>
                    <a:pt x="4713080" y="1124449"/>
                  </a:lnTo>
                  <a:lnTo>
                    <a:pt x="4642736" y="1119760"/>
                  </a:lnTo>
                  <a:lnTo>
                    <a:pt x="4572391" y="1114905"/>
                  </a:lnTo>
                  <a:lnTo>
                    <a:pt x="4502047" y="1109879"/>
                  </a:lnTo>
                  <a:lnTo>
                    <a:pt x="4431702" y="1104675"/>
                  </a:lnTo>
                  <a:lnTo>
                    <a:pt x="4361358" y="1099288"/>
                  </a:lnTo>
                  <a:lnTo>
                    <a:pt x="4291013" y="1093710"/>
                  </a:lnTo>
                  <a:lnTo>
                    <a:pt x="4220669" y="1087935"/>
                  </a:lnTo>
                  <a:lnTo>
                    <a:pt x="4150324" y="1081956"/>
                  </a:lnTo>
                  <a:lnTo>
                    <a:pt x="4079980" y="1075766"/>
                  </a:lnTo>
                  <a:lnTo>
                    <a:pt x="4009635" y="1069357"/>
                  </a:lnTo>
                  <a:lnTo>
                    <a:pt x="3939291" y="1062722"/>
                  </a:lnTo>
                  <a:lnTo>
                    <a:pt x="3868946" y="1055853"/>
                  </a:lnTo>
                  <a:lnTo>
                    <a:pt x="3798602" y="1048741"/>
                  </a:lnTo>
                  <a:lnTo>
                    <a:pt x="3728257" y="1041378"/>
                  </a:lnTo>
                  <a:lnTo>
                    <a:pt x="3657913" y="1033754"/>
                  </a:lnTo>
                  <a:lnTo>
                    <a:pt x="3587569" y="1025862"/>
                  </a:lnTo>
                  <a:lnTo>
                    <a:pt x="3517224" y="1017690"/>
                  </a:lnTo>
                  <a:lnTo>
                    <a:pt x="3446880" y="1009230"/>
                  </a:lnTo>
                  <a:lnTo>
                    <a:pt x="3376535" y="1000471"/>
                  </a:lnTo>
                  <a:lnTo>
                    <a:pt x="3306191" y="991403"/>
                  </a:lnTo>
                  <a:lnTo>
                    <a:pt x="3235846" y="982015"/>
                  </a:lnTo>
                  <a:lnTo>
                    <a:pt x="3165502" y="972295"/>
                  </a:lnTo>
                  <a:lnTo>
                    <a:pt x="3095157" y="962231"/>
                  </a:lnTo>
                  <a:lnTo>
                    <a:pt x="3024813" y="956092"/>
                  </a:lnTo>
                  <a:lnTo>
                    <a:pt x="2954468" y="952988"/>
                  </a:lnTo>
                  <a:lnTo>
                    <a:pt x="2884124" y="949853"/>
                  </a:lnTo>
                  <a:lnTo>
                    <a:pt x="2813779" y="946685"/>
                  </a:lnTo>
                  <a:lnTo>
                    <a:pt x="2743435" y="943484"/>
                  </a:lnTo>
                  <a:lnTo>
                    <a:pt x="2673090" y="940251"/>
                  </a:lnTo>
                  <a:lnTo>
                    <a:pt x="2602746" y="936984"/>
                  </a:lnTo>
                  <a:lnTo>
                    <a:pt x="2532401" y="933684"/>
                  </a:lnTo>
                  <a:lnTo>
                    <a:pt x="2462057" y="930349"/>
                  </a:lnTo>
                  <a:lnTo>
                    <a:pt x="2391712" y="926980"/>
                  </a:lnTo>
                  <a:lnTo>
                    <a:pt x="2321368" y="923577"/>
                  </a:lnTo>
                  <a:lnTo>
                    <a:pt x="2251023" y="920138"/>
                  </a:lnTo>
                  <a:lnTo>
                    <a:pt x="2180679" y="916664"/>
                  </a:lnTo>
                  <a:lnTo>
                    <a:pt x="2110334" y="913154"/>
                  </a:lnTo>
                  <a:lnTo>
                    <a:pt x="2039990" y="909608"/>
                  </a:lnTo>
                  <a:lnTo>
                    <a:pt x="1969645" y="906026"/>
                  </a:lnTo>
                  <a:lnTo>
                    <a:pt x="1899301" y="902406"/>
                  </a:lnTo>
                  <a:lnTo>
                    <a:pt x="1828956" y="898749"/>
                  </a:lnTo>
                  <a:lnTo>
                    <a:pt x="1758612" y="895055"/>
                  </a:lnTo>
                  <a:lnTo>
                    <a:pt x="1688267" y="891322"/>
                  </a:lnTo>
                  <a:lnTo>
                    <a:pt x="1617923" y="887551"/>
                  </a:lnTo>
                  <a:lnTo>
                    <a:pt x="1547578" y="883741"/>
                  </a:lnTo>
                  <a:lnTo>
                    <a:pt x="1477234" y="879892"/>
                  </a:lnTo>
                  <a:lnTo>
                    <a:pt x="1406889" y="876003"/>
                  </a:lnTo>
                  <a:lnTo>
                    <a:pt x="1336545" y="872074"/>
                  </a:lnTo>
                  <a:lnTo>
                    <a:pt x="1266200" y="868105"/>
                  </a:lnTo>
                  <a:lnTo>
                    <a:pt x="1195856" y="864094"/>
                  </a:lnTo>
                  <a:lnTo>
                    <a:pt x="1125511" y="860043"/>
                  </a:lnTo>
                  <a:lnTo>
                    <a:pt x="1055167" y="855949"/>
                  </a:lnTo>
                  <a:lnTo>
                    <a:pt x="984822" y="851814"/>
                  </a:lnTo>
                  <a:lnTo>
                    <a:pt x="914478" y="847635"/>
                  </a:lnTo>
                  <a:lnTo>
                    <a:pt x="844133" y="843414"/>
                  </a:lnTo>
                  <a:lnTo>
                    <a:pt x="773789" y="839149"/>
                  </a:lnTo>
                  <a:lnTo>
                    <a:pt x="703444" y="834840"/>
                  </a:lnTo>
                  <a:lnTo>
                    <a:pt x="633100" y="830487"/>
                  </a:lnTo>
                  <a:lnTo>
                    <a:pt x="562755" y="826089"/>
                  </a:lnTo>
                  <a:lnTo>
                    <a:pt x="492411" y="821646"/>
                  </a:lnTo>
                  <a:lnTo>
                    <a:pt x="422066" y="817156"/>
                  </a:lnTo>
                  <a:lnTo>
                    <a:pt x="351722" y="812621"/>
                  </a:lnTo>
                  <a:lnTo>
                    <a:pt x="281377" y="808039"/>
                  </a:lnTo>
                  <a:lnTo>
                    <a:pt x="211033" y="803409"/>
                  </a:lnTo>
                  <a:lnTo>
                    <a:pt x="140688" y="798732"/>
                  </a:lnTo>
                  <a:lnTo>
                    <a:pt x="70344" y="794007"/>
                  </a:lnTo>
                  <a:lnTo>
                    <a:pt x="0" y="789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392751" y="4336484"/>
              <a:ext cx="6806665" cy="1087635"/>
            </a:xfrm>
            <a:custGeom>
              <a:avLst/>
              <a:pathLst>
                <a:path w="6806665" h="1087635">
                  <a:moveTo>
                    <a:pt x="0" y="0"/>
                  </a:moveTo>
                  <a:lnTo>
                    <a:pt x="53594" y="32946"/>
                  </a:lnTo>
                  <a:lnTo>
                    <a:pt x="123938" y="74714"/>
                  </a:lnTo>
                  <a:lnTo>
                    <a:pt x="194283" y="115056"/>
                  </a:lnTo>
                  <a:lnTo>
                    <a:pt x="264627" y="154023"/>
                  </a:lnTo>
                  <a:lnTo>
                    <a:pt x="334972" y="191660"/>
                  </a:lnTo>
                  <a:lnTo>
                    <a:pt x="405316" y="228013"/>
                  </a:lnTo>
                  <a:lnTo>
                    <a:pt x="475661" y="263126"/>
                  </a:lnTo>
                  <a:lnTo>
                    <a:pt x="546005" y="297041"/>
                  </a:lnTo>
                  <a:lnTo>
                    <a:pt x="616350" y="329798"/>
                  </a:lnTo>
                  <a:lnTo>
                    <a:pt x="686694" y="361439"/>
                  </a:lnTo>
                  <a:lnTo>
                    <a:pt x="757039" y="391999"/>
                  </a:lnTo>
                  <a:lnTo>
                    <a:pt x="827383" y="421517"/>
                  </a:lnTo>
                  <a:lnTo>
                    <a:pt x="897728" y="450028"/>
                  </a:lnTo>
                  <a:lnTo>
                    <a:pt x="968072" y="477567"/>
                  </a:lnTo>
                  <a:lnTo>
                    <a:pt x="1038417" y="504165"/>
                  </a:lnTo>
                  <a:lnTo>
                    <a:pt x="1108761" y="529857"/>
                  </a:lnTo>
                  <a:lnTo>
                    <a:pt x="1179106" y="554671"/>
                  </a:lnTo>
                  <a:lnTo>
                    <a:pt x="1249450" y="578640"/>
                  </a:lnTo>
                  <a:lnTo>
                    <a:pt x="1319795" y="601790"/>
                  </a:lnTo>
                  <a:lnTo>
                    <a:pt x="1390139" y="624151"/>
                  </a:lnTo>
                  <a:lnTo>
                    <a:pt x="1460484" y="645748"/>
                  </a:lnTo>
                  <a:lnTo>
                    <a:pt x="1530828" y="666609"/>
                  </a:lnTo>
                  <a:lnTo>
                    <a:pt x="1601173" y="686759"/>
                  </a:lnTo>
                  <a:lnTo>
                    <a:pt x="1671517" y="706220"/>
                  </a:lnTo>
                  <a:lnTo>
                    <a:pt x="1741862" y="725018"/>
                  </a:lnTo>
                  <a:lnTo>
                    <a:pt x="1812206" y="743175"/>
                  </a:lnTo>
                  <a:lnTo>
                    <a:pt x="1882551" y="760712"/>
                  </a:lnTo>
                  <a:lnTo>
                    <a:pt x="1952895" y="777650"/>
                  </a:lnTo>
                  <a:lnTo>
                    <a:pt x="2023240" y="794011"/>
                  </a:lnTo>
                  <a:lnTo>
                    <a:pt x="2093584" y="809814"/>
                  </a:lnTo>
                  <a:lnTo>
                    <a:pt x="2163929" y="825077"/>
                  </a:lnTo>
                  <a:lnTo>
                    <a:pt x="2234273" y="839820"/>
                  </a:lnTo>
                  <a:lnTo>
                    <a:pt x="2304618" y="854060"/>
                  </a:lnTo>
                  <a:lnTo>
                    <a:pt x="2374962" y="867814"/>
                  </a:lnTo>
                  <a:lnTo>
                    <a:pt x="2445306" y="881099"/>
                  </a:lnTo>
                  <a:lnTo>
                    <a:pt x="2515651" y="893930"/>
                  </a:lnTo>
                  <a:lnTo>
                    <a:pt x="2585995" y="906324"/>
                  </a:lnTo>
                  <a:lnTo>
                    <a:pt x="2656340" y="918295"/>
                  </a:lnTo>
                  <a:lnTo>
                    <a:pt x="2726684" y="929857"/>
                  </a:lnTo>
                  <a:lnTo>
                    <a:pt x="2797029" y="941025"/>
                  </a:lnTo>
                  <a:lnTo>
                    <a:pt x="2867373" y="951812"/>
                  </a:lnTo>
                  <a:lnTo>
                    <a:pt x="2937718" y="959163"/>
                  </a:lnTo>
                  <a:lnTo>
                    <a:pt x="3008062" y="962204"/>
                  </a:lnTo>
                  <a:lnTo>
                    <a:pt x="3078407" y="965213"/>
                  </a:lnTo>
                  <a:lnTo>
                    <a:pt x="3148751" y="968192"/>
                  </a:lnTo>
                  <a:lnTo>
                    <a:pt x="3219096" y="971141"/>
                  </a:lnTo>
                  <a:lnTo>
                    <a:pt x="3289440" y="974059"/>
                  </a:lnTo>
                  <a:lnTo>
                    <a:pt x="3359785" y="976947"/>
                  </a:lnTo>
                  <a:lnTo>
                    <a:pt x="3430129" y="979807"/>
                  </a:lnTo>
                  <a:lnTo>
                    <a:pt x="3500474" y="982636"/>
                  </a:lnTo>
                  <a:lnTo>
                    <a:pt x="3570818" y="985437"/>
                  </a:lnTo>
                  <a:lnTo>
                    <a:pt x="3641163" y="988210"/>
                  </a:lnTo>
                  <a:lnTo>
                    <a:pt x="3711507" y="990954"/>
                  </a:lnTo>
                  <a:lnTo>
                    <a:pt x="3781852" y="993670"/>
                  </a:lnTo>
                  <a:lnTo>
                    <a:pt x="3852196" y="996359"/>
                  </a:lnTo>
                  <a:lnTo>
                    <a:pt x="3922541" y="999020"/>
                  </a:lnTo>
                  <a:lnTo>
                    <a:pt x="3992885" y="1001654"/>
                  </a:lnTo>
                  <a:lnTo>
                    <a:pt x="4063230" y="1004261"/>
                  </a:lnTo>
                  <a:lnTo>
                    <a:pt x="4133574" y="1006841"/>
                  </a:lnTo>
                  <a:lnTo>
                    <a:pt x="4203919" y="1009395"/>
                  </a:lnTo>
                  <a:lnTo>
                    <a:pt x="4274263" y="1011923"/>
                  </a:lnTo>
                  <a:lnTo>
                    <a:pt x="4344608" y="1014426"/>
                  </a:lnTo>
                  <a:lnTo>
                    <a:pt x="4414952" y="1016902"/>
                  </a:lnTo>
                  <a:lnTo>
                    <a:pt x="4485297" y="1019354"/>
                  </a:lnTo>
                  <a:lnTo>
                    <a:pt x="4555641" y="1021780"/>
                  </a:lnTo>
                  <a:lnTo>
                    <a:pt x="4625986" y="1024182"/>
                  </a:lnTo>
                  <a:lnTo>
                    <a:pt x="4696330" y="1026559"/>
                  </a:lnTo>
                  <a:lnTo>
                    <a:pt x="4766675" y="1028912"/>
                  </a:lnTo>
                  <a:lnTo>
                    <a:pt x="4837019" y="1031241"/>
                  </a:lnTo>
                  <a:lnTo>
                    <a:pt x="4907364" y="1033546"/>
                  </a:lnTo>
                  <a:lnTo>
                    <a:pt x="4977708" y="1035828"/>
                  </a:lnTo>
                  <a:lnTo>
                    <a:pt x="5048053" y="1038086"/>
                  </a:lnTo>
                  <a:lnTo>
                    <a:pt x="5118397" y="1040322"/>
                  </a:lnTo>
                  <a:lnTo>
                    <a:pt x="5188742" y="1042534"/>
                  </a:lnTo>
                  <a:lnTo>
                    <a:pt x="5259086" y="1044724"/>
                  </a:lnTo>
                  <a:lnTo>
                    <a:pt x="5329431" y="1046892"/>
                  </a:lnTo>
                  <a:lnTo>
                    <a:pt x="5399775" y="1049037"/>
                  </a:lnTo>
                  <a:lnTo>
                    <a:pt x="5470120" y="1051161"/>
                  </a:lnTo>
                  <a:lnTo>
                    <a:pt x="5540464" y="1053263"/>
                  </a:lnTo>
                  <a:lnTo>
                    <a:pt x="5610809" y="1055343"/>
                  </a:lnTo>
                  <a:lnTo>
                    <a:pt x="5681153" y="1057403"/>
                  </a:lnTo>
                  <a:lnTo>
                    <a:pt x="5751498" y="1059441"/>
                  </a:lnTo>
                  <a:lnTo>
                    <a:pt x="5821842" y="1061458"/>
                  </a:lnTo>
                  <a:lnTo>
                    <a:pt x="5892187" y="1063455"/>
                  </a:lnTo>
                  <a:lnTo>
                    <a:pt x="5962531" y="1065432"/>
                  </a:lnTo>
                  <a:lnTo>
                    <a:pt x="6032876" y="1067388"/>
                  </a:lnTo>
                  <a:lnTo>
                    <a:pt x="6103220" y="1069325"/>
                  </a:lnTo>
                  <a:lnTo>
                    <a:pt x="6173564" y="1071241"/>
                  </a:lnTo>
                  <a:lnTo>
                    <a:pt x="6243909" y="1073139"/>
                  </a:lnTo>
                  <a:lnTo>
                    <a:pt x="6314253" y="1075016"/>
                  </a:lnTo>
                  <a:lnTo>
                    <a:pt x="6384598" y="1076875"/>
                  </a:lnTo>
                  <a:lnTo>
                    <a:pt x="6454942" y="1078715"/>
                  </a:lnTo>
                  <a:lnTo>
                    <a:pt x="6525287" y="1080535"/>
                  </a:lnTo>
                  <a:lnTo>
                    <a:pt x="6595631" y="1082338"/>
                  </a:lnTo>
                  <a:lnTo>
                    <a:pt x="6665976" y="1084122"/>
                  </a:lnTo>
                  <a:lnTo>
                    <a:pt x="6736320" y="1085887"/>
                  </a:lnTo>
                  <a:lnTo>
                    <a:pt x="6806665" y="1087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25717"/>
              <a:ext cx="6964104" cy="424254"/>
            </a:xfrm>
            <a:custGeom>
              <a:avLst/>
              <a:pathLst>
                <a:path w="6964104" h="424254">
                  <a:moveTo>
                    <a:pt x="6964104" y="424254"/>
                  </a:moveTo>
                  <a:lnTo>
                    <a:pt x="6893760" y="422710"/>
                  </a:lnTo>
                  <a:lnTo>
                    <a:pt x="6823415" y="421111"/>
                  </a:lnTo>
                  <a:lnTo>
                    <a:pt x="6753071" y="419456"/>
                  </a:lnTo>
                  <a:lnTo>
                    <a:pt x="6682726" y="417742"/>
                  </a:lnTo>
                  <a:lnTo>
                    <a:pt x="6612382" y="415968"/>
                  </a:lnTo>
                  <a:lnTo>
                    <a:pt x="6542037" y="414131"/>
                  </a:lnTo>
                  <a:lnTo>
                    <a:pt x="6471693" y="412230"/>
                  </a:lnTo>
                  <a:lnTo>
                    <a:pt x="6401348" y="410261"/>
                  </a:lnTo>
                  <a:lnTo>
                    <a:pt x="6331004" y="408223"/>
                  </a:lnTo>
                  <a:lnTo>
                    <a:pt x="6260659" y="406112"/>
                  </a:lnTo>
                  <a:lnTo>
                    <a:pt x="6190315" y="403927"/>
                  </a:lnTo>
                  <a:lnTo>
                    <a:pt x="6119970" y="401665"/>
                  </a:lnTo>
                  <a:lnTo>
                    <a:pt x="6049626" y="399323"/>
                  </a:lnTo>
                  <a:lnTo>
                    <a:pt x="5979281" y="396899"/>
                  </a:lnTo>
                  <a:lnTo>
                    <a:pt x="5908937" y="394388"/>
                  </a:lnTo>
                  <a:lnTo>
                    <a:pt x="5838592" y="391789"/>
                  </a:lnTo>
                  <a:lnTo>
                    <a:pt x="5768248" y="389099"/>
                  </a:lnTo>
                  <a:lnTo>
                    <a:pt x="5697903" y="386313"/>
                  </a:lnTo>
                  <a:lnTo>
                    <a:pt x="5627559" y="383428"/>
                  </a:lnTo>
                  <a:lnTo>
                    <a:pt x="5557214" y="380442"/>
                  </a:lnTo>
                  <a:lnTo>
                    <a:pt x="5486870" y="377351"/>
                  </a:lnTo>
                  <a:lnTo>
                    <a:pt x="5416525" y="374150"/>
                  </a:lnTo>
                  <a:lnTo>
                    <a:pt x="5346181" y="370836"/>
                  </a:lnTo>
                  <a:lnTo>
                    <a:pt x="5275836" y="367405"/>
                  </a:lnTo>
                  <a:lnTo>
                    <a:pt x="5205492" y="363853"/>
                  </a:lnTo>
                  <a:lnTo>
                    <a:pt x="5135147" y="360176"/>
                  </a:lnTo>
                  <a:lnTo>
                    <a:pt x="5064803" y="356368"/>
                  </a:lnTo>
                  <a:lnTo>
                    <a:pt x="4994458" y="352426"/>
                  </a:lnTo>
                  <a:lnTo>
                    <a:pt x="4924114" y="348345"/>
                  </a:lnTo>
                  <a:lnTo>
                    <a:pt x="4853769" y="344120"/>
                  </a:lnTo>
                  <a:lnTo>
                    <a:pt x="4783425" y="339745"/>
                  </a:lnTo>
                  <a:lnTo>
                    <a:pt x="4713080" y="335216"/>
                  </a:lnTo>
                  <a:lnTo>
                    <a:pt x="4642736" y="330527"/>
                  </a:lnTo>
                  <a:lnTo>
                    <a:pt x="4572391" y="325672"/>
                  </a:lnTo>
                  <a:lnTo>
                    <a:pt x="4502047" y="320646"/>
                  </a:lnTo>
                  <a:lnTo>
                    <a:pt x="4431702" y="315442"/>
                  </a:lnTo>
                  <a:lnTo>
                    <a:pt x="4361358" y="310055"/>
                  </a:lnTo>
                  <a:lnTo>
                    <a:pt x="4291013" y="304477"/>
                  </a:lnTo>
                  <a:lnTo>
                    <a:pt x="4220669" y="298702"/>
                  </a:lnTo>
                  <a:lnTo>
                    <a:pt x="4150324" y="292723"/>
                  </a:lnTo>
                  <a:lnTo>
                    <a:pt x="4079980" y="286533"/>
                  </a:lnTo>
                  <a:lnTo>
                    <a:pt x="4009635" y="280124"/>
                  </a:lnTo>
                  <a:lnTo>
                    <a:pt x="3939291" y="273489"/>
                  </a:lnTo>
                  <a:lnTo>
                    <a:pt x="3868946" y="266620"/>
                  </a:lnTo>
                  <a:lnTo>
                    <a:pt x="3798602" y="259508"/>
                  </a:lnTo>
                  <a:lnTo>
                    <a:pt x="3728257" y="252145"/>
                  </a:lnTo>
                  <a:lnTo>
                    <a:pt x="3657913" y="244521"/>
                  </a:lnTo>
                  <a:lnTo>
                    <a:pt x="3587569" y="236629"/>
                  </a:lnTo>
                  <a:lnTo>
                    <a:pt x="3517224" y="228457"/>
                  </a:lnTo>
                  <a:lnTo>
                    <a:pt x="3446880" y="219997"/>
                  </a:lnTo>
                  <a:lnTo>
                    <a:pt x="3376535" y="211238"/>
                  </a:lnTo>
                  <a:lnTo>
                    <a:pt x="3306191" y="202170"/>
                  </a:lnTo>
                  <a:lnTo>
                    <a:pt x="3235846" y="192782"/>
                  </a:lnTo>
                  <a:lnTo>
                    <a:pt x="3165502" y="183061"/>
                  </a:lnTo>
                  <a:lnTo>
                    <a:pt x="3095157" y="172998"/>
                  </a:lnTo>
                  <a:lnTo>
                    <a:pt x="3024813" y="166858"/>
                  </a:lnTo>
                  <a:lnTo>
                    <a:pt x="2954468" y="163755"/>
                  </a:lnTo>
                  <a:lnTo>
                    <a:pt x="2884124" y="160619"/>
                  </a:lnTo>
                  <a:lnTo>
                    <a:pt x="2813779" y="157452"/>
                  </a:lnTo>
                  <a:lnTo>
                    <a:pt x="2743435" y="154251"/>
                  </a:lnTo>
                  <a:lnTo>
                    <a:pt x="2673090" y="151018"/>
                  </a:lnTo>
                  <a:lnTo>
                    <a:pt x="2602746" y="147751"/>
                  </a:lnTo>
                  <a:lnTo>
                    <a:pt x="2532401" y="144451"/>
                  </a:lnTo>
                  <a:lnTo>
                    <a:pt x="2462057" y="141116"/>
                  </a:lnTo>
                  <a:lnTo>
                    <a:pt x="2391712" y="137747"/>
                  </a:lnTo>
                  <a:lnTo>
                    <a:pt x="2321368" y="134344"/>
                  </a:lnTo>
                  <a:lnTo>
                    <a:pt x="2251023" y="130905"/>
                  </a:lnTo>
                  <a:lnTo>
                    <a:pt x="2180679" y="127431"/>
                  </a:lnTo>
                  <a:lnTo>
                    <a:pt x="2110334" y="123921"/>
                  </a:lnTo>
                  <a:lnTo>
                    <a:pt x="2039990" y="120375"/>
                  </a:lnTo>
                  <a:lnTo>
                    <a:pt x="1969645" y="116793"/>
                  </a:lnTo>
                  <a:lnTo>
                    <a:pt x="1899301" y="113173"/>
                  </a:lnTo>
                  <a:lnTo>
                    <a:pt x="1828956" y="109516"/>
                  </a:lnTo>
                  <a:lnTo>
                    <a:pt x="1758612" y="105822"/>
                  </a:lnTo>
                  <a:lnTo>
                    <a:pt x="1688267" y="102089"/>
                  </a:lnTo>
                  <a:lnTo>
                    <a:pt x="1617923" y="98318"/>
                  </a:lnTo>
                  <a:lnTo>
                    <a:pt x="1547578" y="94508"/>
                  </a:lnTo>
                  <a:lnTo>
                    <a:pt x="1477234" y="90659"/>
                  </a:lnTo>
                  <a:lnTo>
                    <a:pt x="1406889" y="86770"/>
                  </a:lnTo>
                  <a:lnTo>
                    <a:pt x="1336545" y="82841"/>
                  </a:lnTo>
                  <a:lnTo>
                    <a:pt x="1266200" y="78872"/>
                  </a:lnTo>
                  <a:lnTo>
                    <a:pt x="1195856" y="74861"/>
                  </a:lnTo>
                  <a:lnTo>
                    <a:pt x="1125511" y="70810"/>
                  </a:lnTo>
                  <a:lnTo>
                    <a:pt x="1055167" y="66716"/>
                  </a:lnTo>
                  <a:lnTo>
                    <a:pt x="984822" y="62580"/>
                  </a:lnTo>
                  <a:lnTo>
                    <a:pt x="914478" y="58402"/>
                  </a:lnTo>
                  <a:lnTo>
                    <a:pt x="844133" y="54181"/>
                  </a:lnTo>
                  <a:lnTo>
                    <a:pt x="773789" y="49916"/>
                  </a:lnTo>
                  <a:lnTo>
                    <a:pt x="703444" y="45607"/>
                  </a:lnTo>
                  <a:lnTo>
                    <a:pt x="633100" y="41254"/>
                  </a:lnTo>
                  <a:lnTo>
                    <a:pt x="562755" y="36856"/>
                  </a:lnTo>
                  <a:lnTo>
                    <a:pt x="492411" y="32413"/>
                  </a:lnTo>
                  <a:lnTo>
                    <a:pt x="422066" y="27923"/>
                  </a:lnTo>
                  <a:lnTo>
                    <a:pt x="351722" y="23388"/>
                  </a:lnTo>
                  <a:lnTo>
                    <a:pt x="281377" y="18806"/>
                  </a:lnTo>
                  <a:lnTo>
                    <a:pt x="211033" y="14176"/>
                  </a:lnTo>
                  <a:lnTo>
                    <a:pt x="140688" y="9499"/>
                  </a:lnTo>
                  <a:lnTo>
                    <a:pt x="70344" y="4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796320"/>
              <a:ext cx="6964104" cy="711269"/>
            </a:xfrm>
            <a:custGeom>
              <a:avLst/>
              <a:pathLst>
                <a:path w="6964104" h="711269">
                  <a:moveTo>
                    <a:pt x="0" y="0"/>
                  </a:moveTo>
                  <a:lnTo>
                    <a:pt x="70344" y="17727"/>
                  </a:lnTo>
                  <a:lnTo>
                    <a:pt x="140688" y="35060"/>
                  </a:lnTo>
                  <a:lnTo>
                    <a:pt x="211033" y="52008"/>
                  </a:lnTo>
                  <a:lnTo>
                    <a:pt x="281377" y="68579"/>
                  </a:lnTo>
                  <a:lnTo>
                    <a:pt x="351722" y="84782"/>
                  </a:lnTo>
                  <a:lnTo>
                    <a:pt x="422066" y="100624"/>
                  </a:lnTo>
                  <a:lnTo>
                    <a:pt x="492411" y="116115"/>
                  </a:lnTo>
                  <a:lnTo>
                    <a:pt x="562755" y="131260"/>
                  </a:lnTo>
                  <a:lnTo>
                    <a:pt x="633100" y="146070"/>
                  </a:lnTo>
                  <a:lnTo>
                    <a:pt x="703444" y="160550"/>
                  </a:lnTo>
                  <a:lnTo>
                    <a:pt x="773789" y="174707"/>
                  </a:lnTo>
                  <a:lnTo>
                    <a:pt x="844133" y="188551"/>
                  </a:lnTo>
                  <a:lnTo>
                    <a:pt x="914478" y="202086"/>
                  </a:lnTo>
                  <a:lnTo>
                    <a:pt x="984822" y="215321"/>
                  </a:lnTo>
                  <a:lnTo>
                    <a:pt x="1055167" y="228261"/>
                  </a:lnTo>
                  <a:lnTo>
                    <a:pt x="1125511" y="240914"/>
                  </a:lnTo>
                  <a:lnTo>
                    <a:pt x="1195856" y="253285"/>
                  </a:lnTo>
                  <a:lnTo>
                    <a:pt x="1266200" y="265381"/>
                  </a:lnTo>
                  <a:lnTo>
                    <a:pt x="1336545" y="277208"/>
                  </a:lnTo>
                  <a:lnTo>
                    <a:pt x="1406889" y="288773"/>
                  </a:lnTo>
                  <a:lnTo>
                    <a:pt x="1477234" y="300080"/>
                  </a:lnTo>
                  <a:lnTo>
                    <a:pt x="1547578" y="311136"/>
                  </a:lnTo>
                  <a:lnTo>
                    <a:pt x="1617923" y="321946"/>
                  </a:lnTo>
                  <a:lnTo>
                    <a:pt x="1688267" y="332516"/>
                  </a:lnTo>
                  <a:lnTo>
                    <a:pt x="1758612" y="342850"/>
                  </a:lnTo>
                  <a:lnTo>
                    <a:pt x="1828956" y="352955"/>
                  </a:lnTo>
                  <a:lnTo>
                    <a:pt x="1899301" y="362836"/>
                  </a:lnTo>
                  <a:lnTo>
                    <a:pt x="1969645" y="372496"/>
                  </a:lnTo>
                  <a:lnTo>
                    <a:pt x="2039990" y="381942"/>
                  </a:lnTo>
                  <a:lnTo>
                    <a:pt x="2110334" y="391178"/>
                  </a:lnTo>
                  <a:lnTo>
                    <a:pt x="2180679" y="400209"/>
                  </a:lnTo>
                  <a:lnTo>
                    <a:pt x="2251023" y="409038"/>
                  </a:lnTo>
                  <a:lnTo>
                    <a:pt x="2321368" y="417672"/>
                  </a:lnTo>
                  <a:lnTo>
                    <a:pt x="2391712" y="426113"/>
                  </a:lnTo>
                  <a:lnTo>
                    <a:pt x="2462057" y="434367"/>
                  </a:lnTo>
                  <a:lnTo>
                    <a:pt x="2532401" y="442438"/>
                  </a:lnTo>
                  <a:lnTo>
                    <a:pt x="2602746" y="450329"/>
                  </a:lnTo>
                  <a:lnTo>
                    <a:pt x="2673090" y="458044"/>
                  </a:lnTo>
                  <a:lnTo>
                    <a:pt x="2743435" y="465588"/>
                  </a:lnTo>
                  <a:lnTo>
                    <a:pt x="2813779" y="472964"/>
                  </a:lnTo>
                  <a:lnTo>
                    <a:pt x="2884124" y="480176"/>
                  </a:lnTo>
                  <a:lnTo>
                    <a:pt x="2954468" y="487228"/>
                  </a:lnTo>
                  <a:lnTo>
                    <a:pt x="3024813" y="494123"/>
                  </a:lnTo>
                  <a:lnTo>
                    <a:pt x="3095157" y="500865"/>
                  </a:lnTo>
                  <a:lnTo>
                    <a:pt x="3165502" y="507457"/>
                  </a:lnTo>
                  <a:lnTo>
                    <a:pt x="3235846" y="513903"/>
                  </a:lnTo>
                  <a:lnTo>
                    <a:pt x="3306191" y="520205"/>
                  </a:lnTo>
                  <a:lnTo>
                    <a:pt x="3376535" y="526367"/>
                  </a:lnTo>
                  <a:lnTo>
                    <a:pt x="3446880" y="532392"/>
                  </a:lnTo>
                  <a:lnTo>
                    <a:pt x="3517224" y="538283"/>
                  </a:lnTo>
                  <a:lnTo>
                    <a:pt x="3587569" y="544043"/>
                  </a:lnTo>
                  <a:lnTo>
                    <a:pt x="3657913" y="549675"/>
                  </a:lnTo>
                  <a:lnTo>
                    <a:pt x="3728257" y="555181"/>
                  </a:lnTo>
                  <a:lnTo>
                    <a:pt x="3798602" y="560566"/>
                  </a:lnTo>
                  <a:lnTo>
                    <a:pt x="3868946" y="565830"/>
                  </a:lnTo>
                  <a:lnTo>
                    <a:pt x="3939291" y="570978"/>
                  </a:lnTo>
                  <a:lnTo>
                    <a:pt x="4009635" y="576011"/>
                  </a:lnTo>
                  <a:lnTo>
                    <a:pt x="4079980" y="580932"/>
                  </a:lnTo>
                  <a:lnTo>
                    <a:pt x="4150324" y="585744"/>
                  </a:lnTo>
                  <a:lnTo>
                    <a:pt x="4220669" y="590449"/>
                  </a:lnTo>
                  <a:lnTo>
                    <a:pt x="4291013" y="595049"/>
                  </a:lnTo>
                  <a:lnTo>
                    <a:pt x="4361358" y="599547"/>
                  </a:lnTo>
                  <a:lnTo>
                    <a:pt x="4431702" y="603945"/>
                  </a:lnTo>
                  <a:lnTo>
                    <a:pt x="4502047" y="608246"/>
                  </a:lnTo>
                  <a:lnTo>
                    <a:pt x="4572391" y="612450"/>
                  </a:lnTo>
                  <a:lnTo>
                    <a:pt x="4642736" y="616561"/>
                  </a:lnTo>
                  <a:lnTo>
                    <a:pt x="4713080" y="620581"/>
                  </a:lnTo>
                  <a:lnTo>
                    <a:pt x="4783425" y="624511"/>
                  </a:lnTo>
                  <a:lnTo>
                    <a:pt x="4853769" y="628354"/>
                  </a:lnTo>
                  <a:lnTo>
                    <a:pt x="4924114" y="632112"/>
                  </a:lnTo>
                  <a:lnTo>
                    <a:pt x="4994458" y="635786"/>
                  </a:lnTo>
                  <a:lnTo>
                    <a:pt x="5064803" y="639378"/>
                  </a:lnTo>
                  <a:lnTo>
                    <a:pt x="5135147" y="642891"/>
                  </a:lnTo>
                  <a:lnTo>
                    <a:pt x="5205492" y="646325"/>
                  </a:lnTo>
                  <a:lnTo>
                    <a:pt x="5275836" y="649683"/>
                  </a:lnTo>
                  <a:lnTo>
                    <a:pt x="5346181" y="652966"/>
                  </a:lnTo>
                  <a:lnTo>
                    <a:pt x="5416525" y="656177"/>
                  </a:lnTo>
                  <a:lnTo>
                    <a:pt x="5486870" y="659316"/>
                  </a:lnTo>
                  <a:lnTo>
                    <a:pt x="5557214" y="662385"/>
                  </a:lnTo>
                  <a:lnTo>
                    <a:pt x="5627559" y="665386"/>
                  </a:lnTo>
                  <a:lnTo>
                    <a:pt x="5697903" y="668320"/>
                  </a:lnTo>
                  <a:lnTo>
                    <a:pt x="5768248" y="671189"/>
                  </a:lnTo>
                  <a:lnTo>
                    <a:pt x="5838592" y="673994"/>
                  </a:lnTo>
                  <a:lnTo>
                    <a:pt x="5908937" y="676737"/>
                  </a:lnTo>
                  <a:lnTo>
                    <a:pt x="5979281" y="679419"/>
                  </a:lnTo>
                  <a:lnTo>
                    <a:pt x="6049626" y="682041"/>
                  </a:lnTo>
                  <a:lnTo>
                    <a:pt x="6119970" y="684605"/>
                  </a:lnTo>
                  <a:lnTo>
                    <a:pt x="6190315" y="687112"/>
                  </a:lnTo>
                  <a:lnTo>
                    <a:pt x="6260659" y="689563"/>
                  </a:lnTo>
                  <a:lnTo>
                    <a:pt x="6331004" y="691960"/>
                  </a:lnTo>
                  <a:lnTo>
                    <a:pt x="6401348" y="694303"/>
                  </a:lnTo>
                  <a:lnTo>
                    <a:pt x="6471693" y="696595"/>
                  </a:lnTo>
                  <a:lnTo>
                    <a:pt x="6542037" y="698835"/>
                  </a:lnTo>
                  <a:lnTo>
                    <a:pt x="6612382" y="701026"/>
                  </a:lnTo>
                  <a:lnTo>
                    <a:pt x="6682726" y="703168"/>
                  </a:lnTo>
                  <a:lnTo>
                    <a:pt x="6753071" y="705262"/>
                  </a:lnTo>
                  <a:lnTo>
                    <a:pt x="6823415" y="707310"/>
                  </a:lnTo>
                  <a:lnTo>
                    <a:pt x="6893760" y="709312"/>
                  </a:lnTo>
                  <a:lnTo>
                    <a:pt x="6964104" y="7112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(1.13-1.52), p_Bonf = 0.002 (n = 6)  |  per IQR decline (Δ = 28.1 %): 2.15 (1.42-3.27)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2026-07-22T08:00:25Z</dcterms:modified>
  <cp:category/>
</cp:coreProperties>
</file>