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236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7183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2002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96821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0977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9412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949474"/>
              <a:ext cx="7090630" cy="2259772"/>
            </a:xfrm>
            <a:custGeom>
              <a:avLst/>
              <a:pathLst>
                <a:path w="7090630" h="2259772">
                  <a:moveTo>
                    <a:pt x="0" y="1070640"/>
                  </a:moveTo>
                  <a:lnTo>
                    <a:pt x="71622" y="1089401"/>
                  </a:lnTo>
                  <a:lnTo>
                    <a:pt x="143245" y="1107932"/>
                  </a:lnTo>
                  <a:lnTo>
                    <a:pt x="214867" y="1126235"/>
                  </a:lnTo>
                  <a:lnTo>
                    <a:pt x="286490" y="1144314"/>
                  </a:lnTo>
                  <a:lnTo>
                    <a:pt x="358112" y="1162172"/>
                  </a:lnTo>
                  <a:lnTo>
                    <a:pt x="429735" y="1179810"/>
                  </a:lnTo>
                  <a:lnTo>
                    <a:pt x="501357" y="1197231"/>
                  </a:lnTo>
                  <a:lnTo>
                    <a:pt x="572980" y="1214439"/>
                  </a:lnTo>
                  <a:lnTo>
                    <a:pt x="644602" y="1231436"/>
                  </a:lnTo>
                  <a:lnTo>
                    <a:pt x="716225" y="1248224"/>
                  </a:lnTo>
                  <a:lnTo>
                    <a:pt x="787847" y="1264806"/>
                  </a:lnTo>
                  <a:lnTo>
                    <a:pt x="859470" y="1281185"/>
                  </a:lnTo>
                  <a:lnTo>
                    <a:pt x="931092" y="1297363"/>
                  </a:lnTo>
                  <a:lnTo>
                    <a:pt x="1002715" y="1313342"/>
                  </a:lnTo>
                  <a:lnTo>
                    <a:pt x="1074337" y="1329125"/>
                  </a:lnTo>
                  <a:lnTo>
                    <a:pt x="1145960" y="1344715"/>
                  </a:lnTo>
                  <a:lnTo>
                    <a:pt x="1217582" y="1360113"/>
                  </a:lnTo>
                  <a:lnTo>
                    <a:pt x="1289205" y="1375323"/>
                  </a:lnTo>
                  <a:lnTo>
                    <a:pt x="1360827" y="1390346"/>
                  </a:lnTo>
                  <a:lnTo>
                    <a:pt x="1432450" y="1405184"/>
                  </a:lnTo>
                  <a:lnTo>
                    <a:pt x="1504073" y="1419840"/>
                  </a:lnTo>
                  <a:lnTo>
                    <a:pt x="1575695" y="1434317"/>
                  </a:lnTo>
                  <a:lnTo>
                    <a:pt x="1647318" y="1448616"/>
                  </a:lnTo>
                  <a:lnTo>
                    <a:pt x="1718940" y="1462740"/>
                  </a:lnTo>
                  <a:lnTo>
                    <a:pt x="1790563" y="1476690"/>
                  </a:lnTo>
                  <a:lnTo>
                    <a:pt x="1862185" y="1490469"/>
                  </a:lnTo>
                  <a:lnTo>
                    <a:pt x="1933808" y="1504079"/>
                  </a:lnTo>
                  <a:lnTo>
                    <a:pt x="2005430" y="1517522"/>
                  </a:lnTo>
                  <a:lnTo>
                    <a:pt x="2077053" y="1530800"/>
                  </a:lnTo>
                  <a:lnTo>
                    <a:pt x="2148675" y="1543915"/>
                  </a:lnTo>
                  <a:lnTo>
                    <a:pt x="2220298" y="1556870"/>
                  </a:lnTo>
                  <a:lnTo>
                    <a:pt x="2291920" y="1569665"/>
                  </a:lnTo>
                  <a:lnTo>
                    <a:pt x="2363543" y="1582303"/>
                  </a:lnTo>
                  <a:lnTo>
                    <a:pt x="2435165" y="1594786"/>
                  </a:lnTo>
                  <a:lnTo>
                    <a:pt x="2506788" y="1607117"/>
                  </a:lnTo>
                  <a:lnTo>
                    <a:pt x="2578410" y="1619295"/>
                  </a:lnTo>
                  <a:lnTo>
                    <a:pt x="2650033" y="1631325"/>
                  </a:lnTo>
                  <a:lnTo>
                    <a:pt x="2721655" y="1643207"/>
                  </a:lnTo>
                  <a:lnTo>
                    <a:pt x="2793278" y="1654943"/>
                  </a:lnTo>
                  <a:lnTo>
                    <a:pt x="2864901" y="1666535"/>
                  </a:lnTo>
                  <a:lnTo>
                    <a:pt x="2936523" y="1677984"/>
                  </a:lnTo>
                  <a:lnTo>
                    <a:pt x="3008146" y="1689294"/>
                  </a:lnTo>
                  <a:lnTo>
                    <a:pt x="3079768" y="1700464"/>
                  </a:lnTo>
                  <a:lnTo>
                    <a:pt x="3151391" y="1711498"/>
                  </a:lnTo>
                  <a:lnTo>
                    <a:pt x="3223013" y="1722396"/>
                  </a:lnTo>
                  <a:lnTo>
                    <a:pt x="3294636" y="1724862"/>
                  </a:lnTo>
                  <a:lnTo>
                    <a:pt x="3366258" y="1706698"/>
                  </a:lnTo>
                  <a:lnTo>
                    <a:pt x="3437881" y="1688157"/>
                  </a:lnTo>
                  <a:lnTo>
                    <a:pt x="3509503" y="1669232"/>
                  </a:lnTo>
                  <a:lnTo>
                    <a:pt x="3581126" y="1649913"/>
                  </a:lnTo>
                  <a:lnTo>
                    <a:pt x="3652748" y="1630194"/>
                  </a:lnTo>
                  <a:lnTo>
                    <a:pt x="3724371" y="1610065"/>
                  </a:lnTo>
                  <a:lnTo>
                    <a:pt x="3795993" y="1589518"/>
                  </a:lnTo>
                  <a:lnTo>
                    <a:pt x="3867616" y="1568544"/>
                  </a:lnTo>
                  <a:lnTo>
                    <a:pt x="3939238" y="1547136"/>
                  </a:lnTo>
                  <a:lnTo>
                    <a:pt x="4010861" y="1525282"/>
                  </a:lnTo>
                  <a:lnTo>
                    <a:pt x="4082483" y="1502975"/>
                  </a:lnTo>
                  <a:lnTo>
                    <a:pt x="4154106" y="1480205"/>
                  </a:lnTo>
                  <a:lnTo>
                    <a:pt x="4225729" y="1456962"/>
                  </a:lnTo>
                  <a:lnTo>
                    <a:pt x="4297351" y="1433236"/>
                  </a:lnTo>
                  <a:lnTo>
                    <a:pt x="4368974" y="1409018"/>
                  </a:lnTo>
                  <a:lnTo>
                    <a:pt x="4440596" y="1384297"/>
                  </a:lnTo>
                  <a:lnTo>
                    <a:pt x="4512219" y="1359063"/>
                  </a:lnTo>
                  <a:lnTo>
                    <a:pt x="4583841" y="1333305"/>
                  </a:lnTo>
                  <a:lnTo>
                    <a:pt x="4655464" y="1307012"/>
                  </a:lnTo>
                  <a:lnTo>
                    <a:pt x="4727086" y="1280174"/>
                  </a:lnTo>
                  <a:lnTo>
                    <a:pt x="4798709" y="1252778"/>
                  </a:lnTo>
                  <a:lnTo>
                    <a:pt x="4870331" y="1224813"/>
                  </a:lnTo>
                  <a:lnTo>
                    <a:pt x="4941954" y="1196268"/>
                  </a:lnTo>
                  <a:lnTo>
                    <a:pt x="5013576" y="1167130"/>
                  </a:lnTo>
                  <a:lnTo>
                    <a:pt x="5085199" y="1137387"/>
                  </a:lnTo>
                  <a:lnTo>
                    <a:pt x="5156821" y="1107027"/>
                  </a:lnTo>
                  <a:lnTo>
                    <a:pt x="5228444" y="1076036"/>
                  </a:lnTo>
                  <a:lnTo>
                    <a:pt x="5300066" y="1044402"/>
                  </a:lnTo>
                  <a:lnTo>
                    <a:pt x="5371689" y="1012111"/>
                  </a:lnTo>
                  <a:lnTo>
                    <a:pt x="5443311" y="979150"/>
                  </a:lnTo>
                  <a:lnTo>
                    <a:pt x="5514934" y="945504"/>
                  </a:lnTo>
                  <a:lnTo>
                    <a:pt x="5586557" y="911160"/>
                  </a:lnTo>
                  <a:lnTo>
                    <a:pt x="5658179" y="876103"/>
                  </a:lnTo>
                  <a:lnTo>
                    <a:pt x="5729802" y="840318"/>
                  </a:lnTo>
                  <a:lnTo>
                    <a:pt x="5801424" y="803790"/>
                  </a:lnTo>
                  <a:lnTo>
                    <a:pt x="5873047" y="766504"/>
                  </a:lnTo>
                  <a:lnTo>
                    <a:pt x="5944669" y="728443"/>
                  </a:lnTo>
                  <a:lnTo>
                    <a:pt x="6016292" y="689593"/>
                  </a:lnTo>
                  <a:lnTo>
                    <a:pt x="6087914" y="649936"/>
                  </a:lnTo>
                  <a:lnTo>
                    <a:pt x="6159537" y="609455"/>
                  </a:lnTo>
                  <a:lnTo>
                    <a:pt x="6231159" y="568134"/>
                  </a:lnTo>
                  <a:lnTo>
                    <a:pt x="6302782" y="525955"/>
                  </a:lnTo>
                  <a:lnTo>
                    <a:pt x="6374404" y="482901"/>
                  </a:lnTo>
                  <a:lnTo>
                    <a:pt x="6446027" y="438952"/>
                  </a:lnTo>
                  <a:lnTo>
                    <a:pt x="6517649" y="394092"/>
                  </a:lnTo>
                  <a:lnTo>
                    <a:pt x="6589272" y="348299"/>
                  </a:lnTo>
                  <a:lnTo>
                    <a:pt x="6660894" y="301556"/>
                  </a:lnTo>
                  <a:lnTo>
                    <a:pt x="6732517" y="253843"/>
                  </a:lnTo>
                  <a:lnTo>
                    <a:pt x="6804139" y="205139"/>
                  </a:lnTo>
                  <a:lnTo>
                    <a:pt x="6875762" y="155424"/>
                  </a:lnTo>
                  <a:lnTo>
                    <a:pt x="6947385" y="104677"/>
                  </a:lnTo>
                  <a:lnTo>
                    <a:pt x="7019007" y="52876"/>
                  </a:lnTo>
                  <a:lnTo>
                    <a:pt x="7090630" y="0"/>
                  </a:lnTo>
                  <a:lnTo>
                    <a:pt x="7090630" y="2149284"/>
                  </a:lnTo>
                  <a:lnTo>
                    <a:pt x="7019007" y="2143688"/>
                  </a:lnTo>
                  <a:lnTo>
                    <a:pt x="6947385" y="2138024"/>
                  </a:lnTo>
                  <a:lnTo>
                    <a:pt x="6875762" y="2132288"/>
                  </a:lnTo>
                  <a:lnTo>
                    <a:pt x="6804139" y="2126482"/>
                  </a:lnTo>
                  <a:lnTo>
                    <a:pt x="6732517" y="2120603"/>
                  </a:lnTo>
                  <a:lnTo>
                    <a:pt x="6660894" y="2114651"/>
                  </a:lnTo>
                  <a:lnTo>
                    <a:pt x="6589272" y="2108626"/>
                  </a:lnTo>
                  <a:lnTo>
                    <a:pt x="6517649" y="2102525"/>
                  </a:lnTo>
                  <a:lnTo>
                    <a:pt x="6446027" y="2096349"/>
                  </a:lnTo>
                  <a:lnTo>
                    <a:pt x="6374404" y="2090096"/>
                  </a:lnTo>
                  <a:lnTo>
                    <a:pt x="6302782" y="2083766"/>
                  </a:lnTo>
                  <a:lnTo>
                    <a:pt x="6231159" y="2077356"/>
                  </a:lnTo>
                  <a:lnTo>
                    <a:pt x="6159537" y="2070868"/>
                  </a:lnTo>
                  <a:lnTo>
                    <a:pt x="6087914" y="2064298"/>
                  </a:lnTo>
                  <a:lnTo>
                    <a:pt x="6016292" y="2057647"/>
                  </a:lnTo>
                  <a:lnTo>
                    <a:pt x="5944669" y="2050913"/>
                  </a:lnTo>
                  <a:lnTo>
                    <a:pt x="5873047" y="2044096"/>
                  </a:lnTo>
                  <a:lnTo>
                    <a:pt x="5801424" y="2037194"/>
                  </a:lnTo>
                  <a:lnTo>
                    <a:pt x="5729802" y="2030206"/>
                  </a:lnTo>
                  <a:lnTo>
                    <a:pt x="5658179" y="2023132"/>
                  </a:lnTo>
                  <a:lnTo>
                    <a:pt x="5586557" y="2015969"/>
                  </a:lnTo>
                  <a:lnTo>
                    <a:pt x="5514934" y="2008718"/>
                  </a:lnTo>
                  <a:lnTo>
                    <a:pt x="5443311" y="2001376"/>
                  </a:lnTo>
                  <a:lnTo>
                    <a:pt x="5371689" y="1993944"/>
                  </a:lnTo>
                  <a:lnTo>
                    <a:pt x="5300066" y="1986419"/>
                  </a:lnTo>
                  <a:lnTo>
                    <a:pt x="5228444" y="1978800"/>
                  </a:lnTo>
                  <a:lnTo>
                    <a:pt x="5156821" y="1971087"/>
                  </a:lnTo>
                  <a:lnTo>
                    <a:pt x="5085199" y="1963278"/>
                  </a:lnTo>
                  <a:lnTo>
                    <a:pt x="5013576" y="1955372"/>
                  </a:lnTo>
                  <a:lnTo>
                    <a:pt x="4941954" y="1947368"/>
                  </a:lnTo>
                  <a:lnTo>
                    <a:pt x="4870331" y="1939264"/>
                  </a:lnTo>
                  <a:lnTo>
                    <a:pt x="4798709" y="1931060"/>
                  </a:lnTo>
                  <a:lnTo>
                    <a:pt x="4727086" y="1922754"/>
                  </a:lnTo>
                  <a:lnTo>
                    <a:pt x="4655464" y="1914345"/>
                  </a:lnTo>
                  <a:lnTo>
                    <a:pt x="4583841" y="1905831"/>
                  </a:lnTo>
                  <a:lnTo>
                    <a:pt x="4512219" y="1897212"/>
                  </a:lnTo>
                  <a:lnTo>
                    <a:pt x="4440596" y="1888485"/>
                  </a:lnTo>
                  <a:lnTo>
                    <a:pt x="4368974" y="1879650"/>
                  </a:lnTo>
                  <a:lnTo>
                    <a:pt x="4297351" y="1870705"/>
                  </a:lnTo>
                  <a:lnTo>
                    <a:pt x="4225729" y="1861649"/>
                  </a:lnTo>
                  <a:lnTo>
                    <a:pt x="4154106" y="1852481"/>
                  </a:lnTo>
                  <a:lnTo>
                    <a:pt x="4082483" y="1843199"/>
                  </a:lnTo>
                  <a:lnTo>
                    <a:pt x="4010861" y="1833801"/>
                  </a:lnTo>
                  <a:lnTo>
                    <a:pt x="3939238" y="1824287"/>
                  </a:lnTo>
                  <a:lnTo>
                    <a:pt x="3867616" y="1814655"/>
                  </a:lnTo>
                  <a:lnTo>
                    <a:pt x="3795993" y="1804902"/>
                  </a:lnTo>
                  <a:lnTo>
                    <a:pt x="3724371" y="1795029"/>
                  </a:lnTo>
                  <a:lnTo>
                    <a:pt x="3652748" y="1785033"/>
                  </a:lnTo>
                  <a:lnTo>
                    <a:pt x="3581126" y="1774913"/>
                  </a:lnTo>
                  <a:lnTo>
                    <a:pt x="3509503" y="1764668"/>
                  </a:lnTo>
                  <a:lnTo>
                    <a:pt x="3437881" y="1754295"/>
                  </a:lnTo>
                  <a:lnTo>
                    <a:pt x="3366258" y="1743793"/>
                  </a:lnTo>
                  <a:lnTo>
                    <a:pt x="3294636" y="1733160"/>
                  </a:lnTo>
                  <a:lnTo>
                    <a:pt x="3223013" y="1742656"/>
                  </a:lnTo>
                  <a:lnTo>
                    <a:pt x="3151391" y="1760088"/>
                  </a:lnTo>
                  <a:lnTo>
                    <a:pt x="3079768" y="1777166"/>
                  </a:lnTo>
                  <a:lnTo>
                    <a:pt x="3008146" y="1793896"/>
                  </a:lnTo>
                  <a:lnTo>
                    <a:pt x="2936523" y="1810286"/>
                  </a:lnTo>
                  <a:lnTo>
                    <a:pt x="2864901" y="1826343"/>
                  </a:lnTo>
                  <a:lnTo>
                    <a:pt x="2793278" y="1842073"/>
                  </a:lnTo>
                  <a:lnTo>
                    <a:pt x="2721655" y="1857483"/>
                  </a:lnTo>
                  <a:lnTo>
                    <a:pt x="2650033" y="1872580"/>
                  </a:lnTo>
                  <a:lnTo>
                    <a:pt x="2578410" y="1887369"/>
                  </a:lnTo>
                  <a:lnTo>
                    <a:pt x="2506788" y="1901858"/>
                  </a:lnTo>
                  <a:lnTo>
                    <a:pt x="2435165" y="1916052"/>
                  </a:lnTo>
                  <a:lnTo>
                    <a:pt x="2363543" y="1929958"/>
                  </a:lnTo>
                  <a:lnTo>
                    <a:pt x="2291920" y="1943580"/>
                  </a:lnTo>
                  <a:lnTo>
                    <a:pt x="2220298" y="1956926"/>
                  </a:lnTo>
                  <a:lnTo>
                    <a:pt x="2148675" y="1970000"/>
                  </a:lnTo>
                  <a:lnTo>
                    <a:pt x="2077053" y="1982808"/>
                  </a:lnTo>
                  <a:lnTo>
                    <a:pt x="2005430" y="1995356"/>
                  </a:lnTo>
                  <a:lnTo>
                    <a:pt x="1933808" y="2007648"/>
                  </a:lnTo>
                  <a:lnTo>
                    <a:pt x="1862185" y="2019691"/>
                  </a:lnTo>
                  <a:lnTo>
                    <a:pt x="1790563" y="2031488"/>
                  </a:lnTo>
                  <a:lnTo>
                    <a:pt x="1718940" y="2043046"/>
                  </a:lnTo>
                  <a:lnTo>
                    <a:pt x="1647318" y="2054369"/>
                  </a:lnTo>
                  <a:lnTo>
                    <a:pt x="1575695" y="2065461"/>
                  </a:lnTo>
                  <a:lnTo>
                    <a:pt x="1504073" y="2076327"/>
                  </a:lnTo>
                  <a:lnTo>
                    <a:pt x="1432450" y="2086973"/>
                  </a:lnTo>
                  <a:lnTo>
                    <a:pt x="1360827" y="2097402"/>
                  </a:lnTo>
                  <a:lnTo>
                    <a:pt x="1289205" y="2107619"/>
                  </a:lnTo>
                  <a:lnTo>
                    <a:pt x="1217582" y="2117628"/>
                  </a:lnTo>
                  <a:lnTo>
                    <a:pt x="1145960" y="2127434"/>
                  </a:lnTo>
                  <a:lnTo>
                    <a:pt x="1074337" y="2137040"/>
                  </a:lnTo>
                  <a:lnTo>
                    <a:pt x="1002715" y="2146451"/>
                  </a:lnTo>
                  <a:lnTo>
                    <a:pt x="931092" y="2155670"/>
                  </a:lnTo>
                  <a:lnTo>
                    <a:pt x="859470" y="2164702"/>
                  </a:lnTo>
                  <a:lnTo>
                    <a:pt x="787847" y="2173550"/>
                  </a:lnTo>
                  <a:lnTo>
                    <a:pt x="716225" y="2182218"/>
                  </a:lnTo>
                  <a:lnTo>
                    <a:pt x="644602" y="2190710"/>
                  </a:lnTo>
                  <a:lnTo>
                    <a:pt x="572980" y="2199029"/>
                  </a:lnTo>
                  <a:lnTo>
                    <a:pt x="501357" y="2207179"/>
                  </a:lnTo>
                  <a:lnTo>
                    <a:pt x="429735" y="2215163"/>
                  </a:lnTo>
                  <a:lnTo>
                    <a:pt x="358112" y="2222985"/>
                  </a:lnTo>
                  <a:lnTo>
                    <a:pt x="286490" y="2230648"/>
                  </a:lnTo>
                  <a:lnTo>
                    <a:pt x="214867" y="2238155"/>
                  </a:lnTo>
                  <a:lnTo>
                    <a:pt x="143245" y="2245509"/>
                  </a:lnTo>
                  <a:lnTo>
                    <a:pt x="71622" y="2252713"/>
                  </a:lnTo>
                  <a:lnTo>
                    <a:pt x="0" y="22597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2949474"/>
              <a:ext cx="7090630" cy="1724862"/>
            </a:xfrm>
            <a:custGeom>
              <a:avLst/>
              <a:pathLst>
                <a:path w="7090630" h="1724862">
                  <a:moveTo>
                    <a:pt x="0" y="1070640"/>
                  </a:moveTo>
                  <a:lnTo>
                    <a:pt x="71622" y="1089401"/>
                  </a:lnTo>
                  <a:lnTo>
                    <a:pt x="143245" y="1107932"/>
                  </a:lnTo>
                  <a:lnTo>
                    <a:pt x="214867" y="1126235"/>
                  </a:lnTo>
                  <a:lnTo>
                    <a:pt x="286490" y="1144314"/>
                  </a:lnTo>
                  <a:lnTo>
                    <a:pt x="358112" y="1162172"/>
                  </a:lnTo>
                  <a:lnTo>
                    <a:pt x="429735" y="1179810"/>
                  </a:lnTo>
                  <a:lnTo>
                    <a:pt x="501357" y="1197231"/>
                  </a:lnTo>
                  <a:lnTo>
                    <a:pt x="572980" y="1214439"/>
                  </a:lnTo>
                  <a:lnTo>
                    <a:pt x="644602" y="1231436"/>
                  </a:lnTo>
                  <a:lnTo>
                    <a:pt x="716225" y="1248224"/>
                  </a:lnTo>
                  <a:lnTo>
                    <a:pt x="787847" y="1264806"/>
                  </a:lnTo>
                  <a:lnTo>
                    <a:pt x="859470" y="1281185"/>
                  </a:lnTo>
                  <a:lnTo>
                    <a:pt x="931092" y="1297363"/>
                  </a:lnTo>
                  <a:lnTo>
                    <a:pt x="1002715" y="1313342"/>
                  </a:lnTo>
                  <a:lnTo>
                    <a:pt x="1074337" y="1329125"/>
                  </a:lnTo>
                  <a:lnTo>
                    <a:pt x="1145960" y="1344715"/>
                  </a:lnTo>
                  <a:lnTo>
                    <a:pt x="1217582" y="1360113"/>
                  </a:lnTo>
                  <a:lnTo>
                    <a:pt x="1289205" y="1375323"/>
                  </a:lnTo>
                  <a:lnTo>
                    <a:pt x="1360827" y="1390346"/>
                  </a:lnTo>
                  <a:lnTo>
                    <a:pt x="1432450" y="1405184"/>
                  </a:lnTo>
                  <a:lnTo>
                    <a:pt x="1504073" y="1419840"/>
                  </a:lnTo>
                  <a:lnTo>
                    <a:pt x="1575695" y="1434317"/>
                  </a:lnTo>
                  <a:lnTo>
                    <a:pt x="1647318" y="1448616"/>
                  </a:lnTo>
                  <a:lnTo>
                    <a:pt x="1718940" y="1462740"/>
                  </a:lnTo>
                  <a:lnTo>
                    <a:pt x="1790563" y="1476690"/>
                  </a:lnTo>
                  <a:lnTo>
                    <a:pt x="1862185" y="1490469"/>
                  </a:lnTo>
                  <a:lnTo>
                    <a:pt x="1933808" y="1504079"/>
                  </a:lnTo>
                  <a:lnTo>
                    <a:pt x="2005430" y="1517522"/>
                  </a:lnTo>
                  <a:lnTo>
                    <a:pt x="2077053" y="1530800"/>
                  </a:lnTo>
                  <a:lnTo>
                    <a:pt x="2148675" y="1543915"/>
                  </a:lnTo>
                  <a:lnTo>
                    <a:pt x="2220298" y="1556870"/>
                  </a:lnTo>
                  <a:lnTo>
                    <a:pt x="2291920" y="1569665"/>
                  </a:lnTo>
                  <a:lnTo>
                    <a:pt x="2363543" y="1582303"/>
                  </a:lnTo>
                  <a:lnTo>
                    <a:pt x="2435165" y="1594786"/>
                  </a:lnTo>
                  <a:lnTo>
                    <a:pt x="2506788" y="1607117"/>
                  </a:lnTo>
                  <a:lnTo>
                    <a:pt x="2578410" y="1619295"/>
                  </a:lnTo>
                  <a:lnTo>
                    <a:pt x="2650033" y="1631325"/>
                  </a:lnTo>
                  <a:lnTo>
                    <a:pt x="2721655" y="1643207"/>
                  </a:lnTo>
                  <a:lnTo>
                    <a:pt x="2793278" y="1654943"/>
                  </a:lnTo>
                  <a:lnTo>
                    <a:pt x="2864901" y="1666535"/>
                  </a:lnTo>
                  <a:lnTo>
                    <a:pt x="2936523" y="1677984"/>
                  </a:lnTo>
                  <a:lnTo>
                    <a:pt x="3008146" y="1689294"/>
                  </a:lnTo>
                  <a:lnTo>
                    <a:pt x="3079768" y="1700464"/>
                  </a:lnTo>
                  <a:lnTo>
                    <a:pt x="3151391" y="1711498"/>
                  </a:lnTo>
                  <a:lnTo>
                    <a:pt x="3223013" y="1722396"/>
                  </a:lnTo>
                  <a:lnTo>
                    <a:pt x="3294636" y="1724862"/>
                  </a:lnTo>
                  <a:lnTo>
                    <a:pt x="3366258" y="1706698"/>
                  </a:lnTo>
                  <a:lnTo>
                    <a:pt x="3437881" y="1688157"/>
                  </a:lnTo>
                  <a:lnTo>
                    <a:pt x="3509503" y="1669232"/>
                  </a:lnTo>
                  <a:lnTo>
                    <a:pt x="3581126" y="1649913"/>
                  </a:lnTo>
                  <a:lnTo>
                    <a:pt x="3652748" y="1630194"/>
                  </a:lnTo>
                  <a:lnTo>
                    <a:pt x="3724371" y="1610065"/>
                  </a:lnTo>
                  <a:lnTo>
                    <a:pt x="3795993" y="1589518"/>
                  </a:lnTo>
                  <a:lnTo>
                    <a:pt x="3867616" y="1568544"/>
                  </a:lnTo>
                  <a:lnTo>
                    <a:pt x="3939238" y="1547136"/>
                  </a:lnTo>
                  <a:lnTo>
                    <a:pt x="4010861" y="1525282"/>
                  </a:lnTo>
                  <a:lnTo>
                    <a:pt x="4082483" y="1502975"/>
                  </a:lnTo>
                  <a:lnTo>
                    <a:pt x="4154106" y="1480205"/>
                  </a:lnTo>
                  <a:lnTo>
                    <a:pt x="4225729" y="1456962"/>
                  </a:lnTo>
                  <a:lnTo>
                    <a:pt x="4297351" y="1433236"/>
                  </a:lnTo>
                  <a:lnTo>
                    <a:pt x="4368974" y="1409018"/>
                  </a:lnTo>
                  <a:lnTo>
                    <a:pt x="4440596" y="1384297"/>
                  </a:lnTo>
                  <a:lnTo>
                    <a:pt x="4512219" y="1359063"/>
                  </a:lnTo>
                  <a:lnTo>
                    <a:pt x="4583841" y="1333305"/>
                  </a:lnTo>
                  <a:lnTo>
                    <a:pt x="4655464" y="1307012"/>
                  </a:lnTo>
                  <a:lnTo>
                    <a:pt x="4727086" y="1280174"/>
                  </a:lnTo>
                  <a:lnTo>
                    <a:pt x="4798709" y="1252778"/>
                  </a:lnTo>
                  <a:lnTo>
                    <a:pt x="4870331" y="1224813"/>
                  </a:lnTo>
                  <a:lnTo>
                    <a:pt x="4941954" y="1196268"/>
                  </a:lnTo>
                  <a:lnTo>
                    <a:pt x="5013576" y="1167130"/>
                  </a:lnTo>
                  <a:lnTo>
                    <a:pt x="5085199" y="1137387"/>
                  </a:lnTo>
                  <a:lnTo>
                    <a:pt x="5156821" y="1107027"/>
                  </a:lnTo>
                  <a:lnTo>
                    <a:pt x="5228444" y="1076036"/>
                  </a:lnTo>
                  <a:lnTo>
                    <a:pt x="5300066" y="1044402"/>
                  </a:lnTo>
                  <a:lnTo>
                    <a:pt x="5371689" y="1012111"/>
                  </a:lnTo>
                  <a:lnTo>
                    <a:pt x="5443311" y="979150"/>
                  </a:lnTo>
                  <a:lnTo>
                    <a:pt x="5514934" y="945504"/>
                  </a:lnTo>
                  <a:lnTo>
                    <a:pt x="5586557" y="911160"/>
                  </a:lnTo>
                  <a:lnTo>
                    <a:pt x="5658179" y="876103"/>
                  </a:lnTo>
                  <a:lnTo>
                    <a:pt x="5729802" y="840318"/>
                  </a:lnTo>
                  <a:lnTo>
                    <a:pt x="5801424" y="803790"/>
                  </a:lnTo>
                  <a:lnTo>
                    <a:pt x="5873047" y="766504"/>
                  </a:lnTo>
                  <a:lnTo>
                    <a:pt x="5944669" y="728443"/>
                  </a:lnTo>
                  <a:lnTo>
                    <a:pt x="6016292" y="689593"/>
                  </a:lnTo>
                  <a:lnTo>
                    <a:pt x="6087914" y="649936"/>
                  </a:lnTo>
                  <a:lnTo>
                    <a:pt x="6159537" y="609455"/>
                  </a:lnTo>
                  <a:lnTo>
                    <a:pt x="6231159" y="568134"/>
                  </a:lnTo>
                  <a:lnTo>
                    <a:pt x="6302782" y="525955"/>
                  </a:lnTo>
                  <a:lnTo>
                    <a:pt x="6374404" y="482901"/>
                  </a:lnTo>
                  <a:lnTo>
                    <a:pt x="6446027" y="438952"/>
                  </a:lnTo>
                  <a:lnTo>
                    <a:pt x="6517649" y="394092"/>
                  </a:lnTo>
                  <a:lnTo>
                    <a:pt x="6589272" y="348299"/>
                  </a:lnTo>
                  <a:lnTo>
                    <a:pt x="6660894" y="301556"/>
                  </a:lnTo>
                  <a:lnTo>
                    <a:pt x="6732517" y="253843"/>
                  </a:lnTo>
                  <a:lnTo>
                    <a:pt x="6804139" y="205139"/>
                  </a:lnTo>
                  <a:lnTo>
                    <a:pt x="6875762" y="155424"/>
                  </a:lnTo>
                  <a:lnTo>
                    <a:pt x="6947385" y="104677"/>
                  </a:lnTo>
                  <a:lnTo>
                    <a:pt x="7019007" y="52876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2635"/>
              <a:ext cx="7090630" cy="526611"/>
            </a:xfrm>
            <a:custGeom>
              <a:avLst/>
              <a:pathLst>
                <a:path w="7090630" h="526611">
                  <a:moveTo>
                    <a:pt x="7090630" y="416123"/>
                  </a:moveTo>
                  <a:lnTo>
                    <a:pt x="7019007" y="410528"/>
                  </a:lnTo>
                  <a:lnTo>
                    <a:pt x="6947385" y="404863"/>
                  </a:lnTo>
                  <a:lnTo>
                    <a:pt x="6875762" y="399127"/>
                  </a:lnTo>
                  <a:lnTo>
                    <a:pt x="6804139" y="393321"/>
                  </a:lnTo>
                  <a:lnTo>
                    <a:pt x="6732517" y="387442"/>
                  </a:lnTo>
                  <a:lnTo>
                    <a:pt x="6660894" y="381491"/>
                  </a:lnTo>
                  <a:lnTo>
                    <a:pt x="6589272" y="375465"/>
                  </a:lnTo>
                  <a:lnTo>
                    <a:pt x="6517649" y="369365"/>
                  </a:lnTo>
                  <a:lnTo>
                    <a:pt x="6446027" y="363188"/>
                  </a:lnTo>
                  <a:lnTo>
                    <a:pt x="6374404" y="356935"/>
                  </a:lnTo>
                  <a:lnTo>
                    <a:pt x="6302782" y="350605"/>
                  </a:lnTo>
                  <a:lnTo>
                    <a:pt x="6231159" y="344196"/>
                  </a:lnTo>
                  <a:lnTo>
                    <a:pt x="6159537" y="337707"/>
                  </a:lnTo>
                  <a:lnTo>
                    <a:pt x="6087914" y="331137"/>
                  </a:lnTo>
                  <a:lnTo>
                    <a:pt x="6016292" y="324486"/>
                  </a:lnTo>
                  <a:lnTo>
                    <a:pt x="5944669" y="317753"/>
                  </a:lnTo>
                  <a:lnTo>
                    <a:pt x="5873047" y="310935"/>
                  </a:lnTo>
                  <a:lnTo>
                    <a:pt x="5801424" y="304033"/>
                  </a:lnTo>
                  <a:lnTo>
                    <a:pt x="5729802" y="297045"/>
                  </a:lnTo>
                  <a:lnTo>
                    <a:pt x="5658179" y="289971"/>
                  </a:lnTo>
                  <a:lnTo>
                    <a:pt x="5586557" y="282808"/>
                  </a:lnTo>
                  <a:lnTo>
                    <a:pt x="5514934" y="275557"/>
                  </a:lnTo>
                  <a:lnTo>
                    <a:pt x="5443311" y="268216"/>
                  </a:lnTo>
                  <a:lnTo>
                    <a:pt x="5371689" y="260783"/>
                  </a:lnTo>
                  <a:lnTo>
                    <a:pt x="5300066" y="253258"/>
                  </a:lnTo>
                  <a:lnTo>
                    <a:pt x="5228444" y="245639"/>
                  </a:lnTo>
                  <a:lnTo>
                    <a:pt x="5156821" y="237926"/>
                  </a:lnTo>
                  <a:lnTo>
                    <a:pt x="5085199" y="230117"/>
                  </a:lnTo>
                  <a:lnTo>
                    <a:pt x="5013576" y="222211"/>
                  </a:lnTo>
                  <a:lnTo>
                    <a:pt x="4941954" y="214207"/>
                  </a:lnTo>
                  <a:lnTo>
                    <a:pt x="4870331" y="206104"/>
                  </a:lnTo>
                  <a:lnTo>
                    <a:pt x="4798709" y="197900"/>
                  </a:lnTo>
                  <a:lnTo>
                    <a:pt x="4727086" y="189593"/>
                  </a:lnTo>
                  <a:lnTo>
                    <a:pt x="4655464" y="181184"/>
                  </a:lnTo>
                  <a:lnTo>
                    <a:pt x="4583841" y="172670"/>
                  </a:lnTo>
                  <a:lnTo>
                    <a:pt x="4512219" y="164051"/>
                  </a:lnTo>
                  <a:lnTo>
                    <a:pt x="4440596" y="155324"/>
                  </a:lnTo>
                  <a:lnTo>
                    <a:pt x="4368974" y="146489"/>
                  </a:lnTo>
                  <a:lnTo>
                    <a:pt x="4297351" y="137544"/>
                  </a:lnTo>
                  <a:lnTo>
                    <a:pt x="4225729" y="128489"/>
                  </a:lnTo>
                  <a:lnTo>
                    <a:pt x="4154106" y="119320"/>
                  </a:lnTo>
                  <a:lnTo>
                    <a:pt x="4082483" y="110038"/>
                  </a:lnTo>
                  <a:lnTo>
                    <a:pt x="4010861" y="100641"/>
                  </a:lnTo>
                  <a:lnTo>
                    <a:pt x="3939238" y="91126"/>
                  </a:lnTo>
                  <a:lnTo>
                    <a:pt x="3867616" y="81494"/>
                  </a:lnTo>
                  <a:lnTo>
                    <a:pt x="3795993" y="71742"/>
                  </a:lnTo>
                  <a:lnTo>
                    <a:pt x="3724371" y="61868"/>
                  </a:lnTo>
                  <a:lnTo>
                    <a:pt x="3652748" y="51873"/>
                  </a:lnTo>
                  <a:lnTo>
                    <a:pt x="3581126" y="41753"/>
                  </a:lnTo>
                  <a:lnTo>
                    <a:pt x="3509503" y="31507"/>
                  </a:lnTo>
                  <a:lnTo>
                    <a:pt x="3437881" y="21134"/>
                  </a:lnTo>
                  <a:lnTo>
                    <a:pt x="3366258" y="10632"/>
                  </a:lnTo>
                  <a:lnTo>
                    <a:pt x="3294636" y="0"/>
                  </a:lnTo>
                  <a:lnTo>
                    <a:pt x="3223013" y="9495"/>
                  </a:lnTo>
                  <a:lnTo>
                    <a:pt x="3151391" y="26927"/>
                  </a:lnTo>
                  <a:lnTo>
                    <a:pt x="3079768" y="44005"/>
                  </a:lnTo>
                  <a:lnTo>
                    <a:pt x="3008146" y="60735"/>
                  </a:lnTo>
                  <a:lnTo>
                    <a:pt x="2936523" y="77125"/>
                  </a:lnTo>
                  <a:lnTo>
                    <a:pt x="2864901" y="93182"/>
                  </a:lnTo>
                  <a:lnTo>
                    <a:pt x="2793278" y="108912"/>
                  </a:lnTo>
                  <a:lnTo>
                    <a:pt x="2721655" y="124322"/>
                  </a:lnTo>
                  <a:lnTo>
                    <a:pt x="2650033" y="139419"/>
                  </a:lnTo>
                  <a:lnTo>
                    <a:pt x="2578410" y="154208"/>
                  </a:lnTo>
                  <a:lnTo>
                    <a:pt x="2506788" y="168697"/>
                  </a:lnTo>
                  <a:lnTo>
                    <a:pt x="2435165" y="182891"/>
                  </a:lnTo>
                  <a:lnTo>
                    <a:pt x="2363543" y="196797"/>
                  </a:lnTo>
                  <a:lnTo>
                    <a:pt x="2291920" y="210419"/>
                  </a:lnTo>
                  <a:lnTo>
                    <a:pt x="2220298" y="223765"/>
                  </a:lnTo>
                  <a:lnTo>
                    <a:pt x="2148675" y="236839"/>
                  </a:lnTo>
                  <a:lnTo>
                    <a:pt x="2077053" y="249647"/>
                  </a:lnTo>
                  <a:lnTo>
                    <a:pt x="2005430" y="262195"/>
                  </a:lnTo>
                  <a:lnTo>
                    <a:pt x="1933808" y="274488"/>
                  </a:lnTo>
                  <a:lnTo>
                    <a:pt x="1862185" y="286530"/>
                  </a:lnTo>
                  <a:lnTo>
                    <a:pt x="1790563" y="298328"/>
                  </a:lnTo>
                  <a:lnTo>
                    <a:pt x="1718940" y="309885"/>
                  </a:lnTo>
                  <a:lnTo>
                    <a:pt x="1647318" y="321208"/>
                  </a:lnTo>
                  <a:lnTo>
                    <a:pt x="1575695" y="332300"/>
                  </a:lnTo>
                  <a:lnTo>
                    <a:pt x="1504073" y="343167"/>
                  </a:lnTo>
                  <a:lnTo>
                    <a:pt x="1432450" y="353812"/>
                  </a:lnTo>
                  <a:lnTo>
                    <a:pt x="1360827" y="364241"/>
                  </a:lnTo>
                  <a:lnTo>
                    <a:pt x="1289205" y="374458"/>
                  </a:lnTo>
                  <a:lnTo>
                    <a:pt x="1217582" y="384467"/>
                  </a:lnTo>
                  <a:lnTo>
                    <a:pt x="1145960" y="394273"/>
                  </a:lnTo>
                  <a:lnTo>
                    <a:pt x="1074337" y="403879"/>
                  </a:lnTo>
                  <a:lnTo>
                    <a:pt x="1002715" y="413290"/>
                  </a:lnTo>
                  <a:lnTo>
                    <a:pt x="931092" y="422509"/>
                  </a:lnTo>
                  <a:lnTo>
                    <a:pt x="859470" y="431541"/>
                  </a:lnTo>
                  <a:lnTo>
                    <a:pt x="787847" y="440389"/>
                  </a:lnTo>
                  <a:lnTo>
                    <a:pt x="716225" y="449057"/>
                  </a:lnTo>
                  <a:lnTo>
                    <a:pt x="644602" y="457549"/>
                  </a:lnTo>
                  <a:lnTo>
                    <a:pt x="572980" y="465868"/>
                  </a:lnTo>
                  <a:lnTo>
                    <a:pt x="501357" y="474018"/>
                  </a:lnTo>
                  <a:lnTo>
                    <a:pt x="429735" y="482003"/>
                  </a:lnTo>
                  <a:lnTo>
                    <a:pt x="358112" y="489824"/>
                  </a:lnTo>
                  <a:lnTo>
                    <a:pt x="286490" y="497487"/>
                  </a:lnTo>
                  <a:lnTo>
                    <a:pt x="214867" y="504994"/>
                  </a:lnTo>
                  <a:lnTo>
                    <a:pt x="143245" y="512348"/>
                  </a:lnTo>
                  <a:lnTo>
                    <a:pt x="71622" y="519553"/>
                  </a:lnTo>
                  <a:lnTo>
                    <a:pt x="0" y="52661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467058"/>
              <a:ext cx="7090630" cy="361155"/>
            </a:xfrm>
            <a:custGeom>
              <a:avLst/>
              <a:pathLst>
                <a:path w="7090630" h="361155">
                  <a:moveTo>
                    <a:pt x="0" y="361155"/>
                  </a:moveTo>
                  <a:lnTo>
                    <a:pt x="71622" y="358191"/>
                  </a:lnTo>
                  <a:lnTo>
                    <a:pt x="143245" y="355216"/>
                  </a:lnTo>
                  <a:lnTo>
                    <a:pt x="214867" y="352228"/>
                  </a:lnTo>
                  <a:lnTo>
                    <a:pt x="286490" y="349228"/>
                  </a:lnTo>
                  <a:lnTo>
                    <a:pt x="358112" y="346215"/>
                  </a:lnTo>
                  <a:lnTo>
                    <a:pt x="429735" y="343191"/>
                  </a:lnTo>
                  <a:lnTo>
                    <a:pt x="501357" y="340153"/>
                  </a:lnTo>
                  <a:lnTo>
                    <a:pt x="572980" y="337104"/>
                  </a:lnTo>
                  <a:lnTo>
                    <a:pt x="644602" y="334041"/>
                  </a:lnTo>
                  <a:lnTo>
                    <a:pt x="716225" y="330967"/>
                  </a:lnTo>
                  <a:lnTo>
                    <a:pt x="787847" y="327879"/>
                  </a:lnTo>
                  <a:lnTo>
                    <a:pt x="859470" y="324779"/>
                  </a:lnTo>
                  <a:lnTo>
                    <a:pt x="931092" y="321666"/>
                  </a:lnTo>
                  <a:lnTo>
                    <a:pt x="1002715" y="318540"/>
                  </a:lnTo>
                  <a:lnTo>
                    <a:pt x="1074337" y="315402"/>
                  </a:lnTo>
                  <a:lnTo>
                    <a:pt x="1145960" y="312250"/>
                  </a:lnTo>
                  <a:lnTo>
                    <a:pt x="1217582" y="309086"/>
                  </a:lnTo>
                  <a:lnTo>
                    <a:pt x="1289205" y="305908"/>
                  </a:lnTo>
                  <a:lnTo>
                    <a:pt x="1360827" y="302718"/>
                  </a:lnTo>
                  <a:lnTo>
                    <a:pt x="1432450" y="299514"/>
                  </a:lnTo>
                  <a:lnTo>
                    <a:pt x="1504073" y="296297"/>
                  </a:lnTo>
                  <a:lnTo>
                    <a:pt x="1575695" y="293068"/>
                  </a:lnTo>
                  <a:lnTo>
                    <a:pt x="1647318" y="289824"/>
                  </a:lnTo>
                  <a:lnTo>
                    <a:pt x="1718940" y="286568"/>
                  </a:lnTo>
                  <a:lnTo>
                    <a:pt x="1790563" y="283298"/>
                  </a:lnTo>
                  <a:lnTo>
                    <a:pt x="1862185" y="280014"/>
                  </a:lnTo>
                  <a:lnTo>
                    <a:pt x="1933808" y="276717"/>
                  </a:lnTo>
                  <a:lnTo>
                    <a:pt x="2005430" y="273407"/>
                  </a:lnTo>
                  <a:lnTo>
                    <a:pt x="2077053" y="270083"/>
                  </a:lnTo>
                  <a:lnTo>
                    <a:pt x="2148675" y="266745"/>
                  </a:lnTo>
                  <a:lnTo>
                    <a:pt x="2220298" y="263394"/>
                  </a:lnTo>
                  <a:lnTo>
                    <a:pt x="2291920" y="260028"/>
                  </a:lnTo>
                  <a:lnTo>
                    <a:pt x="2363543" y="256649"/>
                  </a:lnTo>
                  <a:lnTo>
                    <a:pt x="2435165" y="253256"/>
                  </a:lnTo>
                  <a:lnTo>
                    <a:pt x="2506788" y="249849"/>
                  </a:lnTo>
                  <a:lnTo>
                    <a:pt x="2578410" y="246429"/>
                  </a:lnTo>
                  <a:lnTo>
                    <a:pt x="2650033" y="242994"/>
                  </a:lnTo>
                  <a:lnTo>
                    <a:pt x="2721655" y="239545"/>
                  </a:lnTo>
                  <a:lnTo>
                    <a:pt x="2793278" y="236081"/>
                  </a:lnTo>
                  <a:lnTo>
                    <a:pt x="2864901" y="232604"/>
                  </a:lnTo>
                  <a:lnTo>
                    <a:pt x="2936523" y="229112"/>
                  </a:lnTo>
                  <a:lnTo>
                    <a:pt x="3008146" y="225606"/>
                  </a:lnTo>
                  <a:lnTo>
                    <a:pt x="3079768" y="222085"/>
                  </a:lnTo>
                  <a:lnTo>
                    <a:pt x="3151391" y="218550"/>
                  </a:lnTo>
                  <a:lnTo>
                    <a:pt x="3223013" y="215001"/>
                  </a:lnTo>
                  <a:lnTo>
                    <a:pt x="3294636" y="211437"/>
                  </a:lnTo>
                  <a:lnTo>
                    <a:pt x="3366258" y="207858"/>
                  </a:lnTo>
                  <a:lnTo>
                    <a:pt x="3437881" y="204264"/>
                  </a:lnTo>
                  <a:lnTo>
                    <a:pt x="3509503" y="200656"/>
                  </a:lnTo>
                  <a:lnTo>
                    <a:pt x="3581126" y="197033"/>
                  </a:lnTo>
                  <a:lnTo>
                    <a:pt x="3652748" y="193395"/>
                  </a:lnTo>
                  <a:lnTo>
                    <a:pt x="3724371" y="189742"/>
                  </a:lnTo>
                  <a:lnTo>
                    <a:pt x="3795993" y="186074"/>
                  </a:lnTo>
                  <a:lnTo>
                    <a:pt x="3867616" y="182391"/>
                  </a:lnTo>
                  <a:lnTo>
                    <a:pt x="3939238" y="178693"/>
                  </a:lnTo>
                  <a:lnTo>
                    <a:pt x="4010861" y="174980"/>
                  </a:lnTo>
                  <a:lnTo>
                    <a:pt x="4082483" y="171251"/>
                  </a:lnTo>
                  <a:lnTo>
                    <a:pt x="4154106" y="167507"/>
                  </a:lnTo>
                  <a:lnTo>
                    <a:pt x="4225729" y="163748"/>
                  </a:lnTo>
                  <a:lnTo>
                    <a:pt x="4297351" y="159973"/>
                  </a:lnTo>
                  <a:lnTo>
                    <a:pt x="4368974" y="156183"/>
                  </a:lnTo>
                  <a:lnTo>
                    <a:pt x="4440596" y="152377"/>
                  </a:lnTo>
                  <a:lnTo>
                    <a:pt x="4512219" y="148555"/>
                  </a:lnTo>
                  <a:lnTo>
                    <a:pt x="4583841" y="144718"/>
                  </a:lnTo>
                  <a:lnTo>
                    <a:pt x="4655464" y="140865"/>
                  </a:lnTo>
                  <a:lnTo>
                    <a:pt x="4727086" y="136996"/>
                  </a:lnTo>
                  <a:lnTo>
                    <a:pt x="4798709" y="133111"/>
                  </a:lnTo>
                  <a:lnTo>
                    <a:pt x="4870331" y="129211"/>
                  </a:lnTo>
                  <a:lnTo>
                    <a:pt x="4941954" y="125294"/>
                  </a:lnTo>
                  <a:lnTo>
                    <a:pt x="5013576" y="121361"/>
                  </a:lnTo>
                  <a:lnTo>
                    <a:pt x="5085199" y="117412"/>
                  </a:lnTo>
                  <a:lnTo>
                    <a:pt x="5156821" y="113447"/>
                  </a:lnTo>
                  <a:lnTo>
                    <a:pt x="5228444" y="109465"/>
                  </a:lnTo>
                  <a:lnTo>
                    <a:pt x="5300066" y="105467"/>
                  </a:lnTo>
                  <a:lnTo>
                    <a:pt x="5371689" y="101453"/>
                  </a:lnTo>
                  <a:lnTo>
                    <a:pt x="5443311" y="97422"/>
                  </a:lnTo>
                  <a:lnTo>
                    <a:pt x="5514934" y="93375"/>
                  </a:lnTo>
                  <a:lnTo>
                    <a:pt x="5586557" y="89311"/>
                  </a:lnTo>
                  <a:lnTo>
                    <a:pt x="5658179" y="85230"/>
                  </a:lnTo>
                  <a:lnTo>
                    <a:pt x="5729802" y="81132"/>
                  </a:lnTo>
                  <a:lnTo>
                    <a:pt x="5801424" y="77018"/>
                  </a:lnTo>
                  <a:lnTo>
                    <a:pt x="5873047" y="72887"/>
                  </a:lnTo>
                  <a:lnTo>
                    <a:pt x="5944669" y="68739"/>
                  </a:lnTo>
                  <a:lnTo>
                    <a:pt x="6016292" y="64573"/>
                  </a:lnTo>
                  <a:lnTo>
                    <a:pt x="6087914" y="60391"/>
                  </a:lnTo>
                  <a:lnTo>
                    <a:pt x="6159537" y="56191"/>
                  </a:lnTo>
                  <a:lnTo>
                    <a:pt x="6231159" y="51974"/>
                  </a:lnTo>
                  <a:lnTo>
                    <a:pt x="6302782" y="47740"/>
                  </a:lnTo>
                  <a:lnTo>
                    <a:pt x="6374404" y="43489"/>
                  </a:lnTo>
                  <a:lnTo>
                    <a:pt x="6446027" y="39220"/>
                  </a:lnTo>
                  <a:lnTo>
                    <a:pt x="6517649" y="34933"/>
                  </a:lnTo>
                  <a:lnTo>
                    <a:pt x="6589272" y="30629"/>
                  </a:lnTo>
                  <a:lnTo>
                    <a:pt x="6660894" y="26307"/>
                  </a:lnTo>
                  <a:lnTo>
                    <a:pt x="6732517" y="21967"/>
                  </a:lnTo>
                  <a:lnTo>
                    <a:pt x="6804139" y="17609"/>
                  </a:lnTo>
                  <a:lnTo>
                    <a:pt x="6875762" y="13234"/>
                  </a:lnTo>
                  <a:lnTo>
                    <a:pt x="6947385" y="8841"/>
                  </a:lnTo>
                  <a:lnTo>
                    <a:pt x="7019007" y="4429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4593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985867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148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70085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26151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2026-07-22T14:13:28Z</dcterms:modified>
  <cp:category/>
</cp:coreProperties>
</file>