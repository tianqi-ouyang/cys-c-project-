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498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40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532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8233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1145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0954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3865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6777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968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260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5580422"/>
              <a:ext cx="6949396" cy="0"/>
            </a:xfrm>
            <a:custGeom>
              <a:avLst/>
              <a:pathLst>
                <a:path w="6949396" h="0">
                  <a:moveTo>
                    <a:pt x="0" y="0"/>
                  </a:moveTo>
                  <a:lnTo>
                    <a:pt x="239634" y="0"/>
                  </a:lnTo>
                  <a:lnTo>
                    <a:pt x="239634" y="0"/>
                  </a:lnTo>
                  <a:lnTo>
                    <a:pt x="639024" y="0"/>
                  </a:lnTo>
                  <a:lnTo>
                    <a:pt x="639024" y="0"/>
                  </a:lnTo>
                  <a:lnTo>
                    <a:pt x="718903" y="0"/>
                  </a:lnTo>
                  <a:lnTo>
                    <a:pt x="718903" y="0"/>
                  </a:lnTo>
                  <a:lnTo>
                    <a:pt x="958537" y="0"/>
                  </a:lnTo>
                  <a:lnTo>
                    <a:pt x="958537" y="0"/>
                  </a:lnTo>
                  <a:lnTo>
                    <a:pt x="1118293" y="0"/>
                  </a:lnTo>
                  <a:lnTo>
                    <a:pt x="1118293" y="0"/>
                  </a:lnTo>
                  <a:lnTo>
                    <a:pt x="1517684" y="0"/>
                  </a:lnTo>
                  <a:lnTo>
                    <a:pt x="1517684" y="0"/>
                  </a:lnTo>
                  <a:lnTo>
                    <a:pt x="1757318" y="0"/>
                  </a:lnTo>
                  <a:lnTo>
                    <a:pt x="1757318" y="0"/>
                  </a:lnTo>
                  <a:lnTo>
                    <a:pt x="1996953" y="0"/>
                  </a:lnTo>
                  <a:lnTo>
                    <a:pt x="1996953" y="0"/>
                  </a:lnTo>
                  <a:lnTo>
                    <a:pt x="2076831" y="0"/>
                  </a:lnTo>
                  <a:lnTo>
                    <a:pt x="2076831" y="0"/>
                  </a:lnTo>
                  <a:lnTo>
                    <a:pt x="2156709" y="0"/>
                  </a:lnTo>
                  <a:lnTo>
                    <a:pt x="2156709" y="0"/>
                  </a:lnTo>
                  <a:lnTo>
                    <a:pt x="2476221" y="0"/>
                  </a:lnTo>
                  <a:lnTo>
                    <a:pt x="2476221" y="0"/>
                  </a:lnTo>
                  <a:lnTo>
                    <a:pt x="2556099" y="0"/>
                  </a:lnTo>
                  <a:lnTo>
                    <a:pt x="2556099" y="0"/>
                  </a:lnTo>
                  <a:lnTo>
                    <a:pt x="3035368" y="0"/>
                  </a:lnTo>
                  <a:lnTo>
                    <a:pt x="3035368" y="0"/>
                  </a:lnTo>
                  <a:lnTo>
                    <a:pt x="3674393" y="0"/>
                  </a:lnTo>
                  <a:lnTo>
                    <a:pt x="3674393" y="0"/>
                  </a:lnTo>
                  <a:lnTo>
                    <a:pt x="4153662" y="0"/>
                  </a:lnTo>
                  <a:lnTo>
                    <a:pt x="4153662" y="0"/>
                  </a:lnTo>
                  <a:lnTo>
                    <a:pt x="4792687" y="0"/>
                  </a:lnTo>
                  <a:lnTo>
                    <a:pt x="4792687" y="0"/>
                  </a:lnTo>
                  <a:lnTo>
                    <a:pt x="5910981" y="0"/>
                  </a:lnTo>
                  <a:lnTo>
                    <a:pt x="5910981" y="0"/>
                  </a:lnTo>
                  <a:lnTo>
                    <a:pt x="5990859" y="0"/>
                  </a:lnTo>
                  <a:lnTo>
                    <a:pt x="5990859" y="0"/>
                  </a:lnTo>
                  <a:lnTo>
                    <a:pt x="6230493" y="0"/>
                  </a:lnTo>
                  <a:lnTo>
                    <a:pt x="6230493" y="0"/>
                  </a:lnTo>
                  <a:lnTo>
                    <a:pt x="6390249" y="0"/>
                  </a:lnTo>
                  <a:lnTo>
                    <a:pt x="6390249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6948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986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2772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5684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859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1.35 (95% CI 0.41-4.47), p = 0.627   (Cox PH)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2026-07-07T08:52:26Z</dcterms:modified>
  <cp:category/>
</cp:coreProperties>
</file>