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29498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72409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415321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358233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2874" y="301145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7918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7613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7309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07004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500954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443865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2874" y="3867777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2874" y="329689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72874" y="272601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8070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07766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7461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07156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0344" y="5580422"/>
              <a:ext cx="6949396" cy="0"/>
            </a:xfrm>
            <a:custGeom>
              <a:avLst/>
              <a:pathLst>
                <a:path w="6949396" h="0">
                  <a:moveTo>
                    <a:pt x="0" y="0"/>
                  </a:moveTo>
                  <a:lnTo>
                    <a:pt x="239634" y="0"/>
                  </a:lnTo>
                  <a:lnTo>
                    <a:pt x="239634" y="0"/>
                  </a:lnTo>
                  <a:lnTo>
                    <a:pt x="639024" y="0"/>
                  </a:lnTo>
                  <a:lnTo>
                    <a:pt x="639024" y="0"/>
                  </a:lnTo>
                  <a:lnTo>
                    <a:pt x="718903" y="0"/>
                  </a:lnTo>
                  <a:lnTo>
                    <a:pt x="718903" y="0"/>
                  </a:lnTo>
                  <a:lnTo>
                    <a:pt x="958537" y="0"/>
                  </a:lnTo>
                  <a:lnTo>
                    <a:pt x="958537" y="0"/>
                  </a:lnTo>
                  <a:lnTo>
                    <a:pt x="1118293" y="0"/>
                  </a:lnTo>
                  <a:lnTo>
                    <a:pt x="1118293" y="0"/>
                  </a:lnTo>
                  <a:lnTo>
                    <a:pt x="1517684" y="0"/>
                  </a:lnTo>
                  <a:lnTo>
                    <a:pt x="1517684" y="0"/>
                  </a:lnTo>
                  <a:lnTo>
                    <a:pt x="1757318" y="0"/>
                  </a:lnTo>
                  <a:lnTo>
                    <a:pt x="1757318" y="0"/>
                  </a:lnTo>
                  <a:lnTo>
                    <a:pt x="1996953" y="0"/>
                  </a:lnTo>
                  <a:lnTo>
                    <a:pt x="1996953" y="0"/>
                  </a:lnTo>
                  <a:lnTo>
                    <a:pt x="2076831" y="0"/>
                  </a:lnTo>
                  <a:lnTo>
                    <a:pt x="2076831" y="0"/>
                  </a:lnTo>
                  <a:lnTo>
                    <a:pt x="2156709" y="0"/>
                  </a:lnTo>
                  <a:lnTo>
                    <a:pt x="2156709" y="0"/>
                  </a:lnTo>
                  <a:lnTo>
                    <a:pt x="2476221" y="0"/>
                  </a:lnTo>
                  <a:lnTo>
                    <a:pt x="2476221" y="0"/>
                  </a:lnTo>
                  <a:lnTo>
                    <a:pt x="2556099" y="0"/>
                  </a:lnTo>
                  <a:lnTo>
                    <a:pt x="2556099" y="0"/>
                  </a:lnTo>
                  <a:lnTo>
                    <a:pt x="3035368" y="0"/>
                  </a:lnTo>
                  <a:lnTo>
                    <a:pt x="3035368" y="0"/>
                  </a:lnTo>
                  <a:lnTo>
                    <a:pt x="3674393" y="0"/>
                  </a:lnTo>
                  <a:lnTo>
                    <a:pt x="3674393" y="0"/>
                  </a:lnTo>
                  <a:lnTo>
                    <a:pt x="4153662" y="0"/>
                  </a:lnTo>
                  <a:lnTo>
                    <a:pt x="4153662" y="0"/>
                  </a:lnTo>
                  <a:lnTo>
                    <a:pt x="4792687" y="0"/>
                  </a:lnTo>
                  <a:lnTo>
                    <a:pt x="4792687" y="0"/>
                  </a:lnTo>
                  <a:lnTo>
                    <a:pt x="5910981" y="0"/>
                  </a:lnTo>
                  <a:lnTo>
                    <a:pt x="5910981" y="0"/>
                  </a:lnTo>
                  <a:lnTo>
                    <a:pt x="5990859" y="0"/>
                  </a:lnTo>
                  <a:lnTo>
                    <a:pt x="5990859" y="0"/>
                  </a:lnTo>
                  <a:lnTo>
                    <a:pt x="6230493" y="0"/>
                  </a:lnTo>
                  <a:lnTo>
                    <a:pt x="6230493" y="0"/>
                  </a:lnTo>
                  <a:lnTo>
                    <a:pt x="6390249" y="0"/>
                  </a:lnTo>
                  <a:lnTo>
                    <a:pt x="6390249" y="0"/>
                  </a:lnTo>
                  <a:lnTo>
                    <a:pt x="6789640" y="0"/>
                  </a:lnTo>
                  <a:lnTo>
                    <a:pt x="6789640" y="0"/>
                  </a:lnTo>
                  <a:lnTo>
                    <a:pt x="6949396" y="0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320344" y="5580422"/>
              <a:ext cx="6949396" cy="0"/>
            </a:xfrm>
            <a:custGeom>
              <a:avLst/>
              <a:pathLst>
                <a:path w="6949396" h="0">
                  <a:moveTo>
                    <a:pt x="0" y="0"/>
                  </a:moveTo>
                  <a:lnTo>
                    <a:pt x="239634" y="0"/>
                  </a:lnTo>
                  <a:lnTo>
                    <a:pt x="239634" y="0"/>
                  </a:lnTo>
                  <a:lnTo>
                    <a:pt x="639024" y="0"/>
                  </a:lnTo>
                  <a:lnTo>
                    <a:pt x="639024" y="0"/>
                  </a:lnTo>
                  <a:lnTo>
                    <a:pt x="718903" y="0"/>
                  </a:lnTo>
                  <a:lnTo>
                    <a:pt x="718903" y="0"/>
                  </a:lnTo>
                  <a:lnTo>
                    <a:pt x="958537" y="0"/>
                  </a:lnTo>
                  <a:lnTo>
                    <a:pt x="958537" y="0"/>
                  </a:lnTo>
                  <a:lnTo>
                    <a:pt x="1118293" y="0"/>
                  </a:lnTo>
                  <a:lnTo>
                    <a:pt x="1118293" y="0"/>
                  </a:lnTo>
                  <a:lnTo>
                    <a:pt x="1517684" y="0"/>
                  </a:lnTo>
                  <a:lnTo>
                    <a:pt x="1517684" y="0"/>
                  </a:lnTo>
                  <a:lnTo>
                    <a:pt x="1757318" y="0"/>
                  </a:lnTo>
                  <a:lnTo>
                    <a:pt x="1757318" y="0"/>
                  </a:lnTo>
                  <a:lnTo>
                    <a:pt x="1996953" y="0"/>
                  </a:lnTo>
                  <a:lnTo>
                    <a:pt x="1996953" y="0"/>
                  </a:lnTo>
                  <a:lnTo>
                    <a:pt x="2076831" y="0"/>
                  </a:lnTo>
                  <a:lnTo>
                    <a:pt x="2076831" y="0"/>
                  </a:lnTo>
                  <a:lnTo>
                    <a:pt x="2156709" y="0"/>
                  </a:lnTo>
                  <a:lnTo>
                    <a:pt x="2156709" y="0"/>
                  </a:lnTo>
                  <a:lnTo>
                    <a:pt x="2476221" y="0"/>
                  </a:lnTo>
                  <a:lnTo>
                    <a:pt x="2476221" y="0"/>
                  </a:lnTo>
                  <a:lnTo>
                    <a:pt x="2556099" y="0"/>
                  </a:lnTo>
                  <a:lnTo>
                    <a:pt x="2556099" y="0"/>
                  </a:lnTo>
                  <a:lnTo>
                    <a:pt x="3035368" y="0"/>
                  </a:lnTo>
                  <a:lnTo>
                    <a:pt x="3035368" y="0"/>
                  </a:lnTo>
                  <a:lnTo>
                    <a:pt x="3674393" y="0"/>
                  </a:lnTo>
                  <a:lnTo>
                    <a:pt x="3674393" y="0"/>
                  </a:lnTo>
                  <a:lnTo>
                    <a:pt x="4153662" y="0"/>
                  </a:lnTo>
                  <a:lnTo>
                    <a:pt x="4153662" y="0"/>
                  </a:lnTo>
                  <a:lnTo>
                    <a:pt x="4792687" y="0"/>
                  </a:lnTo>
                  <a:lnTo>
                    <a:pt x="4792687" y="0"/>
                  </a:lnTo>
                  <a:lnTo>
                    <a:pt x="5910981" y="0"/>
                  </a:lnTo>
                  <a:lnTo>
                    <a:pt x="5910981" y="0"/>
                  </a:lnTo>
                  <a:lnTo>
                    <a:pt x="5990859" y="0"/>
                  </a:lnTo>
                  <a:lnTo>
                    <a:pt x="5990859" y="0"/>
                  </a:lnTo>
                  <a:lnTo>
                    <a:pt x="6230493" y="0"/>
                  </a:lnTo>
                  <a:lnTo>
                    <a:pt x="6230493" y="0"/>
                  </a:lnTo>
                  <a:lnTo>
                    <a:pt x="6390249" y="0"/>
                  </a:lnTo>
                  <a:lnTo>
                    <a:pt x="6390249" y="0"/>
                  </a:lnTo>
                  <a:lnTo>
                    <a:pt x="6789640" y="0"/>
                  </a:lnTo>
                  <a:lnTo>
                    <a:pt x="6789640" y="0"/>
                  </a:lnTo>
                  <a:lnTo>
                    <a:pt x="6949396" y="0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496948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39860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2772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0.03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25684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685963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04962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01548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01243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00939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-300468" y="4103109"/>
              <a:ext cx="175473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 (1 - S)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972874" y="1896563"/>
              <a:ext cx="433727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HR = 1.35 (95% CI 0.41-4.47), p = 0.627   (Cox PH)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972874" y="1669789"/>
              <a:ext cx="103363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2026-07-22T08:00:21Z</dcterms:modified>
  <cp:category/>
</cp:coreProperties>
</file>