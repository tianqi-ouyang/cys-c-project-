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1.35 (95% CI 0.41-4.47), p = 0.627   (Cox PH)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2026-05-26T09:08:44Z</dcterms:modified>
  <cp:category/>
</cp:coreProperties>
</file>