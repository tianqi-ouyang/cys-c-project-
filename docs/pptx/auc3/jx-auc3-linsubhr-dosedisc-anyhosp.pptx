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780001"/>
              <a:ext cx="7090630" cy="1296266"/>
            </a:xfrm>
            <a:custGeom>
              <a:avLst/>
              <a:pathLst>
                <a:path w="7090630" h="1296266">
                  <a:moveTo>
                    <a:pt x="0" y="635558"/>
                  </a:moveTo>
                  <a:lnTo>
                    <a:pt x="71622" y="642113"/>
                  </a:lnTo>
                  <a:lnTo>
                    <a:pt x="143245" y="648630"/>
                  </a:lnTo>
                  <a:lnTo>
                    <a:pt x="214867" y="655109"/>
                  </a:lnTo>
                  <a:lnTo>
                    <a:pt x="286490" y="661551"/>
                  </a:lnTo>
                  <a:lnTo>
                    <a:pt x="358112" y="667956"/>
                  </a:lnTo>
                  <a:lnTo>
                    <a:pt x="429735" y="674323"/>
                  </a:lnTo>
                  <a:lnTo>
                    <a:pt x="501357" y="680654"/>
                  </a:lnTo>
                  <a:lnTo>
                    <a:pt x="572980" y="686948"/>
                  </a:lnTo>
                  <a:lnTo>
                    <a:pt x="644602" y="693206"/>
                  </a:lnTo>
                  <a:lnTo>
                    <a:pt x="716225" y="699428"/>
                  </a:lnTo>
                  <a:lnTo>
                    <a:pt x="787847" y="705614"/>
                  </a:lnTo>
                  <a:lnTo>
                    <a:pt x="859470" y="711764"/>
                  </a:lnTo>
                  <a:lnTo>
                    <a:pt x="931092" y="717878"/>
                  </a:lnTo>
                  <a:lnTo>
                    <a:pt x="1002715" y="723957"/>
                  </a:lnTo>
                  <a:lnTo>
                    <a:pt x="1074337" y="730001"/>
                  </a:lnTo>
                  <a:lnTo>
                    <a:pt x="1145960" y="736010"/>
                  </a:lnTo>
                  <a:lnTo>
                    <a:pt x="1217582" y="741984"/>
                  </a:lnTo>
                  <a:lnTo>
                    <a:pt x="1289205" y="747923"/>
                  </a:lnTo>
                  <a:lnTo>
                    <a:pt x="1360827" y="753829"/>
                  </a:lnTo>
                  <a:lnTo>
                    <a:pt x="1432450" y="759700"/>
                  </a:lnTo>
                  <a:lnTo>
                    <a:pt x="1504073" y="765537"/>
                  </a:lnTo>
                  <a:lnTo>
                    <a:pt x="1575695" y="771340"/>
                  </a:lnTo>
                  <a:lnTo>
                    <a:pt x="1647318" y="777110"/>
                  </a:lnTo>
                  <a:lnTo>
                    <a:pt x="1718940" y="782847"/>
                  </a:lnTo>
                  <a:lnTo>
                    <a:pt x="1790563" y="788550"/>
                  </a:lnTo>
                  <a:lnTo>
                    <a:pt x="1862185" y="794220"/>
                  </a:lnTo>
                  <a:lnTo>
                    <a:pt x="1933808" y="799858"/>
                  </a:lnTo>
                  <a:lnTo>
                    <a:pt x="2005430" y="805463"/>
                  </a:lnTo>
                  <a:lnTo>
                    <a:pt x="2077053" y="811035"/>
                  </a:lnTo>
                  <a:lnTo>
                    <a:pt x="2148675" y="816576"/>
                  </a:lnTo>
                  <a:lnTo>
                    <a:pt x="2220298" y="822084"/>
                  </a:lnTo>
                  <a:lnTo>
                    <a:pt x="2291920" y="827561"/>
                  </a:lnTo>
                  <a:lnTo>
                    <a:pt x="2363543" y="833005"/>
                  </a:lnTo>
                  <a:lnTo>
                    <a:pt x="2435165" y="838419"/>
                  </a:lnTo>
                  <a:lnTo>
                    <a:pt x="2506788" y="843801"/>
                  </a:lnTo>
                  <a:lnTo>
                    <a:pt x="2578410" y="849151"/>
                  </a:lnTo>
                  <a:lnTo>
                    <a:pt x="2650033" y="854471"/>
                  </a:lnTo>
                  <a:lnTo>
                    <a:pt x="2721655" y="859761"/>
                  </a:lnTo>
                  <a:lnTo>
                    <a:pt x="2793278" y="865019"/>
                  </a:lnTo>
                  <a:lnTo>
                    <a:pt x="2864901" y="870247"/>
                  </a:lnTo>
                  <a:lnTo>
                    <a:pt x="2936523" y="875445"/>
                  </a:lnTo>
                  <a:lnTo>
                    <a:pt x="3008146" y="880613"/>
                  </a:lnTo>
                  <a:lnTo>
                    <a:pt x="3079768" y="885751"/>
                  </a:lnTo>
                  <a:lnTo>
                    <a:pt x="3151391" y="890860"/>
                  </a:lnTo>
                  <a:lnTo>
                    <a:pt x="3223013" y="895938"/>
                  </a:lnTo>
                  <a:lnTo>
                    <a:pt x="3294636" y="896163"/>
                  </a:lnTo>
                  <a:lnTo>
                    <a:pt x="3366258" y="884451"/>
                  </a:lnTo>
                  <a:lnTo>
                    <a:pt x="3437881" y="872581"/>
                  </a:lnTo>
                  <a:lnTo>
                    <a:pt x="3509503" y="860552"/>
                  </a:lnTo>
                  <a:lnTo>
                    <a:pt x="3581126" y="848362"/>
                  </a:lnTo>
                  <a:lnTo>
                    <a:pt x="3652748" y="836009"/>
                  </a:lnTo>
                  <a:lnTo>
                    <a:pt x="3724371" y="823489"/>
                  </a:lnTo>
                  <a:lnTo>
                    <a:pt x="3795993" y="810802"/>
                  </a:lnTo>
                  <a:lnTo>
                    <a:pt x="3867616" y="797944"/>
                  </a:lnTo>
                  <a:lnTo>
                    <a:pt x="3939238" y="784914"/>
                  </a:lnTo>
                  <a:lnTo>
                    <a:pt x="4010861" y="771709"/>
                  </a:lnTo>
                  <a:lnTo>
                    <a:pt x="4082483" y="758327"/>
                  </a:lnTo>
                  <a:lnTo>
                    <a:pt x="4154106" y="744765"/>
                  </a:lnTo>
                  <a:lnTo>
                    <a:pt x="4225729" y="731022"/>
                  </a:lnTo>
                  <a:lnTo>
                    <a:pt x="4297351" y="717094"/>
                  </a:lnTo>
                  <a:lnTo>
                    <a:pt x="4368974" y="702979"/>
                  </a:lnTo>
                  <a:lnTo>
                    <a:pt x="4440596" y="688675"/>
                  </a:lnTo>
                  <a:lnTo>
                    <a:pt x="4512219" y="674179"/>
                  </a:lnTo>
                  <a:lnTo>
                    <a:pt x="4583841" y="659489"/>
                  </a:lnTo>
                  <a:lnTo>
                    <a:pt x="4655464" y="644601"/>
                  </a:lnTo>
                  <a:lnTo>
                    <a:pt x="4727086" y="629514"/>
                  </a:lnTo>
                  <a:lnTo>
                    <a:pt x="4798709" y="614224"/>
                  </a:lnTo>
                  <a:lnTo>
                    <a:pt x="4870331" y="598729"/>
                  </a:lnTo>
                  <a:lnTo>
                    <a:pt x="4941954" y="583027"/>
                  </a:lnTo>
                  <a:lnTo>
                    <a:pt x="5013576" y="567113"/>
                  </a:lnTo>
                  <a:lnTo>
                    <a:pt x="5085199" y="550986"/>
                  </a:lnTo>
                  <a:lnTo>
                    <a:pt x="5156821" y="534643"/>
                  </a:lnTo>
                  <a:lnTo>
                    <a:pt x="5228444" y="518081"/>
                  </a:lnTo>
                  <a:lnTo>
                    <a:pt x="5300066" y="501296"/>
                  </a:lnTo>
                  <a:lnTo>
                    <a:pt x="5371689" y="484286"/>
                  </a:lnTo>
                  <a:lnTo>
                    <a:pt x="5443311" y="467048"/>
                  </a:lnTo>
                  <a:lnTo>
                    <a:pt x="5514934" y="449579"/>
                  </a:lnTo>
                  <a:lnTo>
                    <a:pt x="5586557" y="431875"/>
                  </a:lnTo>
                  <a:lnTo>
                    <a:pt x="5658179" y="413934"/>
                  </a:lnTo>
                  <a:lnTo>
                    <a:pt x="5729802" y="395752"/>
                  </a:lnTo>
                  <a:lnTo>
                    <a:pt x="5801424" y="377327"/>
                  </a:lnTo>
                  <a:lnTo>
                    <a:pt x="5873047" y="358654"/>
                  </a:lnTo>
                  <a:lnTo>
                    <a:pt x="5944669" y="339730"/>
                  </a:lnTo>
                  <a:lnTo>
                    <a:pt x="6016292" y="320553"/>
                  </a:lnTo>
                  <a:lnTo>
                    <a:pt x="6087914" y="301118"/>
                  </a:lnTo>
                  <a:lnTo>
                    <a:pt x="6159537" y="281423"/>
                  </a:lnTo>
                  <a:lnTo>
                    <a:pt x="6231159" y="261463"/>
                  </a:lnTo>
                  <a:lnTo>
                    <a:pt x="6302782" y="241236"/>
                  </a:lnTo>
                  <a:lnTo>
                    <a:pt x="6374404" y="220737"/>
                  </a:lnTo>
                  <a:lnTo>
                    <a:pt x="6446027" y="199963"/>
                  </a:lnTo>
                  <a:lnTo>
                    <a:pt x="6517649" y="178911"/>
                  </a:lnTo>
                  <a:lnTo>
                    <a:pt x="6589272" y="157576"/>
                  </a:lnTo>
                  <a:lnTo>
                    <a:pt x="6660894" y="135955"/>
                  </a:lnTo>
                  <a:lnTo>
                    <a:pt x="6732517" y="114044"/>
                  </a:lnTo>
                  <a:lnTo>
                    <a:pt x="6804139" y="91839"/>
                  </a:lnTo>
                  <a:lnTo>
                    <a:pt x="6875762" y="69336"/>
                  </a:lnTo>
                  <a:lnTo>
                    <a:pt x="6947385" y="46531"/>
                  </a:lnTo>
                  <a:lnTo>
                    <a:pt x="7019007" y="23420"/>
                  </a:lnTo>
                  <a:lnTo>
                    <a:pt x="7090630" y="0"/>
                  </a:lnTo>
                  <a:lnTo>
                    <a:pt x="7090630" y="1130722"/>
                  </a:lnTo>
                  <a:lnTo>
                    <a:pt x="7019007" y="1127008"/>
                  </a:lnTo>
                  <a:lnTo>
                    <a:pt x="6947385" y="1123273"/>
                  </a:lnTo>
                  <a:lnTo>
                    <a:pt x="6875762" y="1119517"/>
                  </a:lnTo>
                  <a:lnTo>
                    <a:pt x="6804139" y="1115738"/>
                  </a:lnTo>
                  <a:lnTo>
                    <a:pt x="6732517" y="1111938"/>
                  </a:lnTo>
                  <a:lnTo>
                    <a:pt x="6660894" y="1108115"/>
                  </a:lnTo>
                  <a:lnTo>
                    <a:pt x="6589272" y="1104271"/>
                  </a:lnTo>
                  <a:lnTo>
                    <a:pt x="6517649" y="1100403"/>
                  </a:lnTo>
                  <a:lnTo>
                    <a:pt x="6446027" y="1096514"/>
                  </a:lnTo>
                  <a:lnTo>
                    <a:pt x="6374404" y="1092601"/>
                  </a:lnTo>
                  <a:lnTo>
                    <a:pt x="6302782" y="1088666"/>
                  </a:lnTo>
                  <a:lnTo>
                    <a:pt x="6231159" y="1084709"/>
                  </a:lnTo>
                  <a:lnTo>
                    <a:pt x="6159537" y="1080728"/>
                  </a:lnTo>
                  <a:lnTo>
                    <a:pt x="6087914" y="1076724"/>
                  </a:lnTo>
                  <a:lnTo>
                    <a:pt x="6016292" y="1072696"/>
                  </a:lnTo>
                  <a:lnTo>
                    <a:pt x="5944669" y="1068645"/>
                  </a:lnTo>
                  <a:lnTo>
                    <a:pt x="5873047" y="1064571"/>
                  </a:lnTo>
                  <a:lnTo>
                    <a:pt x="5801424" y="1060473"/>
                  </a:lnTo>
                  <a:lnTo>
                    <a:pt x="5729802" y="1056351"/>
                  </a:lnTo>
                  <a:lnTo>
                    <a:pt x="5658179" y="1052205"/>
                  </a:lnTo>
                  <a:lnTo>
                    <a:pt x="5586557" y="1048035"/>
                  </a:lnTo>
                  <a:lnTo>
                    <a:pt x="5514934" y="1043841"/>
                  </a:lnTo>
                  <a:lnTo>
                    <a:pt x="5443311" y="1039623"/>
                  </a:lnTo>
                  <a:lnTo>
                    <a:pt x="5371689" y="1035379"/>
                  </a:lnTo>
                  <a:lnTo>
                    <a:pt x="5300066" y="1031112"/>
                  </a:lnTo>
                  <a:lnTo>
                    <a:pt x="5228444" y="1026819"/>
                  </a:lnTo>
                  <a:lnTo>
                    <a:pt x="5156821" y="1022501"/>
                  </a:lnTo>
                  <a:lnTo>
                    <a:pt x="5085199" y="1018159"/>
                  </a:lnTo>
                  <a:lnTo>
                    <a:pt x="5013576" y="1013791"/>
                  </a:lnTo>
                  <a:lnTo>
                    <a:pt x="4941954" y="1009397"/>
                  </a:lnTo>
                  <a:lnTo>
                    <a:pt x="4870331" y="1004978"/>
                  </a:lnTo>
                  <a:lnTo>
                    <a:pt x="4798709" y="1000534"/>
                  </a:lnTo>
                  <a:lnTo>
                    <a:pt x="4727086" y="996063"/>
                  </a:lnTo>
                  <a:lnTo>
                    <a:pt x="4655464" y="991567"/>
                  </a:lnTo>
                  <a:lnTo>
                    <a:pt x="4583841" y="987044"/>
                  </a:lnTo>
                  <a:lnTo>
                    <a:pt x="4512219" y="982495"/>
                  </a:lnTo>
                  <a:lnTo>
                    <a:pt x="4440596" y="977920"/>
                  </a:lnTo>
                  <a:lnTo>
                    <a:pt x="4368974" y="973318"/>
                  </a:lnTo>
                  <a:lnTo>
                    <a:pt x="4297351" y="968689"/>
                  </a:lnTo>
                  <a:lnTo>
                    <a:pt x="4225729" y="964034"/>
                  </a:lnTo>
                  <a:lnTo>
                    <a:pt x="4154106" y="959351"/>
                  </a:lnTo>
                  <a:lnTo>
                    <a:pt x="4082483" y="954641"/>
                  </a:lnTo>
                  <a:lnTo>
                    <a:pt x="4010861" y="949904"/>
                  </a:lnTo>
                  <a:lnTo>
                    <a:pt x="3939238" y="945139"/>
                  </a:lnTo>
                  <a:lnTo>
                    <a:pt x="3867616" y="940346"/>
                  </a:lnTo>
                  <a:lnTo>
                    <a:pt x="3795993" y="935525"/>
                  </a:lnTo>
                  <a:lnTo>
                    <a:pt x="3724371" y="930677"/>
                  </a:lnTo>
                  <a:lnTo>
                    <a:pt x="3652748" y="925800"/>
                  </a:lnTo>
                  <a:lnTo>
                    <a:pt x="3581126" y="920895"/>
                  </a:lnTo>
                  <a:lnTo>
                    <a:pt x="3509503" y="915961"/>
                  </a:lnTo>
                  <a:lnTo>
                    <a:pt x="3437881" y="910999"/>
                  </a:lnTo>
                  <a:lnTo>
                    <a:pt x="3366258" y="906008"/>
                  </a:lnTo>
                  <a:lnTo>
                    <a:pt x="3294636" y="900988"/>
                  </a:lnTo>
                  <a:lnTo>
                    <a:pt x="3223013" y="907721"/>
                  </a:lnTo>
                  <a:lnTo>
                    <a:pt x="3151391" y="919125"/>
                  </a:lnTo>
                  <a:lnTo>
                    <a:pt x="3079768" y="930378"/>
                  </a:lnTo>
                  <a:lnTo>
                    <a:pt x="3008146" y="941483"/>
                  </a:lnTo>
                  <a:lnTo>
                    <a:pt x="2936523" y="952440"/>
                  </a:lnTo>
                  <a:lnTo>
                    <a:pt x="2864901" y="963253"/>
                  </a:lnTo>
                  <a:lnTo>
                    <a:pt x="2793278" y="973922"/>
                  </a:lnTo>
                  <a:lnTo>
                    <a:pt x="2721655" y="984450"/>
                  </a:lnTo>
                  <a:lnTo>
                    <a:pt x="2650033" y="994838"/>
                  </a:lnTo>
                  <a:lnTo>
                    <a:pt x="2578410" y="1005090"/>
                  </a:lnTo>
                  <a:lnTo>
                    <a:pt x="2506788" y="1015205"/>
                  </a:lnTo>
                  <a:lnTo>
                    <a:pt x="2435165" y="1025186"/>
                  </a:lnTo>
                  <a:lnTo>
                    <a:pt x="2363543" y="1035036"/>
                  </a:lnTo>
                  <a:lnTo>
                    <a:pt x="2291920" y="1044755"/>
                  </a:lnTo>
                  <a:lnTo>
                    <a:pt x="2220298" y="1054345"/>
                  </a:lnTo>
                  <a:lnTo>
                    <a:pt x="2148675" y="1063808"/>
                  </a:lnTo>
                  <a:lnTo>
                    <a:pt x="2077053" y="1073147"/>
                  </a:lnTo>
                  <a:lnTo>
                    <a:pt x="2005430" y="1082361"/>
                  </a:lnTo>
                  <a:lnTo>
                    <a:pt x="1933808" y="1091454"/>
                  </a:lnTo>
                  <a:lnTo>
                    <a:pt x="1862185" y="1100426"/>
                  </a:lnTo>
                  <a:lnTo>
                    <a:pt x="1790563" y="1109279"/>
                  </a:lnTo>
                  <a:lnTo>
                    <a:pt x="1718940" y="1118015"/>
                  </a:lnTo>
                  <a:lnTo>
                    <a:pt x="1647318" y="1126636"/>
                  </a:lnTo>
                  <a:lnTo>
                    <a:pt x="1575695" y="1135142"/>
                  </a:lnTo>
                  <a:lnTo>
                    <a:pt x="1504073" y="1143536"/>
                  </a:lnTo>
                  <a:lnTo>
                    <a:pt x="1432450" y="1151818"/>
                  </a:lnTo>
                  <a:lnTo>
                    <a:pt x="1360827" y="1159991"/>
                  </a:lnTo>
                  <a:lnTo>
                    <a:pt x="1289205" y="1168056"/>
                  </a:lnTo>
                  <a:lnTo>
                    <a:pt x="1217582" y="1176014"/>
                  </a:lnTo>
                  <a:lnTo>
                    <a:pt x="1145960" y="1183867"/>
                  </a:lnTo>
                  <a:lnTo>
                    <a:pt x="1074337" y="1191616"/>
                  </a:lnTo>
                  <a:lnTo>
                    <a:pt x="1002715" y="1199262"/>
                  </a:lnTo>
                  <a:lnTo>
                    <a:pt x="931092" y="1206807"/>
                  </a:lnTo>
                  <a:lnTo>
                    <a:pt x="859470" y="1214252"/>
                  </a:lnTo>
                  <a:lnTo>
                    <a:pt x="787847" y="1221598"/>
                  </a:lnTo>
                  <a:lnTo>
                    <a:pt x="716225" y="1228848"/>
                  </a:lnTo>
                  <a:lnTo>
                    <a:pt x="644602" y="1236001"/>
                  </a:lnTo>
                  <a:lnTo>
                    <a:pt x="572980" y="1243059"/>
                  </a:lnTo>
                  <a:lnTo>
                    <a:pt x="501357" y="1250025"/>
                  </a:lnTo>
                  <a:lnTo>
                    <a:pt x="429735" y="1256897"/>
                  </a:lnTo>
                  <a:lnTo>
                    <a:pt x="358112" y="1263679"/>
                  </a:lnTo>
                  <a:lnTo>
                    <a:pt x="286490" y="1270372"/>
                  </a:lnTo>
                  <a:lnTo>
                    <a:pt x="214867" y="1276975"/>
                  </a:lnTo>
                  <a:lnTo>
                    <a:pt x="143245" y="1283491"/>
                  </a:lnTo>
                  <a:lnTo>
                    <a:pt x="71622" y="1289921"/>
                  </a:lnTo>
                  <a:lnTo>
                    <a:pt x="0" y="129626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780001"/>
              <a:ext cx="7090630" cy="896163"/>
            </a:xfrm>
            <a:custGeom>
              <a:avLst/>
              <a:pathLst>
                <a:path w="7090630" h="896163">
                  <a:moveTo>
                    <a:pt x="0" y="635558"/>
                  </a:moveTo>
                  <a:lnTo>
                    <a:pt x="71622" y="642113"/>
                  </a:lnTo>
                  <a:lnTo>
                    <a:pt x="143245" y="648630"/>
                  </a:lnTo>
                  <a:lnTo>
                    <a:pt x="214867" y="655109"/>
                  </a:lnTo>
                  <a:lnTo>
                    <a:pt x="286490" y="661551"/>
                  </a:lnTo>
                  <a:lnTo>
                    <a:pt x="358112" y="667956"/>
                  </a:lnTo>
                  <a:lnTo>
                    <a:pt x="429735" y="674323"/>
                  </a:lnTo>
                  <a:lnTo>
                    <a:pt x="501357" y="680654"/>
                  </a:lnTo>
                  <a:lnTo>
                    <a:pt x="572980" y="686948"/>
                  </a:lnTo>
                  <a:lnTo>
                    <a:pt x="644602" y="693206"/>
                  </a:lnTo>
                  <a:lnTo>
                    <a:pt x="716225" y="699428"/>
                  </a:lnTo>
                  <a:lnTo>
                    <a:pt x="787847" y="705614"/>
                  </a:lnTo>
                  <a:lnTo>
                    <a:pt x="859470" y="711764"/>
                  </a:lnTo>
                  <a:lnTo>
                    <a:pt x="931092" y="717878"/>
                  </a:lnTo>
                  <a:lnTo>
                    <a:pt x="1002715" y="723957"/>
                  </a:lnTo>
                  <a:lnTo>
                    <a:pt x="1074337" y="730001"/>
                  </a:lnTo>
                  <a:lnTo>
                    <a:pt x="1145960" y="736010"/>
                  </a:lnTo>
                  <a:lnTo>
                    <a:pt x="1217582" y="741984"/>
                  </a:lnTo>
                  <a:lnTo>
                    <a:pt x="1289205" y="747923"/>
                  </a:lnTo>
                  <a:lnTo>
                    <a:pt x="1360827" y="753829"/>
                  </a:lnTo>
                  <a:lnTo>
                    <a:pt x="1432450" y="759700"/>
                  </a:lnTo>
                  <a:lnTo>
                    <a:pt x="1504073" y="765537"/>
                  </a:lnTo>
                  <a:lnTo>
                    <a:pt x="1575695" y="771340"/>
                  </a:lnTo>
                  <a:lnTo>
                    <a:pt x="1647318" y="777110"/>
                  </a:lnTo>
                  <a:lnTo>
                    <a:pt x="1718940" y="782847"/>
                  </a:lnTo>
                  <a:lnTo>
                    <a:pt x="1790563" y="788550"/>
                  </a:lnTo>
                  <a:lnTo>
                    <a:pt x="1862185" y="794220"/>
                  </a:lnTo>
                  <a:lnTo>
                    <a:pt x="1933808" y="799858"/>
                  </a:lnTo>
                  <a:lnTo>
                    <a:pt x="2005430" y="805463"/>
                  </a:lnTo>
                  <a:lnTo>
                    <a:pt x="2077053" y="811035"/>
                  </a:lnTo>
                  <a:lnTo>
                    <a:pt x="2148675" y="816576"/>
                  </a:lnTo>
                  <a:lnTo>
                    <a:pt x="2220298" y="822084"/>
                  </a:lnTo>
                  <a:lnTo>
                    <a:pt x="2291920" y="827561"/>
                  </a:lnTo>
                  <a:lnTo>
                    <a:pt x="2363543" y="833005"/>
                  </a:lnTo>
                  <a:lnTo>
                    <a:pt x="2435165" y="838419"/>
                  </a:lnTo>
                  <a:lnTo>
                    <a:pt x="2506788" y="843801"/>
                  </a:lnTo>
                  <a:lnTo>
                    <a:pt x="2578410" y="849151"/>
                  </a:lnTo>
                  <a:lnTo>
                    <a:pt x="2650033" y="854471"/>
                  </a:lnTo>
                  <a:lnTo>
                    <a:pt x="2721655" y="859761"/>
                  </a:lnTo>
                  <a:lnTo>
                    <a:pt x="2793278" y="865019"/>
                  </a:lnTo>
                  <a:lnTo>
                    <a:pt x="2864901" y="870247"/>
                  </a:lnTo>
                  <a:lnTo>
                    <a:pt x="2936523" y="875445"/>
                  </a:lnTo>
                  <a:lnTo>
                    <a:pt x="3008146" y="880613"/>
                  </a:lnTo>
                  <a:lnTo>
                    <a:pt x="3079768" y="885751"/>
                  </a:lnTo>
                  <a:lnTo>
                    <a:pt x="3151391" y="890860"/>
                  </a:lnTo>
                  <a:lnTo>
                    <a:pt x="3223013" y="895938"/>
                  </a:lnTo>
                  <a:lnTo>
                    <a:pt x="3294636" y="896163"/>
                  </a:lnTo>
                  <a:lnTo>
                    <a:pt x="3366258" y="884451"/>
                  </a:lnTo>
                  <a:lnTo>
                    <a:pt x="3437881" y="872581"/>
                  </a:lnTo>
                  <a:lnTo>
                    <a:pt x="3509503" y="860552"/>
                  </a:lnTo>
                  <a:lnTo>
                    <a:pt x="3581126" y="848362"/>
                  </a:lnTo>
                  <a:lnTo>
                    <a:pt x="3652748" y="836009"/>
                  </a:lnTo>
                  <a:lnTo>
                    <a:pt x="3724371" y="823489"/>
                  </a:lnTo>
                  <a:lnTo>
                    <a:pt x="3795993" y="810802"/>
                  </a:lnTo>
                  <a:lnTo>
                    <a:pt x="3867616" y="797944"/>
                  </a:lnTo>
                  <a:lnTo>
                    <a:pt x="3939238" y="784914"/>
                  </a:lnTo>
                  <a:lnTo>
                    <a:pt x="4010861" y="771709"/>
                  </a:lnTo>
                  <a:lnTo>
                    <a:pt x="4082483" y="758327"/>
                  </a:lnTo>
                  <a:lnTo>
                    <a:pt x="4154106" y="744765"/>
                  </a:lnTo>
                  <a:lnTo>
                    <a:pt x="4225729" y="731022"/>
                  </a:lnTo>
                  <a:lnTo>
                    <a:pt x="4297351" y="717094"/>
                  </a:lnTo>
                  <a:lnTo>
                    <a:pt x="4368974" y="702979"/>
                  </a:lnTo>
                  <a:lnTo>
                    <a:pt x="4440596" y="688675"/>
                  </a:lnTo>
                  <a:lnTo>
                    <a:pt x="4512219" y="674179"/>
                  </a:lnTo>
                  <a:lnTo>
                    <a:pt x="4583841" y="659489"/>
                  </a:lnTo>
                  <a:lnTo>
                    <a:pt x="4655464" y="644601"/>
                  </a:lnTo>
                  <a:lnTo>
                    <a:pt x="4727086" y="629514"/>
                  </a:lnTo>
                  <a:lnTo>
                    <a:pt x="4798709" y="614224"/>
                  </a:lnTo>
                  <a:lnTo>
                    <a:pt x="4870331" y="598729"/>
                  </a:lnTo>
                  <a:lnTo>
                    <a:pt x="4941954" y="583027"/>
                  </a:lnTo>
                  <a:lnTo>
                    <a:pt x="5013576" y="567113"/>
                  </a:lnTo>
                  <a:lnTo>
                    <a:pt x="5085199" y="550986"/>
                  </a:lnTo>
                  <a:lnTo>
                    <a:pt x="5156821" y="534643"/>
                  </a:lnTo>
                  <a:lnTo>
                    <a:pt x="5228444" y="518081"/>
                  </a:lnTo>
                  <a:lnTo>
                    <a:pt x="5300066" y="501296"/>
                  </a:lnTo>
                  <a:lnTo>
                    <a:pt x="5371689" y="484286"/>
                  </a:lnTo>
                  <a:lnTo>
                    <a:pt x="5443311" y="467048"/>
                  </a:lnTo>
                  <a:lnTo>
                    <a:pt x="5514934" y="449579"/>
                  </a:lnTo>
                  <a:lnTo>
                    <a:pt x="5586557" y="431875"/>
                  </a:lnTo>
                  <a:lnTo>
                    <a:pt x="5658179" y="413934"/>
                  </a:lnTo>
                  <a:lnTo>
                    <a:pt x="5729802" y="395752"/>
                  </a:lnTo>
                  <a:lnTo>
                    <a:pt x="5801424" y="377327"/>
                  </a:lnTo>
                  <a:lnTo>
                    <a:pt x="5873047" y="358654"/>
                  </a:lnTo>
                  <a:lnTo>
                    <a:pt x="5944669" y="339730"/>
                  </a:lnTo>
                  <a:lnTo>
                    <a:pt x="6016292" y="320553"/>
                  </a:lnTo>
                  <a:lnTo>
                    <a:pt x="6087914" y="301118"/>
                  </a:lnTo>
                  <a:lnTo>
                    <a:pt x="6159537" y="281423"/>
                  </a:lnTo>
                  <a:lnTo>
                    <a:pt x="6231159" y="261463"/>
                  </a:lnTo>
                  <a:lnTo>
                    <a:pt x="6302782" y="241236"/>
                  </a:lnTo>
                  <a:lnTo>
                    <a:pt x="6374404" y="220737"/>
                  </a:lnTo>
                  <a:lnTo>
                    <a:pt x="6446027" y="199963"/>
                  </a:lnTo>
                  <a:lnTo>
                    <a:pt x="6517649" y="178911"/>
                  </a:lnTo>
                  <a:lnTo>
                    <a:pt x="6589272" y="157576"/>
                  </a:lnTo>
                  <a:lnTo>
                    <a:pt x="6660894" y="135955"/>
                  </a:lnTo>
                  <a:lnTo>
                    <a:pt x="6732517" y="114044"/>
                  </a:lnTo>
                  <a:lnTo>
                    <a:pt x="6804139" y="91839"/>
                  </a:lnTo>
                  <a:lnTo>
                    <a:pt x="6875762" y="69336"/>
                  </a:lnTo>
                  <a:lnTo>
                    <a:pt x="6947385" y="46531"/>
                  </a:lnTo>
                  <a:lnTo>
                    <a:pt x="7019007" y="2342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0990"/>
              <a:ext cx="7090630" cy="395278"/>
            </a:xfrm>
            <a:custGeom>
              <a:avLst/>
              <a:pathLst>
                <a:path w="7090630" h="395278">
                  <a:moveTo>
                    <a:pt x="7090630" y="229733"/>
                  </a:moveTo>
                  <a:lnTo>
                    <a:pt x="7019007" y="226020"/>
                  </a:lnTo>
                  <a:lnTo>
                    <a:pt x="6947385" y="222285"/>
                  </a:lnTo>
                  <a:lnTo>
                    <a:pt x="6875762" y="218529"/>
                  </a:lnTo>
                  <a:lnTo>
                    <a:pt x="6804139" y="214750"/>
                  </a:lnTo>
                  <a:lnTo>
                    <a:pt x="6732517" y="210950"/>
                  </a:lnTo>
                  <a:lnTo>
                    <a:pt x="6660894" y="207127"/>
                  </a:lnTo>
                  <a:lnTo>
                    <a:pt x="6589272" y="203282"/>
                  </a:lnTo>
                  <a:lnTo>
                    <a:pt x="6517649" y="199415"/>
                  </a:lnTo>
                  <a:lnTo>
                    <a:pt x="6446027" y="195525"/>
                  </a:lnTo>
                  <a:lnTo>
                    <a:pt x="6374404" y="191613"/>
                  </a:lnTo>
                  <a:lnTo>
                    <a:pt x="6302782" y="187678"/>
                  </a:lnTo>
                  <a:lnTo>
                    <a:pt x="6231159" y="183720"/>
                  </a:lnTo>
                  <a:lnTo>
                    <a:pt x="6159537" y="179739"/>
                  </a:lnTo>
                  <a:lnTo>
                    <a:pt x="6087914" y="175735"/>
                  </a:lnTo>
                  <a:lnTo>
                    <a:pt x="6016292" y="171708"/>
                  </a:lnTo>
                  <a:lnTo>
                    <a:pt x="5944669" y="167657"/>
                  </a:lnTo>
                  <a:lnTo>
                    <a:pt x="5873047" y="163583"/>
                  </a:lnTo>
                  <a:lnTo>
                    <a:pt x="5801424" y="159485"/>
                  </a:lnTo>
                  <a:lnTo>
                    <a:pt x="5729802" y="155363"/>
                  </a:lnTo>
                  <a:lnTo>
                    <a:pt x="5658179" y="151217"/>
                  </a:lnTo>
                  <a:lnTo>
                    <a:pt x="5586557" y="147047"/>
                  </a:lnTo>
                  <a:lnTo>
                    <a:pt x="5514934" y="142853"/>
                  </a:lnTo>
                  <a:lnTo>
                    <a:pt x="5443311" y="138634"/>
                  </a:lnTo>
                  <a:lnTo>
                    <a:pt x="5371689" y="134391"/>
                  </a:lnTo>
                  <a:lnTo>
                    <a:pt x="5300066" y="130123"/>
                  </a:lnTo>
                  <a:lnTo>
                    <a:pt x="5228444" y="125831"/>
                  </a:lnTo>
                  <a:lnTo>
                    <a:pt x="5156821" y="121513"/>
                  </a:lnTo>
                  <a:lnTo>
                    <a:pt x="5085199" y="117170"/>
                  </a:lnTo>
                  <a:lnTo>
                    <a:pt x="5013576" y="112803"/>
                  </a:lnTo>
                  <a:lnTo>
                    <a:pt x="4941954" y="108409"/>
                  </a:lnTo>
                  <a:lnTo>
                    <a:pt x="4870331" y="103990"/>
                  </a:lnTo>
                  <a:lnTo>
                    <a:pt x="4798709" y="99546"/>
                  </a:lnTo>
                  <a:lnTo>
                    <a:pt x="4727086" y="95075"/>
                  </a:lnTo>
                  <a:lnTo>
                    <a:pt x="4655464" y="90579"/>
                  </a:lnTo>
                  <a:lnTo>
                    <a:pt x="4583841" y="86056"/>
                  </a:lnTo>
                  <a:lnTo>
                    <a:pt x="4512219" y="81507"/>
                  </a:lnTo>
                  <a:lnTo>
                    <a:pt x="4440596" y="76932"/>
                  </a:lnTo>
                  <a:lnTo>
                    <a:pt x="4368974" y="72330"/>
                  </a:lnTo>
                  <a:lnTo>
                    <a:pt x="4297351" y="67701"/>
                  </a:lnTo>
                  <a:lnTo>
                    <a:pt x="4225729" y="63045"/>
                  </a:lnTo>
                  <a:lnTo>
                    <a:pt x="4154106" y="58363"/>
                  </a:lnTo>
                  <a:lnTo>
                    <a:pt x="4082483" y="53653"/>
                  </a:lnTo>
                  <a:lnTo>
                    <a:pt x="4010861" y="48915"/>
                  </a:lnTo>
                  <a:lnTo>
                    <a:pt x="3939238" y="44150"/>
                  </a:lnTo>
                  <a:lnTo>
                    <a:pt x="3867616" y="39358"/>
                  </a:lnTo>
                  <a:lnTo>
                    <a:pt x="3795993" y="34537"/>
                  </a:lnTo>
                  <a:lnTo>
                    <a:pt x="3724371" y="29689"/>
                  </a:lnTo>
                  <a:lnTo>
                    <a:pt x="3652748" y="24812"/>
                  </a:lnTo>
                  <a:lnTo>
                    <a:pt x="3581126" y="19907"/>
                  </a:lnTo>
                  <a:lnTo>
                    <a:pt x="3509503" y="14973"/>
                  </a:lnTo>
                  <a:lnTo>
                    <a:pt x="3437881" y="10011"/>
                  </a:lnTo>
                  <a:lnTo>
                    <a:pt x="3366258" y="5020"/>
                  </a:lnTo>
                  <a:lnTo>
                    <a:pt x="3294636" y="0"/>
                  </a:lnTo>
                  <a:lnTo>
                    <a:pt x="3223013" y="6732"/>
                  </a:lnTo>
                  <a:lnTo>
                    <a:pt x="3151391" y="18137"/>
                  </a:lnTo>
                  <a:lnTo>
                    <a:pt x="3079768" y="29390"/>
                  </a:lnTo>
                  <a:lnTo>
                    <a:pt x="3008146" y="40495"/>
                  </a:lnTo>
                  <a:lnTo>
                    <a:pt x="2936523" y="51452"/>
                  </a:lnTo>
                  <a:lnTo>
                    <a:pt x="2864901" y="62264"/>
                  </a:lnTo>
                  <a:lnTo>
                    <a:pt x="2793278" y="72934"/>
                  </a:lnTo>
                  <a:lnTo>
                    <a:pt x="2721655" y="83462"/>
                  </a:lnTo>
                  <a:lnTo>
                    <a:pt x="2650033" y="93850"/>
                  </a:lnTo>
                  <a:lnTo>
                    <a:pt x="2578410" y="104101"/>
                  </a:lnTo>
                  <a:lnTo>
                    <a:pt x="2506788" y="114217"/>
                  </a:lnTo>
                  <a:lnTo>
                    <a:pt x="2435165" y="124198"/>
                  </a:lnTo>
                  <a:lnTo>
                    <a:pt x="2363543" y="134048"/>
                  </a:lnTo>
                  <a:lnTo>
                    <a:pt x="2291920" y="143767"/>
                  </a:lnTo>
                  <a:lnTo>
                    <a:pt x="2220298" y="153357"/>
                  </a:lnTo>
                  <a:lnTo>
                    <a:pt x="2148675" y="162820"/>
                  </a:lnTo>
                  <a:lnTo>
                    <a:pt x="2077053" y="172158"/>
                  </a:lnTo>
                  <a:lnTo>
                    <a:pt x="2005430" y="181373"/>
                  </a:lnTo>
                  <a:lnTo>
                    <a:pt x="1933808" y="190465"/>
                  </a:lnTo>
                  <a:lnTo>
                    <a:pt x="1862185" y="199437"/>
                  </a:lnTo>
                  <a:lnTo>
                    <a:pt x="1790563" y="208291"/>
                  </a:lnTo>
                  <a:lnTo>
                    <a:pt x="1718940" y="217027"/>
                  </a:lnTo>
                  <a:lnTo>
                    <a:pt x="1647318" y="225647"/>
                  </a:lnTo>
                  <a:lnTo>
                    <a:pt x="1575695" y="234154"/>
                  </a:lnTo>
                  <a:lnTo>
                    <a:pt x="1504073" y="242547"/>
                  </a:lnTo>
                  <a:lnTo>
                    <a:pt x="1432450" y="250830"/>
                  </a:lnTo>
                  <a:lnTo>
                    <a:pt x="1360827" y="259003"/>
                  </a:lnTo>
                  <a:lnTo>
                    <a:pt x="1289205" y="267068"/>
                  </a:lnTo>
                  <a:lnTo>
                    <a:pt x="1217582" y="275026"/>
                  </a:lnTo>
                  <a:lnTo>
                    <a:pt x="1145960" y="282879"/>
                  </a:lnTo>
                  <a:lnTo>
                    <a:pt x="1074337" y="290627"/>
                  </a:lnTo>
                  <a:lnTo>
                    <a:pt x="1002715" y="298274"/>
                  </a:lnTo>
                  <a:lnTo>
                    <a:pt x="931092" y="305818"/>
                  </a:lnTo>
                  <a:lnTo>
                    <a:pt x="859470" y="313264"/>
                  </a:lnTo>
                  <a:lnTo>
                    <a:pt x="787847" y="320610"/>
                  </a:lnTo>
                  <a:lnTo>
                    <a:pt x="716225" y="327859"/>
                  </a:lnTo>
                  <a:lnTo>
                    <a:pt x="644602" y="335013"/>
                  </a:lnTo>
                  <a:lnTo>
                    <a:pt x="572980" y="342071"/>
                  </a:lnTo>
                  <a:lnTo>
                    <a:pt x="501357" y="349036"/>
                  </a:lnTo>
                  <a:lnTo>
                    <a:pt x="429735" y="355909"/>
                  </a:lnTo>
                  <a:lnTo>
                    <a:pt x="358112" y="362691"/>
                  </a:lnTo>
                  <a:lnTo>
                    <a:pt x="286490" y="369383"/>
                  </a:lnTo>
                  <a:lnTo>
                    <a:pt x="214867" y="375987"/>
                  </a:lnTo>
                  <a:lnTo>
                    <a:pt x="143245" y="382503"/>
                  </a:lnTo>
                  <a:lnTo>
                    <a:pt x="71622" y="388933"/>
                  </a:lnTo>
                  <a:lnTo>
                    <a:pt x="0" y="3952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86377"/>
              <a:ext cx="7090630" cy="330610"/>
            </a:xfrm>
            <a:custGeom>
              <a:avLst/>
              <a:pathLst>
                <a:path w="7090630" h="330610">
                  <a:moveTo>
                    <a:pt x="0" y="330610"/>
                  </a:moveTo>
                  <a:lnTo>
                    <a:pt x="71622" y="327849"/>
                  </a:lnTo>
                  <a:lnTo>
                    <a:pt x="143245" y="325077"/>
                  </a:lnTo>
                  <a:lnTo>
                    <a:pt x="214867" y="322295"/>
                  </a:lnTo>
                  <a:lnTo>
                    <a:pt x="286490" y="319503"/>
                  </a:lnTo>
                  <a:lnTo>
                    <a:pt x="358112" y="316700"/>
                  </a:lnTo>
                  <a:lnTo>
                    <a:pt x="429735" y="313887"/>
                  </a:lnTo>
                  <a:lnTo>
                    <a:pt x="501357" y="311062"/>
                  </a:lnTo>
                  <a:lnTo>
                    <a:pt x="572980" y="308228"/>
                  </a:lnTo>
                  <a:lnTo>
                    <a:pt x="644602" y="305382"/>
                  </a:lnTo>
                  <a:lnTo>
                    <a:pt x="716225" y="302526"/>
                  </a:lnTo>
                  <a:lnTo>
                    <a:pt x="787847" y="299659"/>
                  </a:lnTo>
                  <a:lnTo>
                    <a:pt x="859470" y="296781"/>
                  </a:lnTo>
                  <a:lnTo>
                    <a:pt x="931092" y="293893"/>
                  </a:lnTo>
                  <a:lnTo>
                    <a:pt x="1002715" y="290993"/>
                  </a:lnTo>
                  <a:lnTo>
                    <a:pt x="1074337" y="288083"/>
                  </a:lnTo>
                  <a:lnTo>
                    <a:pt x="1145960" y="285161"/>
                  </a:lnTo>
                  <a:lnTo>
                    <a:pt x="1217582" y="282229"/>
                  </a:lnTo>
                  <a:lnTo>
                    <a:pt x="1289205" y="279285"/>
                  </a:lnTo>
                  <a:lnTo>
                    <a:pt x="1360827" y="276331"/>
                  </a:lnTo>
                  <a:lnTo>
                    <a:pt x="1432450" y="273365"/>
                  </a:lnTo>
                  <a:lnTo>
                    <a:pt x="1504073" y="270388"/>
                  </a:lnTo>
                  <a:lnTo>
                    <a:pt x="1575695" y="267400"/>
                  </a:lnTo>
                  <a:lnTo>
                    <a:pt x="1647318" y="264400"/>
                  </a:lnTo>
                  <a:lnTo>
                    <a:pt x="1718940" y="261389"/>
                  </a:lnTo>
                  <a:lnTo>
                    <a:pt x="1790563" y="258367"/>
                  </a:lnTo>
                  <a:lnTo>
                    <a:pt x="1862185" y="255334"/>
                  </a:lnTo>
                  <a:lnTo>
                    <a:pt x="1933808" y="252289"/>
                  </a:lnTo>
                  <a:lnTo>
                    <a:pt x="2005430" y="249233"/>
                  </a:lnTo>
                  <a:lnTo>
                    <a:pt x="2077053" y="246165"/>
                  </a:lnTo>
                  <a:lnTo>
                    <a:pt x="2148675" y="243085"/>
                  </a:lnTo>
                  <a:lnTo>
                    <a:pt x="2220298" y="239994"/>
                  </a:lnTo>
                  <a:lnTo>
                    <a:pt x="2291920" y="236891"/>
                  </a:lnTo>
                  <a:lnTo>
                    <a:pt x="2363543" y="233777"/>
                  </a:lnTo>
                  <a:lnTo>
                    <a:pt x="2435165" y="230651"/>
                  </a:lnTo>
                  <a:lnTo>
                    <a:pt x="2506788" y="227513"/>
                  </a:lnTo>
                  <a:lnTo>
                    <a:pt x="2578410" y="224363"/>
                  </a:lnTo>
                  <a:lnTo>
                    <a:pt x="2650033" y="221201"/>
                  </a:lnTo>
                  <a:lnTo>
                    <a:pt x="2721655" y="218027"/>
                  </a:lnTo>
                  <a:lnTo>
                    <a:pt x="2793278" y="214842"/>
                  </a:lnTo>
                  <a:lnTo>
                    <a:pt x="2864901" y="211644"/>
                  </a:lnTo>
                  <a:lnTo>
                    <a:pt x="2936523" y="208434"/>
                  </a:lnTo>
                  <a:lnTo>
                    <a:pt x="3008146" y="205213"/>
                  </a:lnTo>
                  <a:lnTo>
                    <a:pt x="3079768" y="201979"/>
                  </a:lnTo>
                  <a:lnTo>
                    <a:pt x="3151391" y="198733"/>
                  </a:lnTo>
                  <a:lnTo>
                    <a:pt x="3223013" y="195474"/>
                  </a:lnTo>
                  <a:lnTo>
                    <a:pt x="3294636" y="192204"/>
                  </a:lnTo>
                  <a:lnTo>
                    <a:pt x="3366258" y="188921"/>
                  </a:lnTo>
                  <a:lnTo>
                    <a:pt x="3437881" y="185625"/>
                  </a:lnTo>
                  <a:lnTo>
                    <a:pt x="3509503" y="182317"/>
                  </a:lnTo>
                  <a:lnTo>
                    <a:pt x="3581126" y="178997"/>
                  </a:lnTo>
                  <a:lnTo>
                    <a:pt x="3652748" y="175664"/>
                  </a:lnTo>
                  <a:lnTo>
                    <a:pt x="3724371" y="172319"/>
                  </a:lnTo>
                  <a:lnTo>
                    <a:pt x="3795993" y="168961"/>
                  </a:lnTo>
                  <a:lnTo>
                    <a:pt x="3867616" y="165591"/>
                  </a:lnTo>
                  <a:lnTo>
                    <a:pt x="3939238" y="162207"/>
                  </a:lnTo>
                  <a:lnTo>
                    <a:pt x="4010861" y="158811"/>
                  </a:lnTo>
                  <a:lnTo>
                    <a:pt x="4082483" y="155402"/>
                  </a:lnTo>
                  <a:lnTo>
                    <a:pt x="4154106" y="151980"/>
                  </a:lnTo>
                  <a:lnTo>
                    <a:pt x="4225729" y="148546"/>
                  </a:lnTo>
                  <a:lnTo>
                    <a:pt x="4297351" y="145098"/>
                  </a:lnTo>
                  <a:lnTo>
                    <a:pt x="4368974" y="141638"/>
                  </a:lnTo>
                  <a:lnTo>
                    <a:pt x="4440596" y="138164"/>
                  </a:lnTo>
                  <a:lnTo>
                    <a:pt x="4512219" y="134677"/>
                  </a:lnTo>
                  <a:lnTo>
                    <a:pt x="4583841" y="131177"/>
                  </a:lnTo>
                  <a:lnTo>
                    <a:pt x="4655464" y="127664"/>
                  </a:lnTo>
                  <a:lnTo>
                    <a:pt x="4727086" y="124138"/>
                  </a:lnTo>
                  <a:lnTo>
                    <a:pt x="4798709" y="120598"/>
                  </a:lnTo>
                  <a:lnTo>
                    <a:pt x="4870331" y="117045"/>
                  </a:lnTo>
                  <a:lnTo>
                    <a:pt x="4941954" y="113479"/>
                  </a:lnTo>
                  <a:lnTo>
                    <a:pt x="5013576" y="109899"/>
                  </a:lnTo>
                  <a:lnTo>
                    <a:pt x="5085199" y="106306"/>
                  </a:lnTo>
                  <a:lnTo>
                    <a:pt x="5156821" y="102699"/>
                  </a:lnTo>
                  <a:lnTo>
                    <a:pt x="5228444" y="99078"/>
                  </a:lnTo>
                  <a:lnTo>
                    <a:pt x="5300066" y="95444"/>
                  </a:lnTo>
                  <a:lnTo>
                    <a:pt x="5371689" y="91796"/>
                  </a:lnTo>
                  <a:lnTo>
                    <a:pt x="5443311" y="88135"/>
                  </a:lnTo>
                  <a:lnTo>
                    <a:pt x="5514934" y="84459"/>
                  </a:lnTo>
                  <a:lnTo>
                    <a:pt x="5586557" y="80770"/>
                  </a:lnTo>
                  <a:lnTo>
                    <a:pt x="5658179" y="77067"/>
                  </a:lnTo>
                  <a:lnTo>
                    <a:pt x="5729802" y="73350"/>
                  </a:lnTo>
                  <a:lnTo>
                    <a:pt x="5801424" y="69618"/>
                  </a:lnTo>
                  <a:lnTo>
                    <a:pt x="5873047" y="65873"/>
                  </a:lnTo>
                  <a:lnTo>
                    <a:pt x="5944669" y="62114"/>
                  </a:lnTo>
                  <a:lnTo>
                    <a:pt x="6016292" y="58340"/>
                  </a:lnTo>
                  <a:lnTo>
                    <a:pt x="6087914" y="54553"/>
                  </a:lnTo>
                  <a:lnTo>
                    <a:pt x="6159537" y="50751"/>
                  </a:lnTo>
                  <a:lnTo>
                    <a:pt x="6231159" y="46934"/>
                  </a:lnTo>
                  <a:lnTo>
                    <a:pt x="6302782" y="43103"/>
                  </a:lnTo>
                  <a:lnTo>
                    <a:pt x="6374404" y="39258"/>
                  </a:lnTo>
                  <a:lnTo>
                    <a:pt x="6446027" y="35398"/>
                  </a:lnTo>
                  <a:lnTo>
                    <a:pt x="6517649" y="31524"/>
                  </a:lnTo>
                  <a:lnTo>
                    <a:pt x="6589272" y="27635"/>
                  </a:lnTo>
                  <a:lnTo>
                    <a:pt x="6660894" y="23732"/>
                  </a:lnTo>
                  <a:lnTo>
                    <a:pt x="6732517" y="19814"/>
                  </a:lnTo>
                  <a:lnTo>
                    <a:pt x="6804139" y="15881"/>
                  </a:lnTo>
                  <a:lnTo>
                    <a:pt x="6875762" y="11933"/>
                  </a:lnTo>
                  <a:lnTo>
                    <a:pt x="6947385" y="7970"/>
                  </a:lnTo>
                  <a:lnTo>
                    <a:pt x="7019007" y="399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2026-07-04T10:36:36Z</dcterms:modified>
  <cp:category/>
</cp:coreProperties>
</file>