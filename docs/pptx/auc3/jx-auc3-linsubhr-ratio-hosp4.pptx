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480712"/>
            </a:xfrm>
            <a:custGeom>
              <a:avLst/>
              <a:pathLst>
                <a:path w="7392041" h="3480712">
                  <a:moveTo>
                    <a:pt x="2254356" y="0"/>
                  </a:moveTo>
                  <a:lnTo>
                    <a:pt x="2293965" y="188769"/>
                  </a:lnTo>
                  <a:lnTo>
                    <a:pt x="2371209" y="519903"/>
                  </a:lnTo>
                  <a:lnTo>
                    <a:pt x="2448452" y="817759"/>
                  </a:lnTo>
                  <a:lnTo>
                    <a:pt x="2525696" y="1085681"/>
                  </a:lnTo>
                  <a:lnTo>
                    <a:pt x="2602939" y="1326678"/>
                  </a:lnTo>
                  <a:lnTo>
                    <a:pt x="2680183" y="1543456"/>
                  </a:lnTo>
                  <a:lnTo>
                    <a:pt x="2757426" y="1738448"/>
                  </a:lnTo>
                  <a:lnTo>
                    <a:pt x="2834670" y="1913844"/>
                  </a:lnTo>
                  <a:lnTo>
                    <a:pt x="2911914" y="2071614"/>
                  </a:lnTo>
                  <a:lnTo>
                    <a:pt x="2989157" y="2213528"/>
                  </a:lnTo>
                  <a:lnTo>
                    <a:pt x="3066401" y="2341181"/>
                  </a:lnTo>
                  <a:lnTo>
                    <a:pt x="3143644" y="2456004"/>
                  </a:lnTo>
                  <a:lnTo>
                    <a:pt x="3220888" y="2559289"/>
                  </a:lnTo>
                  <a:lnTo>
                    <a:pt x="3298131" y="2652194"/>
                  </a:lnTo>
                  <a:lnTo>
                    <a:pt x="3375375" y="2661893"/>
                  </a:lnTo>
                  <a:lnTo>
                    <a:pt x="3452619" y="2669616"/>
                  </a:lnTo>
                  <a:lnTo>
                    <a:pt x="3529862" y="2677266"/>
                  </a:lnTo>
                  <a:lnTo>
                    <a:pt x="3607106" y="2684845"/>
                  </a:lnTo>
                  <a:lnTo>
                    <a:pt x="3684349" y="2692352"/>
                  </a:lnTo>
                  <a:lnTo>
                    <a:pt x="3761593" y="2699789"/>
                  </a:lnTo>
                  <a:lnTo>
                    <a:pt x="3838836" y="2707155"/>
                  </a:lnTo>
                  <a:lnTo>
                    <a:pt x="3916080" y="2714453"/>
                  </a:lnTo>
                  <a:lnTo>
                    <a:pt x="3993324" y="2721682"/>
                  </a:lnTo>
                  <a:lnTo>
                    <a:pt x="4070567" y="2728843"/>
                  </a:lnTo>
                  <a:lnTo>
                    <a:pt x="4147811" y="2735937"/>
                  </a:lnTo>
                  <a:lnTo>
                    <a:pt x="4225054" y="2742964"/>
                  </a:lnTo>
                  <a:lnTo>
                    <a:pt x="4302298" y="2749925"/>
                  </a:lnTo>
                  <a:lnTo>
                    <a:pt x="4379541" y="2756821"/>
                  </a:lnTo>
                  <a:lnTo>
                    <a:pt x="4456785" y="2763651"/>
                  </a:lnTo>
                  <a:lnTo>
                    <a:pt x="4534029" y="2770418"/>
                  </a:lnTo>
                  <a:lnTo>
                    <a:pt x="4611272" y="2777121"/>
                  </a:lnTo>
                  <a:lnTo>
                    <a:pt x="4688516" y="2783761"/>
                  </a:lnTo>
                  <a:lnTo>
                    <a:pt x="4765759" y="2790339"/>
                  </a:lnTo>
                  <a:lnTo>
                    <a:pt x="4843003" y="2796855"/>
                  </a:lnTo>
                  <a:lnTo>
                    <a:pt x="4920246" y="2803310"/>
                  </a:lnTo>
                  <a:lnTo>
                    <a:pt x="4997490" y="2809704"/>
                  </a:lnTo>
                  <a:lnTo>
                    <a:pt x="5074734" y="2816037"/>
                  </a:lnTo>
                  <a:lnTo>
                    <a:pt x="5151977" y="2822312"/>
                  </a:lnTo>
                  <a:lnTo>
                    <a:pt x="5229221" y="2828527"/>
                  </a:lnTo>
                  <a:lnTo>
                    <a:pt x="5306464" y="2834684"/>
                  </a:lnTo>
                  <a:lnTo>
                    <a:pt x="5383708" y="2840784"/>
                  </a:lnTo>
                  <a:lnTo>
                    <a:pt x="5460951" y="2846825"/>
                  </a:lnTo>
                  <a:lnTo>
                    <a:pt x="5538195" y="2852810"/>
                  </a:lnTo>
                  <a:lnTo>
                    <a:pt x="5615439" y="2858739"/>
                  </a:lnTo>
                  <a:lnTo>
                    <a:pt x="5692682" y="2864612"/>
                  </a:lnTo>
                  <a:lnTo>
                    <a:pt x="5769926" y="2870430"/>
                  </a:lnTo>
                  <a:lnTo>
                    <a:pt x="5847169" y="2876194"/>
                  </a:lnTo>
                  <a:lnTo>
                    <a:pt x="5924413" y="2881903"/>
                  </a:lnTo>
                  <a:lnTo>
                    <a:pt x="6001656" y="2887558"/>
                  </a:lnTo>
                  <a:lnTo>
                    <a:pt x="6078900" y="2893161"/>
                  </a:lnTo>
                  <a:lnTo>
                    <a:pt x="6156144" y="2898710"/>
                  </a:lnTo>
                  <a:lnTo>
                    <a:pt x="6233387" y="2904208"/>
                  </a:lnTo>
                  <a:lnTo>
                    <a:pt x="6310631" y="2909654"/>
                  </a:lnTo>
                  <a:lnTo>
                    <a:pt x="6387874" y="2915048"/>
                  </a:lnTo>
                  <a:lnTo>
                    <a:pt x="6465118" y="2920392"/>
                  </a:lnTo>
                  <a:lnTo>
                    <a:pt x="6542361" y="2925686"/>
                  </a:lnTo>
                  <a:lnTo>
                    <a:pt x="6619605" y="2930930"/>
                  </a:lnTo>
                  <a:lnTo>
                    <a:pt x="6696849" y="2936125"/>
                  </a:lnTo>
                  <a:lnTo>
                    <a:pt x="6774092" y="2941271"/>
                  </a:lnTo>
                  <a:lnTo>
                    <a:pt x="6851336" y="2946369"/>
                  </a:lnTo>
                  <a:lnTo>
                    <a:pt x="6928579" y="2951418"/>
                  </a:lnTo>
                  <a:lnTo>
                    <a:pt x="7005823" y="2956421"/>
                  </a:lnTo>
                  <a:lnTo>
                    <a:pt x="7083066" y="2961376"/>
                  </a:lnTo>
                  <a:lnTo>
                    <a:pt x="7160310" y="2966284"/>
                  </a:lnTo>
                  <a:lnTo>
                    <a:pt x="7237554" y="2971147"/>
                  </a:lnTo>
                  <a:lnTo>
                    <a:pt x="7314797" y="2975964"/>
                  </a:lnTo>
                  <a:lnTo>
                    <a:pt x="7392041" y="2980735"/>
                  </a:lnTo>
                  <a:lnTo>
                    <a:pt x="7392041" y="3480712"/>
                  </a:lnTo>
                  <a:lnTo>
                    <a:pt x="7314797" y="3480373"/>
                  </a:lnTo>
                  <a:lnTo>
                    <a:pt x="7237554" y="3479996"/>
                  </a:lnTo>
                  <a:lnTo>
                    <a:pt x="7160310" y="3479577"/>
                  </a:lnTo>
                  <a:lnTo>
                    <a:pt x="7083066" y="3479112"/>
                  </a:lnTo>
                  <a:lnTo>
                    <a:pt x="7005823" y="3478594"/>
                  </a:lnTo>
                  <a:lnTo>
                    <a:pt x="6928579" y="3478018"/>
                  </a:lnTo>
                  <a:lnTo>
                    <a:pt x="6851336" y="3477378"/>
                  </a:lnTo>
                  <a:lnTo>
                    <a:pt x="6774092" y="3476667"/>
                  </a:lnTo>
                  <a:lnTo>
                    <a:pt x="6696849" y="3475876"/>
                  </a:lnTo>
                  <a:lnTo>
                    <a:pt x="6619605" y="3474996"/>
                  </a:lnTo>
                  <a:lnTo>
                    <a:pt x="6542361" y="3474019"/>
                  </a:lnTo>
                  <a:lnTo>
                    <a:pt x="6465118" y="3472932"/>
                  </a:lnTo>
                  <a:lnTo>
                    <a:pt x="6387874" y="3471724"/>
                  </a:lnTo>
                  <a:lnTo>
                    <a:pt x="6310631" y="3470380"/>
                  </a:lnTo>
                  <a:lnTo>
                    <a:pt x="6233387" y="3468887"/>
                  </a:lnTo>
                  <a:lnTo>
                    <a:pt x="6156144" y="3467227"/>
                  </a:lnTo>
                  <a:lnTo>
                    <a:pt x="6078900" y="3465381"/>
                  </a:lnTo>
                  <a:lnTo>
                    <a:pt x="6001656" y="3463329"/>
                  </a:lnTo>
                  <a:lnTo>
                    <a:pt x="5924413" y="3461048"/>
                  </a:lnTo>
                  <a:lnTo>
                    <a:pt x="5847169" y="3458512"/>
                  </a:lnTo>
                  <a:lnTo>
                    <a:pt x="5769926" y="3455693"/>
                  </a:lnTo>
                  <a:lnTo>
                    <a:pt x="5692682" y="3452559"/>
                  </a:lnTo>
                  <a:lnTo>
                    <a:pt x="5615439" y="3449075"/>
                  </a:lnTo>
                  <a:lnTo>
                    <a:pt x="5538195" y="3445201"/>
                  </a:lnTo>
                  <a:lnTo>
                    <a:pt x="5460951" y="3440894"/>
                  </a:lnTo>
                  <a:lnTo>
                    <a:pt x="5383708" y="3436107"/>
                  </a:lnTo>
                  <a:lnTo>
                    <a:pt x="5306464" y="3430784"/>
                  </a:lnTo>
                  <a:lnTo>
                    <a:pt x="5229221" y="3424867"/>
                  </a:lnTo>
                  <a:lnTo>
                    <a:pt x="5151977" y="3418289"/>
                  </a:lnTo>
                  <a:lnTo>
                    <a:pt x="5074734" y="3410976"/>
                  </a:lnTo>
                  <a:lnTo>
                    <a:pt x="4997490" y="3402846"/>
                  </a:lnTo>
                  <a:lnTo>
                    <a:pt x="4920246" y="3393807"/>
                  </a:lnTo>
                  <a:lnTo>
                    <a:pt x="4843003" y="3383759"/>
                  </a:lnTo>
                  <a:lnTo>
                    <a:pt x="4765759" y="3372587"/>
                  </a:lnTo>
                  <a:lnTo>
                    <a:pt x="4688516" y="3360168"/>
                  </a:lnTo>
                  <a:lnTo>
                    <a:pt x="4611272" y="3346362"/>
                  </a:lnTo>
                  <a:lnTo>
                    <a:pt x="4534029" y="3331012"/>
                  </a:lnTo>
                  <a:lnTo>
                    <a:pt x="4456785" y="3313948"/>
                  </a:lnTo>
                  <a:lnTo>
                    <a:pt x="4379541" y="3294978"/>
                  </a:lnTo>
                  <a:lnTo>
                    <a:pt x="4302298" y="3273888"/>
                  </a:lnTo>
                  <a:lnTo>
                    <a:pt x="4225054" y="3250441"/>
                  </a:lnTo>
                  <a:lnTo>
                    <a:pt x="4147811" y="3224375"/>
                  </a:lnTo>
                  <a:lnTo>
                    <a:pt x="4070567" y="3195397"/>
                  </a:lnTo>
                  <a:lnTo>
                    <a:pt x="3993324" y="3163182"/>
                  </a:lnTo>
                  <a:lnTo>
                    <a:pt x="3916080" y="3127367"/>
                  </a:lnTo>
                  <a:lnTo>
                    <a:pt x="3838836" y="3087550"/>
                  </a:lnTo>
                  <a:lnTo>
                    <a:pt x="3761593" y="3043286"/>
                  </a:lnTo>
                  <a:lnTo>
                    <a:pt x="3684349" y="2994076"/>
                  </a:lnTo>
                  <a:lnTo>
                    <a:pt x="3607106" y="2939367"/>
                  </a:lnTo>
                  <a:lnTo>
                    <a:pt x="3529862" y="2878547"/>
                  </a:lnTo>
                  <a:lnTo>
                    <a:pt x="3452619" y="2810932"/>
                  </a:lnTo>
                  <a:lnTo>
                    <a:pt x="3375375" y="2735762"/>
                  </a:lnTo>
                  <a:lnTo>
                    <a:pt x="3298131" y="2654097"/>
                  </a:lnTo>
                  <a:lnTo>
                    <a:pt x="3220888" y="2646227"/>
                  </a:lnTo>
                  <a:lnTo>
                    <a:pt x="3143644" y="2638282"/>
                  </a:lnTo>
                  <a:lnTo>
                    <a:pt x="3066401" y="2630262"/>
                  </a:lnTo>
                  <a:lnTo>
                    <a:pt x="2989157" y="2622166"/>
                  </a:lnTo>
                  <a:lnTo>
                    <a:pt x="2911914" y="2613993"/>
                  </a:lnTo>
                  <a:lnTo>
                    <a:pt x="2834670" y="2605742"/>
                  </a:lnTo>
                  <a:lnTo>
                    <a:pt x="2757426" y="2597413"/>
                  </a:lnTo>
                  <a:lnTo>
                    <a:pt x="2680183" y="2589005"/>
                  </a:lnTo>
                  <a:lnTo>
                    <a:pt x="2602939" y="2580518"/>
                  </a:lnTo>
                  <a:lnTo>
                    <a:pt x="2525696" y="2571950"/>
                  </a:lnTo>
                  <a:lnTo>
                    <a:pt x="2448452" y="2563300"/>
                  </a:lnTo>
                  <a:lnTo>
                    <a:pt x="2371209" y="2554569"/>
                  </a:lnTo>
                  <a:lnTo>
                    <a:pt x="2293965" y="2545755"/>
                  </a:lnTo>
                  <a:lnTo>
                    <a:pt x="2216721" y="2536857"/>
                  </a:lnTo>
                  <a:lnTo>
                    <a:pt x="2139478" y="2527875"/>
                  </a:lnTo>
                  <a:lnTo>
                    <a:pt x="2062234" y="2518807"/>
                  </a:lnTo>
                  <a:lnTo>
                    <a:pt x="1984991" y="2509654"/>
                  </a:lnTo>
                  <a:lnTo>
                    <a:pt x="1907747" y="2500414"/>
                  </a:lnTo>
                  <a:lnTo>
                    <a:pt x="1830504" y="2491086"/>
                  </a:lnTo>
                  <a:lnTo>
                    <a:pt x="1753260" y="2481669"/>
                  </a:lnTo>
                  <a:lnTo>
                    <a:pt x="1676016" y="2472163"/>
                  </a:lnTo>
                  <a:lnTo>
                    <a:pt x="1598773" y="2462567"/>
                  </a:lnTo>
                  <a:lnTo>
                    <a:pt x="1521529" y="2452880"/>
                  </a:lnTo>
                  <a:lnTo>
                    <a:pt x="1444286" y="2443102"/>
                  </a:lnTo>
                  <a:lnTo>
                    <a:pt x="1367042" y="2433230"/>
                  </a:lnTo>
                  <a:lnTo>
                    <a:pt x="1289799" y="2423265"/>
                  </a:lnTo>
                  <a:lnTo>
                    <a:pt x="1212555" y="2413205"/>
                  </a:lnTo>
                  <a:lnTo>
                    <a:pt x="1135311" y="2403050"/>
                  </a:lnTo>
                  <a:lnTo>
                    <a:pt x="1058068" y="2392798"/>
                  </a:lnTo>
                  <a:lnTo>
                    <a:pt x="980824" y="2382449"/>
                  </a:lnTo>
                  <a:lnTo>
                    <a:pt x="903581" y="2372002"/>
                  </a:lnTo>
                  <a:lnTo>
                    <a:pt x="826337" y="2361456"/>
                  </a:lnTo>
                  <a:lnTo>
                    <a:pt x="749094" y="2350810"/>
                  </a:lnTo>
                  <a:lnTo>
                    <a:pt x="671850" y="2340063"/>
                  </a:lnTo>
                  <a:lnTo>
                    <a:pt x="594606" y="2329214"/>
                  </a:lnTo>
                  <a:lnTo>
                    <a:pt x="517363" y="2318262"/>
                  </a:lnTo>
                  <a:lnTo>
                    <a:pt x="440119" y="2307206"/>
                  </a:lnTo>
                  <a:lnTo>
                    <a:pt x="362876" y="2296046"/>
                  </a:lnTo>
                  <a:lnTo>
                    <a:pt x="285632" y="2284779"/>
                  </a:lnTo>
                  <a:lnTo>
                    <a:pt x="208389" y="2273405"/>
                  </a:lnTo>
                  <a:lnTo>
                    <a:pt x="131145" y="2261924"/>
                  </a:lnTo>
                  <a:lnTo>
                    <a:pt x="53901" y="2250334"/>
                  </a:lnTo>
                  <a:lnTo>
                    <a:pt x="0" y="22421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71874" y="2073503"/>
              <a:ext cx="5137684" cy="2980735"/>
            </a:xfrm>
            <a:custGeom>
              <a:avLst/>
              <a:pathLst>
                <a:path w="5137684" h="2980735">
                  <a:moveTo>
                    <a:pt x="0" y="0"/>
                  </a:moveTo>
                  <a:lnTo>
                    <a:pt x="39609" y="188769"/>
                  </a:lnTo>
                  <a:lnTo>
                    <a:pt x="116852" y="519903"/>
                  </a:lnTo>
                  <a:lnTo>
                    <a:pt x="194096" y="817759"/>
                  </a:lnTo>
                  <a:lnTo>
                    <a:pt x="271339" y="1085681"/>
                  </a:lnTo>
                  <a:lnTo>
                    <a:pt x="348583" y="1326678"/>
                  </a:lnTo>
                  <a:lnTo>
                    <a:pt x="425826" y="1543456"/>
                  </a:lnTo>
                  <a:lnTo>
                    <a:pt x="503070" y="1738448"/>
                  </a:lnTo>
                  <a:lnTo>
                    <a:pt x="580314" y="1913844"/>
                  </a:lnTo>
                  <a:lnTo>
                    <a:pt x="657557" y="2071614"/>
                  </a:lnTo>
                  <a:lnTo>
                    <a:pt x="734801" y="2213528"/>
                  </a:lnTo>
                  <a:lnTo>
                    <a:pt x="812044" y="2341181"/>
                  </a:lnTo>
                  <a:lnTo>
                    <a:pt x="889288" y="2456004"/>
                  </a:lnTo>
                  <a:lnTo>
                    <a:pt x="966531" y="2559289"/>
                  </a:lnTo>
                  <a:lnTo>
                    <a:pt x="1043775" y="2652194"/>
                  </a:lnTo>
                  <a:lnTo>
                    <a:pt x="1121019" y="2661893"/>
                  </a:lnTo>
                  <a:lnTo>
                    <a:pt x="1198262" y="2669616"/>
                  </a:lnTo>
                  <a:lnTo>
                    <a:pt x="1275506" y="2677266"/>
                  </a:lnTo>
                  <a:lnTo>
                    <a:pt x="1352749" y="2684845"/>
                  </a:lnTo>
                  <a:lnTo>
                    <a:pt x="1429993" y="2692352"/>
                  </a:lnTo>
                  <a:lnTo>
                    <a:pt x="1507236" y="2699789"/>
                  </a:lnTo>
                  <a:lnTo>
                    <a:pt x="1584480" y="2707155"/>
                  </a:lnTo>
                  <a:lnTo>
                    <a:pt x="1661724" y="2714453"/>
                  </a:lnTo>
                  <a:lnTo>
                    <a:pt x="1738967" y="2721682"/>
                  </a:lnTo>
                  <a:lnTo>
                    <a:pt x="1816211" y="2728843"/>
                  </a:lnTo>
                  <a:lnTo>
                    <a:pt x="1893454" y="2735937"/>
                  </a:lnTo>
                  <a:lnTo>
                    <a:pt x="1970698" y="2742964"/>
                  </a:lnTo>
                  <a:lnTo>
                    <a:pt x="2047941" y="2749925"/>
                  </a:lnTo>
                  <a:lnTo>
                    <a:pt x="2125185" y="2756821"/>
                  </a:lnTo>
                  <a:lnTo>
                    <a:pt x="2202429" y="2763651"/>
                  </a:lnTo>
                  <a:lnTo>
                    <a:pt x="2279672" y="2770418"/>
                  </a:lnTo>
                  <a:lnTo>
                    <a:pt x="2356916" y="2777121"/>
                  </a:lnTo>
                  <a:lnTo>
                    <a:pt x="2434159" y="2783761"/>
                  </a:lnTo>
                  <a:lnTo>
                    <a:pt x="2511403" y="2790339"/>
                  </a:lnTo>
                  <a:lnTo>
                    <a:pt x="2588646" y="2796855"/>
                  </a:lnTo>
                  <a:lnTo>
                    <a:pt x="2665890" y="2803310"/>
                  </a:lnTo>
                  <a:lnTo>
                    <a:pt x="2743134" y="2809704"/>
                  </a:lnTo>
                  <a:lnTo>
                    <a:pt x="2820377" y="2816037"/>
                  </a:lnTo>
                  <a:lnTo>
                    <a:pt x="2897621" y="2822312"/>
                  </a:lnTo>
                  <a:lnTo>
                    <a:pt x="2974864" y="2828527"/>
                  </a:lnTo>
                  <a:lnTo>
                    <a:pt x="3052108" y="2834684"/>
                  </a:lnTo>
                  <a:lnTo>
                    <a:pt x="3129351" y="2840784"/>
                  </a:lnTo>
                  <a:lnTo>
                    <a:pt x="3206595" y="2846825"/>
                  </a:lnTo>
                  <a:lnTo>
                    <a:pt x="3283839" y="2852810"/>
                  </a:lnTo>
                  <a:lnTo>
                    <a:pt x="3361082" y="2858739"/>
                  </a:lnTo>
                  <a:lnTo>
                    <a:pt x="3438326" y="2864612"/>
                  </a:lnTo>
                  <a:lnTo>
                    <a:pt x="3515569" y="2870430"/>
                  </a:lnTo>
                  <a:lnTo>
                    <a:pt x="3592813" y="2876194"/>
                  </a:lnTo>
                  <a:lnTo>
                    <a:pt x="3670056" y="2881903"/>
                  </a:lnTo>
                  <a:lnTo>
                    <a:pt x="3747300" y="2887558"/>
                  </a:lnTo>
                  <a:lnTo>
                    <a:pt x="3824544" y="2893161"/>
                  </a:lnTo>
                  <a:lnTo>
                    <a:pt x="3901787" y="2898710"/>
                  </a:lnTo>
                  <a:lnTo>
                    <a:pt x="3979031" y="2904208"/>
                  </a:lnTo>
                  <a:lnTo>
                    <a:pt x="4056274" y="2909654"/>
                  </a:lnTo>
                  <a:lnTo>
                    <a:pt x="4133518" y="2915048"/>
                  </a:lnTo>
                  <a:lnTo>
                    <a:pt x="4210761" y="2920392"/>
                  </a:lnTo>
                  <a:lnTo>
                    <a:pt x="4288005" y="2925686"/>
                  </a:lnTo>
                  <a:lnTo>
                    <a:pt x="4365249" y="2930930"/>
                  </a:lnTo>
                  <a:lnTo>
                    <a:pt x="4442492" y="2936125"/>
                  </a:lnTo>
                  <a:lnTo>
                    <a:pt x="4519736" y="2941271"/>
                  </a:lnTo>
                  <a:lnTo>
                    <a:pt x="4596979" y="2946369"/>
                  </a:lnTo>
                  <a:lnTo>
                    <a:pt x="4674223" y="2951418"/>
                  </a:lnTo>
                  <a:lnTo>
                    <a:pt x="4751466" y="2956421"/>
                  </a:lnTo>
                  <a:lnTo>
                    <a:pt x="4828710" y="2961376"/>
                  </a:lnTo>
                  <a:lnTo>
                    <a:pt x="4905954" y="2966284"/>
                  </a:lnTo>
                  <a:lnTo>
                    <a:pt x="4983197" y="2971147"/>
                  </a:lnTo>
                  <a:lnTo>
                    <a:pt x="5060441" y="2975964"/>
                  </a:lnTo>
                  <a:lnTo>
                    <a:pt x="5137684" y="29807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315672"/>
              <a:ext cx="7392041" cy="1238543"/>
            </a:xfrm>
            <a:custGeom>
              <a:avLst/>
              <a:pathLst>
                <a:path w="7392041" h="1238543">
                  <a:moveTo>
                    <a:pt x="7392041" y="1238543"/>
                  </a:moveTo>
                  <a:lnTo>
                    <a:pt x="7314797" y="1238204"/>
                  </a:lnTo>
                  <a:lnTo>
                    <a:pt x="7237554" y="1237827"/>
                  </a:lnTo>
                  <a:lnTo>
                    <a:pt x="7160310" y="1237408"/>
                  </a:lnTo>
                  <a:lnTo>
                    <a:pt x="7083066" y="1236942"/>
                  </a:lnTo>
                  <a:lnTo>
                    <a:pt x="7005823" y="1236424"/>
                  </a:lnTo>
                  <a:lnTo>
                    <a:pt x="6928579" y="1235848"/>
                  </a:lnTo>
                  <a:lnTo>
                    <a:pt x="6851336" y="1235208"/>
                  </a:lnTo>
                  <a:lnTo>
                    <a:pt x="6774092" y="1234497"/>
                  </a:lnTo>
                  <a:lnTo>
                    <a:pt x="6696849" y="1233706"/>
                  </a:lnTo>
                  <a:lnTo>
                    <a:pt x="6619605" y="1232827"/>
                  </a:lnTo>
                  <a:lnTo>
                    <a:pt x="6542361" y="1231849"/>
                  </a:lnTo>
                  <a:lnTo>
                    <a:pt x="6465118" y="1230762"/>
                  </a:lnTo>
                  <a:lnTo>
                    <a:pt x="6387874" y="1229554"/>
                  </a:lnTo>
                  <a:lnTo>
                    <a:pt x="6310631" y="1228211"/>
                  </a:lnTo>
                  <a:lnTo>
                    <a:pt x="6233387" y="1226717"/>
                  </a:lnTo>
                  <a:lnTo>
                    <a:pt x="6156144" y="1225057"/>
                  </a:lnTo>
                  <a:lnTo>
                    <a:pt x="6078900" y="1223212"/>
                  </a:lnTo>
                  <a:lnTo>
                    <a:pt x="6001656" y="1221160"/>
                  </a:lnTo>
                  <a:lnTo>
                    <a:pt x="5924413" y="1218879"/>
                  </a:lnTo>
                  <a:lnTo>
                    <a:pt x="5847169" y="1216343"/>
                  </a:lnTo>
                  <a:lnTo>
                    <a:pt x="5769926" y="1213524"/>
                  </a:lnTo>
                  <a:lnTo>
                    <a:pt x="5692682" y="1210389"/>
                  </a:lnTo>
                  <a:lnTo>
                    <a:pt x="5615439" y="1206905"/>
                  </a:lnTo>
                  <a:lnTo>
                    <a:pt x="5538195" y="1203031"/>
                  </a:lnTo>
                  <a:lnTo>
                    <a:pt x="5460951" y="1198725"/>
                  </a:lnTo>
                  <a:lnTo>
                    <a:pt x="5383708" y="1193937"/>
                  </a:lnTo>
                  <a:lnTo>
                    <a:pt x="5306464" y="1188615"/>
                  </a:lnTo>
                  <a:lnTo>
                    <a:pt x="5229221" y="1182698"/>
                  </a:lnTo>
                  <a:lnTo>
                    <a:pt x="5151977" y="1176119"/>
                  </a:lnTo>
                  <a:lnTo>
                    <a:pt x="5074734" y="1168806"/>
                  </a:lnTo>
                  <a:lnTo>
                    <a:pt x="4997490" y="1160676"/>
                  </a:lnTo>
                  <a:lnTo>
                    <a:pt x="4920246" y="1151637"/>
                  </a:lnTo>
                  <a:lnTo>
                    <a:pt x="4843003" y="1141589"/>
                  </a:lnTo>
                  <a:lnTo>
                    <a:pt x="4765759" y="1130418"/>
                  </a:lnTo>
                  <a:lnTo>
                    <a:pt x="4688516" y="1117999"/>
                  </a:lnTo>
                  <a:lnTo>
                    <a:pt x="4611272" y="1104192"/>
                  </a:lnTo>
                  <a:lnTo>
                    <a:pt x="4534029" y="1088843"/>
                  </a:lnTo>
                  <a:lnTo>
                    <a:pt x="4456785" y="1071779"/>
                  </a:lnTo>
                  <a:lnTo>
                    <a:pt x="4379541" y="1052808"/>
                  </a:lnTo>
                  <a:lnTo>
                    <a:pt x="4302298" y="1031718"/>
                  </a:lnTo>
                  <a:lnTo>
                    <a:pt x="4225054" y="1008272"/>
                  </a:lnTo>
                  <a:lnTo>
                    <a:pt x="4147811" y="982206"/>
                  </a:lnTo>
                  <a:lnTo>
                    <a:pt x="4070567" y="953228"/>
                  </a:lnTo>
                  <a:lnTo>
                    <a:pt x="3993324" y="921012"/>
                  </a:lnTo>
                  <a:lnTo>
                    <a:pt x="3916080" y="885197"/>
                  </a:lnTo>
                  <a:lnTo>
                    <a:pt x="3838836" y="845381"/>
                  </a:lnTo>
                  <a:lnTo>
                    <a:pt x="3761593" y="801116"/>
                  </a:lnTo>
                  <a:lnTo>
                    <a:pt x="3684349" y="751906"/>
                  </a:lnTo>
                  <a:lnTo>
                    <a:pt x="3607106" y="697198"/>
                  </a:lnTo>
                  <a:lnTo>
                    <a:pt x="3529862" y="636377"/>
                  </a:lnTo>
                  <a:lnTo>
                    <a:pt x="3452619" y="568762"/>
                  </a:lnTo>
                  <a:lnTo>
                    <a:pt x="3375375" y="493592"/>
                  </a:lnTo>
                  <a:lnTo>
                    <a:pt x="3298131" y="411927"/>
                  </a:lnTo>
                  <a:lnTo>
                    <a:pt x="3220888" y="404057"/>
                  </a:lnTo>
                  <a:lnTo>
                    <a:pt x="3143644" y="396112"/>
                  </a:lnTo>
                  <a:lnTo>
                    <a:pt x="3066401" y="388092"/>
                  </a:lnTo>
                  <a:lnTo>
                    <a:pt x="2989157" y="379996"/>
                  </a:lnTo>
                  <a:lnTo>
                    <a:pt x="2911914" y="371823"/>
                  </a:lnTo>
                  <a:lnTo>
                    <a:pt x="2834670" y="363572"/>
                  </a:lnTo>
                  <a:lnTo>
                    <a:pt x="2757426" y="355244"/>
                  </a:lnTo>
                  <a:lnTo>
                    <a:pt x="2680183" y="346836"/>
                  </a:lnTo>
                  <a:lnTo>
                    <a:pt x="2602939" y="338348"/>
                  </a:lnTo>
                  <a:lnTo>
                    <a:pt x="2525696" y="329780"/>
                  </a:lnTo>
                  <a:lnTo>
                    <a:pt x="2448452" y="321131"/>
                  </a:lnTo>
                  <a:lnTo>
                    <a:pt x="2371209" y="312399"/>
                  </a:lnTo>
                  <a:lnTo>
                    <a:pt x="2293965" y="303585"/>
                  </a:lnTo>
                  <a:lnTo>
                    <a:pt x="2216721" y="294687"/>
                  </a:lnTo>
                  <a:lnTo>
                    <a:pt x="2139478" y="285705"/>
                  </a:lnTo>
                  <a:lnTo>
                    <a:pt x="2062234" y="276638"/>
                  </a:lnTo>
                  <a:lnTo>
                    <a:pt x="1984991" y="267484"/>
                  </a:lnTo>
                  <a:lnTo>
                    <a:pt x="1907747" y="258244"/>
                  </a:lnTo>
                  <a:lnTo>
                    <a:pt x="1830504" y="248916"/>
                  </a:lnTo>
                  <a:lnTo>
                    <a:pt x="1753260" y="239499"/>
                  </a:lnTo>
                  <a:lnTo>
                    <a:pt x="1676016" y="229994"/>
                  </a:lnTo>
                  <a:lnTo>
                    <a:pt x="1598773" y="220398"/>
                  </a:lnTo>
                  <a:lnTo>
                    <a:pt x="1521529" y="210711"/>
                  </a:lnTo>
                  <a:lnTo>
                    <a:pt x="1444286" y="200932"/>
                  </a:lnTo>
                  <a:lnTo>
                    <a:pt x="1367042" y="191060"/>
                  </a:lnTo>
                  <a:lnTo>
                    <a:pt x="1289799" y="181095"/>
                  </a:lnTo>
                  <a:lnTo>
                    <a:pt x="1212555" y="171035"/>
                  </a:lnTo>
                  <a:lnTo>
                    <a:pt x="1135311" y="160880"/>
                  </a:lnTo>
                  <a:lnTo>
                    <a:pt x="1058068" y="150628"/>
                  </a:lnTo>
                  <a:lnTo>
                    <a:pt x="980824" y="140280"/>
                  </a:lnTo>
                  <a:lnTo>
                    <a:pt x="903581" y="129833"/>
                  </a:lnTo>
                  <a:lnTo>
                    <a:pt x="826337" y="119287"/>
                  </a:lnTo>
                  <a:lnTo>
                    <a:pt x="749094" y="108641"/>
                  </a:lnTo>
                  <a:lnTo>
                    <a:pt x="671850" y="97893"/>
                  </a:lnTo>
                  <a:lnTo>
                    <a:pt x="594606" y="87044"/>
                  </a:lnTo>
                  <a:lnTo>
                    <a:pt x="517363" y="76092"/>
                  </a:lnTo>
                  <a:lnTo>
                    <a:pt x="440119" y="65037"/>
                  </a:lnTo>
                  <a:lnTo>
                    <a:pt x="362876" y="53876"/>
                  </a:lnTo>
                  <a:lnTo>
                    <a:pt x="285632" y="42609"/>
                  </a:lnTo>
                  <a:lnTo>
                    <a:pt x="208389" y="31236"/>
                  </a:lnTo>
                  <a:lnTo>
                    <a:pt x="131145" y="19754"/>
                  </a:lnTo>
                  <a:lnTo>
                    <a:pt x="53901" y="816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95823" y="2073503"/>
              <a:ext cx="6013735" cy="3444679"/>
            </a:xfrm>
            <a:custGeom>
              <a:avLst/>
              <a:pathLst>
                <a:path w="6013735" h="3444679">
                  <a:moveTo>
                    <a:pt x="0" y="0"/>
                  </a:moveTo>
                  <a:lnTo>
                    <a:pt x="65980" y="168150"/>
                  </a:lnTo>
                  <a:lnTo>
                    <a:pt x="143223" y="353973"/>
                  </a:lnTo>
                  <a:lnTo>
                    <a:pt x="220467" y="529381"/>
                  </a:lnTo>
                  <a:lnTo>
                    <a:pt x="297710" y="694959"/>
                  </a:lnTo>
                  <a:lnTo>
                    <a:pt x="374954" y="851256"/>
                  </a:lnTo>
                  <a:lnTo>
                    <a:pt x="452198" y="998794"/>
                  </a:lnTo>
                  <a:lnTo>
                    <a:pt x="529441" y="1138064"/>
                  </a:lnTo>
                  <a:lnTo>
                    <a:pt x="606685" y="1269527"/>
                  </a:lnTo>
                  <a:lnTo>
                    <a:pt x="683928" y="1393623"/>
                  </a:lnTo>
                  <a:lnTo>
                    <a:pt x="761172" y="1510764"/>
                  </a:lnTo>
                  <a:lnTo>
                    <a:pt x="838415" y="1621340"/>
                  </a:lnTo>
                  <a:lnTo>
                    <a:pt x="915659" y="1725719"/>
                  </a:lnTo>
                  <a:lnTo>
                    <a:pt x="992903" y="1824248"/>
                  </a:lnTo>
                  <a:lnTo>
                    <a:pt x="1070146" y="1917254"/>
                  </a:lnTo>
                  <a:lnTo>
                    <a:pt x="1147390" y="2005048"/>
                  </a:lnTo>
                  <a:lnTo>
                    <a:pt x="1224633" y="2087922"/>
                  </a:lnTo>
                  <a:lnTo>
                    <a:pt x="1301877" y="2166151"/>
                  </a:lnTo>
                  <a:lnTo>
                    <a:pt x="1379120" y="2239996"/>
                  </a:lnTo>
                  <a:lnTo>
                    <a:pt x="1456364" y="2309702"/>
                  </a:lnTo>
                  <a:lnTo>
                    <a:pt x="1533608" y="2375501"/>
                  </a:lnTo>
                  <a:lnTo>
                    <a:pt x="1610851" y="2437613"/>
                  </a:lnTo>
                  <a:lnTo>
                    <a:pt x="1688095" y="2496243"/>
                  </a:lnTo>
                  <a:lnTo>
                    <a:pt x="1765338" y="2551588"/>
                  </a:lnTo>
                  <a:lnTo>
                    <a:pt x="1842582" y="2603831"/>
                  </a:lnTo>
                  <a:lnTo>
                    <a:pt x="1919825" y="2653146"/>
                  </a:lnTo>
                  <a:lnTo>
                    <a:pt x="1997069" y="2699697"/>
                  </a:lnTo>
                  <a:lnTo>
                    <a:pt x="2074313" y="2743639"/>
                  </a:lnTo>
                  <a:lnTo>
                    <a:pt x="2151556" y="2785118"/>
                  </a:lnTo>
                  <a:lnTo>
                    <a:pt x="2228800" y="2824273"/>
                  </a:lnTo>
                  <a:lnTo>
                    <a:pt x="2306043" y="2861233"/>
                  </a:lnTo>
                  <a:lnTo>
                    <a:pt x="2383287" y="2896122"/>
                  </a:lnTo>
                  <a:lnTo>
                    <a:pt x="2460530" y="2929055"/>
                  </a:lnTo>
                  <a:lnTo>
                    <a:pt x="2537774" y="2960143"/>
                  </a:lnTo>
                  <a:lnTo>
                    <a:pt x="2615018" y="2989488"/>
                  </a:lnTo>
                  <a:lnTo>
                    <a:pt x="2692261" y="3017189"/>
                  </a:lnTo>
                  <a:lnTo>
                    <a:pt x="2769505" y="3043337"/>
                  </a:lnTo>
                  <a:lnTo>
                    <a:pt x="2846748" y="3068020"/>
                  </a:lnTo>
                  <a:lnTo>
                    <a:pt x="2923992" y="3091319"/>
                  </a:lnTo>
                  <a:lnTo>
                    <a:pt x="3001235" y="3113313"/>
                  </a:lnTo>
                  <a:lnTo>
                    <a:pt x="3078479" y="3134074"/>
                  </a:lnTo>
                  <a:lnTo>
                    <a:pt x="3155723" y="3153671"/>
                  </a:lnTo>
                  <a:lnTo>
                    <a:pt x="3232966" y="3172170"/>
                  </a:lnTo>
                  <a:lnTo>
                    <a:pt x="3310210" y="3189633"/>
                  </a:lnTo>
                  <a:lnTo>
                    <a:pt x="3387453" y="3206116"/>
                  </a:lnTo>
                  <a:lnTo>
                    <a:pt x="3464697" y="3221676"/>
                  </a:lnTo>
                  <a:lnTo>
                    <a:pt x="3541940" y="3236364"/>
                  </a:lnTo>
                  <a:lnTo>
                    <a:pt x="3619184" y="3250228"/>
                  </a:lnTo>
                  <a:lnTo>
                    <a:pt x="3696428" y="3263316"/>
                  </a:lnTo>
                  <a:lnTo>
                    <a:pt x="3773671" y="3275670"/>
                  </a:lnTo>
                  <a:lnTo>
                    <a:pt x="3850915" y="3287332"/>
                  </a:lnTo>
                  <a:lnTo>
                    <a:pt x="3928158" y="3298340"/>
                  </a:lnTo>
                  <a:lnTo>
                    <a:pt x="4005402" y="3308731"/>
                  </a:lnTo>
                  <a:lnTo>
                    <a:pt x="4082645" y="3318540"/>
                  </a:lnTo>
                  <a:lnTo>
                    <a:pt x="4159889" y="3327799"/>
                  </a:lnTo>
                  <a:lnTo>
                    <a:pt x="4237133" y="3336539"/>
                  </a:lnTo>
                  <a:lnTo>
                    <a:pt x="4314376" y="3344789"/>
                  </a:lnTo>
                  <a:lnTo>
                    <a:pt x="4391620" y="3352577"/>
                  </a:lnTo>
                  <a:lnTo>
                    <a:pt x="4468863" y="3359928"/>
                  </a:lnTo>
                  <a:lnTo>
                    <a:pt x="4546107" y="3366868"/>
                  </a:lnTo>
                  <a:lnTo>
                    <a:pt x="4623350" y="3373418"/>
                  </a:lnTo>
                  <a:lnTo>
                    <a:pt x="4700594" y="3379601"/>
                  </a:lnTo>
                  <a:lnTo>
                    <a:pt x="4777838" y="3385438"/>
                  </a:lnTo>
                  <a:lnTo>
                    <a:pt x="4855081" y="3390948"/>
                  </a:lnTo>
                  <a:lnTo>
                    <a:pt x="4932325" y="3396149"/>
                  </a:lnTo>
                  <a:lnTo>
                    <a:pt x="5009568" y="3401058"/>
                  </a:lnTo>
                  <a:lnTo>
                    <a:pt x="5086812" y="3405693"/>
                  </a:lnTo>
                  <a:lnTo>
                    <a:pt x="5164055" y="3410067"/>
                  </a:lnTo>
                  <a:lnTo>
                    <a:pt x="5241299" y="3414196"/>
                  </a:lnTo>
                  <a:lnTo>
                    <a:pt x="5318543" y="3418094"/>
                  </a:lnTo>
                  <a:lnTo>
                    <a:pt x="5395786" y="3421774"/>
                  </a:lnTo>
                  <a:lnTo>
                    <a:pt x="5473030" y="3425247"/>
                  </a:lnTo>
                  <a:lnTo>
                    <a:pt x="5550273" y="3428526"/>
                  </a:lnTo>
                  <a:lnTo>
                    <a:pt x="5627517" y="3431621"/>
                  </a:lnTo>
                  <a:lnTo>
                    <a:pt x="5704760" y="3434542"/>
                  </a:lnTo>
                  <a:lnTo>
                    <a:pt x="5782004" y="3437300"/>
                  </a:lnTo>
                  <a:lnTo>
                    <a:pt x="5859248" y="3439903"/>
                  </a:lnTo>
                  <a:lnTo>
                    <a:pt x="5936491" y="3442360"/>
                  </a:lnTo>
                  <a:lnTo>
                    <a:pt x="6013735" y="344467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23291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1.94 (1.11-3.37), p = 0.019  |  per IQR decline (Δ = 0.30): 7.06 (1.38-36.21)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53680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2026-07-03T08:05:24Z</dcterms:modified>
  <cp:category/>
</cp:coreProperties>
</file>