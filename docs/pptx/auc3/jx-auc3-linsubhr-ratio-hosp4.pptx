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49462"/>
            </a:xfrm>
            <a:custGeom>
              <a:avLst/>
              <a:pathLst>
                <a:path w="7392041" h="3649462">
                  <a:moveTo>
                    <a:pt x="2254356" y="0"/>
                  </a:moveTo>
                  <a:lnTo>
                    <a:pt x="2293965" y="197921"/>
                  </a:lnTo>
                  <a:lnTo>
                    <a:pt x="2371209" y="545108"/>
                  </a:lnTo>
                  <a:lnTo>
                    <a:pt x="2448452" y="857405"/>
                  </a:lnTo>
                  <a:lnTo>
                    <a:pt x="2525696" y="1138316"/>
                  </a:lnTo>
                  <a:lnTo>
                    <a:pt x="2602939" y="1390997"/>
                  </a:lnTo>
                  <a:lnTo>
                    <a:pt x="2680183" y="1618285"/>
                  </a:lnTo>
                  <a:lnTo>
                    <a:pt x="2757426" y="1822730"/>
                  </a:lnTo>
                  <a:lnTo>
                    <a:pt x="2834670" y="2006630"/>
                  </a:lnTo>
                  <a:lnTo>
                    <a:pt x="2911914" y="2172049"/>
                  </a:lnTo>
                  <a:lnTo>
                    <a:pt x="2989157" y="2320843"/>
                  </a:lnTo>
                  <a:lnTo>
                    <a:pt x="3066401" y="2454684"/>
                  </a:lnTo>
                  <a:lnTo>
                    <a:pt x="3143644" y="2575075"/>
                  </a:lnTo>
                  <a:lnTo>
                    <a:pt x="3220888" y="2683367"/>
                  </a:lnTo>
                  <a:lnTo>
                    <a:pt x="3298131" y="2780776"/>
                  </a:lnTo>
                  <a:lnTo>
                    <a:pt x="3375375" y="2790945"/>
                  </a:lnTo>
                  <a:lnTo>
                    <a:pt x="3452619" y="2799043"/>
                  </a:lnTo>
                  <a:lnTo>
                    <a:pt x="3529862" y="2807064"/>
                  </a:lnTo>
                  <a:lnTo>
                    <a:pt x="3607106" y="2815010"/>
                  </a:lnTo>
                  <a:lnTo>
                    <a:pt x="3684349" y="2822881"/>
                  </a:lnTo>
                  <a:lnTo>
                    <a:pt x="3761593" y="2830678"/>
                  </a:lnTo>
                  <a:lnTo>
                    <a:pt x="3838836" y="2838402"/>
                  </a:lnTo>
                  <a:lnTo>
                    <a:pt x="3916080" y="2846053"/>
                  </a:lnTo>
                  <a:lnTo>
                    <a:pt x="3993324" y="2853633"/>
                  </a:lnTo>
                  <a:lnTo>
                    <a:pt x="4070567" y="2861141"/>
                  </a:lnTo>
                  <a:lnTo>
                    <a:pt x="4147811" y="2868579"/>
                  </a:lnTo>
                  <a:lnTo>
                    <a:pt x="4225054" y="2875947"/>
                  </a:lnTo>
                  <a:lnTo>
                    <a:pt x="4302298" y="2883245"/>
                  </a:lnTo>
                  <a:lnTo>
                    <a:pt x="4379541" y="2890475"/>
                  </a:lnTo>
                  <a:lnTo>
                    <a:pt x="4456785" y="2897637"/>
                  </a:lnTo>
                  <a:lnTo>
                    <a:pt x="4534029" y="2904732"/>
                  </a:lnTo>
                  <a:lnTo>
                    <a:pt x="4611272" y="2911760"/>
                  </a:lnTo>
                  <a:lnTo>
                    <a:pt x="4688516" y="2918722"/>
                  </a:lnTo>
                  <a:lnTo>
                    <a:pt x="4765759" y="2925618"/>
                  </a:lnTo>
                  <a:lnTo>
                    <a:pt x="4843003" y="2932450"/>
                  </a:lnTo>
                  <a:lnTo>
                    <a:pt x="4920246" y="2939218"/>
                  </a:lnTo>
                  <a:lnTo>
                    <a:pt x="4997490" y="2945922"/>
                  </a:lnTo>
                  <a:lnTo>
                    <a:pt x="5074734" y="2952563"/>
                  </a:lnTo>
                  <a:lnTo>
                    <a:pt x="5151977" y="2959141"/>
                  </a:lnTo>
                  <a:lnTo>
                    <a:pt x="5229221" y="2965658"/>
                  </a:lnTo>
                  <a:lnTo>
                    <a:pt x="5306464" y="2972114"/>
                  </a:lnTo>
                  <a:lnTo>
                    <a:pt x="5383708" y="2978509"/>
                  </a:lnTo>
                  <a:lnTo>
                    <a:pt x="5460951" y="2984843"/>
                  </a:lnTo>
                  <a:lnTo>
                    <a:pt x="5538195" y="2991119"/>
                  </a:lnTo>
                  <a:lnTo>
                    <a:pt x="5615439" y="2997335"/>
                  </a:lnTo>
                  <a:lnTo>
                    <a:pt x="5692682" y="3003493"/>
                  </a:lnTo>
                  <a:lnTo>
                    <a:pt x="5769926" y="3009593"/>
                  </a:lnTo>
                  <a:lnTo>
                    <a:pt x="5847169" y="3015636"/>
                  </a:lnTo>
                  <a:lnTo>
                    <a:pt x="5924413" y="3021622"/>
                  </a:lnTo>
                  <a:lnTo>
                    <a:pt x="6001656" y="3027551"/>
                  </a:lnTo>
                  <a:lnTo>
                    <a:pt x="6078900" y="3033425"/>
                  </a:lnTo>
                  <a:lnTo>
                    <a:pt x="6156144" y="3039244"/>
                  </a:lnTo>
                  <a:lnTo>
                    <a:pt x="6233387" y="3045008"/>
                  </a:lnTo>
                  <a:lnTo>
                    <a:pt x="6310631" y="3050718"/>
                  </a:lnTo>
                  <a:lnTo>
                    <a:pt x="6387874" y="3056374"/>
                  </a:lnTo>
                  <a:lnTo>
                    <a:pt x="6465118" y="3061977"/>
                  </a:lnTo>
                  <a:lnTo>
                    <a:pt x="6542361" y="3067528"/>
                  </a:lnTo>
                  <a:lnTo>
                    <a:pt x="6619605" y="3073026"/>
                  </a:lnTo>
                  <a:lnTo>
                    <a:pt x="6696849" y="3078473"/>
                  </a:lnTo>
                  <a:lnTo>
                    <a:pt x="6774092" y="3083868"/>
                  </a:lnTo>
                  <a:lnTo>
                    <a:pt x="6851336" y="3089213"/>
                  </a:lnTo>
                  <a:lnTo>
                    <a:pt x="6928579" y="3094507"/>
                  </a:lnTo>
                  <a:lnTo>
                    <a:pt x="7005823" y="3099752"/>
                  </a:lnTo>
                  <a:lnTo>
                    <a:pt x="7083066" y="3104947"/>
                  </a:lnTo>
                  <a:lnTo>
                    <a:pt x="7160310" y="3110094"/>
                  </a:lnTo>
                  <a:lnTo>
                    <a:pt x="7237554" y="3115192"/>
                  </a:lnTo>
                  <a:lnTo>
                    <a:pt x="7314797" y="3120243"/>
                  </a:lnTo>
                  <a:lnTo>
                    <a:pt x="7392041" y="3125246"/>
                  </a:lnTo>
                  <a:lnTo>
                    <a:pt x="7392041" y="3649462"/>
                  </a:lnTo>
                  <a:lnTo>
                    <a:pt x="7314797" y="3649107"/>
                  </a:lnTo>
                  <a:lnTo>
                    <a:pt x="7237554" y="3648711"/>
                  </a:lnTo>
                  <a:lnTo>
                    <a:pt x="7160310" y="3648272"/>
                  </a:lnTo>
                  <a:lnTo>
                    <a:pt x="7083066" y="3647784"/>
                  </a:lnTo>
                  <a:lnTo>
                    <a:pt x="7005823" y="3647241"/>
                  </a:lnTo>
                  <a:lnTo>
                    <a:pt x="6928579" y="3646637"/>
                  </a:lnTo>
                  <a:lnTo>
                    <a:pt x="6851336" y="3645966"/>
                  </a:lnTo>
                  <a:lnTo>
                    <a:pt x="6774092" y="3645220"/>
                  </a:lnTo>
                  <a:lnTo>
                    <a:pt x="6696849" y="3644391"/>
                  </a:lnTo>
                  <a:lnTo>
                    <a:pt x="6619605" y="3643469"/>
                  </a:lnTo>
                  <a:lnTo>
                    <a:pt x="6542361" y="3642444"/>
                  </a:lnTo>
                  <a:lnTo>
                    <a:pt x="6465118" y="3641304"/>
                  </a:lnTo>
                  <a:lnTo>
                    <a:pt x="6387874" y="3640038"/>
                  </a:lnTo>
                  <a:lnTo>
                    <a:pt x="6310631" y="3638629"/>
                  </a:lnTo>
                  <a:lnTo>
                    <a:pt x="6233387" y="3637064"/>
                  </a:lnTo>
                  <a:lnTo>
                    <a:pt x="6156144" y="3635323"/>
                  </a:lnTo>
                  <a:lnTo>
                    <a:pt x="6078900" y="3633388"/>
                  </a:lnTo>
                  <a:lnTo>
                    <a:pt x="6001656" y="3631237"/>
                  </a:lnTo>
                  <a:lnTo>
                    <a:pt x="5924413" y="3628845"/>
                  </a:lnTo>
                  <a:lnTo>
                    <a:pt x="5847169" y="3626186"/>
                  </a:lnTo>
                  <a:lnTo>
                    <a:pt x="5769926" y="3623230"/>
                  </a:lnTo>
                  <a:lnTo>
                    <a:pt x="5692682" y="3619944"/>
                  </a:lnTo>
                  <a:lnTo>
                    <a:pt x="5615439" y="3616291"/>
                  </a:lnTo>
                  <a:lnTo>
                    <a:pt x="5538195" y="3612229"/>
                  </a:lnTo>
                  <a:lnTo>
                    <a:pt x="5460951" y="3607714"/>
                  </a:lnTo>
                  <a:lnTo>
                    <a:pt x="5383708" y="3602694"/>
                  </a:lnTo>
                  <a:lnTo>
                    <a:pt x="5306464" y="3597114"/>
                  </a:lnTo>
                  <a:lnTo>
                    <a:pt x="5229221" y="3590910"/>
                  </a:lnTo>
                  <a:lnTo>
                    <a:pt x="5151977" y="3584012"/>
                  </a:lnTo>
                  <a:lnTo>
                    <a:pt x="5074734" y="3576345"/>
                  </a:lnTo>
                  <a:lnTo>
                    <a:pt x="4997490" y="3567820"/>
                  </a:lnTo>
                  <a:lnTo>
                    <a:pt x="4920246" y="3558343"/>
                  </a:lnTo>
                  <a:lnTo>
                    <a:pt x="4843003" y="3547808"/>
                  </a:lnTo>
                  <a:lnTo>
                    <a:pt x="4765759" y="3536095"/>
                  </a:lnTo>
                  <a:lnTo>
                    <a:pt x="4688516" y="3523074"/>
                  </a:lnTo>
                  <a:lnTo>
                    <a:pt x="4611272" y="3508598"/>
                  </a:lnTo>
                  <a:lnTo>
                    <a:pt x="4534029" y="3492504"/>
                  </a:lnTo>
                  <a:lnTo>
                    <a:pt x="4456785" y="3474613"/>
                  </a:lnTo>
                  <a:lnTo>
                    <a:pt x="4379541" y="3454723"/>
                  </a:lnTo>
                  <a:lnTo>
                    <a:pt x="4302298" y="3432610"/>
                  </a:lnTo>
                  <a:lnTo>
                    <a:pt x="4225054" y="3408027"/>
                  </a:lnTo>
                  <a:lnTo>
                    <a:pt x="4147811" y="3380698"/>
                  </a:lnTo>
                  <a:lnTo>
                    <a:pt x="4070567" y="3350315"/>
                  </a:lnTo>
                  <a:lnTo>
                    <a:pt x="3993324" y="3316537"/>
                  </a:lnTo>
                  <a:lnTo>
                    <a:pt x="3916080" y="3278986"/>
                  </a:lnTo>
                  <a:lnTo>
                    <a:pt x="3838836" y="3237239"/>
                  </a:lnTo>
                  <a:lnTo>
                    <a:pt x="3761593" y="3190829"/>
                  </a:lnTo>
                  <a:lnTo>
                    <a:pt x="3684349" y="3139233"/>
                  </a:lnTo>
                  <a:lnTo>
                    <a:pt x="3607106" y="3081872"/>
                  </a:lnTo>
                  <a:lnTo>
                    <a:pt x="3529862" y="3018103"/>
                  </a:lnTo>
                  <a:lnTo>
                    <a:pt x="3452619" y="2947209"/>
                  </a:lnTo>
                  <a:lnTo>
                    <a:pt x="3375375" y="2868395"/>
                  </a:lnTo>
                  <a:lnTo>
                    <a:pt x="3298131" y="2782771"/>
                  </a:lnTo>
                  <a:lnTo>
                    <a:pt x="3220888" y="2774519"/>
                  </a:lnTo>
                  <a:lnTo>
                    <a:pt x="3143644" y="2766190"/>
                  </a:lnTo>
                  <a:lnTo>
                    <a:pt x="3066401" y="2757781"/>
                  </a:lnTo>
                  <a:lnTo>
                    <a:pt x="2989157" y="2749292"/>
                  </a:lnTo>
                  <a:lnTo>
                    <a:pt x="2911914" y="2740723"/>
                  </a:lnTo>
                  <a:lnTo>
                    <a:pt x="2834670" y="2732072"/>
                  </a:lnTo>
                  <a:lnTo>
                    <a:pt x="2757426" y="2723340"/>
                  </a:lnTo>
                  <a:lnTo>
                    <a:pt x="2680183" y="2714524"/>
                  </a:lnTo>
                  <a:lnTo>
                    <a:pt x="2602939" y="2705625"/>
                  </a:lnTo>
                  <a:lnTo>
                    <a:pt x="2525696" y="2696642"/>
                  </a:lnTo>
                  <a:lnTo>
                    <a:pt x="2448452" y="2687573"/>
                  </a:lnTo>
                  <a:lnTo>
                    <a:pt x="2371209" y="2678418"/>
                  </a:lnTo>
                  <a:lnTo>
                    <a:pt x="2293965" y="2669177"/>
                  </a:lnTo>
                  <a:lnTo>
                    <a:pt x="2216721" y="2659847"/>
                  </a:lnTo>
                  <a:lnTo>
                    <a:pt x="2139478" y="2650430"/>
                  </a:lnTo>
                  <a:lnTo>
                    <a:pt x="2062234" y="2640923"/>
                  </a:lnTo>
                  <a:lnTo>
                    <a:pt x="1984991" y="2631325"/>
                  </a:lnTo>
                  <a:lnTo>
                    <a:pt x="1907747" y="2621637"/>
                  </a:lnTo>
                  <a:lnTo>
                    <a:pt x="1830504" y="2611857"/>
                  </a:lnTo>
                  <a:lnTo>
                    <a:pt x="1753260" y="2601984"/>
                  </a:lnTo>
                  <a:lnTo>
                    <a:pt x="1676016" y="2592017"/>
                  </a:lnTo>
                  <a:lnTo>
                    <a:pt x="1598773" y="2581956"/>
                  </a:lnTo>
                  <a:lnTo>
                    <a:pt x="1521529" y="2571800"/>
                  </a:lnTo>
                  <a:lnTo>
                    <a:pt x="1444286" y="2561547"/>
                  </a:lnTo>
                  <a:lnTo>
                    <a:pt x="1367042" y="2551196"/>
                  </a:lnTo>
                  <a:lnTo>
                    <a:pt x="1289799" y="2540748"/>
                  </a:lnTo>
                  <a:lnTo>
                    <a:pt x="1212555" y="2530200"/>
                  </a:lnTo>
                  <a:lnTo>
                    <a:pt x="1135311" y="2519553"/>
                  </a:lnTo>
                  <a:lnTo>
                    <a:pt x="1058068" y="2508804"/>
                  </a:lnTo>
                  <a:lnTo>
                    <a:pt x="980824" y="2497954"/>
                  </a:lnTo>
                  <a:lnTo>
                    <a:pt x="903581" y="2487000"/>
                  </a:lnTo>
                  <a:lnTo>
                    <a:pt x="826337" y="2475943"/>
                  </a:lnTo>
                  <a:lnTo>
                    <a:pt x="749094" y="2464781"/>
                  </a:lnTo>
                  <a:lnTo>
                    <a:pt x="671850" y="2453513"/>
                  </a:lnTo>
                  <a:lnTo>
                    <a:pt x="594606" y="2442138"/>
                  </a:lnTo>
                  <a:lnTo>
                    <a:pt x="517363" y="2430655"/>
                  </a:lnTo>
                  <a:lnTo>
                    <a:pt x="440119" y="2419063"/>
                  </a:lnTo>
                  <a:lnTo>
                    <a:pt x="362876" y="2407361"/>
                  </a:lnTo>
                  <a:lnTo>
                    <a:pt x="285632" y="2395548"/>
                  </a:lnTo>
                  <a:lnTo>
                    <a:pt x="208389" y="2383623"/>
                  </a:lnTo>
                  <a:lnTo>
                    <a:pt x="131145" y="2371585"/>
                  </a:lnTo>
                  <a:lnTo>
                    <a:pt x="53901" y="2359433"/>
                  </a:lnTo>
                  <a:lnTo>
                    <a:pt x="0" y="23508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1896563"/>
              <a:ext cx="5137684" cy="3125246"/>
            </a:xfrm>
            <a:custGeom>
              <a:avLst/>
              <a:pathLst>
                <a:path w="5137684" h="3125246">
                  <a:moveTo>
                    <a:pt x="0" y="0"/>
                  </a:moveTo>
                  <a:lnTo>
                    <a:pt x="39609" y="197921"/>
                  </a:lnTo>
                  <a:lnTo>
                    <a:pt x="116852" y="545108"/>
                  </a:lnTo>
                  <a:lnTo>
                    <a:pt x="194096" y="857405"/>
                  </a:lnTo>
                  <a:lnTo>
                    <a:pt x="271339" y="1138316"/>
                  </a:lnTo>
                  <a:lnTo>
                    <a:pt x="348583" y="1390997"/>
                  </a:lnTo>
                  <a:lnTo>
                    <a:pt x="425826" y="1618285"/>
                  </a:lnTo>
                  <a:lnTo>
                    <a:pt x="503070" y="1822730"/>
                  </a:lnTo>
                  <a:lnTo>
                    <a:pt x="580314" y="2006630"/>
                  </a:lnTo>
                  <a:lnTo>
                    <a:pt x="657557" y="2172049"/>
                  </a:lnTo>
                  <a:lnTo>
                    <a:pt x="734801" y="2320843"/>
                  </a:lnTo>
                  <a:lnTo>
                    <a:pt x="812044" y="2454684"/>
                  </a:lnTo>
                  <a:lnTo>
                    <a:pt x="889288" y="2575075"/>
                  </a:lnTo>
                  <a:lnTo>
                    <a:pt x="966531" y="2683367"/>
                  </a:lnTo>
                  <a:lnTo>
                    <a:pt x="1043775" y="2780776"/>
                  </a:lnTo>
                  <a:lnTo>
                    <a:pt x="1121019" y="2790945"/>
                  </a:lnTo>
                  <a:lnTo>
                    <a:pt x="1198262" y="2799043"/>
                  </a:lnTo>
                  <a:lnTo>
                    <a:pt x="1275506" y="2807064"/>
                  </a:lnTo>
                  <a:lnTo>
                    <a:pt x="1352749" y="2815010"/>
                  </a:lnTo>
                  <a:lnTo>
                    <a:pt x="1429993" y="2822881"/>
                  </a:lnTo>
                  <a:lnTo>
                    <a:pt x="1507236" y="2830678"/>
                  </a:lnTo>
                  <a:lnTo>
                    <a:pt x="1584480" y="2838402"/>
                  </a:lnTo>
                  <a:lnTo>
                    <a:pt x="1661724" y="2846053"/>
                  </a:lnTo>
                  <a:lnTo>
                    <a:pt x="1738967" y="2853633"/>
                  </a:lnTo>
                  <a:lnTo>
                    <a:pt x="1816211" y="2861141"/>
                  </a:lnTo>
                  <a:lnTo>
                    <a:pt x="1893454" y="2868579"/>
                  </a:lnTo>
                  <a:lnTo>
                    <a:pt x="1970698" y="2875947"/>
                  </a:lnTo>
                  <a:lnTo>
                    <a:pt x="2047941" y="2883245"/>
                  </a:lnTo>
                  <a:lnTo>
                    <a:pt x="2125185" y="2890475"/>
                  </a:lnTo>
                  <a:lnTo>
                    <a:pt x="2202429" y="2897637"/>
                  </a:lnTo>
                  <a:lnTo>
                    <a:pt x="2279672" y="2904732"/>
                  </a:lnTo>
                  <a:lnTo>
                    <a:pt x="2356916" y="2911760"/>
                  </a:lnTo>
                  <a:lnTo>
                    <a:pt x="2434159" y="2918722"/>
                  </a:lnTo>
                  <a:lnTo>
                    <a:pt x="2511403" y="2925618"/>
                  </a:lnTo>
                  <a:lnTo>
                    <a:pt x="2588646" y="2932450"/>
                  </a:lnTo>
                  <a:lnTo>
                    <a:pt x="2665890" y="2939218"/>
                  </a:lnTo>
                  <a:lnTo>
                    <a:pt x="2743134" y="2945922"/>
                  </a:lnTo>
                  <a:lnTo>
                    <a:pt x="2820377" y="2952563"/>
                  </a:lnTo>
                  <a:lnTo>
                    <a:pt x="2897621" y="2959141"/>
                  </a:lnTo>
                  <a:lnTo>
                    <a:pt x="2974864" y="2965658"/>
                  </a:lnTo>
                  <a:lnTo>
                    <a:pt x="3052108" y="2972114"/>
                  </a:lnTo>
                  <a:lnTo>
                    <a:pt x="3129351" y="2978509"/>
                  </a:lnTo>
                  <a:lnTo>
                    <a:pt x="3206595" y="2984843"/>
                  </a:lnTo>
                  <a:lnTo>
                    <a:pt x="3283839" y="2991119"/>
                  </a:lnTo>
                  <a:lnTo>
                    <a:pt x="3361082" y="2997335"/>
                  </a:lnTo>
                  <a:lnTo>
                    <a:pt x="3438326" y="3003493"/>
                  </a:lnTo>
                  <a:lnTo>
                    <a:pt x="3515569" y="3009593"/>
                  </a:lnTo>
                  <a:lnTo>
                    <a:pt x="3592813" y="3015636"/>
                  </a:lnTo>
                  <a:lnTo>
                    <a:pt x="3670056" y="3021622"/>
                  </a:lnTo>
                  <a:lnTo>
                    <a:pt x="3747300" y="3027551"/>
                  </a:lnTo>
                  <a:lnTo>
                    <a:pt x="3824544" y="3033425"/>
                  </a:lnTo>
                  <a:lnTo>
                    <a:pt x="3901787" y="3039244"/>
                  </a:lnTo>
                  <a:lnTo>
                    <a:pt x="3979031" y="3045008"/>
                  </a:lnTo>
                  <a:lnTo>
                    <a:pt x="4056274" y="3050718"/>
                  </a:lnTo>
                  <a:lnTo>
                    <a:pt x="4133518" y="3056374"/>
                  </a:lnTo>
                  <a:lnTo>
                    <a:pt x="4210761" y="3061977"/>
                  </a:lnTo>
                  <a:lnTo>
                    <a:pt x="4288005" y="3067528"/>
                  </a:lnTo>
                  <a:lnTo>
                    <a:pt x="4365249" y="3073026"/>
                  </a:lnTo>
                  <a:lnTo>
                    <a:pt x="4442492" y="3078473"/>
                  </a:lnTo>
                  <a:lnTo>
                    <a:pt x="4519736" y="3083868"/>
                  </a:lnTo>
                  <a:lnTo>
                    <a:pt x="4596979" y="3089213"/>
                  </a:lnTo>
                  <a:lnTo>
                    <a:pt x="4674223" y="3094507"/>
                  </a:lnTo>
                  <a:lnTo>
                    <a:pt x="4751466" y="3099752"/>
                  </a:lnTo>
                  <a:lnTo>
                    <a:pt x="4828710" y="3104947"/>
                  </a:lnTo>
                  <a:lnTo>
                    <a:pt x="4905954" y="3110094"/>
                  </a:lnTo>
                  <a:lnTo>
                    <a:pt x="4983197" y="3115192"/>
                  </a:lnTo>
                  <a:lnTo>
                    <a:pt x="5060441" y="3120243"/>
                  </a:lnTo>
                  <a:lnTo>
                    <a:pt x="5137684" y="31252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47436"/>
              <a:ext cx="7392041" cy="1298589"/>
            </a:xfrm>
            <a:custGeom>
              <a:avLst/>
              <a:pathLst>
                <a:path w="7392041" h="1298589">
                  <a:moveTo>
                    <a:pt x="7392041" y="1298589"/>
                  </a:moveTo>
                  <a:lnTo>
                    <a:pt x="7314797" y="1298233"/>
                  </a:lnTo>
                  <a:lnTo>
                    <a:pt x="7237554" y="1297838"/>
                  </a:lnTo>
                  <a:lnTo>
                    <a:pt x="7160310" y="1297399"/>
                  </a:lnTo>
                  <a:lnTo>
                    <a:pt x="7083066" y="1296911"/>
                  </a:lnTo>
                  <a:lnTo>
                    <a:pt x="7005823" y="1296368"/>
                  </a:lnTo>
                  <a:lnTo>
                    <a:pt x="6928579" y="1295764"/>
                  </a:lnTo>
                  <a:lnTo>
                    <a:pt x="6851336" y="1295093"/>
                  </a:lnTo>
                  <a:lnTo>
                    <a:pt x="6774092" y="1294347"/>
                  </a:lnTo>
                  <a:lnTo>
                    <a:pt x="6696849" y="1293518"/>
                  </a:lnTo>
                  <a:lnTo>
                    <a:pt x="6619605" y="1292596"/>
                  </a:lnTo>
                  <a:lnTo>
                    <a:pt x="6542361" y="1291571"/>
                  </a:lnTo>
                  <a:lnTo>
                    <a:pt x="6465118" y="1290431"/>
                  </a:lnTo>
                  <a:lnTo>
                    <a:pt x="6387874" y="1289164"/>
                  </a:lnTo>
                  <a:lnTo>
                    <a:pt x="6310631" y="1287756"/>
                  </a:lnTo>
                  <a:lnTo>
                    <a:pt x="6233387" y="1286190"/>
                  </a:lnTo>
                  <a:lnTo>
                    <a:pt x="6156144" y="1284450"/>
                  </a:lnTo>
                  <a:lnTo>
                    <a:pt x="6078900" y="1282515"/>
                  </a:lnTo>
                  <a:lnTo>
                    <a:pt x="6001656" y="1280363"/>
                  </a:lnTo>
                  <a:lnTo>
                    <a:pt x="5924413" y="1277972"/>
                  </a:lnTo>
                  <a:lnTo>
                    <a:pt x="5847169" y="1275313"/>
                  </a:lnTo>
                  <a:lnTo>
                    <a:pt x="5769926" y="1272357"/>
                  </a:lnTo>
                  <a:lnTo>
                    <a:pt x="5692682" y="1269071"/>
                  </a:lnTo>
                  <a:lnTo>
                    <a:pt x="5615439" y="1265417"/>
                  </a:lnTo>
                  <a:lnTo>
                    <a:pt x="5538195" y="1261356"/>
                  </a:lnTo>
                  <a:lnTo>
                    <a:pt x="5460951" y="1256841"/>
                  </a:lnTo>
                  <a:lnTo>
                    <a:pt x="5383708" y="1251821"/>
                  </a:lnTo>
                  <a:lnTo>
                    <a:pt x="5306464" y="1246240"/>
                  </a:lnTo>
                  <a:lnTo>
                    <a:pt x="5229221" y="1240036"/>
                  </a:lnTo>
                  <a:lnTo>
                    <a:pt x="5151977" y="1233139"/>
                  </a:lnTo>
                  <a:lnTo>
                    <a:pt x="5074734" y="1225471"/>
                  </a:lnTo>
                  <a:lnTo>
                    <a:pt x="4997490" y="1216947"/>
                  </a:lnTo>
                  <a:lnTo>
                    <a:pt x="4920246" y="1207470"/>
                  </a:lnTo>
                  <a:lnTo>
                    <a:pt x="4843003" y="1196935"/>
                  </a:lnTo>
                  <a:lnTo>
                    <a:pt x="4765759" y="1185222"/>
                  </a:lnTo>
                  <a:lnTo>
                    <a:pt x="4688516" y="1172201"/>
                  </a:lnTo>
                  <a:lnTo>
                    <a:pt x="4611272" y="1157725"/>
                  </a:lnTo>
                  <a:lnTo>
                    <a:pt x="4534029" y="1141631"/>
                  </a:lnTo>
                  <a:lnTo>
                    <a:pt x="4456785" y="1123740"/>
                  </a:lnTo>
                  <a:lnTo>
                    <a:pt x="4379541" y="1103850"/>
                  </a:lnTo>
                  <a:lnTo>
                    <a:pt x="4302298" y="1081737"/>
                  </a:lnTo>
                  <a:lnTo>
                    <a:pt x="4225054" y="1057154"/>
                  </a:lnTo>
                  <a:lnTo>
                    <a:pt x="4147811" y="1029824"/>
                  </a:lnTo>
                  <a:lnTo>
                    <a:pt x="4070567" y="999441"/>
                  </a:lnTo>
                  <a:lnTo>
                    <a:pt x="3993324" y="965664"/>
                  </a:lnTo>
                  <a:lnTo>
                    <a:pt x="3916080" y="928113"/>
                  </a:lnTo>
                  <a:lnTo>
                    <a:pt x="3838836" y="886366"/>
                  </a:lnTo>
                  <a:lnTo>
                    <a:pt x="3761593" y="839955"/>
                  </a:lnTo>
                  <a:lnTo>
                    <a:pt x="3684349" y="788359"/>
                  </a:lnTo>
                  <a:lnTo>
                    <a:pt x="3607106" y="730999"/>
                  </a:lnTo>
                  <a:lnTo>
                    <a:pt x="3529862" y="667230"/>
                  </a:lnTo>
                  <a:lnTo>
                    <a:pt x="3452619" y="596336"/>
                  </a:lnTo>
                  <a:lnTo>
                    <a:pt x="3375375" y="517522"/>
                  </a:lnTo>
                  <a:lnTo>
                    <a:pt x="3298131" y="431898"/>
                  </a:lnTo>
                  <a:lnTo>
                    <a:pt x="3220888" y="423646"/>
                  </a:lnTo>
                  <a:lnTo>
                    <a:pt x="3143644" y="415316"/>
                  </a:lnTo>
                  <a:lnTo>
                    <a:pt x="3066401" y="406907"/>
                  </a:lnTo>
                  <a:lnTo>
                    <a:pt x="2989157" y="398419"/>
                  </a:lnTo>
                  <a:lnTo>
                    <a:pt x="2911914" y="389849"/>
                  </a:lnTo>
                  <a:lnTo>
                    <a:pt x="2834670" y="381199"/>
                  </a:lnTo>
                  <a:lnTo>
                    <a:pt x="2757426" y="372466"/>
                  </a:lnTo>
                  <a:lnTo>
                    <a:pt x="2680183" y="363651"/>
                  </a:lnTo>
                  <a:lnTo>
                    <a:pt x="2602939" y="354752"/>
                  </a:lnTo>
                  <a:lnTo>
                    <a:pt x="2525696" y="345768"/>
                  </a:lnTo>
                  <a:lnTo>
                    <a:pt x="2448452" y="336700"/>
                  </a:lnTo>
                  <a:lnTo>
                    <a:pt x="2371209" y="327545"/>
                  </a:lnTo>
                  <a:lnTo>
                    <a:pt x="2293965" y="318303"/>
                  </a:lnTo>
                  <a:lnTo>
                    <a:pt x="2216721" y="308974"/>
                  </a:lnTo>
                  <a:lnTo>
                    <a:pt x="2139478" y="299556"/>
                  </a:lnTo>
                  <a:lnTo>
                    <a:pt x="2062234" y="290049"/>
                  </a:lnTo>
                  <a:lnTo>
                    <a:pt x="1984991" y="280452"/>
                  </a:lnTo>
                  <a:lnTo>
                    <a:pt x="1907747" y="270764"/>
                  </a:lnTo>
                  <a:lnTo>
                    <a:pt x="1830504" y="260984"/>
                  </a:lnTo>
                  <a:lnTo>
                    <a:pt x="1753260" y="251111"/>
                  </a:lnTo>
                  <a:lnTo>
                    <a:pt x="1676016" y="241144"/>
                  </a:lnTo>
                  <a:lnTo>
                    <a:pt x="1598773" y="231083"/>
                  </a:lnTo>
                  <a:lnTo>
                    <a:pt x="1521529" y="220926"/>
                  </a:lnTo>
                  <a:lnTo>
                    <a:pt x="1444286" y="210673"/>
                  </a:lnTo>
                  <a:lnTo>
                    <a:pt x="1367042" y="200323"/>
                  </a:lnTo>
                  <a:lnTo>
                    <a:pt x="1289799" y="189875"/>
                  </a:lnTo>
                  <a:lnTo>
                    <a:pt x="1212555" y="179327"/>
                  </a:lnTo>
                  <a:lnTo>
                    <a:pt x="1135311" y="168680"/>
                  </a:lnTo>
                  <a:lnTo>
                    <a:pt x="1058068" y="157931"/>
                  </a:lnTo>
                  <a:lnTo>
                    <a:pt x="980824" y="147081"/>
                  </a:lnTo>
                  <a:lnTo>
                    <a:pt x="903581" y="136127"/>
                  </a:lnTo>
                  <a:lnTo>
                    <a:pt x="826337" y="125070"/>
                  </a:lnTo>
                  <a:lnTo>
                    <a:pt x="749094" y="113908"/>
                  </a:lnTo>
                  <a:lnTo>
                    <a:pt x="671850" y="102639"/>
                  </a:lnTo>
                  <a:lnTo>
                    <a:pt x="594606" y="91264"/>
                  </a:lnTo>
                  <a:lnTo>
                    <a:pt x="517363" y="79782"/>
                  </a:lnTo>
                  <a:lnTo>
                    <a:pt x="440119" y="68190"/>
                  </a:lnTo>
                  <a:lnTo>
                    <a:pt x="362876" y="56488"/>
                  </a:lnTo>
                  <a:lnTo>
                    <a:pt x="285632" y="44675"/>
                  </a:lnTo>
                  <a:lnTo>
                    <a:pt x="208389" y="32750"/>
                  </a:lnTo>
                  <a:lnTo>
                    <a:pt x="131145" y="20712"/>
                  </a:lnTo>
                  <a:lnTo>
                    <a:pt x="53901" y="85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1896563"/>
              <a:ext cx="6013735" cy="3611682"/>
            </a:xfrm>
            <a:custGeom>
              <a:avLst/>
              <a:pathLst>
                <a:path w="6013735" h="3611682">
                  <a:moveTo>
                    <a:pt x="0" y="0"/>
                  </a:moveTo>
                  <a:lnTo>
                    <a:pt x="65980" y="176302"/>
                  </a:lnTo>
                  <a:lnTo>
                    <a:pt x="143223" y="371134"/>
                  </a:lnTo>
                  <a:lnTo>
                    <a:pt x="220467" y="555046"/>
                  </a:lnTo>
                  <a:lnTo>
                    <a:pt x="297710" y="728651"/>
                  </a:lnTo>
                  <a:lnTo>
                    <a:pt x="374954" y="892526"/>
                  </a:lnTo>
                  <a:lnTo>
                    <a:pt x="452198" y="1047217"/>
                  </a:lnTo>
                  <a:lnTo>
                    <a:pt x="529441" y="1193239"/>
                  </a:lnTo>
                  <a:lnTo>
                    <a:pt x="606685" y="1331076"/>
                  </a:lnTo>
                  <a:lnTo>
                    <a:pt x="683928" y="1461188"/>
                  </a:lnTo>
                  <a:lnTo>
                    <a:pt x="761172" y="1584008"/>
                  </a:lnTo>
                  <a:lnTo>
                    <a:pt x="838415" y="1699945"/>
                  </a:lnTo>
                  <a:lnTo>
                    <a:pt x="915659" y="1809384"/>
                  </a:lnTo>
                  <a:lnTo>
                    <a:pt x="992903" y="1912690"/>
                  </a:lnTo>
                  <a:lnTo>
                    <a:pt x="1070146" y="2010205"/>
                  </a:lnTo>
                  <a:lnTo>
                    <a:pt x="1147390" y="2102256"/>
                  </a:lnTo>
                  <a:lnTo>
                    <a:pt x="1224633" y="2189147"/>
                  </a:lnTo>
                  <a:lnTo>
                    <a:pt x="1301877" y="2271169"/>
                  </a:lnTo>
                  <a:lnTo>
                    <a:pt x="1379120" y="2348594"/>
                  </a:lnTo>
                  <a:lnTo>
                    <a:pt x="1456364" y="2421679"/>
                  </a:lnTo>
                  <a:lnTo>
                    <a:pt x="1533608" y="2490669"/>
                  </a:lnTo>
                  <a:lnTo>
                    <a:pt x="1610851" y="2555792"/>
                  </a:lnTo>
                  <a:lnTo>
                    <a:pt x="1688095" y="2617265"/>
                  </a:lnTo>
                  <a:lnTo>
                    <a:pt x="1765338" y="2675293"/>
                  </a:lnTo>
                  <a:lnTo>
                    <a:pt x="1842582" y="2730068"/>
                  </a:lnTo>
                  <a:lnTo>
                    <a:pt x="1919825" y="2781774"/>
                  </a:lnTo>
                  <a:lnTo>
                    <a:pt x="1997069" y="2830582"/>
                  </a:lnTo>
                  <a:lnTo>
                    <a:pt x="2074313" y="2876654"/>
                  </a:lnTo>
                  <a:lnTo>
                    <a:pt x="2151556" y="2920145"/>
                  </a:lnTo>
                  <a:lnTo>
                    <a:pt x="2228800" y="2961198"/>
                  </a:lnTo>
                  <a:lnTo>
                    <a:pt x="2306043" y="2999950"/>
                  </a:lnTo>
                  <a:lnTo>
                    <a:pt x="2383287" y="3036530"/>
                  </a:lnTo>
                  <a:lnTo>
                    <a:pt x="2460530" y="3071060"/>
                  </a:lnTo>
                  <a:lnTo>
                    <a:pt x="2537774" y="3103655"/>
                  </a:lnTo>
                  <a:lnTo>
                    <a:pt x="2615018" y="3134423"/>
                  </a:lnTo>
                  <a:lnTo>
                    <a:pt x="2692261" y="3163467"/>
                  </a:lnTo>
                  <a:lnTo>
                    <a:pt x="2769505" y="3190883"/>
                  </a:lnTo>
                  <a:lnTo>
                    <a:pt x="2846748" y="3216762"/>
                  </a:lnTo>
                  <a:lnTo>
                    <a:pt x="2923992" y="3241191"/>
                  </a:lnTo>
                  <a:lnTo>
                    <a:pt x="3001235" y="3264251"/>
                  </a:lnTo>
                  <a:lnTo>
                    <a:pt x="3078479" y="3286018"/>
                  </a:lnTo>
                  <a:lnTo>
                    <a:pt x="3155723" y="3306566"/>
                  </a:lnTo>
                  <a:lnTo>
                    <a:pt x="3232966" y="3325962"/>
                  </a:lnTo>
                  <a:lnTo>
                    <a:pt x="3310210" y="3344271"/>
                  </a:lnTo>
                  <a:lnTo>
                    <a:pt x="3387453" y="3361553"/>
                  </a:lnTo>
                  <a:lnTo>
                    <a:pt x="3464697" y="3377867"/>
                  </a:lnTo>
                  <a:lnTo>
                    <a:pt x="3541940" y="3393267"/>
                  </a:lnTo>
                  <a:lnTo>
                    <a:pt x="3619184" y="3407804"/>
                  </a:lnTo>
                  <a:lnTo>
                    <a:pt x="3696428" y="3421526"/>
                  </a:lnTo>
                  <a:lnTo>
                    <a:pt x="3773671" y="3434479"/>
                  </a:lnTo>
                  <a:lnTo>
                    <a:pt x="3850915" y="3446706"/>
                  </a:lnTo>
                  <a:lnTo>
                    <a:pt x="3928158" y="3458248"/>
                  </a:lnTo>
                  <a:lnTo>
                    <a:pt x="4005402" y="3469143"/>
                  </a:lnTo>
                  <a:lnTo>
                    <a:pt x="4082645" y="3479427"/>
                  </a:lnTo>
                  <a:lnTo>
                    <a:pt x="4159889" y="3489135"/>
                  </a:lnTo>
                  <a:lnTo>
                    <a:pt x="4237133" y="3498299"/>
                  </a:lnTo>
                  <a:lnTo>
                    <a:pt x="4314376" y="3506949"/>
                  </a:lnTo>
                  <a:lnTo>
                    <a:pt x="4391620" y="3515114"/>
                  </a:lnTo>
                  <a:lnTo>
                    <a:pt x="4468863" y="3522822"/>
                  </a:lnTo>
                  <a:lnTo>
                    <a:pt x="4546107" y="3530098"/>
                  </a:lnTo>
                  <a:lnTo>
                    <a:pt x="4623350" y="3536966"/>
                  </a:lnTo>
                  <a:lnTo>
                    <a:pt x="4700594" y="3543449"/>
                  </a:lnTo>
                  <a:lnTo>
                    <a:pt x="4777838" y="3549569"/>
                  </a:lnTo>
                  <a:lnTo>
                    <a:pt x="4855081" y="3555346"/>
                  </a:lnTo>
                  <a:lnTo>
                    <a:pt x="4932325" y="3560799"/>
                  </a:lnTo>
                  <a:lnTo>
                    <a:pt x="5009568" y="3565946"/>
                  </a:lnTo>
                  <a:lnTo>
                    <a:pt x="5086812" y="3570805"/>
                  </a:lnTo>
                  <a:lnTo>
                    <a:pt x="5164055" y="3575392"/>
                  </a:lnTo>
                  <a:lnTo>
                    <a:pt x="5241299" y="3579721"/>
                  </a:lnTo>
                  <a:lnTo>
                    <a:pt x="5318543" y="3583808"/>
                  </a:lnTo>
                  <a:lnTo>
                    <a:pt x="5395786" y="3587666"/>
                  </a:lnTo>
                  <a:lnTo>
                    <a:pt x="5473030" y="3591308"/>
                  </a:lnTo>
                  <a:lnTo>
                    <a:pt x="5550273" y="3594745"/>
                  </a:lnTo>
                  <a:lnTo>
                    <a:pt x="5627517" y="3597990"/>
                  </a:lnTo>
                  <a:lnTo>
                    <a:pt x="5704760" y="3601053"/>
                  </a:lnTo>
                  <a:lnTo>
                    <a:pt x="5782004" y="3603945"/>
                  </a:lnTo>
                  <a:lnTo>
                    <a:pt x="5859248" y="3606674"/>
                  </a:lnTo>
                  <a:lnTo>
                    <a:pt x="5936491" y="3609250"/>
                  </a:lnTo>
                  <a:lnTo>
                    <a:pt x="6013735" y="3611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2026-05-26T09:08:41Z</dcterms:modified>
  <cp:category/>
</cp:coreProperties>
</file>