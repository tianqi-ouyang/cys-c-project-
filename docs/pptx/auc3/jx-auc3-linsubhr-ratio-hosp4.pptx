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56107"/>
            </a:xfrm>
            <a:custGeom>
              <a:avLst/>
              <a:pathLst>
                <a:path w="6964104" h="1256107">
                  <a:moveTo>
                    <a:pt x="2285296" y="0"/>
                  </a:moveTo>
                  <a:lnTo>
                    <a:pt x="2321368" y="68122"/>
                  </a:lnTo>
                  <a:lnTo>
                    <a:pt x="2391712" y="187620"/>
                  </a:lnTo>
                  <a:lnTo>
                    <a:pt x="2462057" y="295109"/>
                  </a:lnTo>
                  <a:lnTo>
                    <a:pt x="2532401" y="391796"/>
                  </a:lnTo>
                  <a:lnTo>
                    <a:pt x="2602746" y="478767"/>
                  </a:lnTo>
                  <a:lnTo>
                    <a:pt x="2673090" y="556997"/>
                  </a:lnTo>
                  <a:lnTo>
                    <a:pt x="2743435" y="627365"/>
                  </a:lnTo>
                  <a:lnTo>
                    <a:pt x="2813779" y="690661"/>
                  </a:lnTo>
                  <a:lnTo>
                    <a:pt x="2884124" y="747596"/>
                  </a:lnTo>
                  <a:lnTo>
                    <a:pt x="2954468" y="798810"/>
                  </a:lnTo>
                  <a:lnTo>
                    <a:pt x="3024813" y="844877"/>
                  </a:lnTo>
                  <a:lnTo>
                    <a:pt x="3095157" y="886314"/>
                  </a:lnTo>
                  <a:lnTo>
                    <a:pt x="3165502" y="923587"/>
                  </a:lnTo>
                  <a:lnTo>
                    <a:pt x="3235846" y="957114"/>
                  </a:lnTo>
                  <a:lnTo>
                    <a:pt x="3306191" y="960614"/>
                  </a:lnTo>
                  <a:lnTo>
                    <a:pt x="3376535" y="963401"/>
                  </a:lnTo>
                  <a:lnTo>
                    <a:pt x="3446880" y="966162"/>
                  </a:lnTo>
                  <a:lnTo>
                    <a:pt x="3517224" y="968897"/>
                  </a:lnTo>
                  <a:lnTo>
                    <a:pt x="3587569" y="971606"/>
                  </a:lnTo>
                  <a:lnTo>
                    <a:pt x="3657913" y="974290"/>
                  </a:lnTo>
                  <a:lnTo>
                    <a:pt x="3728257" y="976948"/>
                  </a:lnTo>
                  <a:lnTo>
                    <a:pt x="3798602" y="979582"/>
                  </a:lnTo>
                  <a:lnTo>
                    <a:pt x="3868946" y="982191"/>
                  </a:lnTo>
                  <a:lnTo>
                    <a:pt x="3939291" y="984775"/>
                  </a:lnTo>
                  <a:lnTo>
                    <a:pt x="4009635" y="987335"/>
                  </a:lnTo>
                  <a:lnTo>
                    <a:pt x="4079980" y="989871"/>
                  </a:lnTo>
                  <a:lnTo>
                    <a:pt x="4150324" y="992383"/>
                  </a:lnTo>
                  <a:lnTo>
                    <a:pt x="4220669" y="994871"/>
                  </a:lnTo>
                  <a:lnTo>
                    <a:pt x="4291013" y="997336"/>
                  </a:lnTo>
                  <a:lnTo>
                    <a:pt x="4361358" y="999778"/>
                  </a:lnTo>
                  <a:lnTo>
                    <a:pt x="4431702" y="1002197"/>
                  </a:lnTo>
                  <a:lnTo>
                    <a:pt x="4502047" y="1004594"/>
                  </a:lnTo>
                  <a:lnTo>
                    <a:pt x="4572391" y="1006967"/>
                  </a:lnTo>
                  <a:lnTo>
                    <a:pt x="4642736" y="1009319"/>
                  </a:lnTo>
                  <a:lnTo>
                    <a:pt x="4713080" y="1011648"/>
                  </a:lnTo>
                  <a:lnTo>
                    <a:pt x="4783425" y="1013956"/>
                  </a:lnTo>
                  <a:lnTo>
                    <a:pt x="4853769" y="1016241"/>
                  </a:lnTo>
                  <a:lnTo>
                    <a:pt x="4924114" y="1018506"/>
                  </a:lnTo>
                  <a:lnTo>
                    <a:pt x="4994458" y="1020749"/>
                  </a:lnTo>
                  <a:lnTo>
                    <a:pt x="5064803" y="1022971"/>
                  </a:lnTo>
                  <a:lnTo>
                    <a:pt x="5135147" y="1025172"/>
                  </a:lnTo>
                  <a:lnTo>
                    <a:pt x="5205492" y="1027352"/>
                  </a:lnTo>
                  <a:lnTo>
                    <a:pt x="5275836" y="1029512"/>
                  </a:lnTo>
                  <a:lnTo>
                    <a:pt x="5346181" y="1031651"/>
                  </a:lnTo>
                  <a:lnTo>
                    <a:pt x="5416525" y="1033771"/>
                  </a:lnTo>
                  <a:lnTo>
                    <a:pt x="5486870" y="1035870"/>
                  </a:lnTo>
                  <a:lnTo>
                    <a:pt x="5557214" y="1037950"/>
                  </a:lnTo>
                  <a:lnTo>
                    <a:pt x="5627559" y="1040011"/>
                  </a:lnTo>
                  <a:lnTo>
                    <a:pt x="5697903" y="1042052"/>
                  </a:lnTo>
                  <a:lnTo>
                    <a:pt x="5768248" y="1044073"/>
                  </a:lnTo>
                  <a:lnTo>
                    <a:pt x="5838592" y="1046076"/>
                  </a:lnTo>
                  <a:lnTo>
                    <a:pt x="5908937" y="1048060"/>
                  </a:lnTo>
                  <a:lnTo>
                    <a:pt x="5979281" y="1050025"/>
                  </a:lnTo>
                  <a:lnTo>
                    <a:pt x="6049626" y="1051972"/>
                  </a:lnTo>
                  <a:lnTo>
                    <a:pt x="6119970" y="1053901"/>
                  </a:lnTo>
                  <a:lnTo>
                    <a:pt x="6190315" y="1055811"/>
                  </a:lnTo>
                  <a:lnTo>
                    <a:pt x="6260659" y="1057703"/>
                  </a:lnTo>
                  <a:lnTo>
                    <a:pt x="6331004" y="1059578"/>
                  </a:lnTo>
                  <a:lnTo>
                    <a:pt x="6401348" y="1061435"/>
                  </a:lnTo>
                  <a:lnTo>
                    <a:pt x="6471693" y="1063275"/>
                  </a:lnTo>
                  <a:lnTo>
                    <a:pt x="6542037" y="1065097"/>
                  </a:lnTo>
                  <a:lnTo>
                    <a:pt x="6612382" y="1066902"/>
                  </a:lnTo>
                  <a:lnTo>
                    <a:pt x="6682726" y="1068691"/>
                  </a:lnTo>
                  <a:lnTo>
                    <a:pt x="6753071" y="1070462"/>
                  </a:lnTo>
                  <a:lnTo>
                    <a:pt x="6823415" y="1072217"/>
                  </a:lnTo>
                  <a:lnTo>
                    <a:pt x="6893760" y="1073955"/>
                  </a:lnTo>
                  <a:lnTo>
                    <a:pt x="6964104" y="1075677"/>
                  </a:lnTo>
                  <a:lnTo>
                    <a:pt x="6964104" y="1256107"/>
                  </a:lnTo>
                  <a:lnTo>
                    <a:pt x="6893760" y="1255984"/>
                  </a:lnTo>
                  <a:lnTo>
                    <a:pt x="6823415" y="1255848"/>
                  </a:lnTo>
                  <a:lnTo>
                    <a:pt x="6753071" y="1255697"/>
                  </a:lnTo>
                  <a:lnTo>
                    <a:pt x="6682726" y="1255529"/>
                  </a:lnTo>
                  <a:lnTo>
                    <a:pt x="6612382" y="1255342"/>
                  </a:lnTo>
                  <a:lnTo>
                    <a:pt x="6542037" y="1255135"/>
                  </a:lnTo>
                  <a:lnTo>
                    <a:pt x="6471693" y="1254904"/>
                  </a:lnTo>
                  <a:lnTo>
                    <a:pt x="6401348" y="1254647"/>
                  </a:lnTo>
                  <a:lnTo>
                    <a:pt x="6331004" y="1254361"/>
                  </a:lnTo>
                  <a:lnTo>
                    <a:pt x="6260659" y="1254044"/>
                  </a:lnTo>
                  <a:lnTo>
                    <a:pt x="6190315" y="1253691"/>
                  </a:lnTo>
                  <a:lnTo>
                    <a:pt x="6119970" y="1253299"/>
                  </a:lnTo>
                  <a:lnTo>
                    <a:pt x="6049626" y="1252863"/>
                  </a:lnTo>
                  <a:lnTo>
                    <a:pt x="5979281" y="1252378"/>
                  </a:lnTo>
                  <a:lnTo>
                    <a:pt x="5908937" y="1251839"/>
                  </a:lnTo>
                  <a:lnTo>
                    <a:pt x="5838592" y="1251240"/>
                  </a:lnTo>
                  <a:lnTo>
                    <a:pt x="5768248" y="1250574"/>
                  </a:lnTo>
                  <a:lnTo>
                    <a:pt x="5697903" y="1249834"/>
                  </a:lnTo>
                  <a:lnTo>
                    <a:pt x="5627559" y="1249011"/>
                  </a:lnTo>
                  <a:lnTo>
                    <a:pt x="5557214" y="1248095"/>
                  </a:lnTo>
                  <a:lnTo>
                    <a:pt x="5486870" y="1247078"/>
                  </a:lnTo>
                  <a:lnTo>
                    <a:pt x="5416525" y="1245947"/>
                  </a:lnTo>
                  <a:lnTo>
                    <a:pt x="5346181" y="1244690"/>
                  </a:lnTo>
                  <a:lnTo>
                    <a:pt x="5275836" y="1243292"/>
                  </a:lnTo>
                  <a:lnTo>
                    <a:pt x="5205492" y="1241738"/>
                  </a:lnTo>
                  <a:lnTo>
                    <a:pt x="5135147" y="1240010"/>
                  </a:lnTo>
                  <a:lnTo>
                    <a:pt x="5064803" y="1238089"/>
                  </a:lnTo>
                  <a:lnTo>
                    <a:pt x="4994458" y="1235954"/>
                  </a:lnTo>
                  <a:lnTo>
                    <a:pt x="4924114" y="1233580"/>
                  </a:lnTo>
                  <a:lnTo>
                    <a:pt x="4853769" y="1230941"/>
                  </a:lnTo>
                  <a:lnTo>
                    <a:pt x="4783425" y="1228007"/>
                  </a:lnTo>
                  <a:lnTo>
                    <a:pt x="4713080" y="1224745"/>
                  </a:lnTo>
                  <a:lnTo>
                    <a:pt x="4642736" y="1221119"/>
                  </a:lnTo>
                  <a:lnTo>
                    <a:pt x="4572391" y="1217087"/>
                  </a:lnTo>
                  <a:lnTo>
                    <a:pt x="4502047" y="1212605"/>
                  </a:lnTo>
                  <a:lnTo>
                    <a:pt x="4431702" y="1207623"/>
                  </a:lnTo>
                  <a:lnTo>
                    <a:pt x="4361358" y="1202084"/>
                  </a:lnTo>
                  <a:lnTo>
                    <a:pt x="4291013" y="1195926"/>
                  </a:lnTo>
                  <a:lnTo>
                    <a:pt x="4220669" y="1189080"/>
                  </a:lnTo>
                  <a:lnTo>
                    <a:pt x="4150324" y="1181469"/>
                  </a:lnTo>
                  <a:lnTo>
                    <a:pt x="4079980" y="1173007"/>
                  </a:lnTo>
                  <a:lnTo>
                    <a:pt x="4009635" y="1163601"/>
                  </a:lnTo>
                  <a:lnTo>
                    <a:pt x="3939291" y="1153143"/>
                  </a:lnTo>
                  <a:lnTo>
                    <a:pt x="3868946" y="1141518"/>
                  </a:lnTo>
                  <a:lnTo>
                    <a:pt x="3798602" y="1128593"/>
                  </a:lnTo>
                  <a:lnTo>
                    <a:pt x="3728257" y="1114224"/>
                  </a:lnTo>
                  <a:lnTo>
                    <a:pt x="3657913" y="1098250"/>
                  </a:lnTo>
                  <a:lnTo>
                    <a:pt x="3587569" y="1080491"/>
                  </a:lnTo>
                  <a:lnTo>
                    <a:pt x="3517224" y="1060748"/>
                  </a:lnTo>
                  <a:lnTo>
                    <a:pt x="3446880" y="1038800"/>
                  </a:lnTo>
                  <a:lnTo>
                    <a:pt x="3376535" y="1014399"/>
                  </a:lnTo>
                  <a:lnTo>
                    <a:pt x="3306191" y="987272"/>
                  </a:lnTo>
                  <a:lnTo>
                    <a:pt x="3235846" y="957801"/>
                  </a:lnTo>
                  <a:lnTo>
                    <a:pt x="3165502" y="954961"/>
                  </a:lnTo>
                  <a:lnTo>
                    <a:pt x="3095157" y="952094"/>
                  </a:lnTo>
                  <a:lnTo>
                    <a:pt x="3024813" y="949199"/>
                  </a:lnTo>
                  <a:lnTo>
                    <a:pt x="2954468" y="946278"/>
                  </a:lnTo>
                  <a:lnTo>
                    <a:pt x="2884124" y="943328"/>
                  </a:lnTo>
                  <a:lnTo>
                    <a:pt x="2813779" y="940351"/>
                  </a:lnTo>
                  <a:lnTo>
                    <a:pt x="2743435" y="937345"/>
                  </a:lnTo>
                  <a:lnTo>
                    <a:pt x="2673090" y="934311"/>
                  </a:lnTo>
                  <a:lnTo>
                    <a:pt x="2602746" y="931248"/>
                  </a:lnTo>
                  <a:lnTo>
                    <a:pt x="2532401" y="928156"/>
                  </a:lnTo>
                  <a:lnTo>
                    <a:pt x="2462057" y="925035"/>
                  </a:lnTo>
                  <a:lnTo>
                    <a:pt x="2391712" y="921884"/>
                  </a:lnTo>
                  <a:lnTo>
                    <a:pt x="2321368" y="918703"/>
                  </a:lnTo>
                  <a:lnTo>
                    <a:pt x="2251023" y="915492"/>
                  </a:lnTo>
                  <a:lnTo>
                    <a:pt x="2180679" y="912250"/>
                  </a:lnTo>
                  <a:lnTo>
                    <a:pt x="2110334" y="908978"/>
                  </a:lnTo>
                  <a:lnTo>
                    <a:pt x="2039990" y="905675"/>
                  </a:lnTo>
                  <a:lnTo>
                    <a:pt x="1969645" y="902340"/>
                  </a:lnTo>
                  <a:lnTo>
                    <a:pt x="1899301" y="898974"/>
                  </a:lnTo>
                  <a:lnTo>
                    <a:pt x="1828956" y="895576"/>
                  </a:lnTo>
                  <a:lnTo>
                    <a:pt x="1758612" y="892145"/>
                  </a:lnTo>
                  <a:lnTo>
                    <a:pt x="1688267" y="888682"/>
                  </a:lnTo>
                  <a:lnTo>
                    <a:pt x="1617923" y="885187"/>
                  </a:lnTo>
                  <a:lnTo>
                    <a:pt x="1547578" y="881658"/>
                  </a:lnTo>
                  <a:lnTo>
                    <a:pt x="1477234" y="878095"/>
                  </a:lnTo>
                  <a:lnTo>
                    <a:pt x="1406889" y="874499"/>
                  </a:lnTo>
                  <a:lnTo>
                    <a:pt x="1336545" y="870869"/>
                  </a:lnTo>
                  <a:lnTo>
                    <a:pt x="1266200" y="867204"/>
                  </a:lnTo>
                  <a:lnTo>
                    <a:pt x="1195856" y="863504"/>
                  </a:lnTo>
                  <a:lnTo>
                    <a:pt x="1125511" y="859770"/>
                  </a:lnTo>
                  <a:lnTo>
                    <a:pt x="1055167" y="856000"/>
                  </a:lnTo>
                  <a:lnTo>
                    <a:pt x="984822" y="852194"/>
                  </a:lnTo>
                  <a:lnTo>
                    <a:pt x="914478" y="848352"/>
                  </a:lnTo>
                  <a:lnTo>
                    <a:pt x="844133" y="844473"/>
                  </a:lnTo>
                  <a:lnTo>
                    <a:pt x="773789" y="840558"/>
                  </a:lnTo>
                  <a:lnTo>
                    <a:pt x="703444" y="836606"/>
                  </a:lnTo>
                  <a:lnTo>
                    <a:pt x="633100" y="832616"/>
                  </a:lnTo>
                  <a:lnTo>
                    <a:pt x="562755" y="828588"/>
                  </a:lnTo>
                  <a:lnTo>
                    <a:pt x="492411" y="824523"/>
                  </a:lnTo>
                  <a:lnTo>
                    <a:pt x="422066" y="820418"/>
                  </a:lnTo>
                  <a:lnTo>
                    <a:pt x="351722" y="816275"/>
                  </a:lnTo>
                  <a:lnTo>
                    <a:pt x="281377" y="812092"/>
                  </a:lnTo>
                  <a:lnTo>
                    <a:pt x="211033" y="807870"/>
                  </a:lnTo>
                  <a:lnTo>
                    <a:pt x="140688" y="803607"/>
                  </a:lnTo>
                  <a:lnTo>
                    <a:pt x="70344" y="799305"/>
                  </a:lnTo>
                  <a:lnTo>
                    <a:pt x="0" y="7949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20608" y="2143092"/>
              <a:ext cx="4678807" cy="1075677"/>
            </a:xfrm>
            <a:custGeom>
              <a:avLst/>
              <a:pathLst>
                <a:path w="4678807" h="1075677">
                  <a:moveTo>
                    <a:pt x="0" y="0"/>
                  </a:moveTo>
                  <a:lnTo>
                    <a:pt x="36071" y="68122"/>
                  </a:lnTo>
                  <a:lnTo>
                    <a:pt x="106415" y="187620"/>
                  </a:lnTo>
                  <a:lnTo>
                    <a:pt x="176760" y="295109"/>
                  </a:lnTo>
                  <a:lnTo>
                    <a:pt x="247104" y="391796"/>
                  </a:lnTo>
                  <a:lnTo>
                    <a:pt x="317449" y="478767"/>
                  </a:lnTo>
                  <a:lnTo>
                    <a:pt x="387793" y="556997"/>
                  </a:lnTo>
                  <a:lnTo>
                    <a:pt x="458138" y="627365"/>
                  </a:lnTo>
                  <a:lnTo>
                    <a:pt x="528482" y="690661"/>
                  </a:lnTo>
                  <a:lnTo>
                    <a:pt x="598827" y="747596"/>
                  </a:lnTo>
                  <a:lnTo>
                    <a:pt x="669171" y="798810"/>
                  </a:lnTo>
                  <a:lnTo>
                    <a:pt x="739516" y="844877"/>
                  </a:lnTo>
                  <a:lnTo>
                    <a:pt x="809860" y="886314"/>
                  </a:lnTo>
                  <a:lnTo>
                    <a:pt x="880205" y="923587"/>
                  </a:lnTo>
                  <a:lnTo>
                    <a:pt x="950549" y="957114"/>
                  </a:lnTo>
                  <a:lnTo>
                    <a:pt x="1020894" y="960614"/>
                  </a:lnTo>
                  <a:lnTo>
                    <a:pt x="1091238" y="963401"/>
                  </a:lnTo>
                  <a:lnTo>
                    <a:pt x="1161583" y="966162"/>
                  </a:lnTo>
                  <a:lnTo>
                    <a:pt x="1231927" y="968897"/>
                  </a:lnTo>
                  <a:lnTo>
                    <a:pt x="1302272" y="971606"/>
                  </a:lnTo>
                  <a:lnTo>
                    <a:pt x="1372616" y="974290"/>
                  </a:lnTo>
                  <a:lnTo>
                    <a:pt x="1442961" y="976948"/>
                  </a:lnTo>
                  <a:lnTo>
                    <a:pt x="1513305" y="979582"/>
                  </a:lnTo>
                  <a:lnTo>
                    <a:pt x="1583650" y="982191"/>
                  </a:lnTo>
                  <a:lnTo>
                    <a:pt x="1653994" y="984775"/>
                  </a:lnTo>
                  <a:lnTo>
                    <a:pt x="1724339" y="987335"/>
                  </a:lnTo>
                  <a:lnTo>
                    <a:pt x="1794683" y="989871"/>
                  </a:lnTo>
                  <a:lnTo>
                    <a:pt x="1865028" y="992383"/>
                  </a:lnTo>
                  <a:lnTo>
                    <a:pt x="1935372" y="994871"/>
                  </a:lnTo>
                  <a:lnTo>
                    <a:pt x="2005717" y="997336"/>
                  </a:lnTo>
                  <a:lnTo>
                    <a:pt x="2076061" y="999778"/>
                  </a:lnTo>
                  <a:lnTo>
                    <a:pt x="2146406" y="1002197"/>
                  </a:lnTo>
                  <a:lnTo>
                    <a:pt x="2216750" y="1004594"/>
                  </a:lnTo>
                  <a:lnTo>
                    <a:pt x="2287095" y="1006967"/>
                  </a:lnTo>
                  <a:lnTo>
                    <a:pt x="2357439" y="1009319"/>
                  </a:lnTo>
                  <a:lnTo>
                    <a:pt x="2427784" y="1011648"/>
                  </a:lnTo>
                  <a:lnTo>
                    <a:pt x="2498128" y="1013956"/>
                  </a:lnTo>
                  <a:lnTo>
                    <a:pt x="2568472" y="1016241"/>
                  </a:lnTo>
                  <a:lnTo>
                    <a:pt x="2638817" y="1018506"/>
                  </a:lnTo>
                  <a:lnTo>
                    <a:pt x="2709161" y="1020749"/>
                  </a:lnTo>
                  <a:lnTo>
                    <a:pt x="2779506" y="1022971"/>
                  </a:lnTo>
                  <a:lnTo>
                    <a:pt x="2849850" y="1025172"/>
                  </a:lnTo>
                  <a:lnTo>
                    <a:pt x="2920195" y="1027352"/>
                  </a:lnTo>
                  <a:lnTo>
                    <a:pt x="2990539" y="1029512"/>
                  </a:lnTo>
                  <a:lnTo>
                    <a:pt x="3060884" y="1031651"/>
                  </a:lnTo>
                  <a:lnTo>
                    <a:pt x="3131228" y="1033771"/>
                  </a:lnTo>
                  <a:lnTo>
                    <a:pt x="3201573" y="1035870"/>
                  </a:lnTo>
                  <a:lnTo>
                    <a:pt x="3271917" y="1037950"/>
                  </a:lnTo>
                  <a:lnTo>
                    <a:pt x="3342262" y="1040011"/>
                  </a:lnTo>
                  <a:lnTo>
                    <a:pt x="3412606" y="1042052"/>
                  </a:lnTo>
                  <a:lnTo>
                    <a:pt x="3482951" y="1044073"/>
                  </a:lnTo>
                  <a:lnTo>
                    <a:pt x="3553295" y="1046076"/>
                  </a:lnTo>
                  <a:lnTo>
                    <a:pt x="3623640" y="1048060"/>
                  </a:lnTo>
                  <a:lnTo>
                    <a:pt x="3693984" y="1050025"/>
                  </a:lnTo>
                  <a:lnTo>
                    <a:pt x="3764329" y="1051972"/>
                  </a:lnTo>
                  <a:lnTo>
                    <a:pt x="3834673" y="1053901"/>
                  </a:lnTo>
                  <a:lnTo>
                    <a:pt x="3905018" y="1055811"/>
                  </a:lnTo>
                  <a:lnTo>
                    <a:pt x="3975362" y="1057703"/>
                  </a:lnTo>
                  <a:lnTo>
                    <a:pt x="4045707" y="1059578"/>
                  </a:lnTo>
                  <a:lnTo>
                    <a:pt x="4116051" y="1061435"/>
                  </a:lnTo>
                  <a:lnTo>
                    <a:pt x="4186396" y="1063275"/>
                  </a:lnTo>
                  <a:lnTo>
                    <a:pt x="4256740" y="1065097"/>
                  </a:lnTo>
                  <a:lnTo>
                    <a:pt x="4327085" y="1066902"/>
                  </a:lnTo>
                  <a:lnTo>
                    <a:pt x="4397429" y="1068691"/>
                  </a:lnTo>
                  <a:lnTo>
                    <a:pt x="4467774" y="1070462"/>
                  </a:lnTo>
                  <a:lnTo>
                    <a:pt x="4538118" y="1072217"/>
                  </a:lnTo>
                  <a:lnTo>
                    <a:pt x="4608463" y="1073955"/>
                  </a:lnTo>
                  <a:lnTo>
                    <a:pt x="4678807" y="1075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938053"/>
              <a:ext cx="6964104" cy="461145"/>
            </a:xfrm>
            <a:custGeom>
              <a:avLst/>
              <a:pathLst>
                <a:path w="6964104" h="461145">
                  <a:moveTo>
                    <a:pt x="6964104" y="461145"/>
                  </a:moveTo>
                  <a:lnTo>
                    <a:pt x="6893760" y="461023"/>
                  </a:lnTo>
                  <a:lnTo>
                    <a:pt x="6823415" y="460887"/>
                  </a:lnTo>
                  <a:lnTo>
                    <a:pt x="6753071" y="460736"/>
                  </a:lnTo>
                  <a:lnTo>
                    <a:pt x="6682726" y="460568"/>
                  </a:lnTo>
                  <a:lnTo>
                    <a:pt x="6612382" y="460381"/>
                  </a:lnTo>
                  <a:lnTo>
                    <a:pt x="6542037" y="460173"/>
                  </a:lnTo>
                  <a:lnTo>
                    <a:pt x="6471693" y="459942"/>
                  </a:lnTo>
                  <a:lnTo>
                    <a:pt x="6401348" y="459685"/>
                  </a:lnTo>
                  <a:lnTo>
                    <a:pt x="6331004" y="459400"/>
                  </a:lnTo>
                  <a:lnTo>
                    <a:pt x="6260659" y="459083"/>
                  </a:lnTo>
                  <a:lnTo>
                    <a:pt x="6190315" y="458730"/>
                  </a:lnTo>
                  <a:lnTo>
                    <a:pt x="6119970" y="458338"/>
                  </a:lnTo>
                  <a:lnTo>
                    <a:pt x="6049626" y="457902"/>
                  </a:lnTo>
                  <a:lnTo>
                    <a:pt x="5979281" y="457417"/>
                  </a:lnTo>
                  <a:lnTo>
                    <a:pt x="5908937" y="456878"/>
                  </a:lnTo>
                  <a:lnTo>
                    <a:pt x="5838592" y="456279"/>
                  </a:lnTo>
                  <a:lnTo>
                    <a:pt x="5768248" y="455613"/>
                  </a:lnTo>
                  <a:lnTo>
                    <a:pt x="5697903" y="454872"/>
                  </a:lnTo>
                  <a:lnTo>
                    <a:pt x="5627559" y="454049"/>
                  </a:lnTo>
                  <a:lnTo>
                    <a:pt x="5557214" y="453134"/>
                  </a:lnTo>
                  <a:lnTo>
                    <a:pt x="5486870" y="452117"/>
                  </a:lnTo>
                  <a:lnTo>
                    <a:pt x="5416525" y="450985"/>
                  </a:lnTo>
                  <a:lnTo>
                    <a:pt x="5346181" y="449728"/>
                  </a:lnTo>
                  <a:lnTo>
                    <a:pt x="5275836" y="448330"/>
                  </a:lnTo>
                  <a:lnTo>
                    <a:pt x="5205492" y="446776"/>
                  </a:lnTo>
                  <a:lnTo>
                    <a:pt x="5135147" y="445048"/>
                  </a:lnTo>
                  <a:lnTo>
                    <a:pt x="5064803" y="443128"/>
                  </a:lnTo>
                  <a:lnTo>
                    <a:pt x="4994458" y="440992"/>
                  </a:lnTo>
                  <a:lnTo>
                    <a:pt x="4924114" y="438618"/>
                  </a:lnTo>
                  <a:lnTo>
                    <a:pt x="4853769" y="435979"/>
                  </a:lnTo>
                  <a:lnTo>
                    <a:pt x="4783425" y="433045"/>
                  </a:lnTo>
                  <a:lnTo>
                    <a:pt x="4713080" y="429783"/>
                  </a:lnTo>
                  <a:lnTo>
                    <a:pt x="4642736" y="426157"/>
                  </a:lnTo>
                  <a:lnTo>
                    <a:pt x="4572391" y="422126"/>
                  </a:lnTo>
                  <a:lnTo>
                    <a:pt x="4502047" y="417644"/>
                  </a:lnTo>
                  <a:lnTo>
                    <a:pt x="4431702" y="412661"/>
                  </a:lnTo>
                  <a:lnTo>
                    <a:pt x="4361358" y="407122"/>
                  </a:lnTo>
                  <a:lnTo>
                    <a:pt x="4291013" y="400964"/>
                  </a:lnTo>
                  <a:lnTo>
                    <a:pt x="4220669" y="394118"/>
                  </a:lnTo>
                  <a:lnTo>
                    <a:pt x="4150324" y="386507"/>
                  </a:lnTo>
                  <a:lnTo>
                    <a:pt x="4079980" y="378046"/>
                  </a:lnTo>
                  <a:lnTo>
                    <a:pt x="4009635" y="368639"/>
                  </a:lnTo>
                  <a:lnTo>
                    <a:pt x="3939291" y="358182"/>
                  </a:lnTo>
                  <a:lnTo>
                    <a:pt x="3868946" y="346556"/>
                  </a:lnTo>
                  <a:lnTo>
                    <a:pt x="3798602" y="333631"/>
                  </a:lnTo>
                  <a:lnTo>
                    <a:pt x="3728257" y="319262"/>
                  </a:lnTo>
                  <a:lnTo>
                    <a:pt x="3657913" y="303288"/>
                  </a:lnTo>
                  <a:lnTo>
                    <a:pt x="3587569" y="285530"/>
                  </a:lnTo>
                  <a:lnTo>
                    <a:pt x="3517224" y="265787"/>
                  </a:lnTo>
                  <a:lnTo>
                    <a:pt x="3446880" y="243838"/>
                  </a:lnTo>
                  <a:lnTo>
                    <a:pt x="3376535" y="219437"/>
                  </a:lnTo>
                  <a:lnTo>
                    <a:pt x="3306191" y="192310"/>
                  </a:lnTo>
                  <a:lnTo>
                    <a:pt x="3235846" y="162839"/>
                  </a:lnTo>
                  <a:lnTo>
                    <a:pt x="3165502" y="159999"/>
                  </a:lnTo>
                  <a:lnTo>
                    <a:pt x="3095157" y="157132"/>
                  </a:lnTo>
                  <a:lnTo>
                    <a:pt x="3024813" y="154238"/>
                  </a:lnTo>
                  <a:lnTo>
                    <a:pt x="2954468" y="151316"/>
                  </a:lnTo>
                  <a:lnTo>
                    <a:pt x="2884124" y="148367"/>
                  </a:lnTo>
                  <a:lnTo>
                    <a:pt x="2813779" y="145389"/>
                  </a:lnTo>
                  <a:lnTo>
                    <a:pt x="2743435" y="142384"/>
                  </a:lnTo>
                  <a:lnTo>
                    <a:pt x="2673090" y="139349"/>
                  </a:lnTo>
                  <a:lnTo>
                    <a:pt x="2602746" y="136286"/>
                  </a:lnTo>
                  <a:lnTo>
                    <a:pt x="2532401" y="133194"/>
                  </a:lnTo>
                  <a:lnTo>
                    <a:pt x="2462057" y="130073"/>
                  </a:lnTo>
                  <a:lnTo>
                    <a:pt x="2391712" y="126922"/>
                  </a:lnTo>
                  <a:lnTo>
                    <a:pt x="2321368" y="123741"/>
                  </a:lnTo>
                  <a:lnTo>
                    <a:pt x="2251023" y="120530"/>
                  </a:lnTo>
                  <a:lnTo>
                    <a:pt x="2180679" y="117289"/>
                  </a:lnTo>
                  <a:lnTo>
                    <a:pt x="2110334" y="114016"/>
                  </a:lnTo>
                  <a:lnTo>
                    <a:pt x="2039990" y="110713"/>
                  </a:lnTo>
                  <a:lnTo>
                    <a:pt x="1969645" y="107379"/>
                  </a:lnTo>
                  <a:lnTo>
                    <a:pt x="1899301" y="104012"/>
                  </a:lnTo>
                  <a:lnTo>
                    <a:pt x="1828956" y="100614"/>
                  </a:lnTo>
                  <a:lnTo>
                    <a:pt x="1758612" y="97184"/>
                  </a:lnTo>
                  <a:lnTo>
                    <a:pt x="1688267" y="93721"/>
                  </a:lnTo>
                  <a:lnTo>
                    <a:pt x="1617923" y="90225"/>
                  </a:lnTo>
                  <a:lnTo>
                    <a:pt x="1547578" y="86696"/>
                  </a:lnTo>
                  <a:lnTo>
                    <a:pt x="1477234" y="83134"/>
                  </a:lnTo>
                  <a:lnTo>
                    <a:pt x="1406889" y="79537"/>
                  </a:lnTo>
                  <a:lnTo>
                    <a:pt x="1336545" y="75907"/>
                  </a:lnTo>
                  <a:lnTo>
                    <a:pt x="1266200" y="72242"/>
                  </a:lnTo>
                  <a:lnTo>
                    <a:pt x="1195856" y="68543"/>
                  </a:lnTo>
                  <a:lnTo>
                    <a:pt x="1125511" y="64808"/>
                  </a:lnTo>
                  <a:lnTo>
                    <a:pt x="1055167" y="61038"/>
                  </a:lnTo>
                  <a:lnTo>
                    <a:pt x="984822" y="57232"/>
                  </a:lnTo>
                  <a:lnTo>
                    <a:pt x="914478" y="53390"/>
                  </a:lnTo>
                  <a:lnTo>
                    <a:pt x="844133" y="49512"/>
                  </a:lnTo>
                  <a:lnTo>
                    <a:pt x="773789" y="45597"/>
                  </a:lnTo>
                  <a:lnTo>
                    <a:pt x="703444" y="41644"/>
                  </a:lnTo>
                  <a:lnTo>
                    <a:pt x="633100" y="37655"/>
                  </a:lnTo>
                  <a:lnTo>
                    <a:pt x="562755" y="33627"/>
                  </a:lnTo>
                  <a:lnTo>
                    <a:pt x="492411" y="29561"/>
                  </a:lnTo>
                  <a:lnTo>
                    <a:pt x="422066" y="25457"/>
                  </a:lnTo>
                  <a:lnTo>
                    <a:pt x="351722" y="21313"/>
                  </a:lnTo>
                  <a:lnTo>
                    <a:pt x="281377" y="17131"/>
                  </a:lnTo>
                  <a:lnTo>
                    <a:pt x="211033" y="12908"/>
                  </a:lnTo>
                  <a:lnTo>
                    <a:pt x="140688" y="8646"/>
                  </a:lnTo>
                  <a:lnTo>
                    <a:pt x="70344" y="43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22803" y="2143092"/>
              <a:ext cx="5476612" cy="1243103"/>
            </a:xfrm>
            <a:custGeom>
              <a:avLst/>
              <a:pathLst>
                <a:path w="5476612" h="1243103">
                  <a:moveTo>
                    <a:pt x="0" y="0"/>
                  </a:moveTo>
                  <a:lnTo>
                    <a:pt x="60087" y="60681"/>
                  </a:lnTo>
                  <a:lnTo>
                    <a:pt x="130431" y="127740"/>
                  </a:lnTo>
                  <a:lnTo>
                    <a:pt x="200776" y="191041"/>
                  </a:lnTo>
                  <a:lnTo>
                    <a:pt x="271120" y="250794"/>
                  </a:lnTo>
                  <a:lnTo>
                    <a:pt x="341465" y="307198"/>
                  </a:lnTo>
                  <a:lnTo>
                    <a:pt x="411809" y="360441"/>
                  </a:lnTo>
                  <a:lnTo>
                    <a:pt x="482154" y="410700"/>
                  </a:lnTo>
                  <a:lnTo>
                    <a:pt x="552498" y="458142"/>
                  </a:lnTo>
                  <a:lnTo>
                    <a:pt x="622843" y="502926"/>
                  </a:lnTo>
                  <a:lnTo>
                    <a:pt x="693187" y="545199"/>
                  </a:lnTo>
                  <a:lnTo>
                    <a:pt x="763532" y="585103"/>
                  </a:lnTo>
                  <a:lnTo>
                    <a:pt x="833876" y="622771"/>
                  </a:lnTo>
                  <a:lnTo>
                    <a:pt x="904221" y="658328"/>
                  </a:lnTo>
                  <a:lnTo>
                    <a:pt x="974565" y="691892"/>
                  </a:lnTo>
                  <a:lnTo>
                    <a:pt x="1044909" y="723574"/>
                  </a:lnTo>
                  <a:lnTo>
                    <a:pt x="1115254" y="753482"/>
                  </a:lnTo>
                  <a:lnTo>
                    <a:pt x="1185598" y="781713"/>
                  </a:lnTo>
                  <a:lnTo>
                    <a:pt x="1255943" y="808361"/>
                  </a:lnTo>
                  <a:lnTo>
                    <a:pt x="1326287" y="833517"/>
                  </a:lnTo>
                  <a:lnTo>
                    <a:pt x="1396632" y="857262"/>
                  </a:lnTo>
                  <a:lnTo>
                    <a:pt x="1466976" y="879677"/>
                  </a:lnTo>
                  <a:lnTo>
                    <a:pt x="1537321" y="900835"/>
                  </a:lnTo>
                  <a:lnTo>
                    <a:pt x="1607665" y="920808"/>
                  </a:lnTo>
                  <a:lnTo>
                    <a:pt x="1678010" y="939661"/>
                  </a:lnTo>
                  <a:lnTo>
                    <a:pt x="1748354" y="957458"/>
                  </a:lnTo>
                  <a:lnTo>
                    <a:pt x="1818699" y="974257"/>
                  </a:lnTo>
                  <a:lnTo>
                    <a:pt x="1889043" y="990114"/>
                  </a:lnTo>
                  <a:lnTo>
                    <a:pt x="1959388" y="1005083"/>
                  </a:lnTo>
                  <a:lnTo>
                    <a:pt x="2029732" y="1019213"/>
                  </a:lnTo>
                  <a:lnTo>
                    <a:pt x="2100077" y="1032551"/>
                  </a:lnTo>
                  <a:lnTo>
                    <a:pt x="2170421" y="1045142"/>
                  </a:lnTo>
                  <a:lnTo>
                    <a:pt x="2240766" y="1057027"/>
                  </a:lnTo>
                  <a:lnTo>
                    <a:pt x="2311110" y="1068246"/>
                  </a:lnTo>
                  <a:lnTo>
                    <a:pt x="2381455" y="1078836"/>
                  </a:lnTo>
                  <a:lnTo>
                    <a:pt x="2451799" y="1088832"/>
                  </a:lnTo>
                  <a:lnTo>
                    <a:pt x="2522144" y="1098269"/>
                  </a:lnTo>
                  <a:lnTo>
                    <a:pt x="2592488" y="1107176"/>
                  </a:lnTo>
                  <a:lnTo>
                    <a:pt x="2662833" y="1115584"/>
                  </a:lnTo>
                  <a:lnTo>
                    <a:pt x="2733177" y="1123521"/>
                  </a:lnTo>
                  <a:lnTo>
                    <a:pt x="2803522" y="1131013"/>
                  </a:lnTo>
                  <a:lnTo>
                    <a:pt x="2873866" y="1138085"/>
                  </a:lnTo>
                  <a:lnTo>
                    <a:pt x="2944211" y="1144761"/>
                  </a:lnTo>
                  <a:lnTo>
                    <a:pt x="3014555" y="1151063"/>
                  </a:lnTo>
                  <a:lnTo>
                    <a:pt x="3084900" y="1157012"/>
                  </a:lnTo>
                  <a:lnTo>
                    <a:pt x="3155244" y="1162627"/>
                  </a:lnTo>
                  <a:lnTo>
                    <a:pt x="3225589" y="1167927"/>
                  </a:lnTo>
                  <a:lnTo>
                    <a:pt x="3295933" y="1172931"/>
                  </a:lnTo>
                  <a:lnTo>
                    <a:pt x="3366278" y="1177654"/>
                  </a:lnTo>
                  <a:lnTo>
                    <a:pt x="3436622" y="1182112"/>
                  </a:lnTo>
                  <a:lnTo>
                    <a:pt x="3506967" y="1186320"/>
                  </a:lnTo>
                  <a:lnTo>
                    <a:pt x="3577311" y="1190293"/>
                  </a:lnTo>
                  <a:lnTo>
                    <a:pt x="3647656" y="1194043"/>
                  </a:lnTo>
                  <a:lnTo>
                    <a:pt x="3718000" y="1197583"/>
                  </a:lnTo>
                  <a:lnTo>
                    <a:pt x="3788345" y="1200924"/>
                  </a:lnTo>
                  <a:lnTo>
                    <a:pt x="3858689" y="1204078"/>
                  </a:lnTo>
                  <a:lnTo>
                    <a:pt x="3929034" y="1207055"/>
                  </a:lnTo>
                  <a:lnTo>
                    <a:pt x="3999378" y="1209866"/>
                  </a:lnTo>
                  <a:lnTo>
                    <a:pt x="4069723" y="1212519"/>
                  </a:lnTo>
                  <a:lnTo>
                    <a:pt x="4140067" y="1215023"/>
                  </a:lnTo>
                  <a:lnTo>
                    <a:pt x="4210412" y="1217387"/>
                  </a:lnTo>
                  <a:lnTo>
                    <a:pt x="4280756" y="1219618"/>
                  </a:lnTo>
                  <a:lnTo>
                    <a:pt x="4351101" y="1221725"/>
                  </a:lnTo>
                  <a:lnTo>
                    <a:pt x="4421445" y="1223713"/>
                  </a:lnTo>
                  <a:lnTo>
                    <a:pt x="4491790" y="1225590"/>
                  </a:lnTo>
                  <a:lnTo>
                    <a:pt x="4562134" y="1227362"/>
                  </a:lnTo>
                  <a:lnTo>
                    <a:pt x="4632479" y="1229034"/>
                  </a:lnTo>
                  <a:lnTo>
                    <a:pt x="4702823" y="1230613"/>
                  </a:lnTo>
                  <a:lnTo>
                    <a:pt x="4773167" y="1232103"/>
                  </a:lnTo>
                  <a:lnTo>
                    <a:pt x="4843512" y="1233510"/>
                  </a:lnTo>
                  <a:lnTo>
                    <a:pt x="4913856" y="1234837"/>
                  </a:lnTo>
                  <a:lnTo>
                    <a:pt x="4984201" y="1236091"/>
                  </a:lnTo>
                  <a:lnTo>
                    <a:pt x="5054545" y="1237274"/>
                  </a:lnTo>
                  <a:lnTo>
                    <a:pt x="5124890" y="1238391"/>
                  </a:lnTo>
                  <a:lnTo>
                    <a:pt x="5195234" y="1239445"/>
                  </a:lnTo>
                  <a:lnTo>
                    <a:pt x="5265579" y="1240440"/>
                  </a:lnTo>
                  <a:lnTo>
                    <a:pt x="5335923" y="1241380"/>
                  </a:lnTo>
                  <a:lnTo>
                    <a:pt x="5406268" y="1242266"/>
                  </a:lnTo>
                  <a:lnTo>
                    <a:pt x="5476612" y="12431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1.94 (1.11-3.37), p = 0.019  |  per IQR decline (Δ = 29.5 %): 7.06 (1.38-36.21)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56107"/>
            </a:xfrm>
            <a:custGeom>
              <a:avLst/>
              <a:pathLst>
                <a:path w="6964104" h="1256107">
                  <a:moveTo>
                    <a:pt x="2285296" y="0"/>
                  </a:moveTo>
                  <a:lnTo>
                    <a:pt x="2321368" y="68122"/>
                  </a:lnTo>
                  <a:lnTo>
                    <a:pt x="2391712" y="187620"/>
                  </a:lnTo>
                  <a:lnTo>
                    <a:pt x="2462057" y="295109"/>
                  </a:lnTo>
                  <a:lnTo>
                    <a:pt x="2532401" y="391796"/>
                  </a:lnTo>
                  <a:lnTo>
                    <a:pt x="2602746" y="478767"/>
                  </a:lnTo>
                  <a:lnTo>
                    <a:pt x="2673090" y="556997"/>
                  </a:lnTo>
                  <a:lnTo>
                    <a:pt x="2743435" y="627365"/>
                  </a:lnTo>
                  <a:lnTo>
                    <a:pt x="2813779" y="690661"/>
                  </a:lnTo>
                  <a:lnTo>
                    <a:pt x="2884124" y="747596"/>
                  </a:lnTo>
                  <a:lnTo>
                    <a:pt x="2954468" y="798810"/>
                  </a:lnTo>
                  <a:lnTo>
                    <a:pt x="3024813" y="844877"/>
                  </a:lnTo>
                  <a:lnTo>
                    <a:pt x="3095157" y="886314"/>
                  </a:lnTo>
                  <a:lnTo>
                    <a:pt x="3165502" y="923587"/>
                  </a:lnTo>
                  <a:lnTo>
                    <a:pt x="3235846" y="957114"/>
                  </a:lnTo>
                  <a:lnTo>
                    <a:pt x="3306191" y="960614"/>
                  </a:lnTo>
                  <a:lnTo>
                    <a:pt x="3376535" y="963401"/>
                  </a:lnTo>
                  <a:lnTo>
                    <a:pt x="3446880" y="966162"/>
                  </a:lnTo>
                  <a:lnTo>
                    <a:pt x="3517224" y="968897"/>
                  </a:lnTo>
                  <a:lnTo>
                    <a:pt x="3587569" y="971606"/>
                  </a:lnTo>
                  <a:lnTo>
                    <a:pt x="3657913" y="974290"/>
                  </a:lnTo>
                  <a:lnTo>
                    <a:pt x="3728257" y="976948"/>
                  </a:lnTo>
                  <a:lnTo>
                    <a:pt x="3798602" y="979582"/>
                  </a:lnTo>
                  <a:lnTo>
                    <a:pt x="3868946" y="982191"/>
                  </a:lnTo>
                  <a:lnTo>
                    <a:pt x="3939291" y="984775"/>
                  </a:lnTo>
                  <a:lnTo>
                    <a:pt x="4009635" y="987335"/>
                  </a:lnTo>
                  <a:lnTo>
                    <a:pt x="4079980" y="989871"/>
                  </a:lnTo>
                  <a:lnTo>
                    <a:pt x="4150324" y="992383"/>
                  </a:lnTo>
                  <a:lnTo>
                    <a:pt x="4220669" y="994871"/>
                  </a:lnTo>
                  <a:lnTo>
                    <a:pt x="4291013" y="997336"/>
                  </a:lnTo>
                  <a:lnTo>
                    <a:pt x="4361358" y="999778"/>
                  </a:lnTo>
                  <a:lnTo>
                    <a:pt x="4431702" y="1002197"/>
                  </a:lnTo>
                  <a:lnTo>
                    <a:pt x="4502047" y="1004594"/>
                  </a:lnTo>
                  <a:lnTo>
                    <a:pt x="4572391" y="1006967"/>
                  </a:lnTo>
                  <a:lnTo>
                    <a:pt x="4642736" y="1009319"/>
                  </a:lnTo>
                  <a:lnTo>
                    <a:pt x="4713080" y="1011648"/>
                  </a:lnTo>
                  <a:lnTo>
                    <a:pt x="4783425" y="1013956"/>
                  </a:lnTo>
                  <a:lnTo>
                    <a:pt x="4853769" y="1016241"/>
                  </a:lnTo>
                  <a:lnTo>
                    <a:pt x="4924114" y="1018506"/>
                  </a:lnTo>
                  <a:lnTo>
                    <a:pt x="4994458" y="1020749"/>
                  </a:lnTo>
                  <a:lnTo>
                    <a:pt x="5064803" y="1022971"/>
                  </a:lnTo>
                  <a:lnTo>
                    <a:pt x="5135147" y="1025172"/>
                  </a:lnTo>
                  <a:lnTo>
                    <a:pt x="5205492" y="1027352"/>
                  </a:lnTo>
                  <a:lnTo>
                    <a:pt x="5275836" y="1029512"/>
                  </a:lnTo>
                  <a:lnTo>
                    <a:pt x="5346181" y="1031651"/>
                  </a:lnTo>
                  <a:lnTo>
                    <a:pt x="5416525" y="1033771"/>
                  </a:lnTo>
                  <a:lnTo>
                    <a:pt x="5486870" y="1035870"/>
                  </a:lnTo>
                  <a:lnTo>
                    <a:pt x="5557214" y="1037950"/>
                  </a:lnTo>
                  <a:lnTo>
                    <a:pt x="5627559" y="1040011"/>
                  </a:lnTo>
                  <a:lnTo>
                    <a:pt x="5697903" y="1042052"/>
                  </a:lnTo>
                  <a:lnTo>
                    <a:pt x="5768248" y="1044073"/>
                  </a:lnTo>
                  <a:lnTo>
                    <a:pt x="5838592" y="1046076"/>
                  </a:lnTo>
                  <a:lnTo>
                    <a:pt x="5908937" y="1048060"/>
                  </a:lnTo>
                  <a:lnTo>
                    <a:pt x="5979281" y="1050025"/>
                  </a:lnTo>
                  <a:lnTo>
                    <a:pt x="6049626" y="1051972"/>
                  </a:lnTo>
                  <a:lnTo>
                    <a:pt x="6119970" y="1053901"/>
                  </a:lnTo>
                  <a:lnTo>
                    <a:pt x="6190315" y="1055811"/>
                  </a:lnTo>
                  <a:lnTo>
                    <a:pt x="6260659" y="1057703"/>
                  </a:lnTo>
                  <a:lnTo>
                    <a:pt x="6331004" y="1059578"/>
                  </a:lnTo>
                  <a:lnTo>
                    <a:pt x="6401348" y="1061435"/>
                  </a:lnTo>
                  <a:lnTo>
                    <a:pt x="6471693" y="1063275"/>
                  </a:lnTo>
                  <a:lnTo>
                    <a:pt x="6542037" y="1065097"/>
                  </a:lnTo>
                  <a:lnTo>
                    <a:pt x="6612382" y="1066902"/>
                  </a:lnTo>
                  <a:lnTo>
                    <a:pt x="6682726" y="1068691"/>
                  </a:lnTo>
                  <a:lnTo>
                    <a:pt x="6753071" y="1070462"/>
                  </a:lnTo>
                  <a:lnTo>
                    <a:pt x="6823415" y="1072217"/>
                  </a:lnTo>
                  <a:lnTo>
                    <a:pt x="6893760" y="1073955"/>
                  </a:lnTo>
                  <a:lnTo>
                    <a:pt x="6964104" y="1075677"/>
                  </a:lnTo>
                  <a:lnTo>
                    <a:pt x="6964104" y="1256107"/>
                  </a:lnTo>
                  <a:lnTo>
                    <a:pt x="6893760" y="1255984"/>
                  </a:lnTo>
                  <a:lnTo>
                    <a:pt x="6823415" y="1255848"/>
                  </a:lnTo>
                  <a:lnTo>
                    <a:pt x="6753071" y="1255697"/>
                  </a:lnTo>
                  <a:lnTo>
                    <a:pt x="6682726" y="1255529"/>
                  </a:lnTo>
                  <a:lnTo>
                    <a:pt x="6612382" y="1255342"/>
                  </a:lnTo>
                  <a:lnTo>
                    <a:pt x="6542037" y="1255135"/>
                  </a:lnTo>
                  <a:lnTo>
                    <a:pt x="6471693" y="1254904"/>
                  </a:lnTo>
                  <a:lnTo>
                    <a:pt x="6401348" y="1254647"/>
                  </a:lnTo>
                  <a:lnTo>
                    <a:pt x="6331004" y="1254361"/>
                  </a:lnTo>
                  <a:lnTo>
                    <a:pt x="6260659" y="1254044"/>
                  </a:lnTo>
                  <a:lnTo>
                    <a:pt x="6190315" y="1253691"/>
                  </a:lnTo>
                  <a:lnTo>
                    <a:pt x="6119970" y="1253299"/>
                  </a:lnTo>
                  <a:lnTo>
                    <a:pt x="6049626" y="1252863"/>
                  </a:lnTo>
                  <a:lnTo>
                    <a:pt x="5979281" y="1252378"/>
                  </a:lnTo>
                  <a:lnTo>
                    <a:pt x="5908937" y="1251839"/>
                  </a:lnTo>
                  <a:lnTo>
                    <a:pt x="5838592" y="1251240"/>
                  </a:lnTo>
                  <a:lnTo>
                    <a:pt x="5768248" y="1250574"/>
                  </a:lnTo>
                  <a:lnTo>
                    <a:pt x="5697903" y="1249834"/>
                  </a:lnTo>
                  <a:lnTo>
                    <a:pt x="5627559" y="1249011"/>
                  </a:lnTo>
                  <a:lnTo>
                    <a:pt x="5557214" y="1248095"/>
                  </a:lnTo>
                  <a:lnTo>
                    <a:pt x="5486870" y="1247078"/>
                  </a:lnTo>
                  <a:lnTo>
                    <a:pt x="5416525" y="1245947"/>
                  </a:lnTo>
                  <a:lnTo>
                    <a:pt x="5346181" y="1244690"/>
                  </a:lnTo>
                  <a:lnTo>
                    <a:pt x="5275836" y="1243292"/>
                  </a:lnTo>
                  <a:lnTo>
                    <a:pt x="5205492" y="1241738"/>
                  </a:lnTo>
                  <a:lnTo>
                    <a:pt x="5135147" y="1240010"/>
                  </a:lnTo>
                  <a:lnTo>
                    <a:pt x="5064803" y="1238089"/>
                  </a:lnTo>
                  <a:lnTo>
                    <a:pt x="4994458" y="1235954"/>
                  </a:lnTo>
                  <a:lnTo>
                    <a:pt x="4924114" y="1233580"/>
                  </a:lnTo>
                  <a:lnTo>
                    <a:pt x="4853769" y="1230941"/>
                  </a:lnTo>
                  <a:lnTo>
                    <a:pt x="4783425" y="1228007"/>
                  </a:lnTo>
                  <a:lnTo>
                    <a:pt x="4713080" y="1224745"/>
                  </a:lnTo>
                  <a:lnTo>
                    <a:pt x="4642736" y="1221119"/>
                  </a:lnTo>
                  <a:lnTo>
                    <a:pt x="4572391" y="1217087"/>
                  </a:lnTo>
                  <a:lnTo>
                    <a:pt x="4502047" y="1212605"/>
                  </a:lnTo>
                  <a:lnTo>
                    <a:pt x="4431702" y="1207623"/>
                  </a:lnTo>
                  <a:lnTo>
                    <a:pt x="4361358" y="1202084"/>
                  </a:lnTo>
                  <a:lnTo>
                    <a:pt x="4291013" y="1195926"/>
                  </a:lnTo>
                  <a:lnTo>
                    <a:pt x="4220669" y="1189080"/>
                  </a:lnTo>
                  <a:lnTo>
                    <a:pt x="4150324" y="1181469"/>
                  </a:lnTo>
                  <a:lnTo>
                    <a:pt x="4079980" y="1173007"/>
                  </a:lnTo>
                  <a:lnTo>
                    <a:pt x="4009635" y="1163601"/>
                  </a:lnTo>
                  <a:lnTo>
                    <a:pt x="3939291" y="1153143"/>
                  </a:lnTo>
                  <a:lnTo>
                    <a:pt x="3868946" y="1141518"/>
                  </a:lnTo>
                  <a:lnTo>
                    <a:pt x="3798602" y="1128593"/>
                  </a:lnTo>
                  <a:lnTo>
                    <a:pt x="3728257" y="1114224"/>
                  </a:lnTo>
                  <a:lnTo>
                    <a:pt x="3657913" y="1098250"/>
                  </a:lnTo>
                  <a:lnTo>
                    <a:pt x="3587569" y="1080491"/>
                  </a:lnTo>
                  <a:lnTo>
                    <a:pt x="3517224" y="1060748"/>
                  </a:lnTo>
                  <a:lnTo>
                    <a:pt x="3446880" y="1038800"/>
                  </a:lnTo>
                  <a:lnTo>
                    <a:pt x="3376535" y="1014399"/>
                  </a:lnTo>
                  <a:lnTo>
                    <a:pt x="3306191" y="987272"/>
                  </a:lnTo>
                  <a:lnTo>
                    <a:pt x="3235846" y="957801"/>
                  </a:lnTo>
                  <a:lnTo>
                    <a:pt x="3165502" y="954961"/>
                  </a:lnTo>
                  <a:lnTo>
                    <a:pt x="3095157" y="952094"/>
                  </a:lnTo>
                  <a:lnTo>
                    <a:pt x="3024813" y="949199"/>
                  </a:lnTo>
                  <a:lnTo>
                    <a:pt x="2954468" y="946278"/>
                  </a:lnTo>
                  <a:lnTo>
                    <a:pt x="2884124" y="943328"/>
                  </a:lnTo>
                  <a:lnTo>
                    <a:pt x="2813779" y="940351"/>
                  </a:lnTo>
                  <a:lnTo>
                    <a:pt x="2743435" y="937345"/>
                  </a:lnTo>
                  <a:lnTo>
                    <a:pt x="2673090" y="934311"/>
                  </a:lnTo>
                  <a:lnTo>
                    <a:pt x="2602746" y="931248"/>
                  </a:lnTo>
                  <a:lnTo>
                    <a:pt x="2532401" y="928156"/>
                  </a:lnTo>
                  <a:lnTo>
                    <a:pt x="2462057" y="925035"/>
                  </a:lnTo>
                  <a:lnTo>
                    <a:pt x="2391712" y="921884"/>
                  </a:lnTo>
                  <a:lnTo>
                    <a:pt x="2321368" y="918703"/>
                  </a:lnTo>
                  <a:lnTo>
                    <a:pt x="2251023" y="915492"/>
                  </a:lnTo>
                  <a:lnTo>
                    <a:pt x="2180679" y="912250"/>
                  </a:lnTo>
                  <a:lnTo>
                    <a:pt x="2110334" y="908978"/>
                  </a:lnTo>
                  <a:lnTo>
                    <a:pt x="2039990" y="905675"/>
                  </a:lnTo>
                  <a:lnTo>
                    <a:pt x="1969645" y="902340"/>
                  </a:lnTo>
                  <a:lnTo>
                    <a:pt x="1899301" y="898974"/>
                  </a:lnTo>
                  <a:lnTo>
                    <a:pt x="1828956" y="895576"/>
                  </a:lnTo>
                  <a:lnTo>
                    <a:pt x="1758612" y="892145"/>
                  </a:lnTo>
                  <a:lnTo>
                    <a:pt x="1688267" y="888682"/>
                  </a:lnTo>
                  <a:lnTo>
                    <a:pt x="1617923" y="885187"/>
                  </a:lnTo>
                  <a:lnTo>
                    <a:pt x="1547578" y="881658"/>
                  </a:lnTo>
                  <a:lnTo>
                    <a:pt x="1477234" y="878095"/>
                  </a:lnTo>
                  <a:lnTo>
                    <a:pt x="1406889" y="874499"/>
                  </a:lnTo>
                  <a:lnTo>
                    <a:pt x="1336545" y="870869"/>
                  </a:lnTo>
                  <a:lnTo>
                    <a:pt x="1266200" y="867204"/>
                  </a:lnTo>
                  <a:lnTo>
                    <a:pt x="1195856" y="863504"/>
                  </a:lnTo>
                  <a:lnTo>
                    <a:pt x="1125511" y="859770"/>
                  </a:lnTo>
                  <a:lnTo>
                    <a:pt x="1055167" y="856000"/>
                  </a:lnTo>
                  <a:lnTo>
                    <a:pt x="984822" y="852194"/>
                  </a:lnTo>
                  <a:lnTo>
                    <a:pt x="914478" y="848352"/>
                  </a:lnTo>
                  <a:lnTo>
                    <a:pt x="844133" y="844473"/>
                  </a:lnTo>
                  <a:lnTo>
                    <a:pt x="773789" y="840558"/>
                  </a:lnTo>
                  <a:lnTo>
                    <a:pt x="703444" y="836606"/>
                  </a:lnTo>
                  <a:lnTo>
                    <a:pt x="633100" y="832616"/>
                  </a:lnTo>
                  <a:lnTo>
                    <a:pt x="562755" y="828588"/>
                  </a:lnTo>
                  <a:lnTo>
                    <a:pt x="492411" y="824523"/>
                  </a:lnTo>
                  <a:lnTo>
                    <a:pt x="422066" y="820418"/>
                  </a:lnTo>
                  <a:lnTo>
                    <a:pt x="351722" y="816275"/>
                  </a:lnTo>
                  <a:lnTo>
                    <a:pt x="281377" y="812092"/>
                  </a:lnTo>
                  <a:lnTo>
                    <a:pt x="211033" y="807870"/>
                  </a:lnTo>
                  <a:lnTo>
                    <a:pt x="140688" y="803607"/>
                  </a:lnTo>
                  <a:lnTo>
                    <a:pt x="70344" y="799305"/>
                  </a:lnTo>
                  <a:lnTo>
                    <a:pt x="0" y="7949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520608" y="4336484"/>
              <a:ext cx="4678807" cy="1075677"/>
            </a:xfrm>
            <a:custGeom>
              <a:avLst/>
              <a:pathLst>
                <a:path w="4678807" h="1075677">
                  <a:moveTo>
                    <a:pt x="0" y="0"/>
                  </a:moveTo>
                  <a:lnTo>
                    <a:pt x="36071" y="68122"/>
                  </a:lnTo>
                  <a:lnTo>
                    <a:pt x="106415" y="187620"/>
                  </a:lnTo>
                  <a:lnTo>
                    <a:pt x="176760" y="295109"/>
                  </a:lnTo>
                  <a:lnTo>
                    <a:pt x="247104" y="391796"/>
                  </a:lnTo>
                  <a:lnTo>
                    <a:pt x="317449" y="478767"/>
                  </a:lnTo>
                  <a:lnTo>
                    <a:pt x="387793" y="556997"/>
                  </a:lnTo>
                  <a:lnTo>
                    <a:pt x="458138" y="627365"/>
                  </a:lnTo>
                  <a:lnTo>
                    <a:pt x="528482" y="690661"/>
                  </a:lnTo>
                  <a:lnTo>
                    <a:pt x="598827" y="747596"/>
                  </a:lnTo>
                  <a:lnTo>
                    <a:pt x="669171" y="798810"/>
                  </a:lnTo>
                  <a:lnTo>
                    <a:pt x="739516" y="844877"/>
                  </a:lnTo>
                  <a:lnTo>
                    <a:pt x="809860" y="886314"/>
                  </a:lnTo>
                  <a:lnTo>
                    <a:pt x="880205" y="923587"/>
                  </a:lnTo>
                  <a:lnTo>
                    <a:pt x="950549" y="957114"/>
                  </a:lnTo>
                  <a:lnTo>
                    <a:pt x="1020894" y="960614"/>
                  </a:lnTo>
                  <a:lnTo>
                    <a:pt x="1091238" y="963401"/>
                  </a:lnTo>
                  <a:lnTo>
                    <a:pt x="1161583" y="966162"/>
                  </a:lnTo>
                  <a:lnTo>
                    <a:pt x="1231927" y="968897"/>
                  </a:lnTo>
                  <a:lnTo>
                    <a:pt x="1302272" y="971606"/>
                  </a:lnTo>
                  <a:lnTo>
                    <a:pt x="1372616" y="974290"/>
                  </a:lnTo>
                  <a:lnTo>
                    <a:pt x="1442961" y="976948"/>
                  </a:lnTo>
                  <a:lnTo>
                    <a:pt x="1513305" y="979582"/>
                  </a:lnTo>
                  <a:lnTo>
                    <a:pt x="1583650" y="982191"/>
                  </a:lnTo>
                  <a:lnTo>
                    <a:pt x="1653994" y="984775"/>
                  </a:lnTo>
                  <a:lnTo>
                    <a:pt x="1724339" y="987335"/>
                  </a:lnTo>
                  <a:lnTo>
                    <a:pt x="1794683" y="989871"/>
                  </a:lnTo>
                  <a:lnTo>
                    <a:pt x="1865028" y="992383"/>
                  </a:lnTo>
                  <a:lnTo>
                    <a:pt x="1935372" y="994871"/>
                  </a:lnTo>
                  <a:lnTo>
                    <a:pt x="2005717" y="997336"/>
                  </a:lnTo>
                  <a:lnTo>
                    <a:pt x="2076061" y="999778"/>
                  </a:lnTo>
                  <a:lnTo>
                    <a:pt x="2146406" y="1002197"/>
                  </a:lnTo>
                  <a:lnTo>
                    <a:pt x="2216750" y="1004594"/>
                  </a:lnTo>
                  <a:lnTo>
                    <a:pt x="2287095" y="1006967"/>
                  </a:lnTo>
                  <a:lnTo>
                    <a:pt x="2357439" y="1009319"/>
                  </a:lnTo>
                  <a:lnTo>
                    <a:pt x="2427784" y="1011648"/>
                  </a:lnTo>
                  <a:lnTo>
                    <a:pt x="2498128" y="1013956"/>
                  </a:lnTo>
                  <a:lnTo>
                    <a:pt x="2568472" y="1016241"/>
                  </a:lnTo>
                  <a:lnTo>
                    <a:pt x="2638817" y="1018506"/>
                  </a:lnTo>
                  <a:lnTo>
                    <a:pt x="2709161" y="1020749"/>
                  </a:lnTo>
                  <a:lnTo>
                    <a:pt x="2779506" y="1022971"/>
                  </a:lnTo>
                  <a:lnTo>
                    <a:pt x="2849850" y="1025172"/>
                  </a:lnTo>
                  <a:lnTo>
                    <a:pt x="2920195" y="1027352"/>
                  </a:lnTo>
                  <a:lnTo>
                    <a:pt x="2990539" y="1029512"/>
                  </a:lnTo>
                  <a:lnTo>
                    <a:pt x="3060884" y="1031651"/>
                  </a:lnTo>
                  <a:lnTo>
                    <a:pt x="3131228" y="1033771"/>
                  </a:lnTo>
                  <a:lnTo>
                    <a:pt x="3201573" y="1035870"/>
                  </a:lnTo>
                  <a:lnTo>
                    <a:pt x="3271917" y="1037950"/>
                  </a:lnTo>
                  <a:lnTo>
                    <a:pt x="3342262" y="1040011"/>
                  </a:lnTo>
                  <a:lnTo>
                    <a:pt x="3412606" y="1042052"/>
                  </a:lnTo>
                  <a:lnTo>
                    <a:pt x="3482951" y="1044073"/>
                  </a:lnTo>
                  <a:lnTo>
                    <a:pt x="3553295" y="1046076"/>
                  </a:lnTo>
                  <a:lnTo>
                    <a:pt x="3623640" y="1048060"/>
                  </a:lnTo>
                  <a:lnTo>
                    <a:pt x="3693984" y="1050025"/>
                  </a:lnTo>
                  <a:lnTo>
                    <a:pt x="3764329" y="1051972"/>
                  </a:lnTo>
                  <a:lnTo>
                    <a:pt x="3834673" y="1053901"/>
                  </a:lnTo>
                  <a:lnTo>
                    <a:pt x="3905018" y="1055811"/>
                  </a:lnTo>
                  <a:lnTo>
                    <a:pt x="3975362" y="1057703"/>
                  </a:lnTo>
                  <a:lnTo>
                    <a:pt x="4045707" y="1059578"/>
                  </a:lnTo>
                  <a:lnTo>
                    <a:pt x="4116051" y="1061435"/>
                  </a:lnTo>
                  <a:lnTo>
                    <a:pt x="4186396" y="1063275"/>
                  </a:lnTo>
                  <a:lnTo>
                    <a:pt x="4256740" y="1065097"/>
                  </a:lnTo>
                  <a:lnTo>
                    <a:pt x="4327085" y="1066902"/>
                  </a:lnTo>
                  <a:lnTo>
                    <a:pt x="4397429" y="1068691"/>
                  </a:lnTo>
                  <a:lnTo>
                    <a:pt x="4467774" y="1070462"/>
                  </a:lnTo>
                  <a:lnTo>
                    <a:pt x="4538118" y="1072217"/>
                  </a:lnTo>
                  <a:lnTo>
                    <a:pt x="4608463" y="1073955"/>
                  </a:lnTo>
                  <a:lnTo>
                    <a:pt x="4678807" y="1075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131446"/>
              <a:ext cx="6964104" cy="461145"/>
            </a:xfrm>
            <a:custGeom>
              <a:avLst/>
              <a:pathLst>
                <a:path w="6964104" h="461145">
                  <a:moveTo>
                    <a:pt x="6964104" y="461145"/>
                  </a:moveTo>
                  <a:lnTo>
                    <a:pt x="6893760" y="461023"/>
                  </a:lnTo>
                  <a:lnTo>
                    <a:pt x="6823415" y="460887"/>
                  </a:lnTo>
                  <a:lnTo>
                    <a:pt x="6753071" y="460736"/>
                  </a:lnTo>
                  <a:lnTo>
                    <a:pt x="6682726" y="460568"/>
                  </a:lnTo>
                  <a:lnTo>
                    <a:pt x="6612382" y="460381"/>
                  </a:lnTo>
                  <a:lnTo>
                    <a:pt x="6542037" y="460173"/>
                  </a:lnTo>
                  <a:lnTo>
                    <a:pt x="6471693" y="459942"/>
                  </a:lnTo>
                  <a:lnTo>
                    <a:pt x="6401348" y="459685"/>
                  </a:lnTo>
                  <a:lnTo>
                    <a:pt x="6331004" y="459400"/>
                  </a:lnTo>
                  <a:lnTo>
                    <a:pt x="6260659" y="459083"/>
                  </a:lnTo>
                  <a:lnTo>
                    <a:pt x="6190315" y="458730"/>
                  </a:lnTo>
                  <a:lnTo>
                    <a:pt x="6119970" y="458338"/>
                  </a:lnTo>
                  <a:lnTo>
                    <a:pt x="6049626" y="457902"/>
                  </a:lnTo>
                  <a:lnTo>
                    <a:pt x="5979281" y="457417"/>
                  </a:lnTo>
                  <a:lnTo>
                    <a:pt x="5908937" y="456878"/>
                  </a:lnTo>
                  <a:lnTo>
                    <a:pt x="5838592" y="456279"/>
                  </a:lnTo>
                  <a:lnTo>
                    <a:pt x="5768248" y="455613"/>
                  </a:lnTo>
                  <a:lnTo>
                    <a:pt x="5697903" y="454872"/>
                  </a:lnTo>
                  <a:lnTo>
                    <a:pt x="5627559" y="454049"/>
                  </a:lnTo>
                  <a:lnTo>
                    <a:pt x="5557214" y="453134"/>
                  </a:lnTo>
                  <a:lnTo>
                    <a:pt x="5486870" y="452117"/>
                  </a:lnTo>
                  <a:lnTo>
                    <a:pt x="5416525" y="450985"/>
                  </a:lnTo>
                  <a:lnTo>
                    <a:pt x="5346181" y="449728"/>
                  </a:lnTo>
                  <a:lnTo>
                    <a:pt x="5275836" y="448330"/>
                  </a:lnTo>
                  <a:lnTo>
                    <a:pt x="5205492" y="446776"/>
                  </a:lnTo>
                  <a:lnTo>
                    <a:pt x="5135147" y="445048"/>
                  </a:lnTo>
                  <a:lnTo>
                    <a:pt x="5064803" y="443128"/>
                  </a:lnTo>
                  <a:lnTo>
                    <a:pt x="4994458" y="440992"/>
                  </a:lnTo>
                  <a:lnTo>
                    <a:pt x="4924114" y="438618"/>
                  </a:lnTo>
                  <a:lnTo>
                    <a:pt x="4853769" y="435979"/>
                  </a:lnTo>
                  <a:lnTo>
                    <a:pt x="4783425" y="433045"/>
                  </a:lnTo>
                  <a:lnTo>
                    <a:pt x="4713080" y="429783"/>
                  </a:lnTo>
                  <a:lnTo>
                    <a:pt x="4642736" y="426157"/>
                  </a:lnTo>
                  <a:lnTo>
                    <a:pt x="4572391" y="422126"/>
                  </a:lnTo>
                  <a:lnTo>
                    <a:pt x="4502047" y="417644"/>
                  </a:lnTo>
                  <a:lnTo>
                    <a:pt x="4431702" y="412661"/>
                  </a:lnTo>
                  <a:lnTo>
                    <a:pt x="4361358" y="407122"/>
                  </a:lnTo>
                  <a:lnTo>
                    <a:pt x="4291013" y="400964"/>
                  </a:lnTo>
                  <a:lnTo>
                    <a:pt x="4220669" y="394118"/>
                  </a:lnTo>
                  <a:lnTo>
                    <a:pt x="4150324" y="386507"/>
                  </a:lnTo>
                  <a:lnTo>
                    <a:pt x="4079980" y="378046"/>
                  </a:lnTo>
                  <a:lnTo>
                    <a:pt x="4009635" y="368639"/>
                  </a:lnTo>
                  <a:lnTo>
                    <a:pt x="3939291" y="358182"/>
                  </a:lnTo>
                  <a:lnTo>
                    <a:pt x="3868946" y="346556"/>
                  </a:lnTo>
                  <a:lnTo>
                    <a:pt x="3798602" y="333631"/>
                  </a:lnTo>
                  <a:lnTo>
                    <a:pt x="3728257" y="319262"/>
                  </a:lnTo>
                  <a:lnTo>
                    <a:pt x="3657913" y="303288"/>
                  </a:lnTo>
                  <a:lnTo>
                    <a:pt x="3587569" y="285530"/>
                  </a:lnTo>
                  <a:lnTo>
                    <a:pt x="3517224" y="265787"/>
                  </a:lnTo>
                  <a:lnTo>
                    <a:pt x="3446880" y="243838"/>
                  </a:lnTo>
                  <a:lnTo>
                    <a:pt x="3376535" y="219437"/>
                  </a:lnTo>
                  <a:lnTo>
                    <a:pt x="3306191" y="192310"/>
                  </a:lnTo>
                  <a:lnTo>
                    <a:pt x="3235846" y="162839"/>
                  </a:lnTo>
                  <a:lnTo>
                    <a:pt x="3165502" y="159999"/>
                  </a:lnTo>
                  <a:lnTo>
                    <a:pt x="3095157" y="157132"/>
                  </a:lnTo>
                  <a:lnTo>
                    <a:pt x="3024813" y="154238"/>
                  </a:lnTo>
                  <a:lnTo>
                    <a:pt x="2954468" y="151316"/>
                  </a:lnTo>
                  <a:lnTo>
                    <a:pt x="2884124" y="148367"/>
                  </a:lnTo>
                  <a:lnTo>
                    <a:pt x="2813779" y="145389"/>
                  </a:lnTo>
                  <a:lnTo>
                    <a:pt x="2743435" y="142384"/>
                  </a:lnTo>
                  <a:lnTo>
                    <a:pt x="2673090" y="139349"/>
                  </a:lnTo>
                  <a:lnTo>
                    <a:pt x="2602746" y="136286"/>
                  </a:lnTo>
                  <a:lnTo>
                    <a:pt x="2532401" y="133194"/>
                  </a:lnTo>
                  <a:lnTo>
                    <a:pt x="2462057" y="130073"/>
                  </a:lnTo>
                  <a:lnTo>
                    <a:pt x="2391712" y="126922"/>
                  </a:lnTo>
                  <a:lnTo>
                    <a:pt x="2321368" y="123741"/>
                  </a:lnTo>
                  <a:lnTo>
                    <a:pt x="2251023" y="120530"/>
                  </a:lnTo>
                  <a:lnTo>
                    <a:pt x="2180679" y="117289"/>
                  </a:lnTo>
                  <a:lnTo>
                    <a:pt x="2110334" y="114016"/>
                  </a:lnTo>
                  <a:lnTo>
                    <a:pt x="2039990" y="110713"/>
                  </a:lnTo>
                  <a:lnTo>
                    <a:pt x="1969645" y="107379"/>
                  </a:lnTo>
                  <a:lnTo>
                    <a:pt x="1899301" y="104012"/>
                  </a:lnTo>
                  <a:lnTo>
                    <a:pt x="1828956" y="100614"/>
                  </a:lnTo>
                  <a:lnTo>
                    <a:pt x="1758612" y="97184"/>
                  </a:lnTo>
                  <a:lnTo>
                    <a:pt x="1688267" y="93721"/>
                  </a:lnTo>
                  <a:lnTo>
                    <a:pt x="1617923" y="90225"/>
                  </a:lnTo>
                  <a:lnTo>
                    <a:pt x="1547578" y="86696"/>
                  </a:lnTo>
                  <a:lnTo>
                    <a:pt x="1477234" y="83134"/>
                  </a:lnTo>
                  <a:lnTo>
                    <a:pt x="1406889" y="79537"/>
                  </a:lnTo>
                  <a:lnTo>
                    <a:pt x="1336545" y="75907"/>
                  </a:lnTo>
                  <a:lnTo>
                    <a:pt x="1266200" y="72242"/>
                  </a:lnTo>
                  <a:lnTo>
                    <a:pt x="1195856" y="68543"/>
                  </a:lnTo>
                  <a:lnTo>
                    <a:pt x="1125511" y="64808"/>
                  </a:lnTo>
                  <a:lnTo>
                    <a:pt x="1055167" y="61038"/>
                  </a:lnTo>
                  <a:lnTo>
                    <a:pt x="984822" y="57232"/>
                  </a:lnTo>
                  <a:lnTo>
                    <a:pt x="914478" y="53390"/>
                  </a:lnTo>
                  <a:lnTo>
                    <a:pt x="844133" y="49512"/>
                  </a:lnTo>
                  <a:lnTo>
                    <a:pt x="773789" y="45597"/>
                  </a:lnTo>
                  <a:lnTo>
                    <a:pt x="703444" y="41644"/>
                  </a:lnTo>
                  <a:lnTo>
                    <a:pt x="633100" y="37655"/>
                  </a:lnTo>
                  <a:lnTo>
                    <a:pt x="562755" y="33627"/>
                  </a:lnTo>
                  <a:lnTo>
                    <a:pt x="492411" y="29561"/>
                  </a:lnTo>
                  <a:lnTo>
                    <a:pt x="422066" y="25457"/>
                  </a:lnTo>
                  <a:lnTo>
                    <a:pt x="351722" y="21313"/>
                  </a:lnTo>
                  <a:lnTo>
                    <a:pt x="281377" y="17131"/>
                  </a:lnTo>
                  <a:lnTo>
                    <a:pt x="211033" y="12908"/>
                  </a:lnTo>
                  <a:lnTo>
                    <a:pt x="140688" y="8646"/>
                  </a:lnTo>
                  <a:lnTo>
                    <a:pt x="70344" y="43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722803" y="4336484"/>
              <a:ext cx="5476612" cy="1243103"/>
            </a:xfrm>
            <a:custGeom>
              <a:avLst/>
              <a:pathLst>
                <a:path w="5476612" h="1243103">
                  <a:moveTo>
                    <a:pt x="0" y="0"/>
                  </a:moveTo>
                  <a:lnTo>
                    <a:pt x="60087" y="60681"/>
                  </a:lnTo>
                  <a:lnTo>
                    <a:pt x="130431" y="127740"/>
                  </a:lnTo>
                  <a:lnTo>
                    <a:pt x="200776" y="191041"/>
                  </a:lnTo>
                  <a:lnTo>
                    <a:pt x="271120" y="250794"/>
                  </a:lnTo>
                  <a:lnTo>
                    <a:pt x="341465" y="307198"/>
                  </a:lnTo>
                  <a:lnTo>
                    <a:pt x="411809" y="360441"/>
                  </a:lnTo>
                  <a:lnTo>
                    <a:pt x="482154" y="410700"/>
                  </a:lnTo>
                  <a:lnTo>
                    <a:pt x="552498" y="458142"/>
                  </a:lnTo>
                  <a:lnTo>
                    <a:pt x="622843" y="502926"/>
                  </a:lnTo>
                  <a:lnTo>
                    <a:pt x="693187" y="545199"/>
                  </a:lnTo>
                  <a:lnTo>
                    <a:pt x="763532" y="585103"/>
                  </a:lnTo>
                  <a:lnTo>
                    <a:pt x="833876" y="622771"/>
                  </a:lnTo>
                  <a:lnTo>
                    <a:pt x="904221" y="658328"/>
                  </a:lnTo>
                  <a:lnTo>
                    <a:pt x="974565" y="691892"/>
                  </a:lnTo>
                  <a:lnTo>
                    <a:pt x="1044909" y="723574"/>
                  </a:lnTo>
                  <a:lnTo>
                    <a:pt x="1115254" y="753482"/>
                  </a:lnTo>
                  <a:lnTo>
                    <a:pt x="1185598" y="781713"/>
                  </a:lnTo>
                  <a:lnTo>
                    <a:pt x="1255943" y="808361"/>
                  </a:lnTo>
                  <a:lnTo>
                    <a:pt x="1326287" y="833517"/>
                  </a:lnTo>
                  <a:lnTo>
                    <a:pt x="1396632" y="857262"/>
                  </a:lnTo>
                  <a:lnTo>
                    <a:pt x="1466976" y="879677"/>
                  </a:lnTo>
                  <a:lnTo>
                    <a:pt x="1537321" y="900835"/>
                  </a:lnTo>
                  <a:lnTo>
                    <a:pt x="1607665" y="920808"/>
                  </a:lnTo>
                  <a:lnTo>
                    <a:pt x="1678010" y="939661"/>
                  </a:lnTo>
                  <a:lnTo>
                    <a:pt x="1748354" y="957458"/>
                  </a:lnTo>
                  <a:lnTo>
                    <a:pt x="1818699" y="974257"/>
                  </a:lnTo>
                  <a:lnTo>
                    <a:pt x="1889043" y="990114"/>
                  </a:lnTo>
                  <a:lnTo>
                    <a:pt x="1959388" y="1005083"/>
                  </a:lnTo>
                  <a:lnTo>
                    <a:pt x="2029732" y="1019213"/>
                  </a:lnTo>
                  <a:lnTo>
                    <a:pt x="2100077" y="1032551"/>
                  </a:lnTo>
                  <a:lnTo>
                    <a:pt x="2170421" y="1045142"/>
                  </a:lnTo>
                  <a:lnTo>
                    <a:pt x="2240766" y="1057027"/>
                  </a:lnTo>
                  <a:lnTo>
                    <a:pt x="2311110" y="1068246"/>
                  </a:lnTo>
                  <a:lnTo>
                    <a:pt x="2381455" y="1078836"/>
                  </a:lnTo>
                  <a:lnTo>
                    <a:pt x="2451799" y="1088832"/>
                  </a:lnTo>
                  <a:lnTo>
                    <a:pt x="2522144" y="1098269"/>
                  </a:lnTo>
                  <a:lnTo>
                    <a:pt x="2592488" y="1107176"/>
                  </a:lnTo>
                  <a:lnTo>
                    <a:pt x="2662833" y="1115584"/>
                  </a:lnTo>
                  <a:lnTo>
                    <a:pt x="2733177" y="1123521"/>
                  </a:lnTo>
                  <a:lnTo>
                    <a:pt x="2803522" y="1131013"/>
                  </a:lnTo>
                  <a:lnTo>
                    <a:pt x="2873866" y="1138085"/>
                  </a:lnTo>
                  <a:lnTo>
                    <a:pt x="2944211" y="1144761"/>
                  </a:lnTo>
                  <a:lnTo>
                    <a:pt x="3014555" y="1151063"/>
                  </a:lnTo>
                  <a:lnTo>
                    <a:pt x="3084900" y="1157012"/>
                  </a:lnTo>
                  <a:lnTo>
                    <a:pt x="3155244" y="1162627"/>
                  </a:lnTo>
                  <a:lnTo>
                    <a:pt x="3225589" y="1167927"/>
                  </a:lnTo>
                  <a:lnTo>
                    <a:pt x="3295933" y="1172931"/>
                  </a:lnTo>
                  <a:lnTo>
                    <a:pt x="3366278" y="1177654"/>
                  </a:lnTo>
                  <a:lnTo>
                    <a:pt x="3436622" y="1182112"/>
                  </a:lnTo>
                  <a:lnTo>
                    <a:pt x="3506967" y="1186320"/>
                  </a:lnTo>
                  <a:lnTo>
                    <a:pt x="3577311" y="1190293"/>
                  </a:lnTo>
                  <a:lnTo>
                    <a:pt x="3647656" y="1194043"/>
                  </a:lnTo>
                  <a:lnTo>
                    <a:pt x="3718000" y="1197583"/>
                  </a:lnTo>
                  <a:lnTo>
                    <a:pt x="3788345" y="1200924"/>
                  </a:lnTo>
                  <a:lnTo>
                    <a:pt x="3858689" y="1204078"/>
                  </a:lnTo>
                  <a:lnTo>
                    <a:pt x="3929034" y="1207055"/>
                  </a:lnTo>
                  <a:lnTo>
                    <a:pt x="3999378" y="1209866"/>
                  </a:lnTo>
                  <a:lnTo>
                    <a:pt x="4069723" y="1212519"/>
                  </a:lnTo>
                  <a:lnTo>
                    <a:pt x="4140067" y="1215023"/>
                  </a:lnTo>
                  <a:lnTo>
                    <a:pt x="4210412" y="1217387"/>
                  </a:lnTo>
                  <a:lnTo>
                    <a:pt x="4280756" y="1219618"/>
                  </a:lnTo>
                  <a:lnTo>
                    <a:pt x="4351101" y="1221725"/>
                  </a:lnTo>
                  <a:lnTo>
                    <a:pt x="4421445" y="1223713"/>
                  </a:lnTo>
                  <a:lnTo>
                    <a:pt x="4491790" y="1225590"/>
                  </a:lnTo>
                  <a:lnTo>
                    <a:pt x="4562134" y="1227362"/>
                  </a:lnTo>
                  <a:lnTo>
                    <a:pt x="4632479" y="1229034"/>
                  </a:lnTo>
                  <a:lnTo>
                    <a:pt x="4702823" y="1230613"/>
                  </a:lnTo>
                  <a:lnTo>
                    <a:pt x="4773167" y="1232103"/>
                  </a:lnTo>
                  <a:lnTo>
                    <a:pt x="4843512" y="1233510"/>
                  </a:lnTo>
                  <a:lnTo>
                    <a:pt x="4913856" y="1234837"/>
                  </a:lnTo>
                  <a:lnTo>
                    <a:pt x="4984201" y="1236091"/>
                  </a:lnTo>
                  <a:lnTo>
                    <a:pt x="5054545" y="1237274"/>
                  </a:lnTo>
                  <a:lnTo>
                    <a:pt x="5124890" y="1238391"/>
                  </a:lnTo>
                  <a:lnTo>
                    <a:pt x="5195234" y="1239445"/>
                  </a:lnTo>
                  <a:lnTo>
                    <a:pt x="5265579" y="1240440"/>
                  </a:lnTo>
                  <a:lnTo>
                    <a:pt x="5335923" y="1241380"/>
                  </a:lnTo>
                  <a:lnTo>
                    <a:pt x="5406268" y="1242266"/>
                  </a:lnTo>
                  <a:lnTo>
                    <a:pt x="5476612" y="12431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1.94 (1.11-3.37), p = 0.019  |  per IQR decline (Δ = 29.5 %): 7.06 (1.38-36.21)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2026-07-22T08:00:17Z</dcterms:modified>
  <cp:category/>
</cp:coreProperties>
</file>