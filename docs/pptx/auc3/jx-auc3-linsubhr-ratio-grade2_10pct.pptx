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232099"/>
              <a:ext cx="7090630" cy="3157389"/>
            </a:xfrm>
            <a:custGeom>
              <a:avLst/>
              <a:pathLst>
                <a:path w="7090630" h="3157389">
                  <a:moveTo>
                    <a:pt x="0" y="0"/>
                  </a:moveTo>
                  <a:lnTo>
                    <a:pt x="71622" y="98818"/>
                  </a:lnTo>
                  <a:lnTo>
                    <a:pt x="143245" y="194700"/>
                  </a:lnTo>
                  <a:lnTo>
                    <a:pt x="214867" y="287732"/>
                  </a:lnTo>
                  <a:lnTo>
                    <a:pt x="286490" y="377999"/>
                  </a:lnTo>
                  <a:lnTo>
                    <a:pt x="358112" y="465584"/>
                  </a:lnTo>
                  <a:lnTo>
                    <a:pt x="429735" y="550566"/>
                  </a:lnTo>
                  <a:lnTo>
                    <a:pt x="501357" y="633022"/>
                  </a:lnTo>
                  <a:lnTo>
                    <a:pt x="572980" y="713028"/>
                  </a:lnTo>
                  <a:lnTo>
                    <a:pt x="644602" y="790656"/>
                  </a:lnTo>
                  <a:lnTo>
                    <a:pt x="716225" y="865978"/>
                  </a:lnTo>
                  <a:lnTo>
                    <a:pt x="787847" y="939060"/>
                  </a:lnTo>
                  <a:lnTo>
                    <a:pt x="859470" y="1009971"/>
                  </a:lnTo>
                  <a:lnTo>
                    <a:pt x="931092" y="1078775"/>
                  </a:lnTo>
                  <a:lnTo>
                    <a:pt x="1002715" y="1145534"/>
                  </a:lnTo>
                  <a:lnTo>
                    <a:pt x="1074337" y="1210309"/>
                  </a:lnTo>
                  <a:lnTo>
                    <a:pt x="1145960" y="1273158"/>
                  </a:lnTo>
                  <a:lnTo>
                    <a:pt x="1217582" y="1334140"/>
                  </a:lnTo>
                  <a:lnTo>
                    <a:pt x="1289205" y="1393310"/>
                  </a:lnTo>
                  <a:lnTo>
                    <a:pt x="1360827" y="1450721"/>
                  </a:lnTo>
                  <a:lnTo>
                    <a:pt x="1432450" y="1506427"/>
                  </a:lnTo>
                  <a:lnTo>
                    <a:pt x="1504073" y="1560476"/>
                  </a:lnTo>
                  <a:lnTo>
                    <a:pt x="1575695" y="1612920"/>
                  </a:lnTo>
                  <a:lnTo>
                    <a:pt x="1647318" y="1663805"/>
                  </a:lnTo>
                  <a:lnTo>
                    <a:pt x="1718940" y="1713177"/>
                  </a:lnTo>
                  <a:lnTo>
                    <a:pt x="1790563" y="1761083"/>
                  </a:lnTo>
                  <a:lnTo>
                    <a:pt x="1862185" y="1807564"/>
                  </a:lnTo>
                  <a:lnTo>
                    <a:pt x="1933808" y="1852665"/>
                  </a:lnTo>
                  <a:lnTo>
                    <a:pt x="2005430" y="1896425"/>
                  </a:lnTo>
                  <a:lnTo>
                    <a:pt x="2077053" y="1938884"/>
                  </a:lnTo>
                  <a:lnTo>
                    <a:pt x="2148675" y="1980082"/>
                  </a:lnTo>
                  <a:lnTo>
                    <a:pt x="2220298" y="2020055"/>
                  </a:lnTo>
                  <a:lnTo>
                    <a:pt x="2291920" y="2058840"/>
                  </a:lnTo>
                  <a:lnTo>
                    <a:pt x="2363543" y="2096473"/>
                  </a:lnTo>
                  <a:lnTo>
                    <a:pt x="2435165" y="2132988"/>
                  </a:lnTo>
                  <a:lnTo>
                    <a:pt x="2506788" y="2168417"/>
                  </a:lnTo>
                  <a:lnTo>
                    <a:pt x="2578410" y="2202793"/>
                  </a:lnTo>
                  <a:lnTo>
                    <a:pt x="2650033" y="2236148"/>
                  </a:lnTo>
                  <a:lnTo>
                    <a:pt x="2721655" y="2268511"/>
                  </a:lnTo>
                  <a:lnTo>
                    <a:pt x="2793278" y="2299913"/>
                  </a:lnTo>
                  <a:lnTo>
                    <a:pt x="2864901" y="2330382"/>
                  </a:lnTo>
                  <a:lnTo>
                    <a:pt x="2936523" y="2359945"/>
                  </a:lnTo>
                  <a:lnTo>
                    <a:pt x="3008146" y="2388629"/>
                  </a:lnTo>
                  <a:lnTo>
                    <a:pt x="3079768" y="2416461"/>
                  </a:lnTo>
                  <a:lnTo>
                    <a:pt x="3151391" y="2443466"/>
                  </a:lnTo>
                  <a:lnTo>
                    <a:pt x="3223013" y="2469668"/>
                  </a:lnTo>
                  <a:lnTo>
                    <a:pt x="3294636" y="2495092"/>
                  </a:lnTo>
                  <a:lnTo>
                    <a:pt x="3366258" y="2505832"/>
                  </a:lnTo>
                  <a:lnTo>
                    <a:pt x="3437881" y="2516095"/>
                  </a:lnTo>
                  <a:lnTo>
                    <a:pt x="3509503" y="2526230"/>
                  </a:lnTo>
                  <a:lnTo>
                    <a:pt x="3581126" y="2536238"/>
                  </a:lnTo>
                  <a:lnTo>
                    <a:pt x="3652748" y="2546121"/>
                  </a:lnTo>
                  <a:lnTo>
                    <a:pt x="3724371" y="2555880"/>
                  </a:lnTo>
                  <a:lnTo>
                    <a:pt x="3795993" y="2565517"/>
                  </a:lnTo>
                  <a:lnTo>
                    <a:pt x="3867616" y="2575033"/>
                  </a:lnTo>
                  <a:lnTo>
                    <a:pt x="3939238" y="2584429"/>
                  </a:lnTo>
                  <a:lnTo>
                    <a:pt x="4010861" y="2593709"/>
                  </a:lnTo>
                  <a:lnTo>
                    <a:pt x="4082483" y="2602871"/>
                  </a:lnTo>
                  <a:lnTo>
                    <a:pt x="4154106" y="2611919"/>
                  </a:lnTo>
                  <a:lnTo>
                    <a:pt x="4225729" y="2620854"/>
                  </a:lnTo>
                  <a:lnTo>
                    <a:pt x="4297351" y="2629677"/>
                  </a:lnTo>
                  <a:lnTo>
                    <a:pt x="4368974" y="2638389"/>
                  </a:lnTo>
                  <a:lnTo>
                    <a:pt x="4440596" y="2646992"/>
                  </a:lnTo>
                  <a:lnTo>
                    <a:pt x="4512219" y="2655487"/>
                  </a:lnTo>
                  <a:lnTo>
                    <a:pt x="4583841" y="2663876"/>
                  </a:lnTo>
                  <a:lnTo>
                    <a:pt x="4655464" y="2672160"/>
                  </a:lnTo>
                  <a:lnTo>
                    <a:pt x="4727086" y="2680340"/>
                  </a:lnTo>
                  <a:lnTo>
                    <a:pt x="4798709" y="2688418"/>
                  </a:lnTo>
                  <a:lnTo>
                    <a:pt x="4870331" y="2696394"/>
                  </a:lnTo>
                  <a:lnTo>
                    <a:pt x="4941954" y="2704270"/>
                  </a:lnTo>
                  <a:lnTo>
                    <a:pt x="5013576" y="2712048"/>
                  </a:lnTo>
                  <a:lnTo>
                    <a:pt x="5085199" y="2719729"/>
                  </a:lnTo>
                  <a:lnTo>
                    <a:pt x="5156821" y="2727313"/>
                  </a:lnTo>
                  <a:lnTo>
                    <a:pt x="5228444" y="2734802"/>
                  </a:lnTo>
                  <a:lnTo>
                    <a:pt x="5300066" y="2742197"/>
                  </a:lnTo>
                  <a:lnTo>
                    <a:pt x="5371689" y="2749500"/>
                  </a:lnTo>
                  <a:lnTo>
                    <a:pt x="5443311" y="2756711"/>
                  </a:lnTo>
                  <a:lnTo>
                    <a:pt x="5514934" y="2763832"/>
                  </a:lnTo>
                  <a:lnTo>
                    <a:pt x="5586557" y="2770864"/>
                  </a:lnTo>
                  <a:lnTo>
                    <a:pt x="5658179" y="2777807"/>
                  </a:lnTo>
                  <a:lnTo>
                    <a:pt x="5729802" y="2784664"/>
                  </a:lnTo>
                  <a:lnTo>
                    <a:pt x="5801424" y="2791434"/>
                  </a:lnTo>
                  <a:lnTo>
                    <a:pt x="5873047" y="2798120"/>
                  </a:lnTo>
                  <a:lnTo>
                    <a:pt x="5944669" y="2804722"/>
                  </a:lnTo>
                  <a:lnTo>
                    <a:pt x="6016292" y="2811242"/>
                  </a:lnTo>
                  <a:lnTo>
                    <a:pt x="6087914" y="2817680"/>
                  </a:lnTo>
                  <a:lnTo>
                    <a:pt x="6159537" y="2824037"/>
                  </a:lnTo>
                  <a:lnTo>
                    <a:pt x="6231159" y="2830314"/>
                  </a:lnTo>
                  <a:lnTo>
                    <a:pt x="6302782" y="2836513"/>
                  </a:lnTo>
                  <a:lnTo>
                    <a:pt x="6374404" y="2842634"/>
                  </a:lnTo>
                  <a:lnTo>
                    <a:pt x="6446027" y="2848679"/>
                  </a:lnTo>
                  <a:lnTo>
                    <a:pt x="6517649" y="2854647"/>
                  </a:lnTo>
                  <a:lnTo>
                    <a:pt x="6589272" y="2860541"/>
                  </a:lnTo>
                  <a:lnTo>
                    <a:pt x="6660894" y="2866362"/>
                  </a:lnTo>
                  <a:lnTo>
                    <a:pt x="6732517" y="2872109"/>
                  </a:lnTo>
                  <a:lnTo>
                    <a:pt x="6804139" y="2877784"/>
                  </a:lnTo>
                  <a:lnTo>
                    <a:pt x="6875762" y="2883388"/>
                  </a:lnTo>
                  <a:lnTo>
                    <a:pt x="6947385" y="2888922"/>
                  </a:lnTo>
                  <a:lnTo>
                    <a:pt x="7019007" y="2894387"/>
                  </a:lnTo>
                  <a:lnTo>
                    <a:pt x="7090630" y="2899783"/>
                  </a:lnTo>
                  <a:lnTo>
                    <a:pt x="7090630" y="3157389"/>
                  </a:lnTo>
                  <a:lnTo>
                    <a:pt x="7019007" y="3152251"/>
                  </a:lnTo>
                  <a:lnTo>
                    <a:pt x="6947385" y="3146955"/>
                  </a:lnTo>
                  <a:lnTo>
                    <a:pt x="6875762" y="3141497"/>
                  </a:lnTo>
                  <a:lnTo>
                    <a:pt x="6804139" y="3135872"/>
                  </a:lnTo>
                  <a:lnTo>
                    <a:pt x="6732517" y="3130075"/>
                  </a:lnTo>
                  <a:lnTo>
                    <a:pt x="6660894" y="3124100"/>
                  </a:lnTo>
                  <a:lnTo>
                    <a:pt x="6589272" y="3117942"/>
                  </a:lnTo>
                  <a:lnTo>
                    <a:pt x="6517649" y="3111596"/>
                  </a:lnTo>
                  <a:lnTo>
                    <a:pt x="6446027" y="3105055"/>
                  </a:lnTo>
                  <a:lnTo>
                    <a:pt x="6374404" y="3098314"/>
                  </a:lnTo>
                  <a:lnTo>
                    <a:pt x="6302782" y="3091366"/>
                  </a:lnTo>
                  <a:lnTo>
                    <a:pt x="6231159" y="3084205"/>
                  </a:lnTo>
                  <a:lnTo>
                    <a:pt x="6159537" y="3076826"/>
                  </a:lnTo>
                  <a:lnTo>
                    <a:pt x="6087914" y="3069220"/>
                  </a:lnTo>
                  <a:lnTo>
                    <a:pt x="6016292" y="3061381"/>
                  </a:lnTo>
                  <a:lnTo>
                    <a:pt x="5944669" y="3053302"/>
                  </a:lnTo>
                  <a:lnTo>
                    <a:pt x="5873047" y="3044976"/>
                  </a:lnTo>
                  <a:lnTo>
                    <a:pt x="5801424" y="3036394"/>
                  </a:lnTo>
                  <a:lnTo>
                    <a:pt x="5729802" y="3027550"/>
                  </a:lnTo>
                  <a:lnTo>
                    <a:pt x="5658179" y="3018435"/>
                  </a:lnTo>
                  <a:lnTo>
                    <a:pt x="5586557" y="3009041"/>
                  </a:lnTo>
                  <a:lnTo>
                    <a:pt x="5514934" y="2999359"/>
                  </a:lnTo>
                  <a:lnTo>
                    <a:pt x="5443311" y="2989380"/>
                  </a:lnTo>
                  <a:lnTo>
                    <a:pt x="5371689" y="2979096"/>
                  </a:lnTo>
                  <a:lnTo>
                    <a:pt x="5300066" y="2968497"/>
                  </a:lnTo>
                  <a:lnTo>
                    <a:pt x="5228444" y="2957573"/>
                  </a:lnTo>
                  <a:lnTo>
                    <a:pt x="5156821" y="2946314"/>
                  </a:lnTo>
                  <a:lnTo>
                    <a:pt x="5085199" y="2934711"/>
                  </a:lnTo>
                  <a:lnTo>
                    <a:pt x="5013576" y="2922753"/>
                  </a:lnTo>
                  <a:lnTo>
                    <a:pt x="4941954" y="2910428"/>
                  </a:lnTo>
                  <a:lnTo>
                    <a:pt x="4870331" y="2897725"/>
                  </a:lnTo>
                  <a:lnTo>
                    <a:pt x="4798709" y="2884634"/>
                  </a:lnTo>
                  <a:lnTo>
                    <a:pt x="4727086" y="2871141"/>
                  </a:lnTo>
                  <a:lnTo>
                    <a:pt x="4655464" y="2857236"/>
                  </a:lnTo>
                  <a:lnTo>
                    <a:pt x="4583841" y="2842904"/>
                  </a:lnTo>
                  <a:lnTo>
                    <a:pt x="4512219" y="2828134"/>
                  </a:lnTo>
                  <a:lnTo>
                    <a:pt x="4440596" y="2812911"/>
                  </a:lnTo>
                  <a:lnTo>
                    <a:pt x="4368974" y="2797221"/>
                  </a:lnTo>
                  <a:lnTo>
                    <a:pt x="4297351" y="2781052"/>
                  </a:lnTo>
                  <a:lnTo>
                    <a:pt x="4225729" y="2764387"/>
                  </a:lnTo>
                  <a:lnTo>
                    <a:pt x="4154106" y="2747211"/>
                  </a:lnTo>
                  <a:lnTo>
                    <a:pt x="4082483" y="2729510"/>
                  </a:lnTo>
                  <a:lnTo>
                    <a:pt x="4010861" y="2711266"/>
                  </a:lnTo>
                  <a:lnTo>
                    <a:pt x="3939238" y="2692464"/>
                  </a:lnTo>
                  <a:lnTo>
                    <a:pt x="3867616" y="2673085"/>
                  </a:lnTo>
                  <a:lnTo>
                    <a:pt x="3795993" y="2653113"/>
                  </a:lnTo>
                  <a:lnTo>
                    <a:pt x="3724371" y="2632530"/>
                  </a:lnTo>
                  <a:lnTo>
                    <a:pt x="3652748" y="2611316"/>
                  </a:lnTo>
                  <a:lnTo>
                    <a:pt x="3581126" y="2589452"/>
                  </a:lnTo>
                  <a:lnTo>
                    <a:pt x="3509503" y="2566918"/>
                  </a:lnTo>
                  <a:lnTo>
                    <a:pt x="3437881" y="2543695"/>
                  </a:lnTo>
                  <a:lnTo>
                    <a:pt x="3366258" y="2519760"/>
                  </a:lnTo>
                  <a:lnTo>
                    <a:pt x="3294636" y="2495438"/>
                  </a:lnTo>
                  <a:lnTo>
                    <a:pt x="3223013" y="2484912"/>
                  </a:lnTo>
                  <a:lnTo>
                    <a:pt x="3151391" y="2474253"/>
                  </a:lnTo>
                  <a:lnTo>
                    <a:pt x="3079768" y="2463458"/>
                  </a:lnTo>
                  <a:lnTo>
                    <a:pt x="3008146" y="2452527"/>
                  </a:lnTo>
                  <a:lnTo>
                    <a:pt x="2936523" y="2441457"/>
                  </a:lnTo>
                  <a:lnTo>
                    <a:pt x="2864901" y="2430247"/>
                  </a:lnTo>
                  <a:lnTo>
                    <a:pt x="2793278" y="2418894"/>
                  </a:lnTo>
                  <a:lnTo>
                    <a:pt x="2721655" y="2407397"/>
                  </a:lnTo>
                  <a:lnTo>
                    <a:pt x="2650033" y="2395755"/>
                  </a:lnTo>
                  <a:lnTo>
                    <a:pt x="2578410" y="2383964"/>
                  </a:lnTo>
                  <a:lnTo>
                    <a:pt x="2506788" y="2372024"/>
                  </a:lnTo>
                  <a:lnTo>
                    <a:pt x="2435165" y="2359933"/>
                  </a:lnTo>
                  <a:lnTo>
                    <a:pt x="2363543" y="2347688"/>
                  </a:lnTo>
                  <a:lnTo>
                    <a:pt x="2291920" y="2335288"/>
                  </a:lnTo>
                  <a:lnTo>
                    <a:pt x="2220298" y="2322731"/>
                  </a:lnTo>
                  <a:lnTo>
                    <a:pt x="2148675" y="2310014"/>
                  </a:lnTo>
                  <a:lnTo>
                    <a:pt x="2077053" y="2297136"/>
                  </a:lnTo>
                  <a:lnTo>
                    <a:pt x="2005430" y="2284095"/>
                  </a:lnTo>
                  <a:lnTo>
                    <a:pt x="1933808" y="2270888"/>
                  </a:lnTo>
                  <a:lnTo>
                    <a:pt x="1862185" y="2257514"/>
                  </a:lnTo>
                  <a:lnTo>
                    <a:pt x="1790563" y="2243970"/>
                  </a:lnTo>
                  <a:lnTo>
                    <a:pt x="1718940" y="2230254"/>
                  </a:lnTo>
                  <a:lnTo>
                    <a:pt x="1647318" y="2216364"/>
                  </a:lnTo>
                  <a:lnTo>
                    <a:pt x="1575695" y="2202298"/>
                  </a:lnTo>
                  <a:lnTo>
                    <a:pt x="1504073" y="2188054"/>
                  </a:lnTo>
                  <a:lnTo>
                    <a:pt x="1432450" y="2173629"/>
                  </a:lnTo>
                  <a:lnTo>
                    <a:pt x="1360827" y="2159021"/>
                  </a:lnTo>
                  <a:lnTo>
                    <a:pt x="1289205" y="2144227"/>
                  </a:lnTo>
                  <a:lnTo>
                    <a:pt x="1217582" y="2129246"/>
                  </a:lnTo>
                  <a:lnTo>
                    <a:pt x="1145960" y="2114075"/>
                  </a:lnTo>
                  <a:lnTo>
                    <a:pt x="1074337" y="2098711"/>
                  </a:lnTo>
                  <a:lnTo>
                    <a:pt x="1002715" y="2083153"/>
                  </a:lnTo>
                  <a:lnTo>
                    <a:pt x="931092" y="2067397"/>
                  </a:lnTo>
                  <a:lnTo>
                    <a:pt x="859470" y="2051441"/>
                  </a:lnTo>
                  <a:lnTo>
                    <a:pt x="787847" y="2035283"/>
                  </a:lnTo>
                  <a:lnTo>
                    <a:pt x="716225" y="2018919"/>
                  </a:lnTo>
                  <a:lnTo>
                    <a:pt x="644602" y="2002349"/>
                  </a:lnTo>
                  <a:lnTo>
                    <a:pt x="572980" y="1985568"/>
                  </a:lnTo>
                  <a:lnTo>
                    <a:pt x="501357" y="1968574"/>
                  </a:lnTo>
                  <a:lnTo>
                    <a:pt x="429735" y="1951364"/>
                  </a:lnTo>
                  <a:lnTo>
                    <a:pt x="358112" y="1933937"/>
                  </a:lnTo>
                  <a:lnTo>
                    <a:pt x="286490" y="1916288"/>
                  </a:lnTo>
                  <a:lnTo>
                    <a:pt x="214867" y="1898415"/>
                  </a:lnTo>
                  <a:lnTo>
                    <a:pt x="143245" y="1880315"/>
                  </a:lnTo>
                  <a:lnTo>
                    <a:pt x="71622" y="1861986"/>
                  </a:lnTo>
                  <a:lnTo>
                    <a:pt x="0" y="184342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2232099"/>
              <a:ext cx="7090630" cy="2899783"/>
            </a:xfrm>
            <a:custGeom>
              <a:avLst/>
              <a:pathLst>
                <a:path w="7090630" h="2899783">
                  <a:moveTo>
                    <a:pt x="0" y="0"/>
                  </a:moveTo>
                  <a:lnTo>
                    <a:pt x="71622" y="98818"/>
                  </a:lnTo>
                  <a:lnTo>
                    <a:pt x="143245" y="194700"/>
                  </a:lnTo>
                  <a:lnTo>
                    <a:pt x="214867" y="287732"/>
                  </a:lnTo>
                  <a:lnTo>
                    <a:pt x="286490" y="377999"/>
                  </a:lnTo>
                  <a:lnTo>
                    <a:pt x="358112" y="465584"/>
                  </a:lnTo>
                  <a:lnTo>
                    <a:pt x="429735" y="550566"/>
                  </a:lnTo>
                  <a:lnTo>
                    <a:pt x="501357" y="633022"/>
                  </a:lnTo>
                  <a:lnTo>
                    <a:pt x="572980" y="713028"/>
                  </a:lnTo>
                  <a:lnTo>
                    <a:pt x="644602" y="790656"/>
                  </a:lnTo>
                  <a:lnTo>
                    <a:pt x="716225" y="865978"/>
                  </a:lnTo>
                  <a:lnTo>
                    <a:pt x="787847" y="939060"/>
                  </a:lnTo>
                  <a:lnTo>
                    <a:pt x="859470" y="1009971"/>
                  </a:lnTo>
                  <a:lnTo>
                    <a:pt x="931092" y="1078775"/>
                  </a:lnTo>
                  <a:lnTo>
                    <a:pt x="1002715" y="1145534"/>
                  </a:lnTo>
                  <a:lnTo>
                    <a:pt x="1074337" y="1210309"/>
                  </a:lnTo>
                  <a:lnTo>
                    <a:pt x="1145960" y="1273158"/>
                  </a:lnTo>
                  <a:lnTo>
                    <a:pt x="1217582" y="1334140"/>
                  </a:lnTo>
                  <a:lnTo>
                    <a:pt x="1289205" y="1393310"/>
                  </a:lnTo>
                  <a:lnTo>
                    <a:pt x="1360827" y="1450721"/>
                  </a:lnTo>
                  <a:lnTo>
                    <a:pt x="1432450" y="1506427"/>
                  </a:lnTo>
                  <a:lnTo>
                    <a:pt x="1504073" y="1560476"/>
                  </a:lnTo>
                  <a:lnTo>
                    <a:pt x="1575695" y="1612920"/>
                  </a:lnTo>
                  <a:lnTo>
                    <a:pt x="1647318" y="1663805"/>
                  </a:lnTo>
                  <a:lnTo>
                    <a:pt x="1718940" y="1713177"/>
                  </a:lnTo>
                  <a:lnTo>
                    <a:pt x="1790563" y="1761083"/>
                  </a:lnTo>
                  <a:lnTo>
                    <a:pt x="1862185" y="1807564"/>
                  </a:lnTo>
                  <a:lnTo>
                    <a:pt x="1933808" y="1852665"/>
                  </a:lnTo>
                  <a:lnTo>
                    <a:pt x="2005430" y="1896425"/>
                  </a:lnTo>
                  <a:lnTo>
                    <a:pt x="2077053" y="1938884"/>
                  </a:lnTo>
                  <a:lnTo>
                    <a:pt x="2148675" y="1980082"/>
                  </a:lnTo>
                  <a:lnTo>
                    <a:pt x="2220298" y="2020055"/>
                  </a:lnTo>
                  <a:lnTo>
                    <a:pt x="2291920" y="2058840"/>
                  </a:lnTo>
                  <a:lnTo>
                    <a:pt x="2363543" y="2096473"/>
                  </a:lnTo>
                  <a:lnTo>
                    <a:pt x="2435165" y="2132988"/>
                  </a:lnTo>
                  <a:lnTo>
                    <a:pt x="2506788" y="2168417"/>
                  </a:lnTo>
                  <a:lnTo>
                    <a:pt x="2578410" y="2202793"/>
                  </a:lnTo>
                  <a:lnTo>
                    <a:pt x="2650033" y="2236148"/>
                  </a:lnTo>
                  <a:lnTo>
                    <a:pt x="2721655" y="2268511"/>
                  </a:lnTo>
                  <a:lnTo>
                    <a:pt x="2793278" y="2299913"/>
                  </a:lnTo>
                  <a:lnTo>
                    <a:pt x="2864901" y="2330382"/>
                  </a:lnTo>
                  <a:lnTo>
                    <a:pt x="2936523" y="2359945"/>
                  </a:lnTo>
                  <a:lnTo>
                    <a:pt x="3008146" y="2388629"/>
                  </a:lnTo>
                  <a:lnTo>
                    <a:pt x="3079768" y="2416461"/>
                  </a:lnTo>
                  <a:lnTo>
                    <a:pt x="3151391" y="2443466"/>
                  </a:lnTo>
                  <a:lnTo>
                    <a:pt x="3223013" y="2469668"/>
                  </a:lnTo>
                  <a:lnTo>
                    <a:pt x="3294636" y="2495092"/>
                  </a:lnTo>
                  <a:lnTo>
                    <a:pt x="3366258" y="2505832"/>
                  </a:lnTo>
                  <a:lnTo>
                    <a:pt x="3437881" y="2516095"/>
                  </a:lnTo>
                  <a:lnTo>
                    <a:pt x="3509503" y="2526230"/>
                  </a:lnTo>
                  <a:lnTo>
                    <a:pt x="3581126" y="2536238"/>
                  </a:lnTo>
                  <a:lnTo>
                    <a:pt x="3652748" y="2546121"/>
                  </a:lnTo>
                  <a:lnTo>
                    <a:pt x="3724371" y="2555880"/>
                  </a:lnTo>
                  <a:lnTo>
                    <a:pt x="3795993" y="2565517"/>
                  </a:lnTo>
                  <a:lnTo>
                    <a:pt x="3867616" y="2575033"/>
                  </a:lnTo>
                  <a:lnTo>
                    <a:pt x="3939238" y="2584429"/>
                  </a:lnTo>
                  <a:lnTo>
                    <a:pt x="4010861" y="2593709"/>
                  </a:lnTo>
                  <a:lnTo>
                    <a:pt x="4082483" y="2602871"/>
                  </a:lnTo>
                  <a:lnTo>
                    <a:pt x="4154106" y="2611919"/>
                  </a:lnTo>
                  <a:lnTo>
                    <a:pt x="4225729" y="2620854"/>
                  </a:lnTo>
                  <a:lnTo>
                    <a:pt x="4297351" y="2629677"/>
                  </a:lnTo>
                  <a:lnTo>
                    <a:pt x="4368974" y="2638389"/>
                  </a:lnTo>
                  <a:lnTo>
                    <a:pt x="4440596" y="2646992"/>
                  </a:lnTo>
                  <a:lnTo>
                    <a:pt x="4512219" y="2655487"/>
                  </a:lnTo>
                  <a:lnTo>
                    <a:pt x="4583841" y="2663876"/>
                  </a:lnTo>
                  <a:lnTo>
                    <a:pt x="4655464" y="2672160"/>
                  </a:lnTo>
                  <a:lnTo>
                    <a:pt x="4727086" y="2680340"/>
                  </a:lnTo>
                  <a:lnTo>
                    <a:pt x="4798709" y="2688418"/>
                  </a:lnTo>
                  <a:lnTo>
                    <a:pt x="4870331" y="2696394"/>
                  </a:lnTo>
                  <a:lnTo>
                    <a:pt x="4941954" y="2704270"/>
                  </a:lnTo>
                  <a:lnTo>
                    <a:pt x="5013576" y="2712048"/>
                  </a:lnTo>
                  <a:lnTo>
                    <a:pt x="5085199" y="2719729"/>
                  </a:lnTo>
                  <a:lnTo>
                    <a:pt x="5156821" y="2727313"/>
                  </a:lnTo>
                  <a:lnTo>
                    <a:pt x="5228444" y="2734802"/>
                  </a:lnTo>
                  <a:lnTo>
                    <a:pt x="5300066" y="2742197"/>
                  </a:lnTo>
                  <a:lnTo>
                    <a:pt x="5371689" y="2749500"/>
                  </a:lnTo>
                  <a:lnTo>
                    <a:pt x="5443311" y="2756711"/>
                  </a:lnTo>
                  <a:lnTo>
                    <a:pt x="5514934" y="2763832"/>
                  </a:lnTo>
                  <a:lnTo>
                    <a:pt x="5586557" y="2770864"/>
                  </a:lnTo>
                  <a:lnTo>
                    <a:pt x="5658179" y="2777807"/>
                  </a:lnTo>
                  <a:lnTo>
                    <a:pt x="5729802" y="2784664"/>
                  </a:lnTo>
                  <a:lnTo>
                    <a:pt x="5801424" y="2791434"/>
                  </a:lnTo>
                  <a:lnTo>
                    <a:pt x="5873047" y="2798120"/>
                  </a:lnTo>
                  <a:lnTo>
                    <a:pt x="5944669" y="2804722"/>
                  </a:lnTo>
                  <a:lnTo>
                    <a:pt x="6016292" y="2811242"/>
                  </a:lnTo>
                  <a:lnTo>
                    <a:pt x="6087914" y="2817680"/>
                  </a:lnTo>
                  <a:lnTo>
                    <a:pt x="6159537" y="2824037"/>
                  </a:lnTo>
                  <a:lnTo>
                    <a:pt x="6231159" y="2830314"/>
                  </a:lnTo>
                  <a:lnTo>
                    <a:pt x="6302782" y="2836513"/>
                  </a:lnTo>
                  <a:lnTo>
                    <a:pt x="6374404" y="2842634"/>
                  </a:lnTo>
                  <a:lnTo>
                    <a:pt x="6446027" y="2848679"/>
                  </a:lnTo>
                  <a:lnTo>
                    <a:pt x="6517649" y="2854647"/>
                  </a:lnTo>
                  <a:lnTo>
                    <a:pt x="6589272" y="2860541"/>
                  </a:lnTo>
                  <a:lnTo>
                    <a:pt x="6660894" y="2866362"/>
                  </a:lnTo>
                  <a:lnTo>
                    <a:pt x="6732517" y="2872109"/>
                  </a:lnTo>
                  <a:lnTo>
                    <a:pt x="6804139" y="2877784"/>
                  </a:lnTo>
                  <a:lnTo>
                    <a:pt x="6875762" y="2883388"/>
                  </a:lnTo>
                  <a:lnTo>
                    <a:pt x="6947385" y="2888922"/>
                  </a:lnTo>
                  <a:lnTo>
                    <a:pt x="7019007" y="2894387"/>
                  </a:lnTo>
                  <a:lnTo>
                    <a:pt x="7090630" y="289978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075524"/>
              <a:ext cx="7090630" cy="1313964"/>
            </a:xfrm>
            <a:custGeom>
              <a:avLst/>
              <a:pathLst>
                <a:path w="7090630" h="1313964">
                  <a:moveTo>
                    <a:pt x="7090630" y="1313964"/>
                  </a:moveTo>
                  <a:lnTo>
                    <a:pt x="7019007" y="1308826"/>
                  </a:lnTo>
                  <a:lnTo>
                    <a:pt x="6947385" y="1303530"/>
                  </a:lnTo>
                  <a:lnTo>
                    <a:pt x="6875762" y="1298072"/>
                  </a:lnTo>
                  <a:lnTo>
                    <a:pt x="6804139" y="1292447"/>
                  </a:lnTo>
                  <a:lnTo>
                    <a:pt x="6732517" y="1286650"/>
                  </a:lnTo>
                  <a:lnTo>
                    <a:pt x="6660894" y="1280675"/>
                  </a:lnTo>
                  <a:lnTo>
                    <a:pt x="6589272" y="1274517"/>
                  </a:lnTo>
                  <a:lnTo>
                    <a:pt x="6517649" y="1268170"/>
                  </a:lnTo>
                  <a:lnTo>
                    <a:pt x="6446027" y="1261630"/>
                  </a:lnTo>
                  <a:lnTo>
                    <a:pt x="6374404" y="1254888"/>
                  </a:lnTo>
                  <a:lnTo>
                    <a:pt x="6302782" y="1247941"/>
                  </a:lnTo>
                  <a:lnTo>
                    <a:pt x="6231159" y="1240780"/>
                  </a:lnTo>
                  <a:lnTo>
                    <a:pt x="6159537" y="1233400"/>
                  </a:lnTo>
                  <a:lnTo>
                    <a:pt x="6087914" y="1225794"/>
                  </a:lnTo>
                  <a:lnTo>
                    <a:pt x="6016292" y="1217956"/>
                  </a:lnTo>
                  <a:lnTo>
                    <a:pt x="5944669" y="1209877"/>
                  </a:lnTo>
                  <a:lnTo>
                    <a:pt x="5873047" y="1201550"/>
                  </a:lnTo>
                  <a:lnTo>
                    <a:pt x="5801424" y="1192969"/>
                  </a:lnTo>
                  <a:lnTo>
                    <a:pt x="5729802" y="1184125"/>
                  </a:lnTo>
                  <a:lnTo>
                    <a:pt x="5658179" y="1175010"/>
                  </a:lnTo>
                  <a:lnTo>
                    <a:pt x="5586557" y="1165615"/>
                  </a:lnTo>
                  <a:lnTo>
                    <a:pt x="5514934" y="1155933"/>
                  </a:lnTo>
                  <a:lnTo>
                    <a:pt x="5443311" y="1145955"/>
                  </a:lnTo>
                  <a:lnTo>
                    <a:pt x="5371689" y="1135671"/>
                  </a:lnTo>
                  <a:lnTo>
                    <a:pt x="5300066" y="1125072"/>
                  </a:lnTo>
                  <a:lnTo>
                    <a:pt x="5228444" y="1114148"/>
                  </a:lnTo>
                  <a:lnTo>
                    <a:pt x="5156821" y="1102889"/>
                  </a:lnTo>
                  <a:lnTo>
                    <a:pt x="5085199" y="1091286"/>
                  </a:lnTo>
                  <a:lnTo>
                    <a:pt x="5013576" y="1079327"/>
                  </a:lnTo>
                  <a:lnTo>
                    <a:pt x="4941954" y="1067003"/>
                  </a:lnTo>
                  <a:lnTo>
                    <a:pt x="4870331" y="1054300"/>
                  </a:lnTo>
                  <a:lnTo>
                    <a:pt x="4798709" y="1041209"/>
                  </a:lnTo>
                  <a:lnTo>
                    <a:pt x="4727086" y="1027716"/>
                  </a:lnTo>
                  <a:lnTo>
                    <a:pt x="4655464" y="1013811"/>
                  </a:lnTo>
                  <a:lnTo>
                    <a:pt x="4583841" y="999479"/>
                  </a:lnTo>
                  <a:lnTo>
                    <a:pt x="4512219" y="984708"/>
                  </a:lnTo>
                  <a:lnTo>
                    <a:pt x="4440596" y="969485"/>
                  </a:lnTo>
                  <a:lnTo>
                    <a:pt x="4368974" y="953796"/>
                  </a:lnTo>
                  <a:lnTo>
                    <a:pt x="4297351" y="937626"/>
                  </a:lnTo>
                  <a:lnTo>
                    <a:pt x="4225729" y="920961"/>
                  </a:lnTo>
                  <a:lnTo>
                    <a:pt x="4154106" y="903786"/>
                  </a:lnTo>
                  <a:lnTo>
                    <a:pt x="4082483" y="886084"/>
                  </a:lnTo>
                  <a:lnTo>
                    <a:pt x="4010861" y="867841"/>
                  </a:lnTo>
                  <a:lnTo>
                    <a:pt x="3939238" y="849038"/>
                  </a:lnTo>
                  <a:lnTo>
                    <a:pt x="3867616" y="829660"/>
                  </a:lnTo>
                  <a:lnTo>
                    <a:pt x="3795993" y="809688"/>
                  </a:lnTo>
                  <a:lnTo>
                    <a:pt x="3724371" y="789104"/>
                  </a:lnTo>
                  <a:lnTo>
                    <a:pt x="3652748" y="767890"/>
                  </a:lnTo>
                  <a:lnTo>
                    <a:pt x="3581126" y="746027"/>
                  </a:lnTo>
                  <a:lnTo>
                    <a:pt x="3509503" y="723493"/>
                  </a:lnTo>
                  <a:lnTo>
                    <a:pt x="3437881" y="700269"/>
                  </a:lnTo>
                  <a:lnTo>
                    <a:pt x="3366258" y="676335"/>
                  </a:lnTo>
                  <a:lnTo>
                    <a:pt x="3294636" y="652013"/>
                  </a:lnTo>
                  <a:lnTo>
                    <a:pt x="3223013" y="641487"/>
                  </a:lnTo>
                  <a:lnTo>
                    <a:pt x="3151391" y="630828"/>
                  </a:lnTo>
                  <a:lnTo>
                    <a:pt x="3079768" y="620033"/>
                  </a:lnTo>
                  <a:lnTo>
                    <a:pt x="3008146" y="609102"/>
                  </a:lnTo>
                  <a:lnTo>
                    <a:pt x="2936523" y="598032"/>
                  </a:lnTo>
                  <a:lnTo>
                    <a:pt x="2864901" y="586821"/>
                  </a:lnTo>
                  <a:lnTo>
                    <a:pt x="2793278" y="575469"/>
                  </a:lnTo>
                  <a:lnTo>
                    <a:pt x="2721655" y="563972"/>
                  </a:lnTo>
                  <a:lnTo>
                    <a:pt x="2650033" y="552329"/>
                  </a:lnTo>
                  <a:lnTo>
                    <a:pt x="2578410" y="540539"/>
                  </a:lnTo>
                  <a:lnTo>
                    <a:pt x="2506788" y="528599"/>
                  </a:lnTo>
                  <a:lnTo>
                    <a:pt x="2435165" y="516508"/>
                  </a:lnTo>
                  <a:lnTo>
                    <a:pt x="2363543" y="504263"/>
                  </a:lnTo>
                  <a:lnTo>
                    <a:pt x="2291920" y="491863"/>
                  </a:lnTo>
                  <a:lnTo>
                    <a:pt x="2220298" y="479306"/>
                  </a:lnTo>
                  <a:lnTo>
                    <a:pt x="2148675" y="466589"/>
                  </a:lnTo>
                  <a:lnTo>
                    <a:pt x="2077053" y="453711"/>
                  </a:lnTo>
                  <a:lnTo>
                    <a:pt x="2005430" y="440670"/>
                  </a:lnTo>
                  <a:lnTo>
                    <a:pt x="1933808" y="427463"/>
                  </a:lnTo>
                  <a:lnTo>
                    <a:pt x="1862185" y="414089"/>
                  </a:lnTo>
                  <a:lnTo>
                    <a:pt x="1790563" y="400545"/>
                  </a:lnTo>
                  <a:lnTo>
                    <a:pt x="1718940" y="386829"/>
                  </a:lnTo>
                  <a:lnTo>
                    <a:pt x="1647318" y="372939"/>
                  </a:lnTo>
                  <a:lnTo>
                    <a:pt x="1575695" y="358873"/>
                  </a:lnTo>
                  <a:lnTo>
                    <a:pt x="1504073" y="344629"/>
                  </a:lnTo>
                  <a:lnTo>
                    <a:pt x="1432450" y="330204"/>
                  </a:lnTo>
                  <a:lnTo>
                    <a:pt x="1360827" y="315595"/>
                  </a:lnTo>
                  <a:lnTo>
                    <a:pt x="1289205" y="300802"/>
                  </a:lnTo>
                  <a:lnTo>
                    <a:pt x="1217582" y="285821"/>
                  </a:lnTo>
                  <a:lnTo>
                    <a:pt x="1145960" y="270650"/>
                  </a:lnTo>
                  <a:lnTo>
                    <a:pt x="1074337" y="255286"/>
                  </a:lnTo>
                  <a:lnTo>
                    <a:pt x="1002715" y="239727"/>
                  </a:lnTo>
                  <a:lnTo>
                    <a:pt x="931092" y="223972"/>
                  </a:lnTo>
                  <a:lnTo>
                    <a:pt x="859470" y="208016"/>
                  </a:lnTo>
                  <a:lnTo>
                    <a:pt x="787847" y="191858"/>
                  </a:lnTo>
                  <a:lnTo>
                    <a:pt x="716225" y="175494"/>
                  </a:lnTo>
                  <a:lnTo>
                    <a:pt x="644602" y="158924"/>
                  </a:lnTo>
                  <a:lnTo>
                    <a:pt x="572980" y="142143"/>
                  </a:lnTo>
                  <a:lnTo>
                    <a:pt x="501357" y="125149"/>
                  </a:lnTo>
                  <a:lnTo>
                    <a:pt x="429735" y="107939"/>
                  </a:lnTo>
                  <a:lnTo>
                    <a:pt x="358112" y="90511"/>
                  </a:lnTo>
                  <a:lnTo>
                    <a:pt x="286490" y="72863"/>
                  </a:lnTo>
                  <a:lnTo>
                    <a:pt x="214867" y="54990"/>
                  </a:lnTo>
                  <a:lnTo>
                    <a:pt x="143245" y="36890"/>
                  </a:lnTo>
                  <a:lnTo>
                    <a:pt x="71622" y="1856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337574"/>
              <a:ext cx="7090630" cy="1952542"/>
            </a:xfrm>
            <a:custGeom>
              <a:avLst/>
              <a:pathLst>
                <a:path w="7090630" h="1952542">
                  <a:moveTo>
                    <a:pt x="0" y="0"/>
                  </a:moveTo>
                  <a:lnTo>
                    <a:pt x="71622" y="46969"/>
                  </a:lnTo>
                  <a:lnTo>
                    <a:pt x="143245" y="92944"/>
                  </a:lnTo>
                  <a:lnTo>
                    <a:pt x="214867" y="137947"/>
                  </a:lnTo>
                  <a:lnTo>
                    <a:pt x="286490" y="181998"/>
                  </a:lnTo>
                  <a:lnTo>
                    <a:pt x="358112" y="225116"/>
                  </a:lnTo>
                  <a:lnTo>
                    <a:pt x="429735" y="267322"/>
                  </a:lnTo>
                  <a:lnTo>
                    <a:pt x="501357" y="308634"/>
                  </a:lnTo>
                  <a:lnTo>
                    <a:pt x="572980" y="349073"/>
                  </a:lnTo>
                  <a:lnTo>
                    <a:pt x="644602" y="388656"/>
                  </a:lnTo>
                  <a:lnTo>
                    <a:pt x="716225" y="427401"/>
                  </a:lnTo>
                  <a:lnTo>
                    <a:pt x="787847" y="465327"/>
                  </a:lnTo>
                  <a:lnTo>
                    <a:pt x="859470" y="502449"/>
                  </a:lnTo>
                  <a:lnTo>
                    <a:pt x="931092" y="538787"/>
                  </a:lnTo>
                  <a:lnTo>
                    <a:pt x="1002715" y="574355"/>
                  </a:lnTo>
                  <a:lnTo>
                    <a:pt x="1074337" y="609171"/>
                  </a:lnTo>
                  <a:lnTo>
                    <a:pt x="1145960" y="643250"/>
                  </a:lnTo>
                  <a:lnTo>
                    <a:pt x="1217582" y="676608"/>
                  </a:lnTo>
                  <a:lnTo>
                    <a:pt x="1289205" y="709260"/>
                  </a:lnTo>
                  <a:lnTo>
                    <a:pt x="1360827" y="741221"/>
                  </a:lnTo>
                  <a:lnTo>
                    <a:pt x="1432450" y="772506"/>
                  </a:lnTo>
                  <a:lnTo>
                    <a:pt x="1504073" y="803129"/>
                  </a:lnTo>
                  <a:lnTo>
                    <a:pt x="1575695" y="833104"/>
                  </a:lnTo>
                  <a:lnTo>
                    <a:pt x="1647318" y="862444"/>
                  </a:lnTo>
                  <a:lnTo>
                    <a:pt x="1718940" y="891164"/>
                  </a:lnTo>
                  <a:lnTo>
                    <a:pt x="1790563" y="919276"/>
                  </a:lnTo>
                  <a:lnTo>
                    <a:pt x="1862185" y="946793"/>
                  </a:lnTo>
                  <a:lnTo>
                    <a:pt x="1933808" y="973728"/>
                  </a:lnTo>
                  <a:lnTo>
                    <a:pt x="2005430" y="1000092"/>
                  </a:lnTo>
                  <a:lnTo>
                    <a:pt x="2077053" y="1025899"/>
                  </a:lnTo>
                  <a:lnTo>
                    <a:pt x="2148675" y="1051160"/>
                  </a:lnTo>
                  <a:lnTo>
                    <a:pt x="2220298" y="1075887"/>
                  </a:lnTo>
                  <a:lnTo>
                    <a:pt x="2291920" y="1100090"/>
                  </a:lnTo>
                  <a:lnTo>
                    <a:pt x="2363543" y="1123781"/>
                  </a:lnTo>
                  <a:lnTo>
                    <a:pt x="2435165" y="1146970"/>
                  </a:lnTo>
                  <a:lnTo>
                    <a:pt x="2506788" y="1169669"/>
                  </a:lnTo>
                  <a:lnTo>
                    <a:pt x="2578410" y="1191888"/>
                  </a:lnTo>
                  <a:lnTo>
                    <a:pt x="2650033" y="1213637"/>
                  </a:lnTo>
                  <a:lnTo>
                    <a:pt x="2721655" y="1234925"/>
                  </a:lnTo>
                  <a:lnTo>
                    <a:pt x="2793278" y="1255763"/>
                  </a:lnTo>
                  <a:lnTo>
                    <a:pt x="2864901" y="1276159"/>
                  </a:lnTo>
                  <a:lnTo>
                    <a:pt x="2936523" y="1296125"/>
                  </a:lnTo>
                  <a:lnTo>
                    <a:pt x="3008146" y="1315667"/>
                  </a:lnTo>
                  <a:lnTo>
                    <a:pt x="3079768" y="1334797"/>
                  </a:lnTo>
                  <a:lnTo>
                    <a:pt x="3151391" y="1353521"/>
                  </a:lnTo>
                  <a:lnTo>
                    <a:pt x="3223013" y="1371849"/>
                  </a:lnTo>
                  <a:lnTo>
                    <a:pt x="3294636" y="1389790"/>
                  </a:lnTo>
                  <a:lnTo>
                    <a:pt x="3366258" y="1407351"/>
                  </a:lnTo>
                  <a:lnTo>
                    <a:pt x="3437881" y="1424540"/>
                  </a:lnTo>
                  <a:lnTo>
                    <a:pt x="3509503" y="1441365"/>
                  </a:lnTo>
                  <a:lnTo>
                    <a:pt x="3581126" y="1457835"/>
                  </a:lnTo>
                  <a:lnTo>
                    <a:pt x="3652748" y="1473956"/>
                  </a:lnTo>
                  <a:lnTo>
                    <a:pt x="3724371" y="1489735"/>
                  </a:lnTo>
                  <a:lnTo>
                    <a:pt x="3795993" y="1505181"/>
                  </a:lnTo>
                  <a:lnTo>
                    <a:pt x="3867616" y="1520300"/>
                  </a:lnTo>
                  <a:lnTo>
                    <a:pt x="3939238" y="1535099"/>
                  </a:lnTo>
                  <a:lnTo>
                    <a:pt x="4010861" y="1549585"/>
                  </a:lnTo>
                  <a:lnTo>
                    <a:pt x="4082483" y="1563765"/>
                  </a:lnTo>
                  <a:lnTo>
                    <a:pt x="4154106" y="1577644"/>
                  </a:lnTo>
                  <a:lnTo>
                    <a:pt x="4225729" y="1591230"/>
                  </a:lnTo>
                  <a:lnTo>
                    <a:pt x="4297351" y="1604528"/>
                  </a:lnTo>
                  <a:lnTo>
                    <a:pt x="4368974" y="1617545"/>
                  </a:lnTo>
                  <a:lnTo>
                    <a:pt x="4440596" y="1630286"/>
                  </a:lnTo>
                  <a:lnTo>
                    <a:pt x="4512219" y="1642758"/>
                  </a:lnTo>
                  <a:lnTo>
                    <a:pt x="4583841" y="1654966"/>
                  </a:lnTo>
                  <a:lnTo>
                    <a:pt x="4655464" y="1666915"/>
                  </a:lnTo>
                  <a:lnTo>
                    <a:pt x="4727086" y="1678612"/>
                  </a:lnTo>
                  <a:lnTo>
                    <a:pt x="4798709" y="1690061"/>
                  </a:lnTo>
                  <a:lnTo>
                    <a:pt x="4870331" y="1701268"/>
                  </a:lnTo>
                  <a:lnTo>
                    <a:pt x="4941954" y="1712238"/>
                  </a:lnTo>
                  <a:lnTo>
                    <a:pt x="5013576" y="1722975"/>
                  </a:lnTo>
                  <a:lnTo>
                    <a:pt x="5085199" y="1733486"/>
                  </a:lnTo>
                  <a:lnTo>
                    <a:pt x="5156821" y="1743774"/>
                  </a:lnTo>
                  <a:lnTo>
                    <a:pt x="5228444" y="1753844"/>
                  </a:lnTo>
                  <a:lnTo>
                    <a:pt x="5300066" y="1763701"/>
                  </a:lnTo>
                  <a:lnTo>
                    <a:pt x="5371689" y="1773350"/>
                  </a:lnTo>
                  <a:lnTo>
                    <a:pt x="5443311" y="1782794"/>
                  </a:lnTo>
                  <a:lnTo>
                    <a:pt x="5514934" y="1792039"/>
                  </a:lnTo>
                  <a:lnTo>
                    <a:pt x="5586557" y="1801088"/>
                  </a:lnTo>
                  <a:lnTo>
                    <a:pt x="5658179" y="1809946"/>
                  </a:lnTo>
                  <a:lnTo>
                    <a:pt x="5729802" y="1818616"/>
                  </a:lnTo>
                  <a:lnTo>
                    <a:pt x="5801424" y="1827102"/>
                  </a:lnTo>
                  <a:lnTo>
                    <a:pt x="5873047" y="1835409"/>
                  </a:lnTo>
                  <a:lnTo>
                    <a:pt x="5944669" y="1843540"/>
                  </a:lnTo>
                  <a:lnTo>
                    <a:pt x="6016292" y="1851500"/>
                  </a:lnTo>
                  <a:lnTo>
                    <a:pt x="6087914" y="1859290"/>
                  </a:lnTo>
                  <a:lnTo>
                    <a:pt x="6159537" y="1866916"/>
                  </a:lnTo>
                  <a:lnTo>
                    <a:pt x="6231159" y="1874381"/>
                  </a:lnTo>
                  <a:lnTo>
                    <a:pt x="6302782" y="1881687"/>
                  </a:lnTo>
                  <a:lnTo>
                    <a:pt x="6374404" y="1888839"/>
                  </a:lnTo>
                  <a:lnTo>
                    <a:pt x="6446027" y="1895840"/>
                  </a:lnTo>
                  <a:lnTo>
                    <a:pt x="6517649" y="1902693"/>
                  </a:lnTo>
                  <a:lnTo>
                    <a:pt x="6589272" y="1909400"/>
                  </a:lnTo>
                  <a:lnTo>
                    <a:pt x="6660894" y="1915966"/>
                  </a:lnTo>
                  <a:lnTo>
                    <a:pt x="6732517" y="1922392"/>
                  </a:lnTo>
                  <a:lnTo>
                    <a:pt x="6804139" y="1928683"/>
                  </a:lnTo>
                  <a:lnTo>
                    <a:pt x="6875762" y="1934841"/>
                  </a:lnTo>
                  <a:lnTo>
                    <a:pt x="6947385" y="1940868"/>
                  </a:lnTo>
                  <a:lnTo>
                    <a:pt x="7019007" y="1946767"/>
                  </a:lnTo>
                  <a:lnTo>
                    <a:pt x="7090630" y="1952542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1.28 (1.16-1.41), p_Bonf = &lt;0.001 (n = 6)  |  per IQR decline (Δ = 29.5 %): 2.06 (1.53-2.78)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2026-07-22T14:13:22Z</dcterms:modified>
  <cp:category/>
</cp:coreProperties>
</file>