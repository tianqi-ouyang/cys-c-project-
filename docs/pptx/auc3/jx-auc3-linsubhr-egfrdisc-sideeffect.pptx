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665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045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42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806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7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355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3735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111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84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063247"/>
            </a:xfrm>
            <a:custGeom>
              <a:avLst/>
              <a:pathLst>
                <a:path w="7090630" h="3063247">
                  <a:moveTo>
                    <a:pt x="7470" y="0"/>
                  </a:moveTo>
                  <a:lnTo>
                    <a:pt x="71622" y="66151"/>
                  </a:lnTo>
                  <a:lnTo>
                    <a:pt x="143245" y="138444"/>
                  </a:lnTo>
                  <a:lnTo>
                    <a:pt x="214867" y="209208"/>
                  </a:lnTo>
                  <a:lnTo>
                    <a:pt x="286490" y="278475"/>
                  </a:lnTo>
                  <a:lnTo>
                    <a:pt x="358112" y="346277"/>
                  </a:lnTo>
                  <a:lnTo>
                    <a:pt x="429735" y="412644"/>
                  </a:lnTo>
                  <a:lnTo>
                    <a:pt x="501357" y="477607"/>
                  </a:lnTo>
                  <a:lnTo>
                    <a:pt x="572980" y="541197"/>
                  </a:lnTo>
                  <a:lnTo>
                    <a:pt x="644602" y="603441"/>
                  </a:lnTo>
                  <a:lnTo>
                    <a:pt x="716225" y="664369"/>
                  </a:lnTo>
                  <a:lnTo>
                    <a:pt x="787847" y="724007"/>
                  </a:lnTo>
                  <a:lnTo>
                    <a:pt x="859470" y="782385"/>
                  </a:lnTo>
                  <a:lnTo>
                    <a:pt x="931092" y="839527"/>
                  </a:lnTo>
                  <a:lnTo>
                    <a:pt x="1002715" y="895461"/>
                  </a:lnTo>
                  <a:lnTo>
                    <a:pt x="1074337" y="950211"/>
                  </a:lnTo>
                  <a:lnTo>
                    <a:pt x="1145960" y="1003803"/>
                  </a:lnTo>
                  <a:lnTo>
                    <a:pt x="1217582" y="1056262"/>
                  </a:lnTo>
                  <a:lnTo>
                    <a:pt x="1289205" y="1107611"/>
                  </a:lnTo>
                  <a:lnTo>
                    <a:pt x="1360827" y="1157874"/>
                  </a:lnTo>
                  <a:lnTo>
                    <a:pt x="1432450" y="1207073"/>
                  </a:lnTo>
                  <a:lnTo>
                    <a:pt x="1504073" y="1255232"/>
                  </a:lnTo>
                  <a:lnTo>
                    <a:pt x="1575695" y="1302372"/>
                  </a:lnTo>
                  <a:lnTo>
                    <a:pt x="1647318" y="1348515"/>
                  </a:lnTo>
                  <a:lnTo>
                    <a:pt x="1718940" y="1393682"/>
                  </a:lnTo>
                  <a:lnTo>
                    <a:pt x="1790563" y="1437893"/>
                  </a:lnTo>
                  <a:lnTo>
                    <a:pt x="1862185" y="1481170"/>
                  </a:lnTo>
                  <a:lnTo>
                    <a:pt x="1933808" y="1523531"/>
                  </a:lnTo>
                  <a:lnTo>
                    <a:pt x="2005430" y="1564995"/>
                  </a:lnTo>
                  <a:lnTo>
                    <a:pt x="2077053" y="1605583"/>
                  </a:lnTo>
                  <a:lnTo>
                    <a:pt x="2148675" y="1645312"/>
                  </a:lnTo>
                  <a:lnTo>
                    <a:pt x="2220298" y="1684201"/>
                  </a:lnTo>
                  <a:lnTo>
                    <a:pt x="2291920" y="1722267"/>
                  </a:lnTo>
                  <a:lnTo>
                    <a:pt x="2363543" y="1759528"/>
                  </a:lnTo>
                  <a:lnTo>
                    <a:pt x="2435165" y="1796000"/>
                  </a:lnTo>
                  <a:lnTo>
                    <a:pt x="2506788" y="1831701"/>
                  </a:lnTo>
                  <a:lnTo>
                    <a:pt x="2578410" y="1866647"/>
                  </a:lnTo>
                  <a:lnTo>
                    <a:pt x="2650033" y="1900854"/>
                  </a:lnTo>
                  <a:lnTo>
                    <a:pt x="2721655" y="1934337"/>
                  </a:lnTo>
                  <a:lnTo>
                    <a:pt x="2793278" y="1967112"/>
                  </a:lnTo>
                  <a:lnTo>
                    <a:pt x="2864901" y="1999194"/>
                  </a:lnTo>
                  <a:lnTo>
                    <a:pt x="2936523" y="2030597"/>
                  </a:lnTo>
                  <a:lnTo>
                    <a:pt x="3008146" y="2061336"/>
                  </a:lnTo>
                  <a:lnTo>
                    <a:pt x="3079768" y="2091424"/>
                  </a:lnTo>
                  <a:lnTo>
                    <a:pt x="3151391" y="2120876"/>
                  </a:lnTo>
                  <a:lnTo>
                    <a:pt x="3223013" y="2149705"/>
                  </a:lnTo>
                  <a:lnTo>
                    <a:pt x="3294636" y="2177924"/>
                  </a:lnTo>
                  <a:lnTo>
                    <a:pt x="3366258" y="2205547"/>
                  </a:lnTo>
                  <a:lnTo>
                    <a:pt x="3437881" y="2232584"/>
                  </a:lnTo>
                  <a:lnTo>
                    <a:pt x="3509503" y="2259051"/>
                  </a:lnTo>
                  <a:lnTo>
                    <a:pt x="3581126" y="2284957"/>
                  </a:lnTo>
                  <a:lnTo>
                    <a:pt x="3652748" y="2310315"/>
                  </a:lnTo>
                  <a:lnTo>
                    <a:pt x="3724371" y="2335137"/>
                  </a:lnTo>
                  <a:lnTo>
                    <a:pt x="3795993" y="2359433"/>
                  </a:lnTo>
                  <a:lnTo>
                    <a:pt x="3867616" y="2383216"/>
                  </a:lnTo>
                  <a:lnTo>
                    <a:pt x="3939238" y="2406496"/>
                  </a:lnTo>
                  <a:lnTo>
                    <a:pt x="4010861" y="2429283"/>
                  </a:lnTo>
                  <a:lnTo>
                    <a:pt x="4082483" y="2451588"/>
                  </a:lnTo>
                  <a:lnTo>
                    <a:pt x="4154106" y="2473422"/>
                  </a:lnTo>
                  <a:lnTo>
                    <a:pt x="4225729" y="2494793"/>
                  </a:lnTo>
                  <a:lnTo>
                    <a:pt x="4297351" y="2515713"/>
                  </a:lnTo>
                  <a:lnTo>
                    <a:pt x="4368974" y="2536190"/>
                  </a:lnTo>
                  <a:lnTo>
                    <a:pt x="4440596" y="2556234"/>
                  </a:lnTo>
                  <a:lnTo>
                    <a:pt x="4512219" y="2575853"/>
                  </a:lnTo>
                  <a:lnTo>
                    <a:pt x="4583841" y="2595058"/>
                  </a:lnTo>
                  <a:lnTo>
                    <a:pt x="4655464" y="2613857"/>
                  </a:lnTo>
                  <a:lnTo>
                    <a:pt x="4727086" y="2632258"/>
                  </a:lnTo>
                  <a:lnTo>
                    <a:pt x="4798709" y="2650269"/>
                  </a:lnTo>
                  <a:lnTo>
                    <a:pt x="4870331" y="2652911"/>
                  </a:lnTo>
                  <a:lnTo>
                    <a:pt x="4941954" y="2651135"/>
                  </a:lnTo>
                  <a:lnTo>
                    <a:pt x="5013576" y="2649355"/>
                  </a:lnTo>
                  <a:lnTo>
                    <a:pt x="5085199" y="2647572"/>
                  </a:lnTo>
                  <a:lnTo>
                    <a:pt x="5156821" y="2645785"/>
                  </a:lnTo>
                  <a:lnTo>
                    <a:pt x="5228444" y="2643994"/>
                  </a:lnTo>
                  <a:lnTo>
                    <a:pt x="5300066" y="2642199"/>
                  </a:lnTo>
                  <a:lnTo>
                    <a:pt x="5371689" y="2640400"/>
                  </a:lnTo>
                  <a:lnTo>
                    <a:pt x="5443311" y="2638597"/>
                  </a:lnTo>
                  <a:lnTo>
                    <a:pt x="5514934" y="2636791"/>
                  </a:lnTo>
                  <a:lnTo>
                    <a:pt x="5586557" y="2634981"/>
                  </a:lnTo>
                  <a:lnTo>
                    <a:pt x="5658179" y="2633167"/>
                  </a:lnTo>
                  <a:lnTo>
                    <a:pt x="5729802" y="2631349"/>
                  </a:lnTo>
                  <a:lnTo>
                    <a:pt x="5801424" y="2629527"/>
                  </a:lnTo>
                  <a:lnTo>
                    <a:pt x="5873047" y="2627701"/>
                  </a:lnTo>
                  <a:lnTo>
                    <a:pt x="5944669" y="2625871"/>
                  </a:lnTo>
                  <a:lnTo>
                    <a:pt x="6016292" y="2624038"/>
                  </a:lnTo>
                  <a:lnTo>
                    <a:pt x="6087914" y="2622200"/>
                  </a:lnTo>
                  <a:lnTo>
                    <a:pt x="6159537" y="2620359"/>
                  </a:lnTo>
                  <a:lnTo>
                    <a:pt x="6231159" y="2618513"/>
                  </a:lnTo>
                  <a:lnTo>
                    <a:pt x="6302782" y="2616664"/>
                  </a:lnTo>
                  <a:lnTo>
                    <a:pt x="6374404" y="2614811"/>
                  </a:lnTo>
                  <a:lnTo>
                    <a:pt x="6446027" y="2612953"/>
                  </a:lnTo>
                  <a:lnTo>
                    <a:pt x="6517649" y="2611092"/>
                  </a:lnTo>
                  <a:lnTo>
                    <a:pt x="6589272" y="2609227"/>
                  </a:lnTo>
                  <a:lnTo>
                    <a:pt x="6660894" y="2607358"/>
                  </a:lnTo>
                  <a:lnTo>
                    <a:pt x="6732517" y="2605485"/>
                  </a:lnTo>
                  <a:lnTo>
                    <a:pt x="6804139" y="2603608"/>
                  </a:lnTo>
                  <a:lnTo>
                    <a:pt x="6875762" y="2601726"/>
                  </a:lnTo>
                  <a:lnTo>
                    <a:pt x="6947385" y="2599841"/>
                  </a:lnTo>
                  <a:lnTo>
                    <a:pt x="7019007" y="2597952"/>
                  </a:lnTo>
                  <a:lnTo>
                    <a:pt x="7090630" y="2596059"/>
                  </a:lnTo>
                  <a:lnTo>
                    <a:pt x="7090630" y="3063247"/>
                  </a:lnTo>
                  <a:lnTo>
                    <a:pt x="7019007" y="3054160"/>
                  </a:lnTo>
                  <a:lnTo>
                    <a:pt x="6947385" y="3044876"/>
                  </a:lnTo>
                  <a:lnTo>
                    <a:pt x="6875762" y="3035392"/>
                  </a:lnTo>
                  <a:lnTo>
                    <a:pt x="6804139" y="3025703"/>
                  </a:lnTo>
                  <a:lnTo>
                    <a:pt x="6732517" y="3015805"/>
                  </a:lnTo>
                  <a:lnTo>
                    <a:pt x="6660894" y="3005692"/>
                  </a:lnTo>
                  <a:lnTo>
                    <a:pt x="6589272" y="2995362"/>
                  </a:lnTo>
                  <a:lnTo>
                    <a:pt x="6517649" y="2984807"/>
                  </a:lnTo>
                  <a:lnTo>
                    <a:pt x="6446027" y="2974025"/>
                  </a:lnTo>
                  <a:lnTo>
                    <a:pt x="6374404" y="2963010"/>
                  </a:lnTo>
                  <a:lnTo>
                    <a:pt x="6302782" y="2951757"/>
                  </a:lnTo>
                  <a:lnTo>
                    <a:pt x="6231159" y="2940260"/>
                  </a:lnTo>
                  <a:lnTo>
                    <a:pt x="6159537" y="2928515"/>
                  </a:lnTo>
                  <a:lnTo>
                    <a:pt x="6087914" y="2916517"/>
                  </a:lnTo>
                  <a:lnTo>
                    <a:pt x="6016292" y="2904259"/>
                  </a:lnTo>
                  <a:lnTo>
                    <a:pt x="5944669" y="2891736"/>
                  </a:lnTo>
                  <a:lnTo>
                    <a:pt x="5873047" y="2878942"/>
                  </a:lnTo>
                  <a:lnTo>
                    <a:pt x="5801424" y="2865872"/>
                  </a:lnTo>
                  <a:lnTo>
                    <a:pt x="5729802" y="2852520"/>
                  </a:lnTo>
                  <a:lnTo>
                    <a:pt x="5658179" y="2838879"/>
                  </a:lnTo>
                  <a:lnTo>
                    <a:pt x="5586557" y="2824943"/>
                  </a:lnTo>
                  <a:lnTo>
                    <a:pt x="5514934" y="2810706"/>
                  </a:lnTo>
                  <a:lnTo>
                    <a:pt x="5443311" y="2796162"/>
                  </a:lnTo>
                  <a:lnTo>
                    <a:pt x="5371689" y="2781303"/>
                  </a:lnTo>
                  <a:lnTo>
                    <a:pt x="5300066" y="2766123"/>
                  </a:lnTo>
                  <a:lnTo>
                    <a:pt x="5228444" y="2750615"/>
                  </a:lnTo>
                  <a:lnTo>
                    <a:pt x="5156821" y="2734771"/>
                  </a:lnTo>
                  <a:lnTo>
                    <a:pt x="5085199" y="2718586"/>
                  </a:lnTo>
                  <a:lnTo>
                    <a:pt x="5013576" y="2702050"/>
                  </a:lnTo>
                  <a:lnTo>
                    <a:pt x="4941954" y="2685158"/>
                  </a:lnTo>
                  <a:lnTo>
                    <a:pt x="4870331" y="2667900"/>
                  </a:lnTo>
                  <a:lnTo>
                    <a:pt x="4798709" y="2654683"/>
                  </a:lnTo>
                  <a:lnTo>
                    <a:pt x="4727086" y="2656451"/>
                  </a:lnTo>
                  <a:lnTo>
                    <a:pt x="4655464" y="2658215"/>
                  </a:lnTo>
                  <a:lnTo>
                    <a:pt x="4583841" y="2659976"/>
                  </a:lnTo>
                  <a:lnTo>
                    <a:pt x="4512219" y="2661733"/>
                  </a:lnTo>
                  <a:lnTo>
                    <a:pt x="4440596" y="2663486"/>
                  </a:lnTo>
                  <a:lnTo>
                    <a:pt x="4368974" y="2665236"/>
                  </a:lnTo>
                  <a:lnTo>
                    <a:pt x="4297351" y="2666981"/>
                  </a:lnTo>
                  <a:lnTo>
                    <a:pt x="4225729" y="2668723"/>
                  </a:lnTo>
                  <a:lnTo>
                    <a:pt x="4154106" y="2670462"/>
                  </a:lnTo>
                  <a:lnTo>
                    <a:pt x="4082483" y="2672196"/>
                  </a:lnTo>
                  <a:lnTo>
                    <a:pt x="4010861" y="2673927"/>
                  </a:lnTo>
                  <a:lnTo>
                    <a:pt x="3939238" y="2675654"/>
                  </a:lnTo>
                  <a:lnTo>
                    <a:pt x="3867616" y="2677378"/>
                  </a:lnTo>
                  <a:lnTo>
                    <a:pt x="3795993" y="2679098"/>
                  </a:lnTo>
                  <a:lnTo>
                    <a:pt x="3724371" y="2680814"/>
                  </a:lnTo>
                  <a:lnTo>
                    <a:pt x="3652748" y="2682526"/>
                  </a:lnTo>
                  <a:lnTo>
                    <a:pt x="3581126" y="2684235"/>
                  </a:lnTo>
                  <a:lnTo>
                    <a:pt x="3509503" y="2685940"/>
                  </a:lnTo>
                  <a:lnTo>
                    <a:pt x="3437881" y="2687642"/>
                  </a:lnTo>
                  <a:lnTo>
                    <a:pt x="3366258" y="2689340"/>
                  </a:lnTo>
                  <a:lnTo>
                    <a:pt x="3294636" y="2691034"/>
                  </a:lnTo>
                  <a:lnTo>
                    <a:pt x="3223013" y="2692725"/>
                  </a:lnTo>
                  <a:lnTo>
                    <a:pt x="3151391" y="2694412"/>
                  </a:lnTo>
                  <a:lnTo>
                    <a:pt x="3079768" y="2696096"/>
                  </a:lnTo>
                  <a:lnTo>
                    <a:pt x="3008146" y="2697775"/>
                  </a:lnTo>
                  <a:lnTo>
                    <a:pt x="2936523" y="2699452"/>
                  </a:lnTo>
                  <a:lnTo>
                    <a:pt x="2864901" y="2701124"/>
                  </a:lnTo>
                  <a:lnTo>
                    <a:pt x="2793278" y="2702794"/>
                  </a:lnTo>
                  <a:lnTo>
                    <a:pt x="2721655" y="2704459"/>
                  </a:lnTo>
                  <a:lnTo>
                    <a:pt x="2650033" y="2706121"/>
                  </a:lnTo>
                  <a:lnTo>
                    <a:pt x="2578410" y="2707780"/>
                  </a:lnTo>
                  <a:lnTo>
                    <a:pt x="2506788" y="2709435"/>
                  </a:lnTo>
                  <a:lnTo>
                    <a:pt x="2435165" y="2711086"/>
                  </a:lnTo>
                  <a:lnTo>
                    <a:pt x="2363543" y="2712734"/>
                  </a:lnTo>
                  <a:lnTo>
                    <a:pt x="2291920" y="2714379"/>
                  </a:lnTo>
                  <a:lnTo>
                    <a:pt x="2220298" y="2716020"/>
                  </a:lnTo>
                  <a:lnTo>
                    <a:pt x="2148675" y="2717657"/>
                  </a:lnTo>
                  <a:lnTo>
                    <a:pt x="2077053" y="2719291"/>
                  </a:lnTo>
                  <a:lnTo>
                    <a:pt x="2005430" y="2720921"/>
                  </a:lnTo>
                  <a:lnTo>
                    <a:pt x="1933808" y="2722548"/>
                  </a:lnTo>
                  <a:lnTo>
                    <a:pt x="1862185" y="2724172"/>
                  </a:lnTo>
                  <a:lnTo>
                    <a:pt x="1790563" y="2725792"/>
                  </a:lnTo>
                  <a:lnTo>
                    <a:pt x="1718940" y="2727408"/>
                  </a:lnTo>
                  <a:lnTo>
                    <a:pt x="1647318" y="2729022"/>
                  </a:lnTo>
                  <a:lnTo>
                    <a:pt x="1575695" y="2730631"/>
                  </a:lnTo>
                  <a:lnTo>
                    <a:pt x="1504073" y="2732238"/>
                  </a:lnTo>
                  <a:lnTo>
                    <a:pt x="1432450" y="2733840"/>
                  </a:lnTo>
                  <a:lnTo>
                    <a:pt x="1360827" y="2735440"/>
                  </a:lnTo>
                  <a:lnTo>
                    <a:pt x="1289205" y="2737036"/>
                  </a:lnTo>
                  <a:lnTo>
                    <a:pt x="1217582" y="2738628"/>
                  </a:lnTo>
                  <a:lnTo>
                    <a:pt x="1145960" y="2740218"/>
                  </a:lnTo>
                  <a:lnTo>
                    <a:pt x="1074337" y="2741803"/>
                  </a:lnTo>
                  <a:lnTo>
                    <a:pt x="1002715" y="2743386"/>
                  </a:lnTo>
                  <a:lnTo>
                    <a:pt x="931092" y="2744965"/>
                  </a:lnTo>
                  <a:lnTo>
                    <a:pt x="859470" y="2746541"/>
                  </a:lnTo>
                  <a:lnTo>
                    <a:pt x="787847" y="2748113"/>
                  </a:lnTo>
                  <a:lnTo>
                    <a:pt x="716225" y="2749682"/>
                  </a:lnTo>
                  <a:lnTo>
                    <a:pt x="644602" y="2751247"/>
                  </a:lnTo>
                  <a:lnTo>
                    <a:pt x="572980" y="2752810"/>
                  </a:lnTo>
                  <a:lnTo>
                    <a:pt x="501357" y="2754369"/>
                  </a:lnTo>
                  <a:lnTo>
                    <a:pt x="429735" y="2755924"/>
                  </a:lnTo>
                  <a:lnTo>
                    <a:pt x="358112" y="2757477"/>
                  </a:lnTo>
                  <a:lnTo>
                    <a:pt x="286490" y="2759026"/>
                  </a:lnTo>
                  <a:lnTo>
                    <a:pt x="214867" y="2760571"/>
                  </a:lnTo>
                  <a:lnTo>
                    <a:pt x="143245" y="2762114"/>
                  </a:lnTo>
                  <a:lnTo>
                    <a:pt x="71622" y="2763653"/>
                  </a:lnTo>
                  <a:lnTo>
                    <a:pt x="0" y="276518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9519" y="2073503"/>
              <a:ext cx="7083159" cy="2652911"/>
            </a:xfrm>
            <a:custGeom>
              <a:avLst/>
              <a:pathLst>
                <a:path w="7083159" h="2652911">
                  <a:moveTo>
                    <a:pt x="0" y="0"/>
                  </a:moveTo>
                  <a:lnTo>
                    <a:pt x="64152" y="66151"/>
                  </a:lnTo>
                  <a:lnTo>
                    <a:pt x="135774" y="138444"/>
                  </a:lnTo>
                  <a:lnTo>
                    <a:pt x="207397" y="209208"/>
                  </a:lnTo>
                  <a:lnTo>
                    <a:pt x="279019" y="278475"/>
                  </a:lnTo>
                  <a:lnTo>
                    <a:pt x="350642" y="346277"/>
                  </a:lnTo>
                  <a:lnTo>
                    <a:pt x="422264" y="412644"/>
                  </a:lnTo>
                  <a:lnTo>
                    <a:pt x="493887" y="477607"/>
                  </a:lnTo>
                  <a:lnTo>
                    <a:pt x="565509" y="541197"/>
                  </a:lnTo>
                  <a:lnTo>
                    <a:pt x="637132" y="603441"/>
                  </a:lnTo>
                  <a:lnTo>
                    <a:pt x="708754" y="664369"/>
                  </a:lnTo>
                  <a:lnTo>
                    <a:pt x="780377" y="724007"/>
                  </a:lnTo>
                  <a:lnTo>
                    <a:pt x="851999" y="782385"/>
                  </a:lnTo>
                  <a:lnTo>
                    <a:pt x="923622" y="839527"/>
                  </a:lnTo>
                  <a:lnTo>
                    <a:pt x="995245" y="895461"/>
                  </a:lnTo>
                  <a:lnTo>
                    <a:pt x="1066867" y="950211"/>
                  </a:lnTo>
                  <a:lnTo>
                    <a:pt x="1138490" y="1003803"/>
                  </a:lnTo>
                  <a:lnTo>
                    <a:pt x="1210112" y="1056262"/>
                  </a:lnTo>
                  <a:lnTo>
                    <a:pt x="1281735" y="1107611"/>
                  </a:lnTo>
                  <a:lnTo>
                    <a:pt x="1353357" y="1157874"/>
                  </a:lnTo>
                  <a:lnTo>
                    <a:pt x="1424980" y="1207073"/>
                  </a:lnTo>
                  <a:lnTo>
                    <a:pt x="1496602" y="1255232"/>
                  </a:lnTo>
                  <a:lnTo>
                    <a:pt x="1568225" y="1302372"/>
                  </a:lnTo>
                  <a:lnTo>
                    <a:pt x="1639847" y="1348515"/>
                  </a:lnTo>
                  <a:lnTo>
                    <a:pt x="1711470" y="1393682"/>
                  </a:lnTo>
                  <a:lnTo>
                    <a:pt x="1783092" y="1437893"/>
                  </a:lnTo>
                  <a:lnTo>
                    <a:pt x="1854715" y="1481170"/>
                  </a:lnTo>
                  <a:lnTo>
                    <a:pt x="1926337" y="1523531"/>
                  </a:lnTo>
                  <a:lnTo>
                    <a:pt x="1997960" y="1564995"/>
                  </a:lnTo>
                  <a:lnTo>
                    <a:pt x="2069582" y="1605583"/>
                  </a:lnTo>
                  <a:lnTo>
                    <a:pt x="2141205" y="1645312"/>
                  </a:lnTo>
                  <a:lnTo>
                    <a:pt x="2212827" y="1684201"/>
                  </a:lnTo>
                  <a:lnTo>
                    <a:pt x="2284450" y="1722267"/>
                  </a:lnTo>
                  <a:lnTo>
                    <a:pt x="2356073" y="1759528"/>
                  </a:lnTo>
                  <a:lnTo>
                    <a:pt x="2427695" y="1796000"/>
                  </a:lnTo>
                  <a:lnTo>
                    <a:pt x="2499318" y="1831701"/>
                  </a:lnTo>
                  <a:lnTo>
                    <a:pt x="2570940" y="1866647"/>
                  </a:lnTo>
                  <a:lnTo>
                    <a:pt x="2642563" y="1900854"/>
                  </a:lnTo>
                  <a:lnTo>
                    <a:pt x="2714185" y="1934337"/>
                  </a:lnTo>
                  <a:lnTo>
                    <a:pt x="2785808" y="1967112"/>
                  </a:lnTo>
                  <a:lnTo>
                    <a:pt x="2857430" y="1999194"/>
                  </a:lnTo>
                  <a:lnTo>
                    <a:pt x="2929053" y="2030597"/>
                  </a:lnTo>
                  <a:lnTo>
                    <a:pt x="3000675" y="2061336"/>
                  </a:lnTo>
                  <a:lnTo>
                    <a:pt x="3072298" y="2091424"/>
                  </a:lnTo>
                  <a:lnTo>
                    <a:pt x="3143920" y="2120876"/>
                  </a:lnTo>
                  <a:lnTo>
                    <a:pt x="3215543" y="2149705"/>
                  </a:lnTo>
                  <a:lnTo>
                    <a:pt x="3287165" y="2177924"/>
                  </a:lnTo>
                  <a:lnTo>
                    <a:pt x="3358788" y="2205547"/>
                  </a:lnTo>
                  <a:lnTo>
                    <a:pt x="3430410" y="2232584"/>
                  </a:lnTo>
                  <a:lnTo>
                    <a:pt x="3502033" y="2259051"/>
                  </a:lnTo>
                  <a:lnTo>
                    <a:pt x="3573655" y="2284957"/>
                  </a:lnTo>
                  <a:lnTo>
                    <a:pt x="3645278" y="2310315"/>
                  </a:lnTo>
                  <a:lnTo>
                    <a:pt x="3716901" y="2335137"/>
                  </a:lnTo>
                  <a:lnTo>
                    <a:pt x="3788523" y="2359433"/>
                  </a:lnTo>
                  <a:lnTo>
                    <a:pt x="3860146" y="2383216"/>
                  </a:lnTo>
                  <a:lnTo>
                    <a:pt x="3931768" y="2406496"/>
                  </a:lnTo>
                  <a:lnTo>
                    <a:pt x="4003391" y="2429283"/>
                  </a:lnTo>
                  <a:lnTo>
                    <a:pt x="4075013" y="2451588"/>
                  </a:lnTo>
                  <a:lnTo>
                    <a:pt x="4146636" y="2473422"/>
                  </a:lnTo>
                  <a:lnTo>
                    <a:pt x="4218258" y="2494793"/>
                  </a:lnTo>
                  <a:lnTo>
                    <a:pt x="4289881" y="2515713"/>
                  </a:lnTo>
                  <a:lnTo>
                    <a:pt x="4361503" y="2536190"/>
                  </a:lnTo>
                  <a:lnTo>
                    <a:pt x="4433126" y="2556234"/>
                  </a:lnTo>
                  <a:lnTo>
                    <a:pt x="4504748" y="2575853"/>
                  </a:lnTo>
                  <a:lnTo>
                    <a:pt x="4576371" y="2595058"/>
                  </a:lnTo>
                  <a:lnTo>
                    <a:pt x="4647993" y="2613857"/>
                  </a:lnTo>
                  <a:lnTo>
                    <a:pt x="4719616" y="2632258"/>
                  </a:lnTo>
                  <a:lnTo>
                    <a:pt x="4791238" y="2650269"/>
                  </a:lnTo>
                  <a:lnTo>
                    <a:pt x="4862861" y="2652911"/>
                  </a:lnTo>
                  <a:lnTo>
                    <a:pt x="4934483" y="2651135"/>
                  </a:lnTo>
                  <a:lnTo>
                    <a:pt x="5006106" y="2649355"/>
                  </a:lnTo>
                  <a:lnTo>
                    <a:pt x="5077729" y="2647572"/>
                  </a:lnTo>
                  <a:lnTo>
                    <a:pt x="5149351" y="2645785"/>
                  </a:lnTo>
                  <a:lnTo>
                    <a:pt x="5220974" y="2643994"/>
                  </a:lnTo>
                  <a:lnTo>
                    <a:pt x="5292596" y="2642199"/>
                  </a:lnTo>
                  <a:lnTo>
                    <a:pt x="5364219" y="2640400"/>
                  </a:lnTo>
                  <a:lnTo>
                    <a:pt x="5435841" y="2638597"/>
                  </a:lnTo>
                  <a:lnTo>
                    <a:pt x="5507464" y="2636791"/>
                  </a:lnTo>
                  <a:lnTo>
                    <a:pt x="5579086" y="2634981"/>
                  </a:lnTo>
                  <a:lnTo>
                    <a:pt x="5650709" y="2633167"/>
                  </a:lnTo>
                  <a:lnTo>
                    <a:pt x="5722331" y="2631349"/>
                  </a:lnTo>
                  <a:lnTo>
                    <a:pt x="5793954" y="2629527"/>
                  </a:lnTo>
                  <a:lnTo>
                    <a:pt x="5865576" y="2627701"/>
                  </a:lnTo>
                  <a:lnTo>
                    <a:pt x="5937199" y="2625871"/>
                  </a:lnTo>
                  <a:lnTo>
                    <a:pt x="6008821" y="2624038"/>
                  </a:lnTo>
                  <a:lnTo>
                    <a:pt x="6080444" y="2622200"/>
                  </a:lnTo>
                  <a:lnTo>
                    <a:pt x="6152066" y="2620359"/>
                  </a:lnTo>
                  <a:lnTo>
                    <a:pt x="6223689" y="2618513"/>
                  </a:lnTo>
                  <a:lnTo>
                    <a:pt x="6295311" y="2616664"/>
                  </a:lnTo>
                  <a:lnTo>
                    <a:pt x="6366934" y="2614811"/>
                  </a:lnTo>
                  <a:lnTo>
                    <a:pt x="6438557" y="2612953"/>
                  </a:lnTo>
                  <a:lnTo>
                    <a:pt x="6510179" y="2611092"/>
                  </a:lnTo>
                  <a:lnTo>
                    <a:pt x="6581802" y="2609227"/>
                  </a:lnTo>
                  <a:lnTo>
                    <a:pt x="6653424" y="2607358"/>
                  </a:lnTo>
                  <a:lnTo>
                    <a:pt x="6725047" y="2605485"/>
                  </a:lnTo>
                  <a:lnTo>
                    <a:pt x="6796669" y="2603608"/>
                  </a:lnTo>
                  <a:lnTo>
                    <a:pt x="6868292" y="2601726"/>
                  </a:lnTo>
                  <a:lnTo>
                    <a:pt x="6939914" y="2599841"/>
                  </a:lnTo>
                  <a:lnTo>
                    <a:pt x="7011537" y="2597952"/>
                  </a:lnTo>
                  <a:lnTo>
                    <a:pt x="7083159" y="259605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8186"/>
              <a:ext cx="7090630" cy="408564"/>
            </a:xfrm>
            <a:custGeom>
              <a:avLst/>
              <a:pathLst>
                <a:path w="7090630" h="408564">
                  <a:moveTo>
                    <a:pt x="7090630" y="408564"/>
                  </a:moveTo>
                  <a:lnTo>
                    <a:pt x="7019007" y="399477"/>
                  </a:lnTo>
                  <a:lnTo>
                    <a:pt x="6947385" y="390193"/>
                  </a:lnTo>
                  <a:lnTo>
                    <a:pt x="6875762" y="380709"/>
                  </a:lnTo>
                  <a:lnTo>
                    <a:pt x="6804139" y="371020"/>
                  </a:lnTo>
                  <a:lnTo>
                    <a:pt x="6732517" y="361122"/>
                  </a:lnTo>
                  <a:lnTo>
                    <a:pt x="6660894" y="351009"/>
                  </a:lnTo>
                  <a:lnTo>
                    <a:pt x="6589272" y="340678"/>
                  </a:lnTo>
                  <a:lnTo>
                    <a:pt x="6517649" y="330124"/>
                  </a:lnTo>
                  <a:lnTo>
                    <a:pt x="6446027" y="319342"/>
                  </a:lnTo>
                  <a:lnTo>
                    <a:pt x="6374404" y="308327"/>
                  </a:lnTo>
                  <a:lnTo>
                    <a:pt x="6302782" y="297074"/>
                  </a:lnTo>
                  <a:lnTo>
                    <a:pt x="6231159" y="285577"/>
                  </a:lnTo>
                  <a:lnTo>
                    <a:pt x="6159537" y="273832"/>
                  </a:lnTo>
                  <a:lnTo>
                    <a:pt x="6087914" y="261834"/>
                  </a:lnTo>
                  <a:lnTo>
                    <a:pt x="6016292" y="249576"/>
                  </a:lnTo>
                  <a:lnTo>
                    <a:pt x="5944669" y="237053"/>
                  </a:lnTo>
                  <a:lnTo>
                    <a:pt x="5873047" y="224259"/>
                  </a:lnTo>
                  <a:lnTo>
                    <a:pt x="5801424" y="211189"/>
                  </a:lnTo>
                  <a:lnTo>
                    <a:pt x="5729802" y="197837"/>
                  </a:lnTo>
                  <a:lnTo>
                    <a:pt x="5658179" y="184196"/>
                  </a:lnTo>
                  <a:lnTo>
                    <a:pt x="5586557" y="170260"/>
                  </a:lnTo>
                  <a:lnTo>
                    <a:pt x="5514934" y="156023"/>
                  </a:lnTo>
                  <a:lnTo>
                    <a:pt x="5443311" y="141478"/>
                  </a:lnTo>
                  <a:lnTo>
                    <a:pt x="5371689" y="126620"/>
                  </a:lnTo>
                  <a:lnTo>
                    <a:pt x="5300066" y="111440"/>
                  </a:lnTo>
                  <a:lnTo>
                    <a:pt x="5228444" y="95931"/>
                  </a:lnTo>
                  <a:lnTo>
                    <a:pt x="5156821" y="80088"/>
                  </a:lnTo>
                  <a:lnTo>
                    <a:pt x="5085199" y="63903"/>
                  </a:lnTo>
                  <a:lnTo>
                    <a:pt x="5013576" y="47367"/>
                  </a:lnTo>
                  <a:lnTo>
                    <a:pt x="4941954" y="30475"/>
                  </a:lnTo>
                  <a:lnTo>
                    <a:pt x="4870331" y="13217"/>
                  </a:lnTo>
                  <a:lnTo>
                    <a:pt x="4798709" y="0"/>
                  </a:lnTo>
                  <a:lnTo>
                    <a:pt x="4727086" y="1768"/>
                  </a:lnTo>
                  <a:lnTo>
                    <a:pt x="4655464" y="3532"/>
                  </a:lnTo>
                  <a:lnTo>
                    <a:pt x="4583841" y="5293"/>
                  </a:lnTo>
                  <a:lnTo>
                    <a:pt x="4512219" y="7050"/>
                  </a:lnTo>
                  <a:lnTo>
                    <a:pt x="4440596" y="8803"/>
                  </a:lnTo>
                  <a:lnTo>
                    <a:pt x="4368974" y="10553"/>
                  </a:lnTo>
                  <a:lnTo>
                    <a:pt x="4297351" y="12298"/>
                  </a:lnTo>
                  <a:lnTo>
                    <a:pt x="4225729" y="14040"/>
                  </a:lnTo>
                  <a:lnTo>
                    <a:pt x="4154106" y="15779"/>
                  </a:lnTo>
                  <a:lnTo>
                    <a:pt x="4082483" y="17513"/>
                  </a:lnTo>
                  <a:lnTo>
                    <a:pt x="4010861" y="19244"/>
                  </a:lnTo>
                  <a:lnTo>
                    <a:pt x="3939238" y="20971"/>
                  </a:lnTo>
                  <a:lnTo>
                    <a:pt x="3867616" y="22695"/>
                  </a:lnTo>
                  <a:lnTo>
                    <a:pt x="3795993" y="24415"/>
                  </a:lnTo>
                  <a:lnTo>
                    <a:pt x="3724371" y="26131"/>
                  </a:lnTo>
                  <a:lnTo>
                    <a:pt x="3652748" y="27843"/>
                  </a:lnTo>
                  <a:lnTo>
                    <a:pt x="3581126" y="29552"/>
                  </a:lnTo>
                  <a:lnTo>
                    <a:pt x="3509503" y="31257"/>
                  </a:lnTo>
                  <a:lnTo>
                    <a:pt x="3437881" y="32959"/>
                  </a:lnTo>
                  <a:lnTo>
                    <a:pt x="3366258" y="34657"/>
                  </a:lnTo>
                  <a:lnTo>
                    <a:pt x="3294636" y="36351"/>
                  </a:lnTo>
                  <a:lnTo>
                    <a:pt x="3223013" y="38042"/>
                  </a:lnTo>
                  <a:lnTo>
                    <a:pt x="3151391" y="39729"/>
                  </a:lnTo>
                  <a:lnTo>
                    <a:pt x="3079768" y="41412"/>
                  </a:lnTo>
                  <a:lnTo>
                    <a:pt x="3008146" y="43092"/>
                  </a:lnTo>
                  <a:lnTo>
                    <a:pt x="2936523" y="44769"/>
                  </a:lnTo>
                  <a:lnTo>
                    <a:pt x="2864901" y="46441"/>
                  </a:lnTo>
                  <a:lnTo>
                    <a:pt x="2793278" y="48111"/>
                  </a:lnTo>
                  <a:lnTo>
                    <a:pt x="2721655" y="49776"/>
                  </a:lnTo>
                  <a:lnTo>
                    <a:pt x="2650033" y="51438"/>
                  </a:lnTo>
                  <a:lnTo>
                    <a:pt x="2578410" y="53097"/>
                  </a:lnTo>
                  <a:lnTo>
                    <a:pt x="2506788" y="54752"/>
                  </a:lnTo>
                  <a:lnTo>
                    <a:pt x="2435165" y="56403"/>
                  </a:lnTo>
                  <a:lnTo>
                    <a:pt x="2363543" y="58051"/>
                  </a:lnTo>
                  <a:lnTo>
                    <a:pt x="2291920" y="59696"/>
                  </a:lnTo>
                  <a:lnTo>
                    <a:pt x="2220298" y="61337"/>
                  </a:lnTo>
                  <a:lnTo>
                    <a:pt x="2148675" y="62974"/>
                  </a:lnTo>
                  <a:lnTo>
                    <a:pt x="2077053" y="64608"/>
                  </a:lnTo>
                  <a:lnTo>
                    <a:pt x="2005430" y="66238"/>
                  </a:lnTo>
                  <a:lnTo>
                    <a:pt x="1933808" y="67865"/>
                  </a:lnTo>
                  <a:lnTo>
                    <a:pt x="1862185" y="69489"/>
                  </a:lnTo>
                  <a:lnTo>
                    <a:pt x="1790563" y="71109"/>
                  </a:lnTo>
                  <a:lnTo>
                    <a:pt x="1718940" y="72725"/>
                  </a:lnTo>
                  <a:lnTo>
                    <a:pt x="1647318" y="74339"/>
                  </a:lnTo>
                  <a:lnTo>
                    <a:pt x="1575695" y="75948"/>
                  </a:lnTo>
                  <a:lnTo>
                    <a:pt x="1504073" y="77554"/>
                  </a:lnTo>
                  <a:lnTo>
                    <a:pt x="1432450" y="79157"/>
                  </a:lnTo>
                  <a:lnTo>
                    <a:pt x="1360827" y="80757"/>
                  </a:lnTo>
                  <a:lnTo>
                    <a:pt x="1289205" y="82353"/>
                  </a:lnTo>
                  <a:lnTo>
                    <a:pt x="1217582" y="83945"/>
                  </a:lnTo>
                  <a:lnTo>
                    <a:pt x="1145960" y="85534"/>
                  </a:lnTo>
                  <a:lnTo>
                    <a:pt x="1074337" y="87120"/>
                  </a:lnTo>
                  <a:lnTo>
                    <a:pt x="1002715" y="88703"/>
                  </a:lnTo>
                  <a:lnTo>
                    <a:pt x="931092" y="90282"/>
                  </a:lnTo>
                  <a:lnTo>
                    <a:pt x="859470" y="91857"/>
                  </a:lnTo>
                  <a:lnTo>
                    <a:pt x="787847" y="93430"/>
                  </a:lnTo>
                  <a:lnTo>
                    <a:pt x="716225" y="94999"/>
                  </a:lnTo>
                  <a:lnTo>
                    <a:pt x="644602" y="96564"/>
                  </a:lnTo>
                  <a:lnTo>
                    <a:pt x="572980" y="98127"/>
                  </a:lnTo>
                  <a:lnTo>
                    <a:pt x="501357" y="99686"/>
                  </a:lnTo>
                  <a:lnTo>
                    <a:pt x="429735" y="101241"/>
                  </a:lnTo>
                  <a:lnTo>
                    <a:pt x="358112" y="102794"/>
                  </a:lnTo>
                  <a:lnTo>
                    <a:pt x="286490" y="104343"/>
                  </a:lnTo>
                  <a:lnTo>
                    <a:pt x="214867" y="105888"/>
                  </a:lnTo>
                  <a:lnTo>
                    <a:pt x="143245" y="107431"/>
                  </a:lnTo>
                  <a:lnTo>
                    <a:pt x="71622" y="108970"/>
                  </a:lnTo>
                  <a:lnTo>
                    <a:pt x="0" y="1105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973328"/>
              <a:ext cx="7090630" cy="972961"/>
            </a:xfrm>
            <a:custGeom>
              <a:avLst/>
              <a:pathLst>
                <a:path w="7090630" h="972961">
                  <a:moveTo>
                    <a:pt x="0" y="0"/>
                  </a:moveTo>
                  <a:lnTo>
                    <a:pt x="71622" y="15168"/>
                  </a:lnTo>
                  <a:lnTo>
                    <a:pt x="143245" y="30191"/>
                  </a:lnTo>
                  <a:lnTo>
                    <a:pt x="214867" y="45070"/>
                  </a:lnTo>
                  <a:lnTo>
                    <a:pt x="286490" y="59806"/>
                  </a:lnTo>
                  <a:lnTo>
                    <a:pt x="358112" y="74402"/>
                  </a:lnTo>
                  <a:lnTo>
                    <a:pt x="429735" y="88857"/>
                  </a:lnTo>
                  <a:lnTo>
                    <a:pt x="501357" y="103175"/>
                  </a:lnTo>
                  <a:lnTo>
                    <a:pt x="572980" y="117355"/>
                  </a:lnTo>
                  <a:lnTo>
                    <a:pt x="644602" y="131399"/>
                  </a:lnTo>
                  <a:lnTo>
                    <a:pt x="716225" y="145309"/>
                  </a:lnTo>
                  <a:lnTo>
                    <a:pt x="787847" y="159086"/>
                  </a:lnTo>
                  <a:lnTo>
                    <a:pt x="859470" y="172730"/>
                  </a:lnTo>
                  <a:lnTo>
                    <a:pt x="931092" y="186245"/>
                  </a:lnTo>
                  <a:lnTo>
                    <a:pt x="1002715" y="199629"/>
                  </a:lnTo>
                  <a:lnTo>
                    <a:pt x="1074337" y="212886"/>
                  </a:lnTo>
                  <a:lnTo>
                    <a:pt x="1145960" y="226015"/>
                  </a:lnTo>
                  <a:lnTo>
                    <a:pt x="1217582" y="239019"/>
                  </a:lnTo>
                  <a:lnTo>
                    <a:pt x="1289205" y="251898"/>
                  </a:lnTo>
                  <a:lnTo>
                    <a:pt x="1360827" y="264654"/>
                  </a:lnTo>
                  <a:lnTo>
                    <a:pt x="1432450" y="277288"/>
                  </a:lnTo>
                  <a:lnTo>
                    <a:pt x="1504073" y="289801"/>
                  </a:lnTo>
                  <a:lnTo>
                    <a:pt x="1575695" y="302194"/>
                  </a:lnTo>
                  <a:lnTo>
                    <a:pt x="1647318" y="314468"/>
                  </a:lnTo>
                  <a:lnTo>
                    <a:pt x="1718940" y="326625"/>
                  </a:lnTo>
                  <a:lnTo>
                    <a:pt x="1790563" y="338665"/>
                  </a:lnTo>
                  <a:lnTo>
                    <a:pt x="1862185" y="350590"/>
                  </a:lnTo>
                  <a:lnTo>
                    <a:pt x="1933808" y="362401"/>
                  </a:lnTo>
                  <a:lnTo>
                    <a:pt x="2005430" y="374099"/>
                  </a:lnTo>
                  <a:lnTo>
                    <a:pt x="2077053" y="385684"/>
                  </a:lnTo>
                  <a:lnTo>
                    <a:pt x="2148675" y="397159"/>
                  </a:lnTo>
                  <a:lnTo>
                    <a:pt x="2220298" y="408524"/>
                  </a:lnTo>
                  <a:lnTo>
                    <a:pt x="2291920" y="419780"/>
                  </a:lnTo>
                  <a:lnTo>
                    <a:pt x="2363543" y="430928"/>
                  </a:lnTo>
                  <a:lnTo>
                    <a:pt x="2435165" y="441970"/>
                  </a:lnTo>
                  <a:lnTo>
                    <a:pt x="2506788" y="452905"/>
                  </a:lnTo>
                  <a:lnTo>
                    <a:pt x="2578410" y="463736"/>
                  </a:lnTo>
                  <a:lnTo>
                    <a:pt x="2650033" y="474464"/>
                  </a:lnTo>
                  <a:lnTo>
                    <a:pt x="2721655" y="485088"/>
                  </a:lnTo>
                  <a:lnTo>
                    <a:pt x="2793278" y="495611"/>
                  </a:lnTo>
                  <a:lnTo>
                    <a:pt x="2864901" y="506033"/>
                  </a:lnTo>
                  <a:lnTo>
                    <a:pt x="2936523" y="516355"/>
                  </a:lnTo>
                  <a:lnTo>
                    <a:pt x="3008146" y="526579"/>
                  </a:lnTo>
                  <a:lnTo>
                    <a:pt x="3079768" y="536704"/>
                  </a:lnTo>
                  <a:lnTo>
                    <a:pt x="3151391" y="546733"/>
                  </a:lnTo>
                  <a:lnTo>
                    <a:pt x="3223013" y="556665"/>
                  </a:lnTo>
                  <a:lnTo>
                    <a:pt x="3294636" y="566503"/>
                  </a:lnTo>
                  <a:lnTo>
                    <a:pt x="3366258" y="576246"/>
                  </a:lnTo>
                  <a:lnTo>
                    <a:pt x="3437881" y="585896"/>
                  </a:lnTo>
                  <a:lnTo>
                    <a:pt x="3509503" y="595453"/>
                  </a:lnTo>
                  <a:lnTo>
                    <a:pt x="3581126" y="604919"/>
                  </a:lnTo>
                  <a:lnTo>
                    <a:pt x="3652748" y="614294"/>
                  </a:lnTo>
                  <a:lnTo>
                    <a:pt x="3724371" y="623580"/>
                  </a:lnTo>
                  <a:lnTo>
                    <a:pt x="3795993" y="632776"/>
                  </a:lnTo>
                  <a:lnTo>
                    <a:pt x="3867616" y="641885"/>
                  </a:lnTo>
                  <a:lnTo>
                    <a:pt x="3939238" y="650906"/>
                  </a:lnTo>
                  <a:lnTo>
                    <a:pt x="4010861" y="659841"/>
                  </a:lnTo>
                  <a:lnTo>
                    <a:pt x="4082483" y="668690"/>
                  </a:lnTo>
                  <a:lnTo>
                    <a:pt x="4154106" y="677455"/>
                  </a:lnTo>
                  <a:lnTo>
                    <a:pt x="4225729" y="686135"/>
                  </a:lnTo>
                  <a:lnTo>
                    <a:pt x="4297351" y="694733"/>
                  </a:lnTo>
                  <a:lnTo>
                    <a:pt x="4368974" y="703248"/>
                  </a:lnTo>
                  <a:lnTo>
                    <a:pt x="4440596" y="711682"/>
                  </a:lnTo>
                  <a:lnTo>
                    <a:pt x="4512219" y="720035"/>
                  </a:lnTo>
                  <a:lnTo>
                    <a:pt x="4583841" y="728308"/>
                  </a:lnTo>
                  <a:lnTo>
                    <a:pt x="4655464" y="736501"/>
                  </a:lnTo>
                  <a:lnTo>
                    <a:pt x="4727086" y="744616"/>
                  </a:lnTo>
                  <a:lnTo>
                    <a:pt x="4798709" y="752654"/>
                  </a:lnTo>
                  <a:lnTo>
                    <a:pt x="4870331" y="760614"/>
                  </a:lnTo>
                  <a:lnTo>
                    <a:pt x="4941954" y="768499"/>
                  </a:lnTo>
                  <a:lnTo>
                    <a:pt x="5013576" y="776307"/>
                  </a:lnTo>
                  <a:lnTo>
                    <a:pt x="5085199" y="784041"/>
                  </a:lnTo>
                  <a:lnTo>
                    <a:pt x="5156821" y="791701"/>
                  </a:lnTo>
                  <a:lnTo>
                    <a:pt x="5228444" y="799288"/>
                  </a:lnTo>
                  <a:lnTo>
                    <a:pt x="5300066" y="806802"/>
                  </a:lnTo>
                  <a:lnTo>
                    <a:pt x="5371689" y="814244"/>
                  </a:lnTo>
                  <a:lnTo>
                    <a:pt x="5443311" y="821615"/>
                  </a:lnTo>
                  <a:lnTo>
                    <a:pt x="5514934" y="828915"/>
                  </a:lnTo>
                  <a:lnTo>
                    <a:pt x="5586557" y="836145"/>
                  </a:lnTo>
                  <a:lnTo>
                    <a:pt x="5658179" y="843306"/>
                  </a:lnTo>
                  <a:lnTo>
                    <a:pt x="5729802" y="850398"/>
                  </a:lnTo>
                  <a:lnTo>
                    <a:pt x="5801424" y="857423"/>
                  </a:lnTo>
                  <a:lnTo>
                    <a:pt x="5873047" y="864380"/>
                  </a:lnTo>
                  <a:lnTo>
                    <a:pt x="5944669" y="871271"/>
                  </a:lnTo>
                  <a:lnTo>
                    <a:pt x="6016292" y="878095"/>
                  </a:lnTo>
                  <a:lnTo>
                    <a:pt x="6087914" y="884854"/>
                  </a:lnTo>
                  <a:lnTo>
                    <a:pt x="6159537" y="891549"/>
                  </a:lnTo>
                  <a:lnTo>
                    <a:pt x="6231159" y="898179"/>
                  </a:lnTo>
                  <a:lnTo>
                    <a:pt x="6302782" y="904746"/>
                  </a:lnTo>
                  <a:lnTo>
                    <a:pt x="6374404" y="911250"/>
                  </a:lnTo>
                  <a:lnTo>
                    <a:pt x="6446027" y="917692"/>
                  </a:lnTo>
                  <a:lnTo>
                    <a:pt x="6517649" y="924072"/>
                  </a:lnTo>
                  <a:lnTo>
                    <a:pt x="6589272" y="930391"/>
                  </a:lnTo>
                  <a:lnTo>
                    <a:pt x="6660894" y="936649"/>
                  </a:lnTo>
                  <a:lnTo>
                    <a:pt x="6732517" y="942848"/>
                  </a:lnTo>
                  <a:lnTo>
                    <a:pt x="6804139" y="948987"/>
                  </a:lnTo>
                  <a:lnTo>
                    <a:pt x="6875762" y="955067"/>
                  </a:lnTo>
                  <a:lnTo>
                    <a:pt x="6947385" y="961090"/>
                  </a:lnTo>
                  <a:lnTo>
                    <a:pt x="7019007" y="967054"/>
                  </a:lnTo>
                  <a:lnTo>
                    <a:pt x="7090630" y="97296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86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9553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380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674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55476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927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0805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78744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896563"/>
              <a:ext cx="69282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1.12 (0.97-1.30), p_Bonf = 0.652 (n = 6)  |  per IQR decline (Δ = 22.8): 1.31 (0.94-1.81)  |  IQR: [-13.3, 9.5]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17517" y="1669789"/>
              <a:ext cx="411434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2026-07-06T08:59:36Z</dcterms:modified>
  <cp:category/>
</cp:coreProperties>
</file>