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(0.97-1.00)  |  per IQR (Δ = 22.8): 0.77 (0.55-1.06)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2026-05-21T09:06:50Z</dcterms:modified>
  <cp:category/>
</cp:coreProperties>
</file>