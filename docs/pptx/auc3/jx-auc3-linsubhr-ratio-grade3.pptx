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27719"/>
            </a:xfrm>
            <a:custGeom>
              <a:avLst/>
              <a:pathLst>
                <a:path w="7392041" h="3627719">
                  <a:moveTo>
                    <a:pt x="1647420" y="0"/>
                  </a:moveTo>
                  <a:lnTo>
                    <a:pt x="1676016" y="91435"/>
                  </a:lnTo>
                  <a:lnTo>
                    <a:pt x="1753260" y="322399"/>
                  </a:lnTo>
                  <a:lnTo>
                    <a:pt x="1830504" y="538384"/>
                  </a:lnTo>
                  <a:lnTo>
                    <a:pt x="1907747" y="740361"/>
                  </a:lnTo>
                  <a:lnTo>
                    <a:pt x="1984991" y="929239"/>
                  </a:lnTo>
                  <a:lnTo>
                    <a:pt x="2062234" y="1105867"/>
                  </a:lnTo>
                  <a:lnTo>
                    <a:pt x="2139478" y="1271040"/>
                  </a:lnTo>
                  <a:lnTo>
                    <a:pt x="2216721" y="1425500"/>
                  </a:lnTo>
                  <a:lnTo>
                    <a:pt x="2293965" y="1569943"/>
                  </a:lnTo>
                  <a:lnTo>
                    <a:pt x="2371209" y="1705017"/>
                  </a:lnTo>
                  <a:lnTo>
                    <a:pt x="2448452" y="1831332"/>
                  </a:lnTo>
                  <a:lnTo>
                    <a:pt x="2525696" y="1949454"/>
                  </a:lnTo>
                  <a:lnTo>
                    <a:pt x="2602939" y="2059915"/>
                  </a:lnTo>
                  <a:lnTo>
                    <a:pt x="2680183" y="2163213"/>
                  </a:lnTo>
                  <a:lnTo>
                    <a:pt x="2757426" y="2259811"/>
                  </a:lnTo>
                  <a:lnTo>
                    <a:pt x="2834670" y="2350144"/>
                  </a:lnTo>
                  <a:lnTo>
                    <a:pt x="2911914" y="2434618"/>
                  </a:lnTo>
                  <a:lnTo>
                    <a:pt x="2989157" y="2513614"/>
                  </a:lnTo>
                  <a:lnTo>
                    <a:pt x="3066401" y="2587486"/>
                  </a:lnTo>
                  <a:lnTo>
                    <a:pt x="3143644" y="2656568"/>
                  </a:lnTo>
                  <a:lnTo>
                    <a:pt x="3220888" y="2721169"/>
                  </a:lnTo>
                  <a:lnTo>
                    <a:pt x="3298131" y="2781580"/>
                  </a:lnTo>
                  <a:lnTo>
                    <a:pt x="3375375" y="2805869"/>
                  </a:lnTo>
                  <a:lnTo>
                    <a:pt x="3452619" y="2828703"/>
                  </a:lnTo>
                  <a:lnTo>
                    <a:pt x="3529862" y="2850922"/>
                  </a:lnTo>
                  <a:lnTo>
                    <a:pt x="3607106" y="2872541"/>
                  </a:lnTo>
                  <a:lnTo>
                    <a:pt x="3684349" y="2893578"/>
                  </a:lnTo>
                  <a:lnTo>
                    <a:pt x="3761593" y="2914047"/>
                  </a:lnTo>
                  <a:lnTo>
                    <a:pt x="3838836" y="2933964"/>
                  </a:lnTo>
                  <a:lnTo>
                    <a:pt x="3916080" y="2953344"/>
                  </a:lnTo>
                  <a:lnTo>
                    <a:pt x="3993324" y="2972202"/>
                  </a:lnTo>
                  <a:lnTo>
                    <a:pt x="4070567" y="2990551"/>
                  </a:lnTo>
                  <a:lnTo>
                    <a:pt x="4147811" y="3008405"/>
                  </a:lnTo>
                  <a:lnTo>
                    <a:pt x="4225054" y="3025778"/>
                  </a:lnTo>
                  <a:lnTo>
                    <a:pt x="4302298" y="3042682"/>
                  </a:lnTo>
                  <a:lnTo>
                    <a:pt x="4379541" y="3059130"/>
                  </a:lnTo>
                  <a:lnTo>
                    <a:pt x="4456785" y="3075135"/>
                  </a:lnTo>
                  <a:lnTo>
                    <a:pt x="4534029" y="3090708"/>
                  </a:lnTo>
                  <a:lnTo>
                    <a:pt x="4611272" y="3105862"/>
                  </a:lnTo>
                  <a:lnTo>
                    <a:pt x="4688516" y="3120606"/>
                  </a:lnTo>
                  <a:lnTo>
                    <a:pt x="4765759" y="3134954"/>
                  </a:lnTo>
                  <a:lnTo>
                    <a:pt x="4843003" y="3148914"/>
                  </a:lnTo>
                  <a:lnTo>
                    <a:pt x="4920246" y="3162497"/>
                  </a:lnTo>
                  <a:lnTo>
                    <a:pt x="4997490" y="3175715"/>
                  </a:lnTo>
                  <a:lnTo>
                    <a:pt x="5074734" y="3188576"/>
                  </a:lnTo>
                  <a:lnTo>
                    <a:pt x="5151977" y="3201090"/>
                  </a:lnTo>
                  <a:lnTo>
                    <a:pt x="5229221" y="3213267"/>
                  </a:lnTo>
                  <a:lnTo>
                    <a:pt x="5306464" y="3225115"/>
                  </a:lnTo>
                  <a:lnTo>
                    <a:pt x="5383708" y="3236644"/>
                  </a:lnTo>
                  <a:lnTo>
                    <a:pt x="5460951" y="3247862"/>
                  </a:lnTo>
                  <a:lnTo>
                    <a:pt x="5538195" y="3258777"/>
                  </a:lnTo>
                  <a:lnTo>
                    <a:pt x="5615439" y="3269399"/>
                  </a:lnTo>
                  <a:lnTo>
                    <a:pt x="5692682" y="3279733"/>
                  </a:lnTo>
                  <a:lnTo>
                    <a:pt x="5769926" y="3289789"/>
                  </a:lnTo>
                  <a:lnTo>
                    <a:pt x="5847169" y="3299574"/>
                  </a:lnTo>
                  <a:lnTo>
                    <a:pt x="5924413" y="3309095"/>
                  </a:lnTo>
                  <a:lnTo>
                    <a:pt x="6001656" y="3318359"/>
                  </a:lnTo>
                  <a:lnTo>
                    <a:pt x="6078900" y="3327374"/>
                  </a:lnTo>
                  <a:lnTo>
                    <a:pt x="6156144" y="3336145"/>
                  </a:lnTo>
                  <a:lnTo>
                    <a:pt x="6233387" y="3344680"/>
                  </a:lnTo>
                  <a:lnTo>
                    <a:pt x="6310631" y="3352984"/>
                  </a:lnTo>
                  <a:lnTo>
                    <a:pt x="6387874" y="3361065"/>
                  </a:lnTo>
                  <a:lnTo>
                    <a:pt x="6465118" y="3368928"/>
                  </a:lnTo>
                  <a:lnTo>
                    <a:pt x="6542361" y="3376579"/>
                  </a:lnTo>
                  <a:lnTo>
                    <a:pt x="6619605" y="3384023"/>
                  </a:lnTo>
                  <a:lnTo>
                    <a:pt x="6696849" y="3391267"/>
                  </a:lnTo>
                  <a:lnTo>
                    <a:pt x="6774092" y="3398315"/>
                  </a:lnTo>
                  <a:lnTo>
                    <a:pt x="6851336" y="3405174"/>
                  </a:lnTo>
                  <a:lnTo>
                    <a:pt x="6928579" y="3411847"/>
                  </a:lnTo>
                  <a:lnTo>
                    <a:pt x="7005823" y="3418340"/>
                  </a:lnTo>
                  <a:lnTo>
                    <a:pt x="7083066" y="3424659"/>
                  </a:lnTo>
                  <a:lnTo>
                    <a:pt x="7160310" y="3430806"/>
                  </a:lnTo>
                  <a:lnTo>
                    <a:pt x="7237554" y="3436789"/>
                  </a:lnTo>
                  <a:lnTo>
                    <a:pt x="7314797" y="3442609"/>
                  </a:lnTo>
                  <a:lnTo>
                    <a:pt x="7392041" y="3448273"/>
                  </a:lnTo>
                  <a:lnTo>
                    <a:pt x="7392041" y="3627719"/>
                  </a:lnTo>
                  <a:lnTo>
                    <a:pt x="7314797" y="3625991"/>
                  </a:lnTo>
                  <a:lnTo>
                    <a:pt x="7237554" y="3624142"/>
                  </a:lnTo>
                  <a:lnTo>
                    <a:pt x="7160310" y="3622165"/>
                  </a:lnTo>
                  <a:lnTo>
                    <a:pt x="7083066" y="3620052"/>
                  </a:lnTo>
                  <a:lnTo>
                    <a:pt x="7005823" y="3617791"/>
                  </a:lnTo>
                  <a:lnTo>
                    <a:pt x="6928579" y="3615374"/>
                  </a:lnTo>
                  <a:lnTo>
                    <a:pt x="6851336" y="3612790"/>
                  </a:lnTo>
                  <a:lnTo>
                    <a:pt x="6774092" y="3610026"/>
                  </a:lnTo>
                  <a:lnTo>
                    <a:pt x="6696849" y="3607070"/>
                  </a:lnTo>
                  <a:lnTo>
                    <a:pt x="6619605" y="3603909"/>
                  </a:lnTo>
                  <a:lnTo>
                    <a:pt x="6542361" y="3600529"/>
                  </a:lnTo>
                  <a:lnTo>
                    <a:pt x="6465118" y="3596915"/>
                  </a:lnTo>
                  <a:lnTo>
                    <a:pt x="6387874" y="3593050"/>
                  </a:lnTo>
                  <a:lnTo>
                    <a:pt x="6310631" y="3588917"/>
                  </a:lnTo>
                  <a:lnTo>
                    <a:pt x="6233387" y="3584497"/>
                  </a:lnTo>
                  <a:lnTo>
                    <a:pt x="6156144" y="3579771"/>
                  </a:lnTo>
                  <a:lnTo>
                    <a:pt x="6078900" y="3574717"/>
                  </a:lnTo>
                  <a:lnTo>
                    <a:pt x="6001656" y="3569313"/>
                  </a:lnTo>
                  <a:lnTo>
                    <a:pt x="5924413" y="3563534"/>
                  </a:lnTo>
                  <a:lnTo>
                    <a:pt x="5847169" y="3557354"/>
                  </a:lnTo>
                  <a:lnTo>
                    <a:pt x="5769926" y="3550745"/>
                  </a:lnTo>
                  <a:lnTo>
                    <a:pt x="5692682" y="3543678"/>
                  </a:lnTo>
                  <a:lnTo>
                    <a:pt x="5615439" y="3536121"/>
                  </a:lnTo>
                  <a:lnTo>
                    <a:pt x="5538195" y="3528039"/>
                  </a:lnTo>
                  <a:lnTo>
                    <a:pt x="5460951" y="3519398"/>
                  </a:lnTo>
                  <a:lnTo>
                    <a:pt x="5383708" y="3510157"/>
                  </a:lnTo>
                  <a:lnTo>
                    <a:pt x="5306464" y="3500275"/>
                  </a:lnTo>
                  <a:lnTo>
                    <a:pt x="5229221" y="3489707"/>
                  </a:lnTo>
                  <a:lnTo>
                    <a:pt x="5151977" y="3478407"/>
                  </a:lnTo>
                  <a:lnTo>
                    <a:pt x="5074734" y="3466323"/>
                  </a:lnTo>
                  <a:lnTo>
                    <a:pt x="4997490" y="3453401"/>
                  </a:lnTo>
                  <a:lnTo>
                    <a:pt x="4920246" y="3439583"/>
                  </a:lnTo>
                  <a:lnTo>
                    <a:pt x="4843003" y="3424807"/>
                  </a:lnTo>
                  <a:lnTo>
                    <a:pt x="4765759" y="3409005"/>
                  </a:lnTo>
                  <a:lnTo>
                    <a:pt x="4688516" y="3392108"/>
                  </a:lnTo>
                  <a:lnTo>
                    <a:pt x="4611272" y="3374039"/>
                  </a:lnTo>
                  <a:lnTo>
                    <a:pt x="4534029" y="3354717"/>
                  </a:lnTo>
                  <a:lnTo>
                    <a:pt x="4456785" y="3334055"/>
                  </a:lnTo>
                  <a:lnTo>
                    <a:pt x="4379541" y="3311960"/>
                  </a:lnTo>
                  <a:lnTo>
                    <a:pt x="4302298" y="3288332"/>
                  </a:lnTo>
                  <a:lnTo>
                    <a:pt x="4225054" y="3263066"/>
                  </a:lnTo>
                  <a:lnTo>
                    <a:pt x="4147811" y="3236047"/>
                  </a:lnTo>
                  <a:lnTo>
                    <a:pt x="4070567" y="3207155"/>
                  </a:lnTo>
                  <a:lnTo>
                    <a:pt x="3993324" y="3176259"/>
                  </a:lnTo>
                  <a:lnTo>
                    <a:pt x="3916080" y="3143220"/>
                  </a:lnTo>
                  <a:lnTo>
                    <a:pt x="3838836" y="3107889"/>
                  </a:lnTo>
                  <a:lnTo>
                    <a:pt x="3761593" y="3070109"/>
                  </a:lnTo>
                  <a:lnTo>
                    <a:pt x="3684349" y="3029708"/>
                  </a:lnTo>
                  <a:lnTo>
                    <a:pt x="3607106" y="2986505"/>
                  </a:lnTo>
                  <a:lnTo>
                    <a:pt x="3529862" y="2940306"/>
                  </a:lnTo>
                  <a:lnTo>
                    <a:pt x="3452619" y="2890903"/>
                  </a:lnTo>
                  <a:lnTo>
                    <a:pt x="3375375" y="2838073"/>
                  </a:lnTo>
                  <a:lnTo>
                    <a:pt x="3298131" y="2782401"/>
                  </a:lnTo>
                  <a:lnTo>
                    <a:pt x="3220888" y="2758284"/>
                  </a:lnTo>
                  <a:lnTo>
                    <a:pt x="3143644" y="2733498"/>
                  </a:lnTo>
                  <a:lnTo>
                    <a:pt x="3066401" y="2708025"/>
                  </a:lnTo>
                  <a:lnTo>
                    <a:pt x="2989157" y="2681846"/>
                  </a:lnTo>
                  <a:lnTo>
                    <a:pt x="2911914" y="2654942"/>
                  </a:lnTo>
                  <a:lnTo>
                    <a:pt x="2834670" y="2627292"/>
                  </a:lnTo>
                  <a:lnTo>
                    <a:pt x="2757426" y="2598876"/>
                  </a:lnTo>
                  <a:lnTo>
                    <a:pt x="2680183" y="2569672"/>
                  </a:lnTo>
                  <a:lnTo>
                    <a:pt x="2602939" y="2539659"/>
                  </a:lnTo>
                  <a:lnTo>
                    <a:pt x="2525696" y="2508814"/>
                  </a:lnTo>
                  <a:lnTo>
                    <a:pt x="2448452" y="2477114"/>
                  </a:lnTo>
                  <a:lnTo>
                    <a:pt x="2371209" y="2444536"/>
                  </a:lnTo>
                  <a:lnTo>
                    <a:pt x="2293965" y="2411055"/>
                  </a:lnTo>
                  <a:lnTo>
                    <a:pt x="2216721" y="2376646"/>
                  </a:lnTo>
                  <a:lnTo>
                    <a:pt x="2139478" y="2341283"/>
                  </a:lnTo>
                  <a:lnTo>
                    <a:pt x="2062234" y="2304941"/>
                  </a:lnTo>
                  <a:lnTo>
                    <a:pt x="1984991" y="2267591"/>
                  </a:lnTo>
                  <a:lnTo>
                    <a:pt x="1907747" y="2229206"/>
                  </a:lnTo>
                  <a:lnTo>
                    <a:pt x="1830504" y="2189757"/>
                  </a:lnTo>
                  <a:lnTo>
                    <a:pt x="1753260" y="2149216"/>
                  </a:lnTo>
                  <a:lnTo>
                    <a:pt x="1676016" y="2107550"/>
                  </a:lnTo>
                  <a:lnTo>
                    <a:pt x="1598773" y="2064730"/>
                  </a:lnTo>
                  <a:lnTo>
                    <a:pt x="1521529" y="2020723"/>
                  </a:lnTo>
                  <a:lnTo>
                    <a:pt x="1444286" y="1975497"/>
                  </a:lnTo>
                  <a:lnTo>
                    <a:pt x="1367042" y="1929017"/>
                  </a:lnTo>
                  <a:lnTo>
                    <a:pt x="1289799" y="1881249"/>
                  </a:lnTo>
                  <a:lnTo>
                    <a:pt x="1212555" y="1832157"/>
                  </a:lnTo>
                  <a:lnTo>
                    <a:pt x="1135311" y="1781705"/>
                  </a:lnTo>
                  <a:lnTo>
                    <a:pt x="1058068" y="1729854"/>
                  </a:lnTo>
                  <a:lnTo>
                    <a:pt x="980824" y="1676566"/>
                  </a:lnTo>
                  <a:lnTo>
                    <a:pt x="903581" y="1621802"/>
                  </a:lnTo>
                  <a:lnTo>
                    <a:pt x="826337" y="1565520"/>
                  </a:lnTo>
                  <a:lnTo>
                    <a:pt x="749094" y="1507678"/>
                  </a:lnTo>
                  <a:lnTo>
                    <a:pt x="671850" y="1448233"/>
                  </a:lnTo>
                  <a:lnTo>
                    <a:pt x="594606" y="1387141"/>
                  </a:lnTo>
                  <a:lnTo>
                    <a:pt x="517363" y="1324356"/>
                  </a:lnTo>
                  <a:lnTo>
                    <a:pt x="440119" y="1259831"/>
                  </a:lnTo>
                  <a:lnTo>
                    <a:pt x="362876" y="1193517"/>
                  </a:lnTo>
                  <a:lnTo>
                    <a:pt x="285632" y="1125366"/>
                  </a:lnTo>
                  <a:lnTo>
                    <a:pt x="208389" y="1055325"/>
                  </a:lnTo>
                  <a:lnTo>
                    <a:pt x="131145" y="983344"/>
                  </a:lnTo>
                  <a:lnTo>
                    <a:pt x="53901" y="909368"/>
                  </a:lnTo>
                  <a:lnTo>
                    <a:pt x="0" y="856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1896563"/>
              <a:ext cx="5744620" cy="3448273"/>
            </a:xfrm>
            <a:custGeom>
              <a:avLst/>
              <a:pathLst>
                <a:path w="5744620" h="3448273">
                  <a:moveTo>
                    <a:pt x="0" y="0"/>
                  </a:moveTo>
                  <a:lnTo>
                    <a:pt x="28596" y="91435"/>
                  </a:lnTo>
                  <a:lnTo>
                    <a:pt x="105839" y="322399"/>
                  </a:lnTo>
                  <a:lnTo>
                    <a:pt x="183083" y="538384"/>
                  </a:lnTo>
                  <a:lnTo>
                    <a:pt x="260326" y="740361"/>
                  </a:lnTo>
                  <a:lnTo>
                    <a:pt x="337570" y="929239"/>
                  </a:lnTo>
                  <a:lnTo>
                    <a:pt x="414814" y="1105867"/>
                  </a:lnTo>
                  <a:lnTo>
                    <a:pt x="492057" y="1271040"/>
                  </a:lnTo>
                  <a:lnTo>
                    <a:pt x="569301" y="1425500"/>
                  </a:lnTo>
                  <a:lnTo>
                    <a:pt x="646544" y="1569943"/>
                  </a:lnTo>
                  <a:lnTo>
                    <a:pt x="723788" y="1705017"/>
                  </a:lnTo>
                  <a:lnTo>
                    <a:pt x="801031" y="1831332"/>
                  </a:lnTo>
                  <a:lnTo>
                    <a:pt x="878275" y="1949454"/>
                  </a:lnTo>
                  <a:lnTo>
                    <a:pt x="955519" y="2059915"/>
                  </a:lnTo>
                  <a:lnTo>
                    <a:pt x="1032762" y="2163213"/>
                  </a:lnTo>
                  <a:lnTo>
                    <a:pt x="1110006" y="2259811"/>
                  </a:lnTo>
                  <a:lnTo>
                    <a:pt x="1187249" y="2350144"/>
                  </a:lnTo>
                  <a:lnTo>
                    <a:pt x="1264493" y="2434618"/>
                  </a:lnTo>
                  <a:lnTo>
                    <a:pt x="1341736" y="2513614"/>
                  </a:lnTo>
                  <a:lnTo>
                    <a:pt x="1418980" y="2587486"/>
                  </a:lnTo>
                  <a:lnTo>
                    <a:pt x="1496224" y="2656568"/>
                  </a:lnTo>
                  <a:lnTo>
                    <a:pt x="1573467" y="2721169"/>
                  </a:lnTo>
                  <a:lnTo>
                    <a:pt x="1650711" y="2781580"/>
                  </a:lnTo>
                  <a:lnTo>
                    <a:pt x="1727954" y="2805869"/>
                  </a:lnTo>
                  <a:lnTo>
                    <a:pt x="1805198" y="2828703"/>
                  </a:lnTo>
                  <a:lnTo>
                    <a:pt x="1882441" y="2850922"/>
                  </a:lnTo>
                  <a:lnTo>
                    <a:pt x="1959685" y="2872541"/>
                  </a:lnTo>
                  <a:lnTo>
                    <a:pt x="2036929" y="2893578"/>
                  </a:lnTo>
                  <a:lnTo>
                    <a:pt x="2114172" y="2914047"/>
                  </a:lnTo>
                  <a:lnTo>
                    <a:pt x="2191416" y="2933964"/>
                  </a:lnTo>
                  <a:lnTo>
                    <a:pt x="2268659" y="2953344"/>
                  </a:lnTo>
                  <a:lnTo>
                    <a:pt x="2345903" y="2972202"/>
                  </a:lnTo>
                  <a:lnTo>
                    <a:pt x="2423146" y="2990551"/>
                  </a:lnTo>
                  <a:lnTo>
                    <a:pt x="2500390" y="3008405"/>
                  </a:lnTo>
                  <a:lnTo>
                    <a:pt x="2577634" y="3025778"/>
                  </a:lnTo>
                  <a:lnTo>
                    <a:pt x="2654877" y="3042682"/>
                  </a:lnTo>
                  <a:lnTo>
                    <a:pt x="2732121" y="3059130"/>
                  </a:lnTo>
                  <a:lnTo>
                    <a:pt x="2809364" y="3075135"/>
                  </a:lnTo>
                  <a:lnTo>
                    <a:pt x="2886608" y="3090708"/>
                  </a:lnTo>
                  <a:lnTo>
                    <a:pt x="2963852" y="3105862"/>
                  </a:lnTo>
                  <a:lnTo>
                    <a:pt x="3041095" y="3120606"/>
                  </a:lnTo>
                  <a:lnTo>
                    <a:pt x="3118339" y="3134954"/>
                  </a:lnTo>
                  <a:lnTo>
                    <a:pt x="3195582" y="3148914"/>
                  </a:lnTo>
                  <a:lnTo>
                    <a:pt x="3272826" y="3162497"/>
                  </a:lnTo>
                  <a:lnTo>
                    <a:pt x="3350069" y="3175715"/>
                  </a:lnTo>
                  <a:lnTo>
                    <a:pt x="3427313" y="3188576"/>
                  </a:lnTo>
                  <a:lnTo>
                    <a:pt x="3504557" y="3201090"/>
                  </a:lnTo>
                  <a:lnTo>
                    <a:pt x="3581800" y="3213267"/>
                  </a:lnTo>
                  <a:lnTo>
                    <a:pt x="3659044" y="3225115"/>
                  </a:lnTo>
                  <a:lnTo>
                    <a:pt x="3736287" y="3236644"/>
                  </a:lnTo>
                  <a:lnTo>
                    <a:pt x="3813531" y="3247862"/>
                  </a:lnTo>
                  <a:lnTo>
                    <a:pt x="3890774" y="3258777"/>
                  </a:lnTo>
                  <a:lnTo>
                    <a:pt x="3968018" y="3269399"/>
                  </a:lnTo>
                  <a:lnTo>
                    <a:pt x="4045262" y="3279733"/>
                  </a:lnTo>
                  <a:lnTo>
                    <a:pt x="4122505" y="3289789"/>
                  </a:lnTo>
                  <a:lnTo>
                    <a:pt x="4199749" y="3299574"/>
                  </a:lnTo>
                  <a:lnTo>
                    <a:pt x="4276992" y="3309095"/>
                  </a:lnTo>
                  <a:lnTo>
                    <a:pt x="4354236" y="3318359"/>
                  </a:lnTo>
                  <a:lnTo>
                    <a:pt x="4431479" y="3327374"/>
                  </a:lnTo>
                  <a:lnTo>
                    <a:pt x="4508723" y="3336145"/>
                  </a:lnTo>
                  <a:lnTo>
                    <a:pt x="4585967" y="3344680"/>
                  </a:lnTo>
                  <a:lnTo>
                    <a:pt x="4663210" y="3352984"/>
                  </a:lnTo>
                  <a:lnTo>
                    <a:pt x="4740454" y="3361065"/>
                  </a:lnTo>
                  <a:lnTo>
                    <a:pt x="4817697" y="3368928"/>
                  </a:lnTo>
                  <a:lnTo>
                    <a:pt x="4894941" y="3376579"/>
                  </a:lnTo>
                  <a:lnTo>
                    <a:pt x="4972184" y="3384023"/>
                  </a:lnTo>
                  <a:lnTo>
                    <a:pt x="5049428" y="3391267"/>
                  </a:lnTo>
                  <a:lnTo>
                    <a:pt x="5126672" y="3398315"/>
                  </a:lnTo>
                  <a:lnTo>
                    <a:pt x="5203915" y="3405174"/>
                  </a:lnTo>
                  <a:lnTo>
                    <a:pt x="5281159" y="3411847"/>
                  </a:lnTo>
                  <a:lnTo>
                    <a:pt x="5358402" y="3418340"/>
                  </a:lnTo>
                  <a:lnTo>
                    <a:pt x="5435646" y="3424659"/>
                  </a:lnTo>
                  <a:lnTo>
                    <a:pt x="5512889" y="3430806"/>
                  </a:lnTo>
                  <a:lnTo>
                    <a:pt x="5590133" y="3436789"/>
                  </a:lnTo>
                  <a:lnTo>
                    <a:pt x="5667377" y="3442609"/>
                  </a:lnTo>
                  <a:lnTo>
                    <a:pt x="5744620" y="3448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52879"/>
              <a:ext cx="7392041" cy="2771403"/>
            </a:xfrm>
            <a:custGeom>
              <a:avLst/>
              <a:pathLst>
                <a:path w="7392041" h="2771403">
                  <a:moveTo>
                    <a:pt x="7392041" y="2771403"/>
                  </a:moveTo>
                  <a:lnTo>
                    <a:pt x="7314797" y="2769674"/>
                  </a:lnTo>
                  <a:lnTo>
                    <a:pt x="7237554" y="2767826"/>
                  </a:lnTo>
                  <a:lnTo>
                    <a:pt x="7160310" y="2765849"/>
                  </a:lnTo>
                  <a:lnTo>
                    <a:pt x="7083066" y="2763735"/>
                  </a:lnTo>
                  <a:lnTo>
                    <a:pt x="7005823" y="2761475"/>
                  </a:lnTo>
                  <a:lnTo>
                    <a:pt x="6928579" y="2759058"/>
                  </a:lnTo>
                  <a:lnTo>
                    <a:pt x="6851336" y="2756473"/>
                  </a:lnTo>
                  <a:lnTo>
                    <a:pt x="6774092" y="2753709"/>
                  </a:lnTo>
                  <a:lnTo>
                    <a:pt x="6696849" y="2750754"/>
                  </a:lnTo>
                  <a:lnTo>
                    <a:pt x="6619605" y="2747593"/>
                  </a:lnTo>
                  <a:lnTo>
                    <a:pt x="6542361" y="2744213"/>
                  </a:lnTo>
                  <a:lnTo>
                    <a:pt x="6465118" y="2740599"/>
                  </a:lnTo>
                  <a:lnTo>
                    <a:pt x="6387874" y="2736734"/>
                  </a:lnTo>
                  <a:lnTo>
                    <a:pt x="6310631" y="2732601"/>
                  </a:lnTo>
                  <a:lnTo>
                    <a:pt x="6233387" y="2728181"/>
                  </a:lnTo>
                  <a:lnTo>
                    <a:pt x="6156144" y="2723455"/>
                  </a:lnTo>
                  <a:lnTo>
                    <a:pt x="6078900" y="2718401"/>
                  </a:lnTo>
                  <a:lnTo>
                    <a:pt x="6001656" y="2712997"/>
                  </a:lnTo>
                  <a:lnTo>
                    <a:pt x="5924413" y="2707217"/>
                  </a:lnTo>
                  <a:lnTo>
                    <a:pt x="5847169" y="2701037"/>
                  </a:lnTo>
                  <a:lnTo>
                    <a:pt x="5769926" y="2694429"/>
                  </a:lnTo>
                  <a:lnTo>
                    <a:pt x="5692682" y="2687362"/>
                  </a:lnTo>
                  <a:lnTo>
                    <a:pt x="5615439" y="2679804"/>
                  </a:lnTo>
                  <a:lnTo>
                    <a:pt x="5538195" y="2671723"/>
                  </a:lnTo>
                  <a:lnTo>
                    <a:pt x="5460951" y="2663081"/>
                  </a:lnTo>
                  <a:lnTo>
                    <a:pt x="5383708" y="2653840"/>
                  </a:lnTo>
                  <a:lnTo>
                    <a:pt x="5306464" y="2643958"/>
                  </a:lnTo>
                  <a:lnTo>
                    <a:pt x="5229221" y="2633391"/>
                  </a:lnTo>
                  <a:lnTo>
                    <a:pt x="5151977" y="2622091"/>
                  </a:lnTo>
                  <a:lnTo>
                    <a:pt x="5074734" y="2610007"/>
                  </a:lnTo>
                  <a:lnTo>
                    <a:pt x="4997490" y="2597085"/>
                  </a:lnTo>
                  <a:lnTo>
                    <a:pt x="4920246" y="2583267"/>
                  </a:lnTo>
                  <a:lnTo>
                    <a:pt x="4843003" y="2568490"/>
                  </a:lnTo>
                  <a:lnTo>
                    <a:pt x="4765759" y="2552689"/>
                  </a:lnTo>
                  <a:lnTo>
                    <a:pt x="4688516" y="2535792"/>
                  </a:lnTo>
                  <a:lnTo>
                    <a:pt x="4611272" y="2517723"/>
                  </a:lnTo>
                  <a:lnTo>
                    <a:pt x="4534029" y="2498401"/>
                  </a:lnTo>
                  <a:lnTo>
                    <a:pt x="4456785" y="2477739"/>
                  </a:lnTo>
                  <a:lnTo>
                    <a:pt x="4379541" y="2455643"/>
                  </a:lnTo>
                  <a:lnTo>
                    <a:pt x="4302298" y="2432016"/>
                  </a:lnTo>
                  <a:lnTo>
                    <a:pt x="4225054" y="2406749"/>
                  </a:lnTo>
                  <a:lnTo>
                    <a:pt x="4147811" y="2379731"/>
                  </a:lnTo>
                  <a:lnTo>
                    <a:pt x="4070567" y="2350838"/>
                  </a:lnTo>
                  <a:lnTo>
                    <a:pt x="3993324" y="2319942"/>
                  </a:lnTo>
                  <a:lnTo>
                    <a:pt x="3916080" y="2286903"/>
                  </a:lnTo>
                  <a:lnTo>
                    <a:pt x="3838836" y="2251573"/>
                  </a:lnTo>
                  <a:lnTo>
                    <a:pt x="3761593" y="2213792"/>
                  </a:lnTo>
                  <a:lnTo>
                    <a:pt x="3684349" y="2173391"/>
                  </a:lnTo>
                  <a:lnTo>
                    <a:pt x="3607106" y="2130189"/>
                  </a:lnTo>
                  <a:lnTo>
                    <a:pt x="3529862" y="2083990"/>
                  </a:lnTo>
                  <a:lnTo>
                    <a:pt x="3452619" y="2034586"/>
                  </a:lnTo>
                  <a:lnTo>
                    <a:pt x="3375375" y="1981757"/>
                  </a:lnTo>
                  <a:lnTo>
                    <a:pt x="3298131" y="1926085"/>
                  </a:lnTo>
                  <a:lnTo>
                    <a:pt x="3220888" y="1901967"/>
                  </a:lnTo>
                  <a:lnTo>
                    <a:pt x="3143644" y="1877181"/>
                  </a:lnTo>
                  <a:lnTo>
                    <a:pt x="3066401" y="1851709"/>
                  </a:lnTo>
                  <a:lnTo>
                    <a:pt x="2989157" y="1825530"/>
                  </a:lnTo>
                  <a:lnTo>
                    <a:pt x="2911914" y="1798625"/>
                  </a:lnTo>
                  <a:lnTo>
                    <a:pt x="2834670" y="1770975"/>
                  </a:lnTo>
                  <a:lnTo>
                    <a:pt x="2757426" y="1742559"/>
                  </a:lnTo>
                  <a:lnTo>
                    <a:pt x="2680183" y="1713355"/>
                  </a:lnTo>
                  <a:lnTo>
                    <a:pt x="2602939" y="1683342"/>
                  </a:lnTo>
                  <a:lnTo>
                    <a:pt x="2525696" y="1652497"/>
                  </a:lnTo>
                  <a:lnTo>
                    <a:pt x="2448452" y="1620798"/>
                  </a:lnTo>
                  <a:lnTo>
                    <a:pt x="2371209" y="1588220"/>
                  </a:lnTo>
                  <a:lnTo>
                    <a:pt x="2293965" y="1554739"/>
                  </a:lnTo>
                  <a:lnTo>
                    <a:pt x="2216721" y="1520330"/>
                  </a:lnTo>
                  <a:lnTo>
                    <a:pt x="2139478" y="1484967"/>
                  </a:lnTo>
                  <a:lnTo>
                    <a:pt x="2062234" y="1448624"/>
                  </a:lnTo>
                  <a:lnTo>
                    <a:pt x="1984991" y="1411275"/>
                  </a:lnTo>
                  <a:lnTo>
                    <a:pt x="1907747" y="1372890"/>
                  </a:lnTo>
                  <a:lnTo>
                    <a:pt x="1830504" y="1333441"/>
                  </a:lnTo>
                  <a:lnTo>
                    <a:pt x="1753260" y="1292899"/>
                  </a:lnTo>
                  <a:lnTo>
                    <a:pt x="1676016" y="1251234"/>
                  </a:lnTo>
                  <a:lnTo>
                    <a:pt x="1598773" y="1208414"/>
                  </a:lnTo>
                  <a:lnTo>
                    <a:pt x="1521529" y="1164407"/>
                  </a:lnTo>
                  <a:lnTo>
                    <a:pt x="1444286" y="1119180"/>
                  </a:lnTo>
                  <a:lnTo>
                    <a:pt x="1367042" y="1072700"/>
                  </a:lnTo>
                  <a:lnTo>
                    <a:pt x="1289799" y="1024932"/>
                  </a:lnTo>
                  <a:lnTo>
                    <a:pt x="1212555" y="975841"/>
                  </a:lnTo>
                  <a:lnTo>
                    <a:pt x="1135311" y="925388"/>
                  </a:lnTo>
                  <a:lnTo>
                    <a:pt x="1058068" y="873538"/>
                  </a:lnTo>
                  <a:lnTo>
                    <a:pt x="980824" y="820250"/>
                  </a:lnTo>
                  <a:lnTo>
                    <a:pt x="903581" y="765486"/>
                  </a:lnTo>
                  <a:lnTo>
                    <a:pt x="826337" y="709204"/>
                  </a:lnTo>
                  <a:lnTo>
                    <a:pt x="749094" y="651362"/>
                  </a:lnTo>
                  <a:lnTo>
                    <a:pt x="671850" y="591917"/>
                  </a:lnTo>
                  <a:lnTo>
                    <a:pt x="594606" y="530825"/>
                  </a:lnTo>
                  <a:lnTo>
                    <a:pt x="517363" y="468040"/>
                  </a:lnTo>
                  <a:lnTo>
                    <a:pt x="440119" y="403514"/>
                  </a:lnTo>
                  <a:lnTo>
                    <a:pt x="362876" y="337201"/>
                  </a:lnTo>
                  <a:lnTo>
                    <a:pt x="285632" y="269049"/>
                  </a:lnTo>
                  <a:lnTo>
                    <a:pt x="208389" y="199009"/>
                  </a:lnTo>
                  <a:lnTo>
                    <a:pt x="131145" y="127028"/>
                  </a:lnTo>
                  <a:lnTo>
                    <a:pt x="53901" y="530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1896563"/>
              <a:ext cx="6440410" cy="3581273"/>
            </a:xfrm>
            <a:custGeom>
              <a:avLst/>
              <a:pathLst>
                <a:path w="6440410" h="3581273">
                  <a:moveTo>
                    <a:pt x="0" y="0"/>
                  </a:moveTo>
                  <a:lnTo>
                    <a:pt x="29193" y="65518"/>
                  </a:lnTo>
                  <a:lnTo>
                    <a:pt x="106437" y="230881"/>
                  </a:lnTo>
                  <a:lnTo>
                    <a:pt x="183680" y="388621"/>
                  </a:lnTo>
                  <a:lnTo>
                    <a:pt x="260924" y="539089"/>
                  </a:lnTo>
                  <a:lnTo>
                    <a:pt x="338168" y="682621"/>
                  </a:lnTo>
                  <a:lnTo>
                    <a:pt x="415411" y="819537"/>
                  </a:lnTo>
                  <a:lnTo>
                    <a:pt x="492655" y="950140"/>
                  </a:lnTo>
                  <a:lnTo>
                    <a:pt x="569898" y="1074723"/>
                  </a:lnTo>
                  <a:lnTo>
                    <a:pt x="647142" y="1193563"/>
                  </a:lnTo>
                  <a:lnTo>
                    <a:pt x="724385" y="1306924"/>
                  </a:lnTo>
                  <a:lnTo>
                    <a:pt x="801629" y="1415059"/>
                  </a:lnTo>
                  <a:lnTo>
                    <a:pt x="878873" y="1518210"/>
                  </a:lnTo>
                  <a:lnTo>
                    <a:pt x="956116" y="1616605"/>
                  </a:lnTo>
                  <a:lnTo>
                    <a:pt x="1033360" y="1710465"/>
                  </a:lnTo>
                  <a:lnTo>
                    <a:pt x="1110603" y="1799997"/>
                  </a:lnTo>
                  <a:lnTo>
                    <a:pt x="1187847" y="1885403"/>
                  </a:lnTo>
                  <a:lnTo>
                    <a:pt x="1265090" y="1966871"/>
                  </a:lnTo>
                  <a:lnTo>
                    <a:pt x="1342334" y="2044583"/>
                  </a:lnTo>
                  <a:lnTo>
                    <a:pt x="1419578" y="2118713"/>
                  </a:lnTo>
                  <a:lnTo>
                    <a:pt x="1496821" y="2189426"/>
                  </a:lnTo>
                  <a:lnTo>
                    <a:pt x="1574065" y="2256879"/>
                  </a:lnTo>
                  <a:lnTo>
                    <a:pt x="1651308" y="2321222"/>
                  </a:lnTo>
                  <a:lnTo>
                    <a:pt x="1728552" y="2382600"/>
                  </a:lnTo>
                  <a:lnTo>
                    <a:pt x="1805795" y="2441147"/>
                  </a:lnTo>
                  <a:lnTo>
                    <a:pt x="1883039" y="2496996"/>
                  </a:lnTo>
                  <a:lnTo>
                    <a:pt x="1960283" y="2550271"/>
                  </a:lnTo>
                  <a:lnTo>
                    <a:pt x="2037526" y="2601089"/>
                  </a:lnTo>
                  <a:lnTo>
                    <a:pt x="2114770" y="2649565"/>
                  </a:lnTo>
                  <a:lnTo>
                    <a:pt x="2192013" y="2695806"/>
                  </a:lnTo>
                  <a:lnTo>
                    <a:pt x="2269257" y="2739915"/>
                  </a:lnTo>
                  <a:lnTo>
                    <a:pt x="2346500" y="2781991"/>
                  </a:lnTo>
                  <a:lnTo>
                    <a:pt x="2423744" y="2822127"/>
                  </a:lnTo>
                  <a:lnTo>
                    <a:pt x="2500988" y="2860413"/>
                  </a:lnTo>
                  <a:lnTo>
                    <a:pt x="2578231" y="2896934"/>
                  </a:lnTo>
                  <a:lnTo>
                    <a:pt x="2655475" y="2931772"/>
                  </a:lnTo>
                  <a:lnTo>
                    <a:pt x="2732718" y="2965003"/>
                  </a:lnTo>
                  <a:lnTo>
                    <a:pt x="2809962" y="2996703"/>
                  </a:lnTo>
                  <a:lnTo>
                    <a:pt x="2887205" y="3026941"/>
                  </a:lnTo>
                  <a:lnTo>
                    <a:pt x="2964449" y="3055785"/>
                  </a:lnTo>
                  <a:lnTo>
                    <a:pt x="3041693" y="3083300"/>
                  </a:lnTo>
                  <a:lnTo>
                    <a:pt x="3118936" y="3109546"/>
                  </a:lnTo>
                  <a:lnTo>
                    <a:pt x="3196180" y="3134582"/>
                  </a:lnTo>
                  <a:lnTo>
                    <a:pt x="3273423" y="3158464"/>
                  </a:lnTo>
                  <a:lnTo>
                    <a:pt x="3350667" y="3181246"/>
                  </a:lnTo>
                  <a:lnTo>
                    <a:pt x="3427910" y="3202977"/>
                  </a:lnTo>
                  <a:lnTo>
                    <a:pt x="3505154" y="3223706"/>
                  </a:lnTo>
                  <a:lnTo>
                    <a:pt x="3582398" y="3243479"/>
                  </a:lnTo>
                  <a:lnTo>
                    <a:pt x="3659641" y="3262341"/>
                  </a:lnTo>
                  <a:lnTo>
                    <a:pt x="3736885" y="3280334"/>
                  </a:lnTo>
                  <a:lnTo>
                    <a:pt x="3814128" y="3297497"/>
                  </a:lnTo>
                  <a:lnTo>
                    <a:pt x="3891372" y="3313869"/>
                  </a:lnTo>
                  <a:lnTo>
                    <a:pt x="3968615" y="3329486"/>
                  </a:lnTo>
                  <a:lnTo>
                    <a:pt x="4045859" y="3344383"/>
                  </a:lnTo>
                  <a:lnTo>
                    <a:pt x="4123103" y="3358594"/>
                  </a:lnTo>
                  <a:lnTo>
                    <a:pt x="4200346" y="3372149"/>
                  </a:lnTo>
                  <a:lnTo>
                    <a:pt x="4277590" y="3385080"/>
                  </a:lnTo>
                  <a:lnTo>
                    <a:pt x="4354833" y="3397414"/>
                  </a:lnTo>
                  <a:lnTo>
                    <a:pt x="4432077" y="3409180"/>
                  </a:lnTo>
                  <a:lnTo>
                    <a:pt x="4509320" y="3420404"/>
                  </a:lnTo>
                  <a:lnTo>
                    <a:pt x="4586564" y="3431110"/>
                  </a:lnTo>
                  <a:lnTo>
                    <a:pt x="4663808" y="3441322"/>
                  </a:lnTo>
                  <a:lnTo>
                    <a:pt x="4741051" y="3451064"/>
                  </a:lnTo>
                  <a:lnTo>
                    <a:pt x="4818295" y="3460356"/>
                  </a:lnTo>
                  <a:lnTo>
                    <a:pt x="4895538" y="3469221"/>
                  </a:lnTo>
                  <a:lnTo>
                    <a:pt x="4972782" y="3477676"/>
                  </a:lnTo>
                  <a:lnTo>
                    <a:pt x="5050025" y="3485742"/>
                  </a:lnTo>
                  <a:lnTo>
                    <a:pt x="5127269" y="3493436"/>
                  </a:lnTo>
                  <a:lnTo>
                    <a:pt x="5204513" y="3500775"/>
                  </a:lnTo>
                  <a:lnTo>
                    <a:pt x="5281756" y="3507776"/>
                  </a:lnTo>
                  <a:lnTo>
                    <a:pt x="5359000" y="3514455"/>
                  </a:lnTo>
                  <a:lnTo>
                    <a:pt x="5436243" y="3520825"/>
                  </a:lnTo>
                  <a:lnTo>
                    <a:pt x="5513487" y="3526902"/>
                  </a:lnTo>
                  <a:lnTo>
                    <a:pt x="5590730" y="3532698"/>
                  </a:lnTo>
                  <a:lnTo>
                    <a:pt x="5667974" y="3538228"/>
                  </a:lnTo>
                  <a:lnTo>
                    <a:pt x="5745218" y="3543502"/>
                  </a:lnTo>
                  <a:lnTo>
                    <a:pt x="5822461" y="3548533"/>
                  </a:lnTo>
                  <a:lnTo>
                    <a:pt x="5899705" y="3553333"/>
                  </a:lnTo>
                  <a:lnTo>
                    <a:pt x="5976948" y="3557911"/>
                  </a:lnTo>
                  <a:lnTo>
                    <a:pt x="6054192" y="3562278"/>
                  </a:lnTo>
                  <a:lnTo>
                    <a:pt x="6131435" y="3566444"/>
                  </a:lnTo>
                  <a:lnTo>
                    <a:pt x="6208679" y="3570417"/>
                  </a:lnTo>
                  <a:lnTo>
                    <a:pt x="6285923" y="3574208"/>
                  </a:lnTo>
                  <a:lnTo>
                    <a:pt x="6363166" y="3577824"/>
                  </a:lnTo>
                  <a:lnTo>
                    <a:pt x="6440410" y="35812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2026-05-26T09:08:35Z</dcterms:modified>
  <cp:category/>
</cp:coreProperties>
</file>