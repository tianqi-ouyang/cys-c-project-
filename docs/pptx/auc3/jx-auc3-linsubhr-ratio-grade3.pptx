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459975"/>
            </a:xfrm>
            <a:custGeom>
              <a:avLst/>
              <a:pathLst>
                <a:path w="7392041" h="3459975">
                  <a:moveTo>
                    <a:pt x="1647420" y="0"/>
                  </a:moveTo>
                  <a:lnTo>
                    <a:pt x="1676016" y="87207"/>
                  </a:lnTo>
                  <a:lnTo>
                    <a:pt x="1753260" y="307491"/>
                  </a:lnTo>
                  <a:lnTo>
                    <a:pt x="1830504" y="513489"/>
                  </a:lnTo>
                  <a:lnTo>
                    <a:pt x="1907747" y="706127"/>
                  </a:lnTo>
                  <a:lnTo>
                    <a:pt x="1984991" y="886271"/>
                  </a:lnTo>
                  <a:lnTo>
                    <a:pt x="2062234" y="1054732"/>
                  </a:lnTo>
                  <a:lnTo>
                    <a:pt x="2139478" y="1212267"/>
                  </a:lnTo>
                  <a:lnTo>
                    <a:pt x="2216721" y="1359585"/>
                  </a:lnTo>
                  <a:lnTo>
                    <a:pt x="2293965" y="1497349"/>
                  </a:lnTo>
                  <a:lnTo>
                    <a:pt x="2371209" y="1626178"/>
                  </a:lnTo>
                  <a:lnTo>
                    <a:pt x="2448452" y="1746652"/>
                  </a:lnTo>
                  <a:lnTo>
                    <a:pt x="2525696" y="1859312"/>
                  </a:lnTo>
                  <a:lnTo>
                    <a:pt x="2602939" y="1964666"/>
                  </a:lnTo>
                  <a:lnTo>
                    <a:pt x="2680183" y="2063187"/>
                  </a:lnTo>
                  <a:lnTo>
                    <a:pt x="2757426" y="2155318"/>
                  </a:lnTo>
                  <a:lnTo>
                    <a:pt x="2834670" y="2241474"/>
                  </a:lnTo>
                  <a:lnTo>
                    <a:pt x="2911914" y="2322042"/>
                  </a:lnTo>
                  <a:lnTo>
                    <a:pt x="2989157" y="2397385"/>
                  </a:lnTo>
                  <a:lnTo>
                    <a:pt x="3066401" y="2467842"/>
                  </a:lnTo>
                  <a:lnTo>
                    <a:pt x="3143644" y="2533729"/>
                  </a:lnTo>
                  <a:lnTo>
                    <a:pt x="3220888" y="2595343"/>
                  </a:lnTo>
                  <a:lnTo>
                    <a:pt x="3298131" y="2652961"/>
                  </a:lnTo>
                  <a:lnTo>
                    <a:pt x="3375375" y="2676126"/>
                  </a:lnTo>
                  <a:lnTo>
                    <a:pt x="3452619" y="2697905"/>
                  </a:lnTo>
                  <a:lnTo>
                    <a:pt x="3529862" y="2719096"/>
                  </a:lnTo>
                  <a:lnTo>
                    <a:pt x="3607106" y="2739716"/>
                  </a:lnTo>
                  <a:lnTo>
                    <a:pt x="3684349" y="2759780"/>
                  </a:lnTo>
                  <a:lnTo>
                    <a:pt x="3761593" y="2779302"/>
                  </a:lnTo>
                  <a:lnTo>
                    <a:pt x="3838836" y="2798299"/>
                  </a:lnTo>
                  <a:lnTo>
                    <a:pt x="3916080" y="2816783"/>
                  </a:lnTo>
                  <a:lnTo>
                    <a:pt x="3993324" y="2834768"/>
                  </a:lnTo>
                  <a:lnTo>
                    <a:pt x="4070567" y="2852269"/>
                  </a:lnTo>
                  <a:lnTo>
                    <a:pt x="4147811" y="2869297"/>
                  </a:lnTo>
                  <a:lnTo>
                    <a:pt x="4225054" y="2885867"/>
                  </a:lnTo>
                  <a:lnTo>
                    <a:pt x="4302298" y="2901989"/>
                  </a:lnTo>
                  <a:lnTo>
                    <a:pt x="4379541" y="2917677"/>
                  </a:lnTo>
                  <a:lnTo>
                    <a:pt x="4456785" y="2932942"/>
                  </a:lnTo>
                  <a:lnTo>
                    <a:pt x="4534029" y="2947795"/>
                  </a:lnTo>
                  <a:lnTo>
                    <a:pt x="4611272" y="2962248"/>
                  </a:lnTo>
                  <a:lnTo>
                    <a:pt x="4688516" y="2976311"/>
                  </a:lnTo>
                  <a:lnTo>
                    <a:pt x="4765759" y="2989994"/>
                  </a:lnTo>
                  <a:lnTo>
                    <a:pt x="4843003" y="3003309"/>
                  </a:lnTo>
                  <a:lnTo>
                    <a:pt x="4920246" y="3016265"/>
                  </a:lnTo>
                  <a:lnTo>
                    <a:pt x="4997490" y="3028871"/>
                  </a:lnTo>
                  <a:lnTo>
                    <a:pt x="5074734" y="3041137"/>
                  </a:lnTo>
                  <a:lnTo>
                    <a:pt x="5151977" y="3053073"/>
                  </a:lnTo>
                  <a:lnTo>
                    <a:pt x="5229221" y="3064686"/>
                  </a:lnTo>
                  <a:lnTo>
                    <a:pt x="5306464" y="3075987"/>
                  </a:lnTo>
                  <a:lnTo>
                    <a:pt x="5383708" y="3086983"/>
                  </a:lnTo>
                  <a:lnTo>
                    <a:pt x="5460951" y="3097682"/>
                  </a:lnTo>
                  <a:lnTo>
                    <a:pt x="5538195" y="3108093"/>
                  </a:lnTo>
                  <a:lnTo>
                    <a:pt x="5615439" y="3118223"/>
                  </a:lnTo>
                  <a:lnTo>
                    <a:pt x="5692682" y="3128080"/>
                  </a:lnTo>
                  <a:lnTo>
                    <a:pt x="5769926" y="3137671"/>
                  </a:lnTo>
                  <a:lnTo>
                    <a:pt x="5847169" y="3147003"/>
                  </a:lnTo>
                  <a:lnTo>
                    <a:pt x="5924413" y="3156084"/>
                  </a:lnTo>
                  <a:lnTo>
                    <a:pt x="6001656" y="3164920"/>
                  </a:lnTo>
                  <a:lnTo>
                    <a:pt x="6078900" y="3173517"/>
                  </a:lnTo>
                  <a:lnTo>
                    <a:pt x="6156144" y="3181883"/>
                  </a:lnTo>
                  <a:lnTo>
                    <a:pt x="6233387" y="3190023"/>
                  </a:lnTo>
                  <a:lnTo>
                    <a:pt x="6310631" y="3197944"/>
                  </a:lnTo>
                  <a:lnTo>
                    <a:pt x="6387874" y="3205651"/>
                  </a:lnTo>
                  <a:lnTo>
                    <a:pt x="6465118" y="3213150"/>
                  </a:lnTo>
                  <a:lnTo>
                    <a:pt x="6542361" y="3220447"/>
                  </a:lnTo>
                  <a:lnTo>
                    <a:pt x="6619605" y="3227547"/>
                  </a:lnTo>
                  <a:lnTo>
                    <a:pt x="6696849" y="3234456"/>
                  </a:lnTo>
                  <a:lnTo>
                    <a:pt x="6774092" y="3241178"/>
                  </a:lnTo>
                  <a:lnTo>
                    <a:pt x="6851336" y="3247720"/>
                  </a:lnTo>
                  <a:lnTo>
                    <a:pt x="6928579" y="3254084"/>
                  </a:lnTo>
                  <a:lnTo>
                    <a:pt x="7005823" y="3260277"/>
                  </a:lnTo>
                  <a:lnTo>
                    <a:pt x="7083066" y="3266304"/>
                  </a:lnTo>
                  <a:lnTo>
                    <a:pt x="7160310" y="3272167"/>
                  </a:lnTo>
                  <a:lnTo>
                    <a:pt x="7237554" y="3277873"/>
                  </a:lnTo>
                  <a:lnTo>
                    <a:pt x="7314797" y="3283424"/>
                  </a:lnTo>
                  <a:lnTo>
                    <a:pt x="7392041" y="3288826"/>
                  </a:lnTo>
                  <a:lnTo>
                    <a:pt x="7392041" y="3459975"/>
                  </a:lnTo>
                  <a:lnTo>
                    <a:pt x="7314797" y="3458326"/>
                  </a:lnTo>
                  <a:lnTo>
                    <a:pt x="7237554" y="3456563"/>
                  </a:lnTo>
                  <a:lnTo>
                    <a:pt x="7160310" y="3454678"/>
                  </a:lnTo>
                  <a:lnTo>
                    <a:pt x="7083066" y="3452662"/>
                  </a:lnTo>
                  <a:lnTo>
                    <a:pt x="7005823" y="3450506"/>
                  </a:lnTo>
                  <a:lnTo>
                    <a:pt x="6928579" y="3448201"/>
                  </a:lnTo>
                  <a:lnTo>
                    <a:pt x="6851336" y="3445735"/>
                  </a:lnTo>
                  <a:lnTo>
                    <a:pt x="6774092" y="3443099"/>
                  </a:lnTo>
                  <a:lnTo>
                    <a:pt x="6696849" y="3440280"/>
                  </a:lnTo>
                  <a:lnTo>
                    <a:pt x="6619605" y="3437266"/>
                  </a:lnTo>
                  <a:lnTo>
                    <a:pt x="6542361" y="3434042"/>
                  </a:lnTo>
                  <a:lnTo>
                    <a:pt x="6465118" y="3430595"/>
                  </a:lnTo>
                  <a:lnTo>
                    <a:pt x="6387874" y="3426909"/>
                  </a:lnTo>
                  <a:lnTo>
                    <a:pt x="6310631" y="3422967"/>
                  </a:lnTo>
                  <a:lnTo>
                    <a:pt x="6233387" y="3418752"/>
                  </a:lnTo>
                  <a:lnTo>
                    <a:pt x="6156144" y="3414244"/>
                  </a:lnTo>
                  <a:lnTo>
                    <a:pt x="6078900" y="3409424"/>
                  </a:lnTo>
                  <a:lnTo>
                    <a:pt x="6001656" y="3404269"/>
                  </a:lnTo>
                  <a:lnTo>
                    <a:pt x="5924413" y="3398757"/>
                  </a:lnTo>
                  <a:lnTo>
                    <a:pt x="5847169" y="3392863"/>
                  </a:lnTo>
                  <a:lnTo>
                    <a:pt x="5769926" y="3386560"/>
                  </a:lnTo>
                  <a:lnTo>
                    <a:pt x="5692682" y="3379819"/>
                  </a:lnTo>
                  <a:lnTo>
                    <a:pt x="5615439" y="3372612"/>
                  </a:lnTo>
                  <a:lnTo>
                    <a:pt x="5538195" y="3364904"/>
                  </a:lnTo>
                  <a:lnTo>
                    <a:pt x="5460951" y="3356662"/>
                  </a:lnTo>
                  <a:lnTo>
                    <a:pt x="5383708" y="3347848"/>
                  </a:lnTo>
                  <a:lnTo>
                    <a:pt x="5306464" y="3338423"/>
                  </a:lnTo>
                  <a:lnTo>
                    <a:pt x="5229221" y="3328345"/>
                  </a:lnTo>
                  <a:lnTo>
                    <a:pt x="5151977" y="3317567"/>
                  </a:lnTo>
                  <a:lnTo>
                    <a:pt x="5074734" y="3306042"/>
                  </a:lnTo>
                  <a:lnTo>
                    <a:pt x="4997490" y="3293717"/>
                  </a:lnTo>
                  <a:lnTo>
                    <a:pt x="4920246" y="3280538"/>
                  </a:lnTo>
                  <a:lnTo>
                    <a:pt x="4843003" y="3266445"/>
                  </a:lnTo>
                  <a:lnTo>
                    <a:pt x="4765759" y="3251374"/>
                  </a:lnTo>
                  <a:lnTo>
                    <a:pt x="4688516" y="3235258"/>
                  </a:lnTo>
                  <a:lnTo>
                    <a:pt x="4611272" y="3218025"/>
                  </a:lnTo>
                  <a:lnTo>
                    <a:pt x="4534029" y="3199596"/>
                  </a:lnTo>
                  <a:lnTo>
                    <a:pt x="4456785" y="3179889"/>
                  </a:lnTo>
                  <a:lnTo>
                    <a:pt x="4379541" y="3158816"/>
                  </a:lnTo>
                  <a:lnTo>
                    <a:pt x="4302298" y="3136281"/>
                  </a:lnTo>
                  <a:lnTo>
                    <a:pt x="4225054" y="3112183"/>
                  </a:lnTo>
                  <a:lnTo>
                    <a:pt x="4147811" y="3086414"/>
                  </a:lnTo>
                  <a:lnTo>
                    <a:pt x="4070567" y="3058857"/>
                  </a:lnTo>
                  <a:lnTo>
                    <a:pt x="3993324" y="3029390"/>
                  </a:lnTo>
                  <a:lnTo>
                    <a:pt x="3916080" y="2997878"/>
                  </a:lnTo>
                  <a:lnTo>
                    <a:pt x="3838836" y="2964182"/>
                  </a:lnTo>
                  <a:lnTo>
                    <a:pt x="3761593" y="2928148"/>
                  </a:lnTo>
                  <a:lnTo>
                    <a:pt x="3684349" y="2889615"/>
                  </a:lnTo>
                  <a:lnTo>
                    <a:pt x="3607106" y="2848410"/>
                  </a:lnTo>
                  <a:lnTo>
                    <a:pt x="3529862" y="2804347"/>
                  </a:lnTo>
                  <a:lnTo>
                    <a:pt x="3452619" y="2757228"/>
                  </a:lnTo>
                  <a:lnTo>
                    <a:pt x="3375375" y="2706842"/>
                  </a:lnTo>
                  <a:lnTo>
                    <a:pt x="3298131" y="2653744"/>
                  </a:lnTo>
                  <a:lnTo>
                    <a:pt x="3220888" y="2630742"/>
                  </a:lnTo>
                  <a:lnTo>
                    <a:pt x="3143644" y="2607102"/>
                  </a:lnTo>
                  <a:lnTo>
                    <a:pt x="3066401" y="2582807"/>
                  </a:lnTo>
                  <a:lnTo>
                    <a:pt x="2989157" y="2557838"/>
                  </a:lnTo>
                  <a:lnTo>
                    <a:pt x="2911914" y="2532178"/>
                  </a:lnTo>
                  <a:lnTo>
                    <a:pt x="2834670" y="2505807"/>
                  </a:lnTo>
                  <a:lnTo>
                    <a:pt x="2757426" y="2478704"/>
                  </a:lnTo>
                  <a:lnTo>
                    <a:pt x="2680183" y="2450851"/>
                  </a:lnTo>
                  <a:lnTo>
                    <a:pt x="2602939" y="2422226"/>
                  </a:lnTo>
                  <a:lnTo>
                    <a:pt x="2525696" y="2392807"/>
                  </a:lnTo>
                  <a:lnTo>
                    <a:pt x="2448452" y="2362573"/>
                  </a:lnTo>
                  <a:lnTo>
                    <a:pt x="2371209" y="2331501"/>
                  </a:lnTo>
                  <a:lnTo>
                    <a:pt x="2293965" y="2299569"/>
                  </a:lnTo>
                  <a:lnTo>
                    <a:pt x="2216721" y="2266751"/>
                  </a:lnTo>
                  <a:lnTo>
                    <a:pt x="2139478" y="2233023"/>
                  </a:lnTo>
                  <a:lnTo>
                    <a:pt x="2062234" y="2198361"/>
                  </a:lnTo>
                  <a:lnTo>
                    <a:pt x="1984991" y="2162738"/>
                  </a:lnTo>
                  <a:lnTo>
                    <a:pt x="1907747" y="2126128"/>
                  </a:lnTo>
                  <a:lnTo>
                    <a:pt x="1830504" y="2088504"/>
                  </a:lnTo>
                  <a:lnTo>
                    <a:pt x="1753260" y="2049837"/>
                  </a:lnTo>
                  <a:lnTo>
                    <a:pt x="1676016" y="2010098"/>
                  </a:lnTo>
                  <a:lnTo>
                    <a:pt x="1598773" y="1969258"/>
                  </a:lnTo>
                  <a:lnTo>
                    <a:pt x="1521529" y="1927286"/>
                  </a:lnTo>
                  <a:lnTo>
                    <a:pt x="1444286" y="1884150"/>
                  </a:lnTo>
                  <a:lnTo>
                    <a:pt x="1367042" y="1839820"/>
                  </a:lnTo>
                  <a:lnTo>
                    <a:pt x="1289799" y="1794260"/>
                  </a:lnTo>
                  <a:lnTo>
                    <a:pt x="1212555" y="1747439"/>
                  </a:lnTo>
                  <a:lnTo>
                    <a:pt x="1135311" y="1699319"/>
                  </a:lnTo>
                  <a:lnTo>
                    <a:pt x="1058068" y="1649866"/>
                  </a:lnTo>
                  <a:lnTo>
                    <a:pt x="980824" y="1599043"/>
                  </a:lnTo>
                  <a:lnTo>
                    <a:pt x="903581" y="1546811"/>
                  </a:lnTo>
                  <a:lnTo>
                    <a:pt x="826337" y="1493131"/>
                  </a:lnTo>
                  <a:lnTo>
                    <a:pt x="749094" y="1437964"/>
                  </a:lnTo>
                  <a:lnTo>
                    <a:pt x="671850" y="1381268"/>
                  </a:lnTo>
                  <a:lnTo>
                    <a:pt x="594606" y="1323000"/>
                  </a:lnTo>
                  <a:lnTo>
                    <a:pt x="517363" y="1263118"/>
                  </a:lnTo>
                  <a:lnTo>
                    <a:pt x="440119" y="1201576"/>
                  </a:lnTo>
                  <a:lnTo>
                    <a:pt x="362876" y="1138329"/>
                  </a:lnTo>
                  <a:lnTo>
                    <a:pt x="285632" y="1073329"/>
                  </a:lnTo>
                  <a:lnTo>
                    <a:pt x="208389" y="1006528"/>
                  </a:lnTo>
                  <a:lnTo>
                    <a:pt x="131145" y="937875"/>
                  </a:lnTo>
                  <a:lnTo>
                    <a:pt x="53901" y="867319"/>
                  </a:lnTo>
                  <a:lnTo>
                    <a:pt x="0" y="8167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64938" y="2073503"/>
              <a:ext cx="5744620" cy="3288826"/>
            </a:xfrm>
            <a:custGeom>
              <a:avLst/>
              <a:pathLst>
                <a:path w="5744620" h="3288826">
                  <a:moveTo>
                    <a:pt x="0" y="0"/>
                  </a:moveTo>
                  <a:lnTo>
                    <a:pt x="28596" y="87207"/>
                  </a:lnTo>
                  <a:lnTo>
                    <a:pt x="105839" y="307491"/>
                  </a:lnTo>
                  <a:lnTo>
                    <a:pt x="183083" y="513489"/>
                  </a:lnTo>
                  <a:lnTo>
                    <a:pt x="260326" y="706127"/>
                  </a:lnTo>
                  <a:lnTo>
                    <a:pt x="337570" y="886271"/>
                  </a:lnTo>
                  <a:lnTo>
                    <a:pt x="414814" y="1054732"/>
                  </a:lnTo>
                  <a:lnTo>
                    <a:pt x="492057" y="1212267"/>
                  </a:lnTo>
                  <a:lnTo>
                    <a:pt x="569301" y="1359585"/>
                  </a:lnTo>
                  <a:lnTo>
                    <a:pt x="646544" y="1497349"/>
                  </a:lnTo>
                  <a:lnTo>
                    <a:pt x="723788" y="1626178"/>
                  </a:lnTo>
                  <a:lnTo>
                    <a:pt x="801031" y="1746652"/>
                  </a:lnTo>
                  <a:lnTo>
                    <a:pt x="878275" y="1859312"/>
                  </a:lnTo>
                  <a:lnTo>
                    <a:pt x="955519" y="1964666"/>
                  </a:lnTo>
                  <a:lnTo>
                    <a:pt x="1032762" y="2063187"/>
                  </a:lnTo>
                  <a:lnTo>
                    <a:pt x="1110006" y="2155318"/>
                  </a:lnTo>
                  <a:lnTo>
                    <a:pt x="1187249" y="2241474"/>
                  </a:lnTo>
                  <a:lnTo>
                    <a:pt x="1264493" y="2322042"/>
                  </a:lnTo>
                  <a:lnTo>
                    <a:pt x="1341736" y="2397385"/>
                  </a:lnTo>
                  <a:lnTo>
                    <a:pt x="1418980" y="2467842"/>
                  </a:lnTo>
                  <a:lnTo>
                    <a:pt x="1496224" y="2533729"/>
                  </a:lnTo>
                  <a:lnTo>
                    <a:pt x="1573467" y="2595343"/>
                  </a:lnTo>
                  <a:lnTo>
                    <a:pt x="1650711" y="2652961"/>
                  </a:lnTo>
                  <a:lnTo>
                    <a:pt x="1727954" y="2676126"/>
                  </a:lnTo>
                  <a:lnTo>
                    <a:pt x="1805198" y="2697905"/>
                  </a:lnTo>
                  <a:lnTo>
                    <a:pt x="1882441" y="2719096"/>
                  </a:lnTo>
                  <a:lnTo>
                    <a:pt x="1959685" y="2739716"/>
                  </a:lnTo>
                  <a:lnTo>
                    <a:pt x="2036929" y="2759780"/>
                  </a:lnTo>
                  <a:lnTo>
                    <a:pt x="2114172" y="2779302"/>
                  </a:lnTo>
                  <a:lnTo>
                    <a:pt x="2191416" y="2798299"/>
                  </a:lnTo>
                  <a:lnTo>
                    <a:pt x="2268659" y="2816783"/>
                  </a:lnTo>
                  <a:lnTo>
                    <a:pt x="2345903" y="2834768"/>
                  </a:lnTo>
                  <a:lnTo>
                    <a:pt x="2423146" y="2852269"/>
                  </a:lnTo>
                  <a:lnTo>
                    <a:pt x="2500390" y="2869297"/>
                  </a:lnTo>
                  <a:lnTo>
                    <a:pt x="2577634" y="2885867"/>
                  </a:lnTo>
                  <a:lnTo>
                    <a:pt x="2654877" y="2901989"/>
                  </a:lnTo>
                  <a:lnTo>
                    <a:pt x="2732121" y="2917677"/>
                  </a:lnTo>
                  <a:lnTo>
                    <a:pt x="2809364" y="2932942"/>
                  </a:lnTo>
                  <a:lnTo>
                    <a:pt x="2886608" y="2947795"/>
                  </a:lnTo>
                  <a:lnTo>
                    <a:pt x="2963852" y="2962248"/>
                  </a:lnTo>
                  <a:lnTo>
                    <a:pt x="3041095" y="2976311"/>
                  </a:lnTo>
                  <a:lnTo>
                    <a:pt x="3118339" y="2989994"/>
                  </a:lnTo>
                  <a:lnTo>
                    <a:pt x="3195582" y="3003309"/>
                  </a:lnTo>
                  <a:lnTo>
                    <a:pt x="3272826" y="3016265"/>
                  </a:lnTo>
                  <a:lnTo>
                    <a:pt x="3350069" y="3028871"/>
                  </a:lnTo>
                  <a:lnTo>
                    <a:pt x="3427313" y="3041137"/>
                  </a:lnTo>
                  <a:lnTo>
                    <a:pt x="3504557" y="3053073"/>
                  </a:lnTo>
                  <a:lnTo>
                    <a:pt x="3581800" y="3064686"/>
                  </a:lnTo>
                  <a:lnTo>
                    <a:pt x="3659044" y="3075987"/>
                  </a:lnTo>
                  <a:lnTo>
                    <a:pt x="3736287" y="3086983"/>
                  </a:lnTo>
                  <a:lnTo>
                    <a:pt x="3813531" y="3097682"/>
                  </a:lnTo>
                  <a:lnTo>
                    <a:pt x="3890774" y="3108093"/>
                  </a:lnTo>
                  <a:lnTo>
                    <a:pt x="3968018" y="3118223"/>
                  </a:lnTo>
                  <a:lnTo>
                    <a:pt x="4045262" y="3128080"/>
                  </a:lnTo>
                  <a:lnTo>
                    <a:pt x="4122505" y="3137671"/>
                  </a:lnTo>
                  <a:lnTo>
                    <a:pt x="4199749" y="3147003"/>
                  </a:lnTo>
                  <a:lnTo>
                    <a:pt x="4276992" y="3156084"/>
                  </a:lnTo>
                  <a:lnTo>
                    <a:pt x="4354236" y="3164920"/>
                  </a:lnTo>
                  <a:lnTo>
                    <a:pt x="4431479" y="3173517"/>
                  </a:lnTo>
                  <a:lnTo>
                    <a:pt x="4508723" y="3181883"/>
                  </a:lnTo>
                  <a:lnTo>
                    <a:pt x="4585967" y="3190023"/>
                  </a:lnTo>
                  <a:lnTo>
                    <a:pt x="4663210" y="3197944"/>
                  </a:lnTo>
                  <a:lnTo>
                    <a:pt x="4740454" y="3205651"/>
                  </a:lnTo>
                  <a:lnTo>
                    <a:pt x="4817697" y="3213150"/>
                  </a:lnTo>
                  <a:lnTo>
                    <a:pt x="4894941" y="3220447"/>
                  </a:lnTo>
                  <a:lnTo>
                    <a:pt x="4972184" y="3227547"/>
                  </a:lnTo>
                  <a:lnTo>
                    <a:pt x="5049428" y="3234456"/>
                  </a:lnTo>
                  <a:lnTo>
                    <a:pt x="5126672" y="3241178"/>
                  </a:lnTo>
                  <a:lnTo>
                    <a:pt x="5203915" y="3247720"/>
                  </a:lnTo>
                  <a:lnTo>
                    <a:pt x="5281159" y="3254084"/>
                  </a:lnTo>
                  <a:lnTo>
                    <a:pt x="5358402" y="3260277"/>
                  </a:lnTo>
                  <a:lnTo>
                    <a:pt x="5435646" y="3266304"/>
                  </a:lnTo>
                  <a:lnTo>
                    <a:pt x="5512889" y="3272167"/>
                  </a:lnTo>
                  <a:lnTo>
                    <a:pt x="5590133" y="3277873"/>
                  </a:lnTo>
                  <a:lnTo>
                    <a:pt x="5667377" y="3283424"/>
                  </a:lnTo>
                  <a:lnTo>
                    <a:pt x="5744620" y="32888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2890223"/>
              <a:ext cx="7392041" cy="2643254"/>
            </a:xfrm>
            <a:custGeom>
              <a:avLst/>
              <a:pathLst>
                <a:path w="7392041" h="2643254">
                  <a:moveTo>
                    <a:pt x="7392041" y="2643254"/>
                  </a:moveTo>
                  <a:lnTo>
                    <a:pt x="7314797" y="2641606"/>
                  </a:lnTo>
                  <a:lnTo>
                    <a:pt x="7237554" y="2639843"/>
                  </a:lnTo>
                  <a:lnTo>
                    <a:pt x="7160310" y="2637957"/>
                  </a:lnTo>
                  <a:lnTo>
                    <a:pt x="7083066" y="2635941"/>
                  </a:lnTo>
                  <a:lnTo>
                    <a:pt x="7005823" y="2633785"/>
                  </a:lnTo>
                  <a:lnTo>
                    <a:pt x="6928579" y="2631480"/>
                  </a:lnTo>
                  <a:lnTo>
                    <a:pt x="6851336" y="2629015"/>
                  </a:lnTo>
                  <a:lnTo>
                    <a:pt x="6774092" y="2626379"/>
                  </a:lnTo>
                  <a:lnTo>
                    <a:pt x="6696849" y="2623560"/>
                  </a:lnTo>
                  <a:lnTo>
                    <a:pt x="6619605" y="2620545"/>
                  </a:lnTo>
                  <a:lnTo>
                    <a:pt x="6542361" y="2617322"/>
                  </a:lnTo>
                  <a:lnTo>
                    <a:pt x="6465118" y="2613874"/>
                  </a:lnTo>
                  <a:lnTo>
                    <a:pt x="6387874" y="2610188"/>
                  </a:lnTo>
                  <a:lnTo>
                    <a:pt x="6310631" y="2606246"/>
                  </a:lnTo>
                  <a:lnTo>
                    <a:pt x="6233387" y="2602031"/>
                  </a:lnTo>
                  <a:lnTo>
                    <a:pt x="6156144" y="2597523"/>
                  </a:lnTo>
                  <a:lnTo>
                    <a:pt x="6078900" y="2592703"/>
                  </a:lnTo>
                  <a:lnTo>
                    <a:pt x="6001656" y="2587549"/>
                  </a:lnTo>
                  <a:lnTo>
                    <a:pt x="5924413" y="2582037"/>
                  </a:lnTo>
                  <a:lnTo>
                    <a:pt x="5847169" y="2576142"/>
                  </a:lnTo>
                  <a:lnTo>
                    <a:pt x="5769926" y="2569839"/>
                  </a:lnTo>
                  <a:lnTo>
                    <a:pt x="5692682" y="2563099"/>
                  </a:lnTo>
                  <a:lnTo>
                    <a:pt x="5615439" y="2555891"/>
                  </a:lnTo>
                  <a:lnTo>
                    <a:pt x="5538195" y="2548184"/>
                  </a:lnTo>
                  <a:lnTo>
                    <a:pt x="5460951" y="2539941"/>
                  </a:lnTo>
                  <a:lnTo>
                    <a:pt x="5383708" y="2531128"/>
                  </a:lnTo>
                  <a:lnTo>
                    <a:pt x="5306464" y="2521703"/>
                  </a:lnTo>
                  <a:lnTo>
                    <a:pt x="5229221" y="2511624"/>
                  </a:lnTo>
                  <a:lnTo>
                    <a:pt x="5151977" y="2500846"/>
                  </a:lnTo>
                  <a:lnTo>
                    <a:pt x="5074734" y="2489321"/>
                  </a:lnTo>
                  <a:lnTo>
                    <a:pt x="4997490" y="2476997"/>
                  </a:lnTo>
                  <a:lnTo>
                    <a:pt x="4920246" y="2463818"/>
                  </a:lnTo>
                  <a:lnTo>
                    <a:pt x="4843003" y="2449724"/>
                  </a:lnTo>
                  <a:lnTo>
                    <a:pt x="4765759" y="2434654"/>
                  </a:lnTo>
                  <a:lnTo>
                    <a:pt x="4688516" y="2418538"/>
                  </a:lnTo>
                  <a:lnTo>
                    <a:pt x="4611272" y="2401304"/>
                  </a:lnTo>
                  <a:lnTo>
                    <a:pt x="4534029" y="2382876"/>
                  </a:lnTo>
                  <a:lnTo>
                    <a:pt x="4456785" y="2363169"/>
                  </a:lnTo>
                  <a:lnTo>
                    <a:pt x="4379541" y="2342095"/>
                  </a:lnTo>
                  <a:lnTo>
                    <a:pt x="4302298" y="2319560"/>
                  </a:lnTo>
                  <a:lnTo>
                    <a:pt x="4225054" y="2295462"/>
                  </a:lnTo>
                  <a:lnTo>
                    <a:pt x="4147811" y="2269693"/>
                  </a:lnTo>
                  <a:lnTo>
                    <a:pt x="4070567" y="2242137"/>
                  </a:lnTo>
                  <a:lnTo>
                    <a:pt x="3993324" y="2212669"/>
                  </a:lnTo>
                  <a:lnTo>
                    <a:pt x="3916080" y="2181158"/>
                  </a:lnTo>
                  <a:lnTo>
                    <a:pt x="3838836" y="2147461"/>
                  </a:lnTo>
                  <a:lnTo>
                    <a:pt x="3761593" y="2111427"/>
                  </a:lnTo>
                  <a:lnTo>
                    <a:pt x="3684349" y="2072895"/>
                  </a:lnTo>
                  <a:lnTo>
                    <a:pt x="3607106" y="2031689"/>
                  </a:lnTo>
                  <a:lnTo>
                    <a:pt x="3529862" y="1987627"/>
                  </a:lnTo>
                  <a:lnTo>
                    <a:pt x="3452619" y="1940508"/>
                  </a:lnTo>
                  <a:lnTo>
                    <a:pt x="3375375" y="1890121"/>
                  </a:lnTo>
                  <a:lnTo>
                    <a:pt x="3298131" y="1837024"/>
                  </a:lnTo>
                  <a:lnTo>
                    <a:pt x="3220888" y="1814021"/>
                  </a:lnTo>
                  <a:lnTo>
                    <a:pt x="3143644" y="1790381"/>
                  </a:lnTo>
                  <a:lnTo>
                    <a:pt x="3066401" y="1766086"/>
                  </a:lnTo>
                  <a:lnTo>
                    <a:pt x="2989157" y="1741118"/>
                  </a:lnTo>
                  <a:lnTo>
                    <a:pt x="2911914" y="1715458"/>
                  </a:lnTo>
                  <a:lnTo>
                    <a:pt x="2834670" y="1689086"/>
                  </a:lnTo>
                  <a:lnTo>
                    <a:pt x="2757426" y="1661984"/>
                  </a:lnTo>
                  <a:lnTo>
                    <a:pt x="2680183" y="1634131"/>
                  </a:lnTo>
                  <a:lnTo>
                    <a:pt x="2602939" y="1605505"/>
                  </a:lnTo>
                  <a:lnTo>
                    <a:pt x="2525696" y="1576087"/>
                  </a:lnTo>
                  <a:lnTo>
                    <a:pt x="2448452" y="1545853"/>
                  </a:lnTo>
                  <a:lnTo>
                    <a:pt x="2371209" y="1514781"/>
                  </a:lnTo>
                  <a:lnTo>
                    <a:pt x="2293965" y="1482848"/>
                  </a:lnTo>
                  <a:lnTo>
                    <a:pt x="2216721" y="1450030"/>
                  </a:lnTo>
                  <a:lnTo>
                    <a:pt x="2139478" y="1416303"/>
                  </a:lnTo>
                  <a:lnTo>
                    <a:pt x="2062234" y="1381641"/>
                  </a:lnTo>
                  <a:lnTo>
                    <a:pt x="1984991" y="1346018"/>
                  </a:lnTo>
                  <a:lnTo>
                    <a:pt x="1907747" y="1309408"/>
                  </a:lnTo>
                  <a:lnTo>
                    <a:pt x="1830504" y="1271783"/>
                  </a:lnTo>
                  <a:lnTo>
                    <a:pt x="1753260" y="1233116"/>
                  </a:lnTo>
                  <a:lnTo>
                    <a:pt x="1676016" y="1193377"/>
                  </a:lnTo>
                  <a:lnTo>
                    <a:pt x="1598773" y="1152537"/>
                  </a:lnTo>
                  <a:lnTo>
                    <a:pt x="1521529" y="1110565"/>
                  </a:lnTo>
                  <a:lnTo>
                    <a:pt x="1444286" y="1067430"/>
                  </a:lnTo>
                  <a:lnTo>
                    <a:pt x="1367042" y="1023099"/>
                  </a:lnTo>
                  <a:lnTo>
                    <a:pt x="1289799" y="977540"/>
                  </a:lnTo>
                  <a:lnTo>
                    <a:pt x="1212555" y="930718"/>
                  </a:lnTo>
                  <a:lnTo>
                    <a:pt x="1135311" y="882599"/>
                  </a:lnTo>
                  <a:lnTo>
                    <a:pt x="1058068" y="833146"/>
                  </a:lnTo>
                  <a:lnTo>
                    <a:pt x="980824" y="782322"/>
                  </a:lnTo>
                  <a:lnTo>
                    <a:pt x="903581" y="730090"/>
                  </a:lnTo>
                  <a:lnTo>
                    <a:pt x="826337" y="676410"/>
                  </a:lnTo>
                  <a:lnTo>
                    <a:pt x="749094" y="621243"/>
                  </a:lnTo>
                  <a:lnTo>
                    <a:pt x="671850" y="564547"/>
                  </a:lnTo>
                  <a:lnTo>
                    <a:pt x="594606" y="506280"/>
                  </a:lnTo>
                  <a:lnTo>
                    <a:pt x="517363" y="446398"/>
                  </a:lnTo>
                  <a:lnTo>
                    <a:pt x="440119" y="384856"/>
                  </a:lnTo>
                  <a:lnTo>
                    <a:pt x="362876" y="321609"/>
                  </a:lnTo>
                  <a:lnTo>
                    <a:pt x="285632" y="256608"/>
                  </a:lnTo>
                  <a:lnTo>
                    <a:pt x="208389" y="189807"/>
                  </a:lnTo>
                  <a:lnTo>
                    <a:pt x="131145" y="121154"/>
                  </a:lnTo>
                  <a:lnTo>
                    <a:pt x="53901" y="5059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769148" y="2073503"/>
              <a:ext cx="6440410" cy="3415676"/>
            </a:xfrm>
            <a:custGeom>
              <a:avLst/>
              <a:pathLst>
                <a:path w="6440410" h="3415676">
                  <a:moveTo>
                    <a:pt x="0" y="0"/>
                  </a:moveTo>
                  <a:lnTo>
                    <a:pt x="29193" y="62488"/>
                  </a:lnTo>
                  <a:lnTo>
                    <a:pt x="106437" y="220205"/>
                  </a:lnTo>
                  <a:lnTo>
                    <a:pt x="183680" y="370651"/>
                  </a:lnTo>
                  <a:lnTo>
                    <a:pt x="260924" y="514162"/>
                  </a:lnTo>
                  <a:lnTo>
                    <a:pt x="338168" y="651057"/>
                  </a:lnTo>
                  <a:lnTo>
                    <a:pt x="415411" y="781641"/>
                  </a:lnTo>
                  <a:lnTo>
                    <a:pt x="492655" y="906206"/>
                  </a:lnTo>
                  <a:lnTo>
                    <a:pt x="569898" y="1025028"/>
                  </a:lnTo>
                  <a:lnTo>
                    <a:pt x="647142" y="1138373"/>
                  </a:lnTo>
                  <a:lnTo>
                    <a:pt x="724385" y="1246492"/>
                  </a:lnTo>
                  <a:lnTo>
                    <a:pt x="801629" y="1349628"/>
                  </a:lnTo>
                  <a:lnTo>
                    <a:pt x="878873" y="1448008"/>
                  </a:lnTo>
                  <a:lnTo>
                    <a:pt x="956116" y="1541854"/>
                  </a:lnTo>
                  <a:lnTo>
                    <a:pt x="1033360" y="1631373"/>
                  </a:lnTo>
                  <a:lnTo>
                    <a:pt x="1110603" y="1716766"/>
                  </a:lnTo>
                  <a:lnTo>
                    <a:pt x="1187847" y="1798222"/>
                  </a:lnTo>
                  <a:lnTo>
                    <a:pt x="1265090" y="1875923"/>
                  </a:lnTo>
                  <a:lnTo>
                    <a:pt x="1342334" y="1950042"/>
                  </a:lnTo>
                  <a:lnTo>
                    <a:pt x="1419578" y="2020745"/>
                  </a:lnTo>
                  <a:lnTo>
                    <a:pt x="1496821" y="2088188"/>
                  </a:lnTo>
                  <a:lnTo>
                    <a:pt x="1574065" y="2152522"/>
                  </a:lnTo>
                  <a:lnTo>
                    <a:pt x="1651308" y="2213890"/>
                  </a:lnTo>
                  <a:lnTo>
                    <a:pt x="1728552" y="2272429"/>
                  </a:lnTo>
                  <a:lnTo>
                    <a:pt x="1805795" y="2328270"/>
                  </a:lnTo>
                  <a:lnTo>
                    <a:pt x="1883039" y="2381536"/>
                  </a:lnTo>
                  <a:lnTo>
                    <a:pt x="1960283" y="2432347"/>
                  </a:lnTo>
                  <a:lnTo>
                    <a:pt x="2037526" y="2480815"/>
                  </a:lnTo>
                  <a:lnTo>
                    <a:pt x="2114770" y="2527050"/>
                  </a:lnTo>
                  <a:lnTo>
                    <a:pt x="2192013" y="2571152"/>
                  </a:lnTo>
                  <a:lnTo>
                    <a:pt x="2269257" y="2613222"/>
                  </a:lnTo>
                  <a:lnTo>
                    <a:pt x="2346500" y="2653353"/>
                  </a:lnTo>
                  <a:lnTo>
                    <a:pt x="2423744" y="2691633"/>
                  </a:lnTo>
                  <a:lnTo>
                    <a:pt x="2500988" y="2728149"/>
                  </a:lnTo>
                  <a:lnTo>
                    <a:pt x="2578231" y="2762981"/>
                  </a:lnTo>
                  <a:lnTo>
                    <a:pt x="2655475" y="2796208"/>
                  </a:lnTo>
                  <a:lnTo>
                    <a:pt x="2732718" y="2827902"/>
                  </a:lnTo>
                  <a:lnTo>
                    <a:pt x="2809962" y="2858136"/>
                  </a:lnTo>
                  <a:lnTo>
                    <a:pt x="2887205" y="2886976"/>
                  </a:lnTo>
                  <a:lnTo>
                    <a:pt x="2964449" y="2914487"/>
                  </a:lnTo>
                  <a:lnTo>
                    <a:pt x="3041693" y="2940729"/>
                  </a:lnTo>
                  <a:lnTo>
                    <a:pt x="3118936" y="2965762"/>
                  </a:lnTo>
                  <a:lnTo>
                    <a:pt x="3196180" y="2989640"/>
                  </a:lnTo>
                  <a:lnTo>
                    <a:pt x="3273423" y="3012418"/>
                  </a:lnTo>
                  <a:lnTo>
                    <a:pt x="3350667" y="3034146"/>
                  </a:lnTo>
                  <a:lnTo>
                    <a:pt x="3427910" y="3054872"/>
                  </a:lnTo>
                  <a:lnTo>
                    <a:pt x="3505154" y="3074643"/>
                  </a:lnTo>
                  <a:lnTo>
                    <a:pt x="3582398" y="3093502"/>
                  </a:lnTo>
                  <a:lnTo>
                    <a:pt x="3659641" y="3111492"/>
                  </a:lnTo>
                  <a:lnTo>
                    <a:pt x="3736885" y="3128653"/>
                  </a:lnTo>
                  <a:lnTo>
                    <a:pt x="3814128" y="3145022"/>
                  </a:lnTo>
                  <a:lnTo>
                    <a:pt x="3891372" y="3160637"/>
                  </a:lnTo>
                  <a:lnTo>
                    <a:pt x="3968615" y="3175532"/>
                  </a:lnTo>
                  <a:lnTo>
                    <a:pt x="4045859" y="3189740"/>
                  </a:lnTo>
                  <a:lnTo>
                    <a:pt x="4123103" y="3203294"/>
                  </a:lnTo>
                  <a:lnTo>
                    <a:pt x="4200346" y="3216222"/>
                  </a:lnTo>
                  <a:lnTo>
                    <a:pt x="4277590" y="3228555"/>
                  </a:lnTo>
                  <a:lnTo>
                    <a:pt x="4354833" y="3240319"/>
                  </a:lnTo>
                  <a:lnTo>
                    <a:pt x="4432077" y="3251541"/>
                  </a:lnTo>
                  <a:lnTo>
                    <a:pt x="4509320" y="3262245"/>
                  </a:lnTo>
                  <a:lnTo>
                    <a:pt x="4586564" y="3272456"/>
                  </a:lnTo>
                  <a:lnTo>
                    <a:pt x="4663808" y="3282197"/>
                  </a:lnTo>
                  <a:lnTo>
                    <a:pt x="4741051" y="3291488"/>
                  </a:lnTo>
                  <a:lnTo>
                    <a:pt x="4818295" y="3300351"/>
                  </a:lnTo>
                  <a:lnTo>
                    <a:pt x="4895538" y="3308805"/>
                  </a:lnTo>
                  <a:lnTo>
                    <a:pt x="4972782" y="3316870"/>
                  </a:lnTo>
                  <a:lnTo>
                    <a:pt x="5050025" y="3324563"/>
                  </a:lnTo>
                  <a:lnTo>
                    <a:pt x="5127269" y="3331901"/>
                  </a:lnTo>
                  <a:lnTo>
                    <a:pt x="5204513" y="3338901"/>
                  </a:lnTo>
                  <a:lnTo>
                    <a:pt x="5281756" y="3345578"/>
                  </a:lnTo>
                  <a:lnTo>
                    <a:pt x="5359000" y="3351947"/>
                  </a:lnTo>
                  <a:lnTo>
                    <a:pt x="5436243" y="3358023"/>
                  </a:lnTo>
                  <a:lnTo>
                    <a:pt x="5513487" y="3363819"/>
                  </a:lnTo>
                  <a:lnTo>
                    <a:pt x="5590730" y="3369348"/>
                  </a:lnTo>
                  <a:lnTo>
                    <a:pt x="5667974" y="3374621"/>
                  </a:lnTo>
                  <a:lnTo>
                    <a:pt x="5745218" y="3379652"/>
                  </a:lnTo>
                  <a:lnTo>
                    <a:pt x="5822461" y="3384450"/>
                  </a:lnTo>
                  <a:lnTo>
                    <a:pt x="5899705" y="3389028"/>
                  </a:lnTo>
                  <a:lnTo>
                    <a:pt x="5976948" y="3393394"/>
                  </a:lnTo>
                  <a:lnTo>
                    <a:pt x="6054192" y="3397559"/>
                  </a:lnTo>
                  <a:lnTo>
                    <a:pt x="6131435" y="3401533"/>
                  </a:lnTo>
                  <a:lnTo>
                    <a:pt x="6208679" y="3405323"/>
                  </a:lnTo>
                  <a:lnTo>
                    <a:pt x="6285923" y="3408938"/>
                  </a:lnTo>
                  <a:lnTo>
                    <a:pt x="6363166" y="3412386"/>
                  </a:lnTo>
                  <a:lnTo>
                    <a:pt x="6440410" y="341567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9987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1.72 (1.37-2.16), p_Bonf = &lt;0.001 (n = 6)  |  per IQR decline (Δ = 0.30): 4.95 (2.53-9.70)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2026-07-01T09:36:53Z</dcterms:modified>
  <cp:category/>
</cp:coreProperties>
</file>