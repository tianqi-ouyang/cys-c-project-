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87106" y="3250627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87106" y="2951293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87106" y="265195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87106" y="235262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8867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606590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2450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642418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87106" y="3400294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87106" y="280162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87106" y="250229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87106" y="220295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597634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615547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633461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235312" y="2143092"/>
              <a:ext cx="6964104" cy="1248623"/>
            </a:xfrm>
            <a:custGeom>
              <a:avLst/>
              <a:pathLst>
                <a:path w="6964104" h="1248623">
                  <a:moveTo>
                    <a:pt x="1732570" y="0"/>
                  </a:moveTo>
                  <a:lnTo>
                    <a:pt x="1758612" y="31471"/>
                  </a:lnTo>
                  <a:lnTo>
                    <a:pt x="1828956" y="110966"/>
                  </a:lnTo>
                  <a:lnTo>
                    <a:pt x="1899301" y="185306"/>
                  </a:lnTo>
                  <a:lnTo>
                    <a:pt x="1969645" y="254824"/>
                  </a:lnTo>
                  <a:lnTo>
                    <a:pt x="2039990" y="319834"/>
                  </a:lnTo>
                  <a:lnTo>
                    <a:pt x="2110334" y="380628"/>
                  </a:lnTo>
                  <a:lnTo>
                    <a:pt x="2180679" y="437478"/>
                  </a:lnTo>
                  <a:lnTo>
                    <a:pt x="2251023" y="490642"/>
                  </a:lnTo>
                  <a:lnTo>
                    <a:pt x="2321368" y="540358"/>
                  </a:lnTo>
                  <a:lnTo>
                    <a:pt x="2391712" y="586849"/>
                  </a:lnTo>
                  <a:lnTo>
                    <a:pt x="2462057" y="630325"/>
                  </a:lnTo>
                  <a:lnTo>
                    <a:pt x="2532401" y="670982"/>
                  </a:lnTo>
                  <a:lnTo>
                    <a:pt x="2602746" y="709001"/>
                  </a:lnTo>
                  <a:lnTo>
                    <a:pt x="2673090" y="744555"/>
                  </a:lnTo>
                  <a:lnTo>
                    <a:pt x="2743435" y="777803"/>
                  </a:lnTo>
                  <a:lnTo>
                    <a:pt x="2813779" y="808895"/>
                  </a:lnTo>
                  <a:lnTo>
                    <a:pt x="2884124" y="837970"/>
                  </a:lnTo>
                  <a:lnTo>
                    <a:pt x="2954468" y="865160"/>
                  </a:lnTo>
                  <a:lnTo>
                    <a:pt x="3024813" y="890586"/>
                  </a:lnTo>
                  <a:lnTo>
                    <a:pt x="3095157" y="914363"/>
                  </a:lnTo>
                  <a:lnTo>
                    <a:pt x="3165502" y="936598"/>
                  </a:lnTo>
                  <a:lnTo>
                    <a:pt x="3235846" y="957391"/>
                  </a:lnTo>
                  <a:lnTo>
                    <a:pt x="3306191" y="965751"/>
                  </a:lnTo>
                  <a:lnTo>
                    <a:pt x="3376535" y="973610"/>
                  </a:lnTo>
                  <a:lnTo>
                    <a:pt x="3446880" y="981257"/>
                  </a:lnTo>
                  <a:lnTo>
                    <a:pt x="3517224" y="988699"/>
                  </a:lnTo>
                  <a:lnTo>
                    <a:pt x="3587569" y="995939"/>
                  </a:lnTo>
                  <a:lnTo>
                    <a:pt x="3657913" y="1002984"/>
                  </a:lnTo>
                  <a:lnTo>
                    <a:pt x="3728257" y="1009840"/>
                  </a:lnTo>
                  <a:lnTo>
                    <a:pt x="3798602" y="1016510"/>
                  </a:lnTo>
                  <a:lnTo>
                    <a:pt x="3868946" y="1023001"/>
                  </a:lnTo>
                  <a:lnTo>
                    <a:pt x="3939291" y="1029316"/>
                  </a:lnTo>
                  <a:lnTo>
                    <a:pt x="4009635" y="1035462"/>
                  </a:lnTo>
                  <a:lnTo>
                    <a:pt x="4079980" y="1041441"/>
                  </a:lnTo>
                  <a:lnTo>
                    <a:pt x="4150324" y="1047259"/>
                  </a:lnTo>
                  <a:lnTo>
                    <a:pt x="4220669" y="1052921"/>
                  </a:lnTo>
                  <a:lnTo>
                    <a:pt x="4291013" y="1058429"/>
                  </a:lnTo>
                  <a:lnTo>
                    <a:pt x="4361358" y="1063790"/>
                  </a:lnTo>
                  <a:lnTo>
                    <a:pt x="4431702" y="1069005"/>
                  </a:lnTo>
                  <a:lnTo>
                    <a:pt x="4502047" y="1074080"/>
                  </a:lnTo>
                  <a:lnTo>
                    <a:pt x="4572391" y="1079018"/>
                  </a:lnTo>
                  <a:lnTo>
                    <a:pt x="4642736" y="1083823"/>
                  </a:lnTo>
                  <a:lnTo>
                    <a:pt x="4713080" y="1088499"/>
                  </a:lnTo>
                  <a:lnTo>
                    <a:pt x="4783425" y="1093048"/>
                  </a:lnTo>
                  <a:lnTo>
                    <a:pt x="4853769" y="1097475"/>
                  </a:lnTo>
                  <a:lnTo>
                    <a:pt x="4924114" y="1101782"/>
                  </a:lnTo>
                  <a:lnTo>
                    <a:pt x="4994458" y="1105973"/>
                  </a:lnTo>
                  <a:lnTo>
                    <a:pt x="5064803" y="1110051"/>
                  </a:lnTo>
                  <a:lnTo>
                    <a:pt x="5135147" y="1114019"/>
                  </a:lnTo>
                  <a:lnTo>
                    <a:pt x="5205492" y="1117880"/>
                  </a:lnTo>
                  <a:lnTo>
                    <a:pt x="5275836" y="1121637"/>
                  </a:lnTo>
                  <a:lnTo>
                    <a:pt x="5346181" y="1125293"/>
                  </a:lnTo>
                  <a:lnTo>
                    <a:pt x="5416525" y="1128850"/>
                  </a:lnTo>
                  <a:lnTo>
                    <a:pt x="5486870" y="1132311"/>
                  </a:lnTo>
                  <a:lnTo>
                    <a:pt x="5557214" y="1135679"/>
                  </a:lnTo>
                  <a:lnTo>
                    <a:pt x="5627559" y="1138956"/>
                  </a:lnTo>
                  <a:lnTo>
                    <a:pt x="5697903" y="1142145"/>
                  </a:lnTo>
                  <a:lnTo>
                    <a:pt x="5768248" y="1145247"/>
                  </a:lnTo>
                  <a:lnTo>
                    <a:pt x="5838592" y="1148266"/>
                  </a:lnTo>
                  <a:lnTo>
                    <a:pt x="5908937" y="1151204"/>
                  </a:lnTo>
                  <a:lnTo>
                    <a:pt x="5979281" y="1154062"/>
                  </a:lnTo>
                  <a:lnTo>
                    <a:pt x="6049626" y="1156844"/>
                  </a:lnTo>
                  <a:lnTo>
                    <a:pt x="6119970" y="1159550"/>
                  </a:lnTo>
                  <a:lnTo>
                    <a:pt x="6190315" y="1162183"/>
                  </a:lnTo>
                  <a:lnTo>
                    <a:pt x="6260659" y="1164746"/>
                  </a:lnTo>
                  <a:lnTo>
                    <a:pt x="6331004" y="1167239"/>
                  </a:lnTo>
                  <a:lnTo>
                    <a:pt x="6401348" y="1169665"/>
                  </a:lnTo>
                  <a:lnTo>
                    <a:pt x="6471693" y="1172025"/>
                  </a:lnTo>
                  <a:lnTo>
                    <a:pt x="6542037" y="1174322"/>
                  </a:lnTo>
                  <a:lnTo>
                    <a:pt x="6612382" y="1176557"/>
                  </a:lnTo>
                  <a:lnTo>
                    <a:pt x="6682726" y="1178732"/>
                  </a:lnTo>
                  <a:lnTo>
                    <a:pt x="6753071" y="1180848"/>
                  </a:lnTo>
                  <a:lnTo>
                    <a:pt x="6823415" y="1182907"/>
                  </a:lnTo>
                  <a:lnTo>
                    <a:pt x="6893760" y="1184910"/>
                  </a:lnTo>
                  <a:lnTo>
                    <a:pt x="6964104" y="1186860"/>
                  </a:lnTo>
                  <a:lnTo>
                    <a:pt x="6964104" y="1248623"/>
                  </a:lnTo>
                  <a:lnTo>
                    <a:pt x="6893760" y="1248028"/>
                  </a:lnTo>
                  <a:lnTo>
                    <a:pt x="6823415" y="1247392"/>
                  </a:lnTo>
                  <a:lnTo>
                    <a:pt x="6753071" y="1246712"/>
                  </a:lnTo>
                  <a:lnTo>
                    <a:pt x="6682726" y="1245984"/>
                  </a:lnTo>
                  <a:lnTo>
                    <a:pt x="6612382" y="1245206"/>
                  </a:lnTo>
                  <a:lnTo>
                    <a:pt x="6542037" y="1244374"/>
                  </a:lnTo>
                  <a:lnTo>
                    <a:pt x="6471693" y="1243485"/>
                  </a:lnTo>
                  <a:lnTo>
                    <a:pt x="6401348" y="1242533"/>
                  </a:lnTo>
                  <a:lnTo>
                    <a:pt x="6331004" y="1241516"/>
                  </a:lnTo>
                  <a:lnTo>
                    <a:pt x="6260659" y="1240428"/>
                  </a:lnTo>
                  <a:lnTo>
                    <a:pt x="6190315" y="1239265"/>
                  </a:lnTo>
                  <a:lnTo>
                    <a:pt x="6119970" y="1238021"/>
                  </a:lnTo>
                  <a:lnTo>
                    <a:pt x="6049626" y="1236690"/>
                  </a:lnTo>
                  <a:lnTo>
                    <a:pt x="5979281" y="1235268"/>
                  </a:lnTo>
                  <a:lnTo>
                    <a:pt x="5908937" y="1233747"/>
                  </a:lnTo>
                  <a:lnTo>
                    <a:pt x="5838592" y="1232120"/>
                  </a:lnTo>
                  <a:lnTo>
                    <a:pt x="5768248" y="1230380"/>
                  </a:lnTo>
                  <a:lnTo>
                    <a:pt x="5697903" y="1228520"/>
                  </a:lnTo>
                  <a:lnTo>
                    <a:pt x="5627559" y="1226531"/>
                  </a:lnTo>
                  <a:lnTo>
                    <a:pt x="5557214" y="1224404"/>
                  </a:lnTo>
                  <a:lnTo>
                    <a:pt x="5486870" y="1222129"/>
                  </a:lnTo>
                  <a:lnTo>
                    <a:pt x="5416525" y="1219697"/>
                  </a:lnTo>
                  <a:lnTo>
                    <a:pt x="5346181" y="1217096"/>
                  </a:lnTo>
                  <a:lnTo>
                    <a:pt x="5275836" y="1214314"/>
                  </a:lnTo>
                  <a:lnTo>
                    <a:pt x="5205492" y="1211340"/>
                  </a:lnTo>
                  <a:lnTo>
                    <a:pt x="5135147" y="1208159"/>
                  </a:lnTo>
                  <a:lnTo>
                    <a:pt x="5064803" y="1204758"/>
                  </a:lnTo>
                  <a:lnTo>
                    <a:pt x="4994458" y="1201121"/>
                  </a:lnTo>
                  <a:lnTo>
                    <a:pt x="4924114" y="1197232"/>
                  </a:lnTo>
                  <a:lnTo>
                    <a:pt x="4853769" y="1193072"/>
                  </a:lnTo>
                  <a:lnTo>
                    <a:pt x="4783425" y="1188625"/>
                  </a:lnTo>
                  <a:lnTo>
                    <a:pt x="4713080" y="1183869"/>
                  </a:lnTo>
                  <a:lnTo>
                    <a:pt x="4642736" y="1178783"/>
                  </a:lnTo>
                  <a:lnTo>
                    <a:pt x="4572391" y="1173344"/>
                  </a:lnTo>
                  <a:lnTo>
                    <a:pt x="4502047" y="1167528"/>
                  </a:lnTo>
                  <a:lnTo>
                    <a:pt x="4431702" y="1161309"/>
                  </a:lnTo>
                  <a:lnTo>
                    <a:pt x="4361358" y="1154659"/>
                  </a:lnTo>
                  <a:lnTo>
                    <a:pt x="4291013" y="1147547"/>
                  </a:lnTo>
                  <a:lnTo>
                    <a:pt x="4220669" y="1139942"/>
                  </a:lnTo>
                  <a:lnTo>
                    <a:pt x="4150324" y="1131810"/>
                  </a:lnTo>
                  <a:lnTo>
                    <a:pt x="4079980" y="1123113"/>
                  </a:lnTo>
                  <a:lnTo>
                    <a:pt x="4009635" y="1113814"/>
                  </a:lnTo>
                  <a:lnTo>
                    <a:pt x="3939291" y="1103869"/>
                  </a:lnTo>
                  <a:lnTo>
                    <a:pt x="3868946" y="1093235"/>
                  </a:lnTo>
                  <a:lnTo>
                    <a:pt x="3798602" y="1081863"/>
                  </a:lnTo>
                  <a:lnTo>
                    <a:pt x="3728257" y="1069703"/>
                  </a:lnTo>
                  <a:lnTo>
                    <a:pt x="3657913" y="1056699"/>
                  </a:lnTo>
                  <a:lnTo>
                    <a:pt x="3587569" y="1042794"/>
                  </a:lnTo>
                  <a:lnTo>
                    <a:pt x="3517224" y="1027924"/>
                  </a:lnTo>
                  <a:lnTo>
                    <a:pt x="3446880" y="1012023"/>
                  </a:lnTo>
                  <a:lnTo>
                    <a:pt x="3376535" y="995019"/>
                  </a:lnTo>
                  <a:lnTo>
                    <a:pt x="3306191" y="976835"/>
                  </a:lnTo>
                  <a:lnTo>
                    <a:pt x="3235846" y="957673"/>
                  </a:lnTo>
                  <a:lnTo>
                    <a:pt x="3165502" y="949372"/>
                  </a:lnTo>
                  <a:lnTo>
                    <a:pt x="3095157" y="940841"/>
                  </a:lnTo>
                  <a:lnTo>
                    <a:pt x="3024813" y="932074"/>
                  </a:lnTo>
                  <a:lnTo>
                    <a:pt x="2954468" y="923063"/>
                  </a:lnTo>
                  <a:lnTo>
                    <a:pt x="2884124" y="913803"/>
                  </a:lnTo>
                  <a:lnTo>
                    <a:pt x="2813779" y="904286"/>
                  </a:lnTo>
                  <a:lnTo>
                    <a:pt x="2743435" y="894506"/>
                  </a:lnTo>
                  <a:lnTo>
                    <a:pt x="2673090" y="884454"/>
                  </a:lnTo>
                  <a:lnTo>
                    <a:pt x="2602746" y="874124"/>
                  </a:lnTo>
                  <a:lnTo>
                    <a:pt x="2532401" y="863507"/>
                  </a:lnTo>
                  <a:lnTo>
                    <a:pt x="2462057" y="852597"/>
                  </a:lnTo>
                  <a:lnTo>
                    <a:pt x="2391712" y="841384"/>
                  </a:lnTo>
                  <a:lnTo>
                    <a:pt x="2321368" y="829860"/>
                  </a:lnTo>
                  <a:lnTo>
                    <a:pt x="2251023" y="818017"/>
                  </a:lnTo>
                  <a:lnTo>
                    <a:pt x="2180679" y="805845"/>
                  </a:lnTo>
                  <a:lnTo>
                    <a:pt x="2110334" y="793336"/>
                  </a:lnTo>
                  <a:lnTo>
                    <a:pt x="2039990" y="780481"/>
                  </a:lnTo>
                  <a:lnTo>
                    <a:pt x="1969645" y="767269"/>
                  </a:lnTo>
                  <a:lnTo>
                    <a:pt x="1899301" y="753692"/>
                  </a:lnTo>
                  <a:lnTo>
                    <a:pt x="1828956" y="739737"/>
                  </a:lnTo>
                  <a:lnTo>
                    <a:pt x="1758612" y="725397"/>
                  </a:lnTo>
                  <a:lnTo>
                    <a:pt x="1688267" y="710658"/>
                  </a:lnTo>
                  <a:lnTo>
                    <a:pt x="1617923" y="695512"/>
                  </a:lnTo>
                  <a:lnTo>
                    <a:pt x="1547578" y="679945"/>
                  </a:lnTo>
                  <a:lnTo>
                    <a:pt x="1477234" y="663947"/>
                  </a:lnTo>
                  <a:lnTo>
                    <a:pt x="1406889" y="647506"/>
                  </a:lnTo>
                  <a:lnTo>
                    <a:pt x="1336545" y="630609"/>
                  </a:lnTo>
                  <a:lnTo>
                    <a:pt x="1266200" y="613244"/>
                  </a:lnTo>
                  <a:lnTo>
                    <a:pt x="1195856" y="595398"/>
                  </a:lnTo>
                  <a:lnTo>
                    <a:pt x="1125511" y="577057"/>
                  </a:lnTo>
                  <a:lnTo>
                    <a:pt x="1055167" y="558207"/>
                  </a:lnTo>
                  <a:lnTo>
                    <a:pt x="984822" y="538836"/>
                  </a:lnTo>
                  <a:lnTo>
                    <a:pt x="914478" y="518927"/>
                  </a:lnTo>
                  <a:lnTo>
                    <a:pt x="844133" y="498467"/>
                  </a:lnTo>
                  <a:lnTo>
                    <a:pt x="773789" y="477439"/>
                  </a:lnTo>
                  <a:lnTo>
                    <a:pt x="703444" y="455829"/>
                  </a:lnTo>
                  <a:lnTo>
                    <a:pt x="633100" y="433620"/>
                  </a:lnTo>
                  <a:lnTo>
                    <a:pt x="562755" y="410796"/>
                  </a:lnTo>
                  <a:lnTo>
                    <a:pt x="492411" y="387339"/>
                  </a:lnTo>
                  <a:lnTo>
                    <a:pt x="422066" y="363232"/>
                  </a:lnTo>
                  <a:lnTo>
                    <a:pt x="351722" y="338457"/>
                  </a:lnTo>
                  <a:lnTo>
                    <a:pt x="281377" y="312995"/>
                  </a:lnTo>
                  <a:lnTo>
                    <a:pt x="211033" y="286827"/>
                  </a:lnTo>
                  <a:lnTo>
                    <a:pt x="140688" y="259935"/>
                  </a:lnTo>
                  <a:lnTo>
                    <a:pt x="70344" y="232297"/>
                  </a:lnTo>
                  <a:lnTo>
                    <a:pt x="0" y="2038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967882" y="2143092"/>
              <a:ext cx="5231534" cy="1186860"/>
            </a:xfrm>
            <a:custGeom>
              <a:avLst/>
              <a:pathLst>
                <a:path w="5231534" h="1186860">
                  <a:moveTo>
                    <a:pt x="0" y="0"/>
                  </a:moveTo>
                  <a:lnTo>
                    <a:pt x="26042" y="31471"/>
                  </a:lnTo>
                  <a:lnTo>
                    <a:pt x="96386" y="110966"/>
                  </a:lnTo>
                  <a:lnTo>
                    <a:pt x="166731" y="185306"/>
                  </a:lnTo>
                  <a:lnTo>
                    <a:pt x="237075" y="254824"/>
                  </a:lnTo>
                  <a:lnTo>
                    <a:pt x="307420" y="319834"/>
                  </a:lnTo>
                  <a:lnTo>
                    <a:pt x="377764" y="380628"/>
                  </a:lnTo>
                  <a:lnTo>
                    <a:pt x="448109" y="437478"/>
                  </a:lnTo>
                  <a:lnTo>
                    <a:pt x="518453" y="490642"/>
                  </a:lnTo>
                  <a:lnTo>
                    <a:pt x="588798" y="540358"/>
                  </a:lnTo>
                  <a:lnTo>
                    <a:pt x="659142" y="586849"/>
                  </a:lnTo>
                  <a:lnTo>
                    <a:pt x="729487" y="630325"/>
                  </a:lnTo>
                  <a:lnTo>
                    <a:pt x="799831" y="670982"/>
                  </a:lnTo>
                  <a:lnTo>
                    <a:pt x="870176" y="709001"/>
                  </a:lnTo>
                  <a:lnTo>
                    <a:pt x="940520" y="744555"/>
                  </a:lnTo>
                  <a:lnTo>
                    <a:pt x="1010865" y="777803"/>
                  </a:lnTo>
                  <a:lnTo>
                    <a:pt x="1081209" y="808895"/>
                  </a:lnTo>
                  <a:lnTo>
                    <a:pt x="1151554" y="837970"/>
                  </a:lnTo>
                  <a:lnTo>
                    <a:pt x="1221898" y="865160"/>
                  </a:lnTo>
                  <a:lnTo>
                    <a:pt x="1292242" y="890586"/>
                  </a:lnTo>
                  <a:lnTo>
                    <a:pt x="1362587" y="914363"/>
                  </a:lnTo>
                  <a:lnTo>
                    <a:pt x="1432931" y="936598"/>
                  </a:lnTo>
                  <a:lnTo>
                    <a:pt x="1503276" y="957391"/>
                  </a:lnTo>
                  <a:lnTo>
                    <a:pt x="1573620" y="965751"/>
                  </a:lnTo>
                  <a:lnTo>
                    <a:pt x="1643965" y="973610"/>
                  </a:lnTo>
                  <a:lnTo>
                    <a:pt x="1714309" y="981257"/>
                  </a:lnTo>
                  <a:lnTo>
                    <a:pt x="1784654" y="988699"/>
                  </a:lnTo>
                  <a:lnTo>
                    <a:pt x="1854998" y="995939"/>
                  </a:lnTo>
                  <a:lnTo>
                    <a:pt x="1925343" y="1002984"/>
                  </a:lnTo>
                  <a:lnTo>
                    <a:pt x="1995687" y="1009840"/>
                  </a:lnTo>
                  <a:lnTo>
                    <a:pt x="2066032" y="1016510"/>
                  </a:lnTo>
                  <a:lnTo>
                    <a:pt x="2136376" y="1023001"/>
                  </a:lnTo>
                  <a:lnTo>
                    <a:pt x="2206721" y="1029316"/>
                  </a:lnTo>
                  <a:lnTo>
                    <a:pt x="2277065" y="1035462"/>
                  </a:lnTo>
                  <a:lnTo>
                    <a:pt x="2347410" y="1041441"/>
                  </a:lnTo>
                  <a:lnTo>
                    <a:pt x="2417754" y="1047259"/>
                  </a:lnTo>
                  <a:lnTo>
                    <a:pt x="2488099" y="1052921"/>
                  </a:lnTo>
                  <a:lnTo>
                    <a:pt x="2558443" y="1058429"/>
                  </a:lnTo>
                  <a:lnTo>
                    <a:pt x="2628788" y="1063790"/>
                  </a:lnTo>
                  <a:lnTo>
                    <a:pt x="2699132" y="1069005"/>
                  </a:lnTo>
                  <a:lnTo>
                    <a:pt x="2769477" y="1074080"/>
                  </a:lnTo>
                  <a:lnTo>
                    <a:pt x="2839821" y="1079018"/>
                  </a:lnTo>
                  <a:lnTo>
                    <a:pt x="2910166" y="1083823"/>
                  </a:lnTo>
                  <a:lnTo>
                    <a:pt x="2980510" y="1088499"/>
                  </a:lnTo>
                  <a:lnTo>
                    <a:pt x="3050855" y="1093048"/>
                  </a:lnTo>
                  <a:lnTo>
                    <a:pt x="3121199" y="1097475"/>
                  </a:lnTo>
                  <a:lnTo>
                    <a:pt x="3191544" y="1101782"/>
                  </a:lnTo>
                  <a:lnTo>
                    <a:pt x="3261888" y="1105973"/>
                  </a:lnTo>
                  <a:lnTo>
                    <a:pt x="3332233" y="1110051"/>
                  </a:lnTo>
                  <a:lnTo>
                    <a:pt x="3402577" y="1114019"/>
                  </a:lnTo>
                  <a:lnTo>
                    <a:pt x="3472922" y="1117880"/>
                  </a:lnTo>
                  <a:lnTo>
                    <a:pt x="3543266" y="1121637"/>
                  </a:lnTo>
                  <a:lnTo>
                    <a:pt x="3613611" y="1125293"/>
                  </a:lnTo>
                  <a:lnTo>
                    <a:pt x="3683955" y="1128850"/>
                  </a:lnTo>
                  <a:lnTo>
                    <a:pt x="3754300" y="1132311"/>
                  </a:lnTo>
                  <a:lnTo>
                    <a:pt x="3824644" y="1135679"/>
                  </a:lnTo>
                  <a:lnTo>
                    <a:pt x="3894989" y="1138956"/>
                  </a:lnTo>
                  <a:lnTo>
                    <a:pt x="3965333" y="1142145"/>
                  </a:lnTo>
                  <a:lnTo>
                    <a:pt x="4035678" y="1145247"/>
                  </a:lnTo>
                  <a:lnTo>
                    <a:pt x="4106022" y="1148266"/>
                  </a:lnTo>
                  <a:lnTo>
                    <a:pt x="4176367" y="1151204"/>
                  </a:lnTo>
                  <a:lnTo>
                    <a:pt x="4246711" y="1154062"/>
                  </a:lnTo>
                  <a:lnTo>
                    <a:pt x="4317056" y="1156844"/>
                  </a:lnTo>
                  <a:lnTo>
                    <a:pt x="4387400" y="1159550"/>
                  </a:lnTo>
                  <a:lnTo>
                    <a:pt x="4457745" y="1162183"/>
                  </a:lnTo>
                  <a:lnTo>
                    <a:pt x="4528089" y="1164746"/>
                  </a:lnTo>
                  <a:lnTo>
                    <a:pt x="4598434" y="1167239"/>
                  </a:lnTo>
                  <a:lnTo>
                    <a:pt x="4668778" y="1169665"/>
                  </a:lnTo>
                  <a:lnTo>
                    <a:pt x="4739123" y="1172025"/>
                  </a:lnTo>
                  <a:lnTo>
                    <a:pt x="4809467" y="1174322"/>
                  </a:lnTo>
                  <a:lnTo>
                    <a:pt x="4879812" y="1176557"/>
                  </a:lnTo>
                  <a:lnTo>
                    <a:pt x="4950156" y="1178732"/>
                  </a:lnTo>
                  <a:lnTo>
                    <a:pt x="5020500" y="1180848"/>
                  </a:lnTo>
                  <a:lnTo>
                    <a:pt x="5090845" y="1182907"/>
                  </a:lnTo>
                  <a:lnTo>
                    <a:pt x="5161189" y="1184910"/>
                  </a:lnTo>
                  <a:lnTo>
                    <a:pt x="5231534" y="1186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35312" y="2346985"/>
              <a:ext cx="6964104" cy="1044730"/>
            </a:xfrm>
            <a:custGeom>
              <a:avLst/>
              <a:pathLst>
                <a:path w="6964104" h="1044730">
                  <a:moveTo>
                    <a:pt x="6964104" y="1044730"/>
                  </a:moveTo>
                  <a:lnTo>
                    <a:pt x="6893760" y="1044135"/>
                  </a:lnTo>
                  <a:lnTo>
                    <a:pt x="6823415" y="1043498"/>
                  </a:lnTo>
                  <a:lnTo>
                    <a:pt x="6753071" y="1042818"/>
                  </a:lnTo>
                  <a:lnTo>
                    <a:pt x="6682726" y="1042091"/>
                  </a:lnTo>
                  <a:lnTo>
                    <a:pt x="6612382" y="1041313"/>
                  </a:lnTo>
                  <a:lnTo>
                    <a:pt x="6542037" y="1040481"/>
                  </a:lnTo>
                  <a:lnTo>
                    <a:pt x="6471693" y="1039591"/>
                  </a:lnTo>
                  <a:lnTo>
                    <a:pt x="6401348" y="1038640"/>
                  </a:lnTo>
                  <a:lnTo>
                    <a:pt x="6331004" y="1037622"/>
                  </a:lnTo>
                  <a:lnTo>
                    <a:pt x="6260659" y="1036535"/>
                  </a:lnTo>
                  <a:lnTo>
                    <a:pt x="6190315" y="1035371"/>
                  </a:lnTo>
                  <a:lnTo>
                    <a:pt x="6119970" y="1034127"/>
                  </a:lnTo>
                  <a:lnTo>
                    <a:pt x="6049626" y="1032797"/>
                  </a:lnTo>
                  <a:lnTo>
                    <a:pt x="5979281" y="1031374"/>
                  </a:lnTo>
                  <a:lnTo>
                    <a:pt x="5908937" y="1029853"/>
                  </a:lnTo>
                  <a:lnTo>
                    <a:pt x="5838592" y="1028226"/>
                  </a:lnTo>
                  <a:lnTo>
                    <a:pt x="5768248" y="1026487"/>
                  </a:lnTo>
                  <a:lnTo>
                    <a:pt x="5697903" y="1024627"/>
                  </a:lnTo>
                  <a:lnTo>
                    <a:pt x="5627559" y="1022638"/>
                  </a:lnTo>
                  <a:lnTo>
                    <a:pt x="5557214" y="1020511"/>
                  </a:lnTo>
                  <a:lnTo>
                    <a:pt x="5486870" y="1018236"/>
                  </a:lnTo>
                  <a:lnTo>
                    <a:pt x="5416525" y="1015804"/>
                  </a:lnTo>
                  <a:lnTo>
                    <a:pt x="5346181" y="1013202"/>
                  </a:lnTo>
                  <a:lnTo>
                    <a:pt x="5275836" y="1010421"/>
                  </a:lnTo>
                  <a:lnTo>
                    <a:pt x="5205492" y="1007447"/>
                  </a:lnTo>
                  <a:lnTo>
                    <a:pt x="5135147" y="1004266"/>
                  </a:lnTo>
                  <a:lnTo>
                    <a:pt x="5064803" y="1000865"/>
                  </a:lnTo>
                  <a:lnTo>
                    <a:pt x="4994458" y="997227"/>
                  </a:lnTo>
                  <a:lnTo>
                    <a:pt x="4924114" y="993338"/>
                  </a:lnTo>
                  <a:lnTo>
                    <a:pt x="4853769" y="989179"/>
                  </a:lnTo>
                  <a:lnTo>
                    <a:pt x="4783425" y="984731"/>
                  </a:lnTo>
                  <a:lnTo>
                    <a:pt x="4713080" y="979975"/>
                  </a:lnTo>
                  <a:lnTo>
                    <a:pt x="4642736" y="974889"/>
                  </a:lnTo>
                  <a:lnTo>
                    <a:pt x="4572391" y="969451"/>
                  </a:lnTo>
                  <a:lnTo>
                    <a:pt x="4502047" y="963635"/>
                  </a:lnTo>
                  <a:lnTo>
                    <a:pt x="4431702" y="957416"/>
                  </a:lnTo>
                  <a:lnTo>
                    <a:pt x="4361358" y="950765"/>
                  </a:lnTo>
                  <a:lnTo>
                    <a:pt x="4291013" y="943653"/>
                  </a:lnTo>
                  <a:lnTo>
                    <a:pt x="4220669" y="936049"/>
                  </a:lnTo>
                  <a:lnTo>
                    <a:pt x="4150324" y="927916"/>
                  </a:lnTo>
                  <a:lnTo>
                    <a:pt x="4079980" y="919220"/>
                  </a:lnTo>
                  <a:lnTo>
                    <a:pt x="4009635" y="909920"/>
                  </a:lnTo>
                  <a:lnTo>
                    <a:pt x="3939291" y="899976"/>
                  </a:lnTo>
                  <a:lnTo>
                    <a:pt x="3868946" y="889342"/>
                  </a:lnTo>
                  <a:lnTo>
                    <a:pt x="3798602" y="877970"/>
                  </a:lnTo>
                  <a:lnTo>
                    <a:pt x="3728257" y="865810"/>
                  </a:lnTo>
                  <a:lnTo>
                    <a:pt x="3657913" y="852806"/>
                  </a:lnTo>
                  <a:lnTo>
                    <a:pt x="3587569" y="838900"/>
                  </a:lnTo>
                  <a:lnTo>
                    <a:pt x="3517224" y="824030"/>
                  </a:lnTo>
                  <a:lnTo>
                    <a:pt x="3446880" y="808129"/>
                  </a:lnTo>
                  <a:lnTo>
                    <a:pt x="3376535" y="791125"/>
                  </a:lnTo>
                  <a:lnTo>
                    <a:pt x="3306191" y="772942"/>
                  </a:lnTo>
                  <a:lnTo>
                    <a:pt x="3235846" y="753780"/>
                  </a:lnTo>
                  <a:lnTo>
                    <a:pt x="3165502" y="745479"/>
                  </a:lnTo>
                  <a:lnTo>
                    <a:pt x="3095157" y="736948"/>
                  </a:lnTo>
                  <a:lnTo>
                    <a:pt x="3024813" y="728180"/>
                  </a:lnTo>
                  <a:lnTo>
                    <a:pt x="2954468" y="719170"/>
                  </a:lnTo>
                  <a:lnTo>
                    <a:pt x="2884124" y="709910"/>
                  </a:lnTo>
                  <a:lnTo>
                    <a:pt x="2813779" y="700393"/>
                  </a:lnTo>
                  <a:lnTo>
                    <a:pt x="2743435" y="690612"/>
                  </a:lnTo>
                  <a:lnTo>
                    <a:pt x="2673090" y="680561"/>
                  </a:lnTo>
                  <a:lnTo>
                    <a:pt x="2602746" y="670230"/>
                  </a:lnTo>
                  <a:lnTo>
                    <a:pt x="2532401" y="659614"/>
                  </a:lnTo>
                  <a:lnTo>
                    <a:pt x="2462057" y="648703"/>
                  </a:lnTo>
                  <a:lnTo>
                    <a:pt x="2391712" y="637490"/>
                  </a:lnTo>
                  <a:lnTo>
                    <a:pt x="2321368" y="625966"/>
                  </a:lnTo>
                  <a:lnTo>
                    <a:pt x="2251023" y="614123"/>
                  </a:lnTo>
                  <a:lnTo>
                    <a:pt x="2180679" y="601952"/>
                  </a:lnTo>
                  <a:lnTo>
                    <a:pt x="2110334" y="589443"/>
                  </a:lnTo>
                  <a:lnTo>
                    <a:pt x="2039990" y="576588"/>
                  </a:lnTo>
                  <a:lnTo>
                    <a:pt x="1969645" y="563376"/>
                  </a:lnTo>
                  <a:lnTo>
                    <a:pt x="1899301" y="549798"/>
                  </a:lnTo>
                  <a:lnTo>
                    <a:pt x="1828956" y="535844"/>
                  </a:lnTo>
                  <a:lnTo>
                    <a:pt x="1758612" y="521503"/>
                  </a:lnTo>
                  <a:lnTo>
                    <a:pt x="1688267" y="506765"/>
                  </a:lnTo>
                  <a:lnTo>
                    <a:pt x="1617923" y="491618"/>
                  </a:lnTo>
                  <a:lnTo>
                    <a:pt x="1547578" y="476052"/>
                  </a:lnTo>
                  <a:lnTo>
                    <a:pt x="1477234" y="460054"/>
                  </a:lnTo>
                  <a:lnTo>
                    <a:pt x="1406889" y="443613"/>
                  </a:lnTo>
                  <a:lnTo>
                    <a:pt x="1336545" y="426716"/>
                  </a:lnTo>
                  <a:lnTo>
                    <a:pt x="1266200" y="409350"/>
                  </a:lnTo>
                  <a:lnTo>
                    <a:pt x="1195856" y="391504"/>
                  </a:lnTo>
                  <a:lnTo>
                    <a:pt x="1125511" y="373163"/>
                  </a:lnTo>
                  <a:lnTo>
                    <a:pt x="1055167" y="354314"/>
                  </a:lnTo>
                  <a:lnTo>
                    <a:pt x="984822" y="334942"/>
                  </a:lnTo>
                  <a:lnTo>
                    <a:pt x="914478" y="315033"/>
                  </a:lnTo>
                  <a:lnTo>
                    <a:pt x="844133" y="294573"/>
                  </a:lnTo>
                  <a:lnTo>
                    <a:pt x="773789" y="273546"/>
                  </a:lnTo>
                  <a:lnTo>
                    <a:pt x="703444" y="251936"/>
                  </a:lnTo>
                  <a:lnTo>
                    <a:pt x="633100" y="229727"/>
                  </a:lnTo>
                  <a:lnTo>
                    <a:pt x="562755" y="206902"/>
                  </a:lnTo>
                  <a:lnTo>
                    <a:pt x="492411" y="183445"/>
                  </a:lnTo>
                  <a:lnTo>
                    <a:pt x="422066" y="159338"/>
                  </a:lnTo>
                  <a:lnTo>
                    <a:pt x="351722" y="134563"/>
                  </a:lnTo>
                  <a:lnTo>
                    <a:pt x="281377" y="109101"/>
                  </a:lnTo>
                  <a:lnTo>
                    <a:pt x="211033" y="82934"/>
                  </a:lnTo>
                  <a:lnTo>
                    <a:pt x="140688" y="56041"/>
                  </a:lnTo>
                  <a:lnTo>
                    <a:pt x="70344" y="2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334237" y="2143092"/>
              <a:ext cx="5865179" cy="1232637"/>
            </a:xfrm>
            <a:custGeom>
              <a:avLst/>
              <a:pathLst>
                <a:path w="5865179" h="1232637">
                  <a:moveTo>
                    <a:pt x="0" y="0"/>
                  </a:moveTo>
                  <a:lnTo>
                    <a:pt x="26586" y="22550"/>
                  </a:lnTo>
                  <a:lnTo>
                    <a:pt x="96930" y="79467"/>
                  </a:lnTo>
                  <a:lnTo>
                    <a:pt x="167275" y="133759"/>
                  </a:lnTo>
                  <a:lnTo>
                    <a:pt x="237619" y="185549"/>
                  </a:lnTo>
                  <a:lnTo>
                    <a:pt x="307964" y="234951"/>
                  </a:lnTo>
                  <a:lnTo>
                    <a:pt x="378308" y="282076"/>
                  </a:lnTo>
                  <a:lnTo>
                    <a:pt x="448653" y="327028"/>
                  </a:lnTo>
                  <a:lnTo>
                    <a:pt x="518997" y="369908"/>
                  </a:lnTo>
                  <a:lnTo>
                    <a:pt x="589342" y="410812"/>
                  </a:lnTo>
                  <a:lnTo>
                    <a:pt x="659686" y="449829"/>
                  </a:lnTo>
                  <a:lnTo>
                    <a:pt x="730031" y="487049"/>
                  </a:lnTo>
                  <a:lnTo>
                    <a:pt x="800375" y="522552"/>
                  </a:lnTo>
                  <a:lnTo>
                    <a:pt x="870720" y="556419"/>
                  </a:lnTo>
                  <a:lnTo>
                    <a:pt x="941064" y="588724"/>
                  </a:lnTo>
                  <a:lnTo>
                    <a:pt x="1011409" y="619540"/>
                  </a:lnTo>
                  <a:lnTo>
                    <a:pt x="1081753" y="648936"/>
                  </a:lnTo>
                  <a:lnTo>
                    <a:pt x="1152098" y="676976"/>
                  </a:lnTo>
                  <a:lnTo>
                    <a:pt x="1222442" y="703724"/>
                  </a:lnTo>
                  <a:lnTo>
                    <a:pt x="1292787" y="729239"/>
                  </a:lnTo>
                  <a:lnTo>
                    <a:pt x="1363131" y="753578"/>
                  </a:lnTo>
                  <a:lnTo>
                    <a:pt x="1433476" y="776794"/>
                  </a:lnTo>
                  <a:lnTo>
                    <a:pt x="1503820" y="798940"/>
                  </a:lnTo>
                  <a:lnTo>
                    <a:pt x="1574165" y="820066"/>
                  </a:lnTo>
                  <a:lnTo>
                    <a:pt x="1644509" y="840217"/>
                  </a:lnTo>
                  <a:lnTo>
                    <a:pt x="1714854" y="859440"/>
                  </a:lnTo>
                  <a:lnTo>
                    <a:pt x="1785198" y="877776"/>
                  </a:lnTo>
                  <a:lnTo>
                    <a:pt x="1855543" y="895268"/>
                  </a:lnTo>
                  <a:lnTo>
                    <a:pt x="1925887" y="911952"/>
                  </a:lnTo>
                  <a:lnTo>
                    <a:pt x="1996232" y="927868"/>
                  </a:lnTo>
                  <a:lnTo>
                    <a:pt x="2066576" y="943050"/>
                  </a:lnTo>
                  <a:lnTo>
                    <a:pt x="2136921" y="957532"/>
                  </a:lnTo>
                  <a:lnTo>
                    <a:pt x="2207265" y="971347"/>
                  </a:lnTo>
                  <a:lnTo>
                    <a:pt x="2277609" y="984524"/>
                  </a:lnTo>
                  <a:lnTo>
                    <a:pt x="2347954" y="997094"/>
                  </a:lnTo>
                  <a:lnTo>
                    <a:pt x="2418298" y="1009085"/>
                  </a:lnTo>
                  <a:lnTo>
                    <a:pt x="2488643" y="1020523"/>
                  </a:lnTo>
                  <a:lnTo>
                    <a:pt x="2558987" y="1031434"/>
                  </a:lnTo>
                  <a:lnTo>
                    <a:pt x="2629332" y="1041841"/>
                  </a:lnTo>
                  <a:lnTo>
                    <a:pt x="2699676" y="1051769"/>
                  </a:lnTo>
                  <a:lnTo>
                    <a:pt x="2770021" y="1061240"/>
                  </a:lnTo>
                  <a:lnTo>
                    <a:pt x="2840365" y="1070273"/>
                  </a:lnTo>
                  <a:lnTo>
                    <a:pt x="2910710" y="1078891"/>
                  </a:lnTo>
                  <a:lnTo>
                    <a:pt x="2981054" y="1087111"/>
                  </a:lnTo>
                  <a:lnTo>
                    <a:pt x="3051399" y="1094952"/>
                  </a:lnTo>
                  <a:lnTo>
                    <a:pt x="3121743" y="1102431"/>
                  </a:lnTo>
                  <a:lnTo>
                    <a:pt x="3192088" y="1109566"/>
                  </a:lnTo>
                  <a:lnTo>
                    <a:pt x="3262432" y="1116372"/>
                  </a:lnTo>
                  <a:lnTo>
                    <a:pt x="3332777" y="1122864"/>
                  </a:lnTo>
                  <a:lnTo>
                    <a:pt x="3403121" y="1129057"/>
                  </a:lnTo>
                  <a:lnTo>
                    <a:pt x="3473466" y="1134964"/>
                  </a:lnTo>
                  <a:lnTo>
                    <a:pt x="3543810" y="1140599"/>
                  </a:lnTo>
                  <a:lnTo>
                    <a:pt x="3614155" y="1145974"/>
                  </a:lnTo>
                  <a:lnTo>
                    <a:pt x="3684499" y="1151102"/>
                  </a:lnTo>
                  <a:lnTo>
                    <a:pt x="3754844" y="1155993"/>
                  </a:lnTo>
                  <a:lnTo>
                    <a:pt x="3825188" y="1160659"/>
                  </a:lnTo>
                  <a:lnTo>
                    <a:pt x="3895533" y="1165109"/>
                  </a:lnTo>
                  <a:lnTo>
                    <a:pt x="3965877" y="1169355"/>
                  </a:lnTo>
                  <a:lnTo>
                    <a:pt x="4036222" y="1173404"/>
                  </a:lnTo>
                  <a:lnTo>
                    <a:pt x="4106566" y="1177267"/>
                  </a:lnTo>
                  <a:lnTo>
                    <a:pt x="4176911" y="1180952"/>
                  </a:lnTo>
                  <a:lnTo>
                    <a:pt x="4247255" y="1184467"/>
                  </a:lnTo>
                  <a:lnTo>
                    <a:pt x="4317600" y="1187820"/>
                  </a:lnTo>
                  <a:lnTo>
                    <a:pt x="4387944" y="1191019"/>
                  </a:lnTo>
                  <a:lnTo>
                    <a:pt x="4458289" y="1194070"/>
                  </a:lnTo>
                  <a:lnTo>
                    <a:pt x="4528633" y="1196980"/>
                  </a:lnTo>
                  <a:lnTo>
                    <a:pt x="4598978" y="1199756"/>
                  </a:lnTo>
                  <a:lnTo>
                    <a:pt x="4669322" y="1202404"/>
                  </a:lnTo>
                  <a:lnTo>
                    <a:pt x="4739667" y="1204930"/>
                  </a:lnTo>
                  <a:lnTo>
                    <a:pt x="4810011" y="1207340"/>
                  </a:lnTo>
                  <a:lnTo>
                    <a:pt x="4880356" y="1209639"/>
                  </a:lnTo>
                  <a:lnTo>
                    <a:pt x="4950700" y="1211831"/>
                  </a:lnTo>
                  <a:lnTo>
                    <a:pt x="5021045" y="1213923"/>
                  </a:lnTo>
                  <a:lnTo>
                    <a:pt x="5091389" y="1215918"/>
                  </a:lnTo>
                  <a:lnTo>
                    <a:pt x="5161734" y="1217821"/>
                  </a:lnTo>
                  <a:lnTo>
                    <a:pt x="5232078" y="1219636"/>
                  </a:lnTo>
                  <a:lnTo>
                    <a:pt x="5302423" y="1221368"/>
                  </a:lnTo>
                  <a:lnTo>
                    <a:pt x="5372767" y="1223020"/>
                  </a:lnTo>
                  <a:lnTo>
                    <a:pt x="5443112" y="1224596"/>
                  </a:lnTo>
                  <a:lnTo>
                    <a:pt x="5513456" y="1226099"/>
                  </a:lnTo>
                  <a:lnTo>
                    <a:pt x="5583801" y="1227533"/>
                  </a:lnTo>
                  <a:lnTo>
                    <a:pt x="5654145" y="1228900"/>
                  </a:lnTo>
                  <a:lnTo>
                    <a:pt x="5724490" y="1230205"/>
                  </a:lnTo>
                  <a:lnTo>
                    <a:pt x="5794834" y="1231450"/>
                  </a:lnTo>
                  <a:lnTo>
                    <a:pt x="5865179" y="12326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87106" y="3100960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472829" y="2143092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62297" y="336024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62297" y="306090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62297" y="276157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62297" y="246224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62297" y="21629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516846" y="3522791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584458" y="3522791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571282" y="3522791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928340" y="3662467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138035" y="2751517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87106" y="1966152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(1.37-2.16), p_Bonf = &lt;0.001 (n = 6)  |  per IQR decline (Δ = 29.5 %): 4.95 (2.53-9.70)  |  IQR: [-15.6, 13.9] %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87106" y="1739378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  <p:sp>
          <p:nvSpPr>
            <p:cNvPr id="39" name="pl39"/>
            <p:cNvSpPr/>
            <p:nvPr/>
          </p:nvSpPr>
          <p:spPr>
            <a:xfrm>
              <a:off x="887106" y="5444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87106" y="5144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87106" y="4845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87106" y="4546018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98330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179046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259763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340479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421196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5019130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582629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663346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744062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4779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87106" y="5593686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87106" y="4995019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87106" y="4695685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87106" y="4396351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1386885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2194051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3001216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3808382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4615547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5422713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6229878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7037044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784420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g67"/>
            <p:cNvSpPr/>
            <p:nvPr/>
          </p:nvSpPr>
          <p:spPr>
            <a:xfrm>
              <a:off x="1235312" y="4336484"/>
              <a:ext cx="6964104" cy="1248623"/>
            </a:xfrm>
            <a:custGeom>
              <a:avLst/>
              <a:pathLst>
                <a:path w="6964104" h="1248623">
                  <a:moveTo>
                    <a:pt x="1732570" y="0"/>
                  </a:moveTo>
                  <a:lnTo>
                    <a:pt x="1758612" y="31471"/>
                  </a:lnTo>
                  <a:lnTo>
                    <a:pt x="1828956" y="110966"/>
                  </a:lnTo>
                  <a:lnTo>
                    <a:pt x="1899301" y="185306"/>
                  </a:lnTo>
                  <a:lnTo>
                    <a:pt x="1969645" y="254824"/>
                  </a:lnTo>
                  <a:lnTo>
                    <a:pt x="2039990" y="319834"/>
                  </a:lnTo>
                  <a:lnTo>
                    <a:pt x="2110334" y="380628"/>
                  </a:lnTo>
                  <a:lnTo>
                    <a:pt x="2180679" y="437478"/>
                  </a:lnTo>
                  <a:lnTo>
                    <a:pt x="2251023" y="490642"/>
                  </a:lnTo>
                  <a:lnTo>
                    <a:pt x="2321368" y="540358"/>
                  </a:lnTo>
                  <a:lnTo>
                    <a:pt x="2391712" y="586849"/>
                  </a:lnTo>
                  <a:lnTo>
                    <a:pt x="2462057" y="630325"/>
                  </a:lnTo>
                  <a:lnTo>
                    <a:pt x="2532401" y="670982"/>
                  </a:lnTo>
                  <a:lnTo>
                    <a:pt x="2602746" y="709001"/>
                  </a:lnTo>
                  <a:lnTo>
                    <a:pt x="2673090" y="744555"/>
                  </a:lnTo>
                  <a:lnTo>
                    <a:pt x="2743435" y="777803"/>
                  </a:lnTo>
                  <a:lnTo>
                    <a:pt x="2813779" y="808895"/>
                  </a:lnTo>
                  <a:lnTo>
                    <a:pt x="2884124" y="837970"/>
                  </a:lnTo>
                  <a:lnTo>
                    <a:pt x="2954468" y="865160"/>
                  </a:lnTo>
                  <a:lnTo>
                    <a:pt x="3024813" y="890586"/>
                  </a:lnTo>
                  <a:lnTo>
                    <a:pt x="3095157" y="914363"/>
                  </a:lnTo>
                  <a:lnTo>
                    <a:pt x="3165502" y="936598"/>
                  </a:lnTo>
                  <a:lnTo>
                    <a:pt x="3235846" y="957391"/>
                  </a:lnTo>
                  <a:lnTo>
                    <a:pt x="3306191" y="965751"/>
                  </a:lnTo>
                  <a:lnTo>
                    <a:pt x="3376535" y="973610"/>
                  </a:lnTo>
                  <a:lnTo>
                    <a:pt x="3446880" y="981257"/>
                  </a:lnTo>
                  <a:lnTo>
                    <a:pt x="3517224" y="988699"/>
                  </a:lnTo>
                  <a:lnTo>
                    <a:pt x="3587569" y="995939"/>
                  </a:lnTo>
                  <a:lnTo>
                    <a:pt x="3657913" y="1002984"/>
                  </a:lnTo>
                  <a:lnTo>
                    <a:pt x="3728257" y="1009840"/>
                  </a:lnTo>
                  <a:lnTo>
                    <a:pt x="3798602" y="1016510"/>
                  </a:lnTo>
                  <a:lnTo>
                    <a:pt x="3868946" y="1023001"/>
                  </a:lnTo>
                  <a:lnTo>
                    <a:pt x="3939291" y="1029316"/>
                  </a:lnTo>
                  <a:lnTo>
                    <a:pt x="4009635" y="1035462"/>
                  </a:lnTo>
                  <a:lnTo>
                    <a:pt x="4079980" y="1041441"/>
                  </a:lnTo>
                  <a:lnTo>
                    <a:pt x="4150324" y="1047259"/>
                  </a:lnTo>
                  <a:lnTo>
                    <a:pt x="4220669" y="1052921"/>
                  </a:lnTo>
                  <a:lnTo>
                    <a:pt x="4291013" y="1058429"/>
                  </a:lnTo>
                  <a:lnTo>
                    <a:pt x="4361358" y="1063790"/>
                  </a:lnTo>
                  <a:lnTo>
                    <a:pt x="4431702" y="1069005"/>
                  </a:lnTo>
                  <a:lnTo>
                    <a:pt x="4502047" y="1074080"/>
                  </a:lnTo>
                  <a:lnTo>
                    <a:pt x="4572391" y="1079018"/>
                  </a:lnTo>
                  <a:lnTo>
                    <a:pt x="4642736" y="1083823"/>
                  </a:lnTo>
                  <a:lnTo>
                    <a:pt x="4713080" y="1088499"/>
                  </a:lnTo>
                  <a:lnTo>
                    <a:pt x="4783425" y="1093048"/>
                  </a:lnTo>
                  <a:lnTo>
                    <a:pt x="4853769" y="1097475"/>
                  </a:lnTo>
                  <a:lnTo>
                    <a:pt x="4924114" y="1101782"/>
                  </a:lnTo>
                  <a:lnTo>
                    <a:pt x="4994458" y="1105973"/>
                  </a:lnTo>
                  <a:lnTo>
                    <a:pt x="5064803" y="1110051"/>
                  </a:lnTo>
                  <a:lnTo>
                    <a:pt x="5135147" y="1114019"/>
                  </a:lnTo>
                  <a:lnTo>
                    <a:pt x="5205492" y="1117880"/>
                  </a:lnTo>
                  <a:lnTo>
                    <a:pt x="5275836" y="1121637"/>
                  </a:lnTo>
                  <a:lnTo>
                    <a:pt x="5346181" y="1125293"/>
                  </a:lnTo>
                  <a:lnTo>
                    <a:pt x="5416525" y="1128850"/>
                  </a:lnTo>
                  <a:lnTo>
                    <a:pt x="5486870" y="1132311"/>
                  </a:lnTo>
                  <a:lnTo>
                    <a:pt x="5557214" y="1135679"/>
                  </a:lnTo>
                  <a:lnTo>
                    <a:pt x="5627559" y="1138956"/>
                  </a:lnTo>
                  <a:lnTo>
                    <a:pt x="5697903" y="1142145"/>
                  </a:lnTo>
                  <a:lnTo>
                    <a:pt x="5768248" y="1145247"/>
                  </a:lnTo>
                  <a:lnTo>
                    <a:pt x="5838592" y="1148266"/>
                  </a:lnTo>
                  <a:lnTo>
                    <a:pt x="5908937" y="1151204"/>
                  </a:lnTo>
                  <a:lnTo>
                    <a:pt x="5979281" y="1154062"/>
                  </a:lnTo>
                  <a:lnTo>
                    <a:pt x="6049626" y="1156844"/>
                  </a:lnTo>
                  <a:lnTo>
                    <a:pt x="6119970" y="1159550"/>
                  </a:lnTo>
                  <a:lnTo>
                    <a:pt x="6190315" y="1162183"/>
                  </a:lnTo>
                  <a:lnTo>
                    <a:pt x="6260659" y="1164746"/>
                  </a:lnTo>
                  <a:lnTo>
                    <a:pt x="6331004" y="1167239"/>
                  </a:lnTo>
                  <a:lnTo>
                    <a:pt x="6401348" y="1169665"/>
                  </a:lnTo>
                  <a:lnTo>
                    <a:pt x="6471693" y="1172025"/>
                  </a:lnTo>
                  <a:lnTo>
                    <a:pt x="6542037" y="1174322"/>
                  </a:lnTo>
                  <a:lnTo>
                    <a:pt x="6612382" y="1176557"/>
                  </a:lnTo>
                  <a:lnTo>
                    <a:pt x="6682726" y="1178732"/>
                  </a:lnTo>
                  <a:lnTo>
                    <a:pt x="6753071" y="1180848"/>
                  </a:lnTo>
                  <a:lnTo>
                    <a:pt x="6823415" y="1182907"/>
                  </a:lnTo>
                  <a:lnTo>
                    <a:pt x="6893760" y="1184910"/>
                  </a:lnTo>
                  <a:lnTo>
                    <a:pt x="6964104" y="1186860"/>
                  </a:lnTo>
                  <a:lnTo>
                    <a:pt x="6964104" y="1248623"/>
                  </a:lnTo>
                  <a:lnTo>
                    <a:pt x="6893760" y="1248028"/>
                  </a:lnTo>
                  <a:lnTo>
                    <a:pt x="6823415" y="1247392"/>
                  </a:lnTo>
                  <a:lnTo>
                    <a:pt x="6753071" y="1246712"/>
                  </a:lnTo>
                  <a:lnTo>
                    <a:pt x="6682726" y="1245984"/>
                  </a:lnTo>
                  <a:lnTo>
                    <a:pt x="6612382" y="1245206"/>
                  </a:lnTo>
                  <a:lnTo>
                    <a:pt x="6542037" y="1244374"/>
                  </a:lnTo>
                  <a:lnTo>
                    <a:pt x="6471693" y="1243485"/>
                  </a:lnTo>
                  <a:lnTo>
                    <a:pt x="6401348" y="1242533"/>
                  </a:lnTo>
                  <a:lnTo>
                    <a:pt x="6331004" y="1241516"/>
                  </a:lnTo>
                  <a:lnTo>
                    <a:pt x="6260659" y="1240428"/>
                  </a:lnTo>
                  <a:lnTo>
                    <a:pt x="6190315" y="1239265"/>
                  </a:lnTo>
                  <a:lnTo>
                    <a:pt x="6119970" y="1238021"/>
                  </a:lnTo>
                  <a:lnTo>
                    <a:pt x="6049626" y="1236690"/>
                  </a:lnTo>
                  <a:lnTo>
                    <a:pt x="5979281" y="1235268"/>
                  </a:lnTo>
                  <a:lnTo>
                    <a:pt x="5908937" y="1233747"/>
                  </a:lnTo>
                  <a:lnTo>
                    <a:pt x="5838592" y="1232120"/>
                  </a:lnTo>
                  <a:lnTo>
                    <a:pt x="5768248" y="1230380"/>
                  </a:lnTo>
                  <a:lnTo>
                    <a:pt x="5697903" y="1228520"/>
                  </a:lnTo>
                  <a:lnTo>
                    <a:pt x="5627559" y="1226531"/>
                  </a:lnTo>
                  <a:lnTo>
                    <a:pt x="5557214" y="1224404"/>
                  </a:lnTo>
                  <a:lnTo>
                    <a:pt x="5486870" y="1222129"/>
                  </a:lnTo>
                  <a:lnTo>
                    <a:pt x="5416525" y="1219697"/>
                  </a:lnTo>
                  <a:lnTo>
                    <a:pt x="5346181" y="1217096"/>
                  </a:lnTo>
                  <a:lnTo>
                    <a:pt x="5275836" y="1214314"/>
                  </a:lnTo>
                  <a:lnTo>
                    <a:pt x="5205492" y="1211340"/>
                  </a:lnTo>
                  <a:lnTo>
                    <a:pt x="5135147" y="1208159"/>
                  </a:lnTo>
                  <a:lnTo>
                    <a:pt x="5064803" y="1204758"/>
                  </a:lnTo>
                  <a:lnTo>
                    <a:pt x="4994458" y="1201121"/>
                  </a:lnTo>
                  <a:lnTo>
                    <a:pt x="4924114" y="1197232"/>
                  </a:lnTo>
                  <a:lnTo>
                    <a:pt x="4853769" y="1193072"/>
                  </a:lnTo>
                  <a:lnTo>
                    <a:pt x="4783425" y="1188625"/>
                  </a:lnTo>
                  <a:lnTo>
                    <a:pt x="4713080" y="1183869"/>
                  </a:lnTo>
                  <a:lnTo>
                    <a:pt x="4642736" y="1178783"/>
                  </a:lnTo>
                  <a:lnTo>
                    <a:pt x="4572391" y="1173344"/>
                  </a:lnTo>
                  <a:lnTo>
                    <a:pt x="4502047" y="1167528"/>
                  </a:lnTo>
                  <a:lnTo>
                    <a:pt x="4431702" y="1161309"/>
                  </a:lnTo>
                  <a:lnTo>
                    <a:pt x="4361358" y="1154659"/>
                  </a:lnTo>
                  <a:lnTo>
                    <a:pt x="4291013" y="1147547"/>
                  </a:lnTo>
                  <a:lnTo>
                    <a:pt x="4220669" y="1139942"/>
                  </a:lnTo>
                  <a:lnTo>
                    <a:pt x="4150324" y="1131810"/>
                  </a:lnTo>
                  <a:lnTo>
                    <a:pt x="4079980" y="1123113"/>
                  </a:lnTo>
                  <a:lnTo>
                    <a:pt x="4009635" y="1113814"/>
                  </a:lnTo>
                  <a:lnTo>
                    <a:pt x="3939291" y="1103869"/>
                  </a:lnTo>
                  <a:lnTo>
                    <a:pt x="3868946" y="1093235"/>
                  </a:lnTo>
                  <a:lnTo>
                    <a:pt x="3798602" y="1081863"/>
                  </a:lnTo>
                  <a:lnTo>
                    <a:pt x="3728257" y="1069703"/>
                  </a:lnTo>
                  <a:lnTo>
                    <a:pt x="3657913" y="1056699"/>
                  </a:lnTo>
                  <a:lnTo>
                    <a:pt x="3587569" y="1042794"/>
                  </a:lnTo>
                  <a:lnTo>
                    <a:pt x="3517224" y="1027924"/>
                  </a:lnTo>
                  <a:lnTo>
                    <a:pt x="3446880" y="1012023"/>
                  </a:lnTo>
                  <a:lnTo>
                    <a:pt x="3376535" y="995019"/>
                  </a:lnTo>
                  <a:lnTo>
                    <a:pt x="3306191" y="976835"/>
                  </a:lnTo>
                  <a:lnTo>
                    <a:pt x="3235846" y="957673"/>
                  </a:lnTo>
                  <a:lnTo>
                    <a:pt x="3165502" y="949372"/>
                  </a:lnTo>
                  <a:lnTo>
                    <a:pt x="3095157" y="940841"/>
                  </a:lnTo>
                  <a:lnTo>
                    <a:pt x="3024813" y="932074"/>
                  </a:lnTo>
                  <a:lnTo>
                    <a:pt x="2954468" y="923063"/>
                  </a:lnTo>
                  <a:lnTo>
                    <a:pt x="2884124" y="913803"/>
                  </a:lnTo>
                  <a:lnTo>
                    <a:pt x="2813779" y="904286"/>
                  </a:lnTo>
                  <a:lnTo>
                    <a:pt x="2743435" y="894506"/>
                  </a:lnTo>
                  <a:lnTo>
                    <a:pt x="2673090" y="884454"/>
                  </a:lnTo>
                  <a:lnTo>
                    <a:pt x="2602746" y="874124"/>
                  </a:lnTo>
                  <a:lnTo>
                    <a:pt x="2532401" y="863507"/>
                  </a:lnTo>
                  <a:lnTo>
                    <a:pt x="2462057" y="852597"/>
                  </a:lnTo>
                  <a:lnTo>
                    <a:pt x="2391712" y="841384"/>
                  </a:lnTo>
                  <a:lnTo>
                    <a:pt x="2321368" y="829860"/>
                  </a:lnTo>
                  <a:lnTo>
                    <a:pt x="2251023" y="818017"/>
                  </a:lnTo>
                  <a:lnTo>
                    <a:pt x="2180679" y="805845"/>
                  </a:lnTo>
                  <a:lnTo>
                    <a:pt x="2110334" y="793336"/>
                  </a:lnTo>
                  <a:lnTo>
                    <a:pt x="2039990" y="780481"/>
                  </a:lnTo>
                  <a:lnTo>
                    <a:pt x="1969645" y="767269"/>
                  </a:lnTo>
                  <a:lnTo>
                    <a:pt x="1899301" y="753692"/>
                  </a:lnTo>
                  <a:lnTo>
                    <a:pt x="1828956" y="739737"/>
                  </a:lnTo>
                  <a:lnTo>
                    <a:pt x="1758612" y="725397"/>
                  </a:lnTo>
                  <a:lnTo>
                    <a:pt x="1688267" y="710658"/>
                  </a:lnTo>
                  <a:lnTo>
                    <a:pt x="1617923" y="695512"/>
                  </a:lnTo>
                  <a:lnTo>
                    <a:pt x="1547578" y="679945"/>
                  </a:lnTo>
                  <a:lnTo>
                    <a:pt x="1477234" y="663947"/>
                  </a:lnTo>
                  <a:lnTo>
                    <a:pt x="1406889" y="647506"/>
                  </a:lnTo>
                  <a:lnTo>
                    <a:pt x="1336545" y="630609"/>
                  </a:lnTo>
                  <a:lnTo>
                    <a:pt x="1266200" y="613244"/>
                  </a:lnTo>
                  <a:lnTo>
                    <a:pt x="1195856" y="595398"/>
                  </a:lnTo>
                  <a:lnTo>
                    <a:pt x="1125511" y="577057"/>
                  </a:lnTo>
                  <a:lnTo>
                    <a:pt x="1055167" y="558207"/>
                  </a:lnTo>
                  <a:lnTo>
                    <a:pt x="984822" y="538836"/>
                  </a:lnTo>
                  <a:lnTo>
                    <a:pt x="914478" y="518927"/>
                  </a:lnTo>
                  <a:lnTo>
                    <a:pt x="844133" y="498467"/>
                  </a:lnTo>
                  <a:lnTo>
                    <a:pt x="773789" y="477439"/>
                  </a:lnTo>
                  <a:lnTo>
                    <a:pt x="703444" y="455829"/>
                  </a:lnTo>
                  <a:lnTo>
                    <a:pt x="633100" y="433620"/>
                  </a:lnTo>
                  <a:lnTo>
                    <a:pt x="562755" y="410796"/>
                  </a:lnTo>
                  <a:lnTo>
                    <a:pt x="492411" y="387339"/>
                  </a:lnTo>
                  <a:lnTo>
                    <a:pt x="422066" y="363232"/>
                  </a:lnTo>
                  <a:lnTo>
                    <a:pt x="351722" y="338457"/>
                  </a:lnTo>
                  <a:lnTo>
                    <a:pt x="281377" y="312995"/>
                  </a:lnTo>
                  <a:lnTo>
                    <a:pt x="211033" y="286827"/>
                  </a:lnTo>
                  <a:lnTo>
                    <a:pt x="140688" y="259935"/>
                  </a:lnTo>
                  <a:lnTo>
                    <a:pt x="70344" y="232297"/>
                  </a:lnTo>
                  <a:lnTo>
                    <a:pt x="0" y="2038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2967882" y="4336484"/>
              <a:ext cx="5231534" cy="1186860"/>
            </a:xfrm>
            <a:custGeom>
              <a:avLst/>
              <a:pathLst>
                <a:path w="5231534" h="1186860">
                  <a:moveTo>
                    <a:pt x="0" y="0"/>
                  </a:moveTo>
                  <a:lnTo>
                    <a:pt x="26042" y="31471"/>
                  </a:lnTo>
                  <a:lnTo>
                    <a:pt x="96386" y="110966"/>
                  </a:lnTo>
                  <a:lnTo>
                    <a:pt x="166731" y="185306"/>
                  </a:lnTo>
                  <a:lnTo>
                    <a:pt x="237075" y="254824"/>
                  </a:lnTo>
                  <a:lnTo>
                    <a:pt x="307420" y="319834"/>
                  </a:lnTo>
                  <a:lnTo>
                    <a:pt x="377764" y="380628"/>
                  </a:lnTo>
                  <a:lnTo>
                    <a:pt x="448109" y="437478"/>
                  </a:lnTo>
                  <a:lnTo>
                    <a:pt x="518453" y="490642"/>
                  </a:lnTo>
                  <a:lnTo>
                    <a:pt x="588798" y="540358"/>
                  </a:lnTo>
                  <a:lnTo>
                    <a:pt x="659142" y="586849"/>
                  </a:lnTo>
                  <a:lnTo>
                    <a:pt x="729487" y="630325"/>
                  </a:lnTo>
                  <a:lnTo>
                    <a:pt x="799831" y="670982"/>
                  </a:lnTo>
                  <a:lnTo>
                    <a:pt x="870176" y="709001"/>
                  </a:lnTo>
                  <a:lnTo>
                    <a:pt x="940520" y="744555"/>
                  </a:lnTo>
                  <a:lnTo>
                    <a:pt x="1010865" y="777803"/>
                  </a:lnTo>
                  <a:lnTo>
                    <a:pt x="1081209" y="808895"/>
                  </a:lnTo>
                  <a:lnTo>
                    <a:pt x="1151554" y="837970"/>
                  </a:lnTo>
                  <a:lnTo>
                    <a:pt x="1221898" y="865160"/>
                  </a:lnTo>
                  <a:lnTo>
                    <a:pt x="1292242" y="890586"/>
                  </a:lnTo>
                  <a:lnTo>
                    <a:pt x="1362587" y="914363"/>
                  </a:lnTo>
                  <a:lnTo>
                    <a:pt x="1432931" y="936598"/>
                  </a:lnTo>
                  <a:lnTo>
                    <a:pt x="1503276" y="957391"/>
                  </a:lnTo>
                  <a:lnTo>
                    <a:pt x="1573620" y="965751"/>
                  </a:lnTo>
                  <a:lnTo>
                    <a:pt x="1643965" y="973610"/>
                  </a:lnTo>
                  <a:lnTo>
                    <a:pt x="1714309" y="981257"/>
                  </a:lnTo>
                  <a:lnTo>
                    <a:pt x="1784654" y="988699"/>
                  </a:lnTo>
                  <a:lnTo>
                    <a:pt x="1854998" y="995939"/>
                  </a:lnTo>
                  <a:lnTo>
                    <a:pt x="1925343" y="1002984"/>
                  </a:lnTo>
                  <a:lnTo>
                    <a:pt x="1995687" y="1009840"/>
                  </a:lnTo>
                  <a:lnTo>
                    <a:pt x="2066032" y="1016510"/>
                  </a:lnTo>
                  <a:lnTo>
                    <a:pt x="2136376" y="1023001"/>
                  </a:lnTo>
                  <a:lnTo>
                    <a:pt x="2206721" y="1029316"/>
                  </a:lnTo>
                  <a:lnTo>
                    <a:pt x="2277065" y="1035462"/>
                  </a:lnTo>
                  <a:lnTo>
                    <a:pt x="2347410" y="1041441"/>
                  </a:lnTo>
                  <a:lnTo>
                    <a:pt x="2417754" y="1047259"/>
                  </a:lnTo>
                  <a:lnTo>
                    <a:pt x="2488099" y="1052921"/>
                  </a:lnTo>
                  <a:lnTo>
                    <a:pt x="2558443" y="1058429"/>
                  </a:lnTo>
                  <a:lnTo>
                    <a:pt x="2628788" y="1063790"/>
                  </a:lnTo>
                  <a:lnTo>
                    <a:pt x="2699132" y="1069005"/>
                  </a:lnTo>
                  <a:lnTo>
                    <a:pt x="2769477" y="1074080"/>
                  </a:lnTo>
                  <a:lnTo>
                    <a:pt x="2839821" y="1079018"/>
                  </a:lnTo>
                  <a:lnTo>
                    <a:pt x="2910166" y="1083823"/>
                  </a:lnTo>
                  <a:lnTo>
                    <a:pt x="2980510" y="1088499"/>
                  </a:lnTo>
                  <a:lnTo>
                    <a:pt x="3050855" y="1093048"/>
                  </a:lnTo>
                  <a:lnTo>
                    <a:pt x="3121199" y="1097475"/>
                  </a:lnTo>
                  <a:lnTo>
                    <a:pt x="3191544" y="1101782"/>
                  </a:lnTo>
                  <a:lnTo>
                    <a:pt x="3261888" y="1105973"/>
                  </a:lnTo>
                  <a:lnTo>
                    <a:pt x="3332233" y="1110051"/>
                  </a:lnTo>
                  <a:lnTo>
                    <a:pt x="3402577" y="1114019"/>
                  </a:lnTo>
                  <a:lnTo>
                    <a:pt x="3472922" y="1117880"/>
                  </a:lnTo>
                  <a:lnTo>
                    <a:pt x="3543266" y="1121637"/>
                  </a:lnTo>
                  <a:lnTo>
                    <a:pt x="3613611" y="1125293"/>
                  </a:lnTo>
                  <a:lnTo>
                    <a:pt x="3683955" y="1128850"/>
                  </a:lnTo>
                  <a:lnTo>
                    <a:pt x="3754300" y="1132311"/>
                  </a:lnTo>
                  <a:lnTo>
                    <a:pt x="3824644" y="1135679"/>
                  </a:lnTo>
                  <a:lnTo>
                    <a:pt x="3894989" y="1138956"/>
                  </a:lnTo>
                  <a:lnTo>
                    <a:pt x="3965333" y="1142145"/>
                  </a:lnTo>
                  <a:lnTo>
                    <a:pt x="4035678" y="1145247"/>
                  </a:lnTo>
                  <a:lnTo>
                    <a:pt x="4106022" y="1148266"/>
                  </a:lnTo>
                  <a:lnTo>
                    <a:pt x="4176367" y="1151204"/>
                  </a:lnTo>
                  <a:lnTo>
                    <a:pt x="4246711" y="1154062"/>
                  </a:lnTo>
                  <a:lnTo>
                    <a:pt x="4317056" y="1156844"/>
                  </a:lnTo>
                  <a:lnTo>
                    <a:pt x="4387400" y="1159550"/>
                  </a:lnTo>
                  <a:lnTo>
                    <a:pt x="4457745" y="1162183"/>
                  </a:lnTo>
                  <a:lnTo>
                    <a:pt x="4528089" y="1164746"/>
                  </a:lnTo>
                  <a:lnTo>
                    <a:pt x="4598434" y="1167239"/>
                  </a:lnTo>
                  <a:lnTo>
                    <a:pt x="4668778" y="1169665"/>
                  </a:lnTo>
                  <a:lnTo>
                    <a:pt x="4739123" y="1172025"/>
                  </a:lnTo>
                  <a:lnTo>
                    <a:pt x="4809467" y="1174322"/>
                  </a:lnTo>
                  <a:lnTo>
                    <a:pt x="4879812" y="1176557"/>
                  </a:lnTo>
                  <a:lnTo>
                    <a:pt x="4950156" y="1178732"/>
                  </a:lnTo>
                  <a:lnTo>
                    <a:pt x="5020500" y="1180848"/>
                  </a:lnTo>
                  <a:lnTo>
                    <a:pt x="5090845" y="1182907"/>
                  </a:lnTo>
                  <a:lnTo>
                    <a:pt x="5161189" y="1184910"/>
                  </a:lnTo>
                  <a:lnTo>
                    <a:pt x="5231534" y="118686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1235312" y="4540378"/>
              <a:ext cx="6964104" cy="1044730"/>
            </a:xfrm>
            <a:custGeom>
              <a:avLst/>
              <a:pathLst>
                <a:path w="6964104" h="1044730">
                  <a:moveTo>
                    <a:pt x="6964104" y="1044730"/>
                  </a:moveTo>
                  <a:lnTo>
                    <a:pt x="6893760" y="1044135"/>
                  </a:lnTo>
                  <a:lnTo>
                    <a:pt x="6823415" y="1043498"/>
                  </a:lnTo>
                  <a:lnTo>
                    <a:pt x="6753071" y="1042818"/>
                  </a:lnTo>
                  <a:lnTo>
                    <a:pt x="6682726" y="1042091"/>
                  </a:lnTo>
                  <a:lnTo>
                    <a:pt x="6612382" y="1041313"/>
                  </a:lnTo>
                  <a:lnTo>
                    <a:pt x="6542037" y="1040481"/>
                  </a:lnTo>
                  <a:lnTo>
                    <a:pt x="6471693" y="1039591"/>
                  </a:lnTo>
                  <a:lnTo>
                    <a:pt x="6401348" y="1038640"/>
                  </a:lnTo>
                  <a:lnTo>
                    <a:pt x="6331004" y="1037622"/>
                  </a:lnTo>
                  <a:lnTo>
                    <a:pt x="6260659" y="1036535"/>
                  </a:lnTo>
                  <a:lnTo>
                    <a:pt x="6190315" y="1035371"/>
                  </a:lnTo>
                  <a:lnTo>
                    <a:pt x="6119970" y="1034127"/>
                  </a:lnTo>
                  <a:lnTo>
                    <a:pt x="6049626" y="1032797"/>
                  </a:lnTo>
                  <a:lnTo>
                    <a:pt x="5979281" y="1031374"/>
                  </a:lnTo>
                  <a:lnTo>
                    <a:pt x="5908937" y="1029853"/>
                  </a:lnTo>
                  <a:lnTo>
                    <a:pt x="5838592" y="1028226"/>
                  </a:lnTo>
                  <a:lnTo>
                    <a:pt x="5768248" y="1026487"/>
                  </a:lnTo>
                  <a:lnTo>
                    <a:pt x="5697903" y="1024627"/>
                  </a:lnTo>
                  <a:lnTo>
                    <a:pt x="5627559" y="1022638"/>
                  </a:lnTo>
                  <a:lnTo>
                    <a:pt x="5557214" y="1020511"/>
                  </a:lnTo>
                  <a:lnTo>
                    <a:pt x="5486870" y="1018236"/>
                  </a:lnTo>
                  <a:lnTo>
                    <a:pt x="5416525" y="1015804"/>
                  </a:lnTo>
                  <a:lnTo>
                    <a:pt x="5346181" y="1013202"/>
                  </a:lnTo>
                  <a:lnTo>
                    <a:pt x="5275836" y="1010421"/>
                  </a:lnTo>
                  <a:lnTo>
                    <a:pt x="5205492" y="1007447"/>
                  </a:lnTo>
                  <a:lnTo>
                    <a:pt x="5135147" y="1004266"/>
                  </a:lnTo>
                  <a:lnTo>
                    <a:pt x="5064803" y="1000865"/>
                  </a:lnTo>
                  <a:lnTo>
                    <a:pt x="4994458" y="997227"/>
                  </a:lnTo>
                  <a:lnTo>
                    <a:pt x="4924114" y="993338"/>
                  </a:lnTo>
                  <a:lnTo>
                    <a:pt x="4853769" y="989179"/>
                  </a:lnTo>
                  <a:lnTo>
                    <a:pt x="4783425" y="984731"/>
                  </a:lnTo>
                  <a:lnTo>
                    <a:pt x="4713080" y="979975"/>
                  </a:lnTo>
                  <a:lnTo>
                    <a:pt x="4642736" y="974889"/>
                  </a:lnTo>
                  <a:lnTo>
                    <a:pt x="4572391" y="969451"/>
                  </a:lnTo>
                  <a:lnTo>
                    <a:pt x="4502047" y="963635"/>
                  </a:lnTo>
                  <a:lnTo>
                    <a:pt x="4431702" y="957416"/>
                  </a:lnTo>
                  <a:lnTo>
                    <a:pt x="4361358" y="950765"/>
                  </a:lnTo>
                  <a:lnTo>
                    <a:pt x="4291013" y="943653"/>
                  </a:lnTo>
                  <a:lnTo>
                    <a:pt x="4220669" y="936049"/>
                  </a:lnTo>
                  <a:lnTo>
                    <a:pt x="4150324" y="927916"/>
                  </a:lnTo>
                  <a:lnTo>
                    <a:pt x="4079980" y="919220"/>
                  </a:lnTo>
                  <a:lnTo>
                    <a:pt x="4009635" y="909920"/>
                  </a:lnTo>
                  <a:lnTo>
                    <a:pt x="3939291" y="899976"/>
                  </a:lnTo>
                  <a:lnTo>
                    <a:pt x="3868946" y="889342"/>
                  </a:lnTo>
                  <a:lnTo>
                    <a:pt x="3798602" y="877970"/>
                  </a:lnTo>
                  <a:lnTo>
                    <a:pt x="3728257" y="865810"/>
                  </a:lnTo>
                  <a:lnTo>
                    <a:pt x="3657913" y="852806"/>
                  </a:lnTo>
                  <a:lnTo>
                    <a:pt x="3587569" y="838900"/>
                  </a:lnTo>
                  <a:lnTo>
                    <a:pt x="3517224" y="824030"/>
                  </a:lnTo>
                  <a:lnTo>
                    <a:pt x="3446880" y="808129"/>
                  </a:lnTo>
                  <a:lnTo>
                    <a:pt x="3376535" y="791125"/>
                  </a:lnTo>
                  <a:lnTo>
                    <a:pt x="3306191" y="772942"/>
                  </a:lnTo>
                  <a:lnTo>
                    <a:pt x="3235846" y="753780"/>
                  </a:lnTo>
                  <a:lnTo>
                    <a:pt x="3165502" y="745479"/>
                  </a:lnTo>
                  <a:lnTo>
                    <a:pt x="3095157" y="736948"/>
                  </a:lnTo>
                  <a:lnTo>
                    <a:pt x="3024813" y="728180"/>
                  </a:lnTo>
                  <a:lnTo>
                    <a:pt x="2954468" y="719170"/>
                  </a:lnTo>
                  <a:lnTo>
                    <a:pt x="2884124" y="709910"/>
                  </a:lnTo>
                  <a:lnTo>
                    <a:pt x="2813779" y="700393"/>
                  </a:lnTo>
                  <a:lnTo>
                    <a:pt x="2743435" y="690612"/>
                  </a:lnTo>
                  <a:lnTo>
                    <a:pt x="2673090" y="680561"/>
                  </a:lnTo>
                  <a:lnTo>
                    <a:pt x="2602746" y="670230"/>
                  </a:lnTo>
                  <a:lnTo>
                    <a:pt x="2532401" y="659614"/>
                  </a:lnTo>
                  <a:lnTo>
                    <a:pt x="2462057" y="648703"/>
                  </a:lnTo>
                  <a:lnTo>
                    <a:pt x="2391712" y="637490"/>
                  </a:lnTo>
                  <a:lnTo>
                    <a:pt x="2321368" y="625966"/>
                  </a:lnTo>
                  <a:lnTo>
                    <a:pt x="2251023" y="614123"/>
                  </a:lnTo>
                  <a:lnTo>
                    <a:pt x="2180679" y="601952"/>
                  </a:lnTo>
                  <a:lnTo>
                    <a:pt x="2110334" y="589443"/>
                  </a:lnTo>
                  <a:lnTo>
                    <a:pt x="2039990" y="576588"/>
                  </a:lnTo>
                  <a:lnTo>
                    <a:pt x="1969645" y="563376"/>
                  </a:lnTo>
                  <a:lnTo>
                    <a:pt x="1899301" y="549798"/>
                  </a:lnTo>
                  <a:lnTo>
                    <a:pt x="1828956" y="535844"/>
                  </a:lnTo>
                  <a:lnTo>
                    <a:pt x="1758612" y="521503"/>
                  </a:lnTo>
                  <a:lnTo>
                    <a:pt x="1688267" y="506765"/>
                  </a:lnTo>
                  <a:lnTo>
                    <a:pt x="1617923" y="491618"/>
                  </a:lnTo>
                  <a:lnTo>
                    <a:pt x="1547578" y="476052"/>
                  </a:lnTo>
                  <a:lnTo>
                    <a:pt x="1477234" y="460054"/>
                  </a:lnTo>
                  <a:lnTo>
                    <a:pt x="1406889" y="443613"/>
                  </a:lnTo>
                  <a:lnTo>
                    <a:pt x="1336545" y="426716"/>
                  </a:lnTo>
                  <a:lnTo>
                    <a:pt x="1266200" y="409350"/>
                  </a:lnTo>
                  <a:lnTo>
                    <a:pt x="1195856" y="391504"/>
                  </a:lnTo>
                  <a:lnTo>
                    <a:pt x="1125511" y="373163"/>
                  </a:lnTo>
                  <a:lnTo>
                    <a:pt x="1055167" y="354314"/>
                  </a:lnTo>
                  <a:lnTo>
                    <a:pt x="984822" y="334942"/>
                  </a:lnTo>
                  <a:lnTo>
                    <a:pt x="914478" y="315033"/>
                  </a:lnTo>
                  <a:lnTo>
                    <a:pt x="844133" y="294573"/>
                  </a:lnTo>
                  <a:lnTo>
                    <a:pt x="773789" y="273546"/>
                  </a:lnTo>
                  <a:lnTo>
                    <a:pt x="703444" y="251936"/>
                  </a:lnTo>
                  <a:lnTo>
                    <a:pt x="633100" y="229727"/>
                  </a:lnTo>
                  <a:lnTo>
                    <a:pt x="562755" y="206902"/>
                  </a:lnTo>
                  <a:lnTo>
                    <a:pt x="492411" y="183445"/>
                  </a:lnTo>
                  <a:lnTo>
                    <a:pt x="422066" y="159338"/>
                  </a:lnTo>
                  <a:lnTo>
                    <a:pt x="351722" y="134563"/>
                  </a:lnTo>
                  <a:lnTo>
                    <a:pt x="281377" y="109101"/>
                  </a:lnTo>
                  <a:lnTo>
                    <a:pt x="211033" y="82934"/>
                  </a:lnTo>
                  <a:lnTo>
                    <a:pt x="140688" y="56041"/>
                  </a:lnTo>
                  <a:lnTo>
                    <a:pt x="70344" y="2840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2334237" y="4336484"/>
              <a:ext cx="5865179" cy="1232637"/>
            </a:xfrm>
            <a:custGeom>
              <a:avLst/>
              <a:pathLst>
                <a:path w="5865179" h="1232637">
                  <a:moveTo>
                    <a:pt x="0" y="0"/>
                  </a:moveTo>
                  <a:lnTo>
                    <a:pt x="26586" y="22550"/>
                  </a:lnTo>
                  <a:lnTo>
                    <a:pt x="96930" y="79467"/>
                  </a:lnTo>
                  <a:lnTo>
                    <a:pt x="167275" y="133759"/>
                  </a:lnTo>
                  <a:lnTo>
                    <a:pt x="237619" y="185549"/>
                  </a:lnTo>
                  <a:lnTo>
                    <a:pt x="307964" y="234951"/>
                  </a:lnTo>
                  <a:lnTo>
                    <a:pt x="378308" y="282076"/>
                  </a:lnTo>
                  <a:lnTo>
                    <a:pt x="448653" y="327028"/>
                  </a:lnTo>
                  <a:lnTo>
                    <a:pt x="518997" y="369908"/>
                  </a:lnTo>
                  <a:lnTo>
                    <a:pt x="589342" y="410812"/>
                  </a:lnTo>
                  <a:lnTo>
                    <a:pt x="659686" y="449829"/>
                  </a:lnTo>
                  <a:lnTo>
                    <a:pt x="730031" y="487049"/>
                  </a:lnTo>
                  <a:lnTo>
                    <a:pt x="800375" y="522552"/>
                  </a:lnTo>
                  <a:lnTo>
                    <a:pt x="870720" y="556419"/>
                  </a:lnTo>
                  <a:lnTo>
                    <a:pt x="941064" y="588724"/>
                  </a:lnTo>
                  <a:lnTo>
                    <a:pt x="1011409" y="619540"/>
                  </a:lnTo>
                  <a:lnTo>
                    <a:pt x="1081753" y="648936"/>
                  </a:lnTo>
                  <a:lnTo>
                    <a:pt x="1152098" y="676976"/>
                  </a:lnTo>
                  <a:lnTo>
                    <a:pt x="1222442" y="703724"/>
                  </a:lnTo>
                  <a:lnTo>
                    <a:pt x="1292787" y="729239"/>
                  </a:lnTo>
                  <a:lnTo>
                    <a:pt x="1363131" y="753578"/>
                  </a:lnTo>
                  <a:lnTo>
                    <a:pt x="1433476" y="776794"/>
                  </a:lnTo>
                  <a:lnTo>
                    <a:pt x="1503820" y="798940"/>
                  </a:lnTo>
                  <a:lnTo>
                    <a:pt x="1574165" y="820066"/>
                  </a:lnTo>
                  <a:lnTo>
                    <a:pt x="1644509" y="840217"/>
                  </a:lnTo>
                  <a:lnTo>
                    <a:pt x="1714854" y="859440"/>
                  </a:lnTo>
                  <a:lnTo>
                    <a:pt x="1785198" y="877776"/>
                  </a:lnTo>
                  <a:lnTo>
                    <a:pt x="1855543" y="895268"/>
                  </a:lnTo>
                  <a:lnTo>
                    <a:pt x="1925887" y="911952"/>
                  </a:lnTo>
                  <a:lnTo>
                    <a:pt x="1996232" y="927868"/>
                  </a:lnTo>
                  <a:lnTo>
                    <a:pt x="2066576" y="943050"/>
                  </a:lnTo>
                  <a:lnTo>
                    <a:pt x="2136921" y="957532"/>
                  </a:lnTo>
                  <a:lnTo>
                    <a:pt x="2207265" y="971347"/>
                  </a:lnTo>
                  <a:lnTo>
                    <a:pt x="2277609" y="984524"/>
                  </a:lnTo>
                  <a:lnTo>
                    <a:pt x="2347954" y="997094"/>
                  </a:lnTo>
                  <a:lnTo>
                    <a:pt x="2418298" y="1009085"/>
                  </a:lnTo>
                  <a:lnTo>
                    <a:pt x="2488643" y="1020523"/>
                  </a:lnTo>
                  <a:lnTo>
                    <a:pt x="2558987" y="1031434"/>
                  </a:lnTo>
                  <a:lnTo>
                    <a:pt x="2629332" y="1041841"/>
                  </a:lnTo>
                  <a:lnTo>
                    <a:pt x="2699676" y="1051769"/>
                  </a:lnTo>
                  <a:lnTo>
                    <a:pt x="2770021" y="1061240"/>
                  </a:lnTo>
                  <a:lnTo>
                    <a:pt x="2840365" y="1070273"/>
                  </a:lnTo>
                  <a:lnTo>
                    <a:pt x="2910710" y="1078891"/>
                  </a:lnTo>
                  <a:lnTo>
                    <a:pt x="2981054" y="1087111"/>
                  </a:lnTo>
                  <a:lnTo>
                    <a:pt x="3051399" y="1094952"/>
                  </a:lnTo>
                  <a:lnTo>
                    <a:pt x="3121743" y="1102431"/>
                  </a:lnTo>
                  <a:lnTo>
                    <a:pt x="3192088" y="1109566"/>
                  </a:lnTo>
                  <a:lnTo>
                    <a:pt x="3262432" y="1116372"/>
                  </a:lnTo>
                  <a:lnTo>
                    <a:pt x="3332777" y="1122864"/>
                  </a:lnTo>
                  <a:lnTo>
                    <a:pt x="3403121" y="1129057"/>
                  </a:lnTo>
                  <a:lnTo>
                    <a:pt x="3473466" y="1134964"/>
                  </a:lnTo>
                  <a:lnTo>
                    <a:pt x="3543810" y="1140599"/>
                  </a:lnTo>
                  <a:lnTo>
                    <a:pt x="3614155" y="1145974"/>
                  </a:lnTo>
                  <a:lnTo>
                    <a:pt x="3684499" y="1151102"/>
                  </a:lnTo>
                  <a:lnTo>
                    <a:pt x="3754844" y="1155993"/>
                  </a:lnTo>
                  <a:lnTo>
                    <a:pt x="3825188" y="1160659"/>
                  </a:lnTo>
                  <a:lnTo>
                    <a:pt x="3895533" y="1165109"/>
                  </a:lnTo>
                  <a:lnTo>
                    <a:pt x="3965877" y="1169355"/>
                  </a:lnTo>
                  <a:lnTo>
                    <a:pt x="4036222" y="1173404"/>
                  </a:lnTo>
                  <a:lnTo>
                    <a:pt x="4106566" y="1177267"/>
                  </a:lnTo>
                  <a:lnTo>
                    <a:pt x="4176911" y="1180952"/>
                  </a:lnTo>
                  <a:lnTo>
                    <a:pt x="4247255" y="1184467"/>
                  </a:lnTo>
                  <a:lnTo>
                    <a:pt x="4317600" y="1187820"/>
                  </a:lnTo>
                  <a:lnTo>
                    <a:pt x="4387944" y="1191019"/>
                  </a:lnTo>
                  <a:lnTo>
                    <a:pt x="4458289" y="1194070"/>
                  </a:lnTo>
                  <a:lnTo>
                    <a:pt x="4528633" y="1196980"/>
                  </a:lnTo>
                  <a:lnTo>
                    <a:pt x="4598978" y="1199756"/>
                  </a:lnTo>
                  <a:lnTo>
                    <a:pt x="4669322" y="1202404"/>
                  </a:lnTo>
                  <a:lnTo>
                    <a:pt x="4739667" y="1204930"/>
                  </a:lnTo>
                  <a:lnTo>
                    <a:pt x="4810011" y="1207340"/>
                  </a:lnTo>
                  <a:lnTo>
                    <a:pt x="4880356" y="1209639"/>
                  </a:lnTo>
                  <a:lnTo>
                    <a:pt x="4950700" y="1211831"/>
                  </a:lnTo>
                  <a:lnTo>
                    <a:pt x="5021045" y="1213923"/>
                  </a:lnTo>
                  <a:lnTo>
                    <a:pt x="5091389" y="1215918"/>
                  </a:lnTo>
                  <a:lnTo>
                    <a:pt x="5161734" y="1217821"/>
                  </a:lnTo>
                  <a:lnTo>
                    <a:pt x="5232078" y="1219636"/>
                  </a:lnTo>
                  <a:lnTo>
                    <a:pt x="5302423" y="1221368"/>
                  </a:lnTo>
                  <a:lnTo>
                    <a:pt x="5372767" y="1223020"/>
                  </a:lnTo>
                  <a:lnTo>
                    <a:pt x="5443112" y="1224596"/>
                  </a:lnTo>
                  <a:lnTo>
                    <a:pt x="5513456" y="1226099"/>
                  </a:lnTo>
                  <a:lnTo>
                    <a:pt x="5583801" y="1227533"/>
                  </a:lnTo>
                  <a:lnTo>
                    <a:pt x="5654145" y="1228900"/>
                  </a:lnTo>
                  <a:lnTo>
                    <a:pt x="5724490" y="1230205"/>
                  </a:lnTo>
                  <a:lnTo>
                    <a:pt x="5794834" y="1231450"/>
                  </a:lnTo>
                  <a:lnTo>
                    <a:pt x="5865179" y="123263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87106" y="5294352"/>
              <a:ext cx="7660515" cy="0"/>
            </a:xfrm>
            <a:custGeom>
              <a:avLst/>
              <a:pathLst>
                <a:path w="7660515" h="0">
                  <a:moveTo>
                    <a:pt x="0" y="0"/>
                  </a:moveTo>
                  <a:lnTo>
                    <a:pt x="7660515" y="0"/>
                  </a:lnTo>
                  <a:lnTo>
                    <a:pt x="7660515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4472829" y="4336484"/>
              <a:ext cx="0" cy="1317069"/>
            </a:xfrm>
            <a:custGeom>
              <a:avLst/>
              <a:pathLst>
                <a:path w="0" h="1317069">
                  <a:moveTo>
                    <a:pt x="0" y="131706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73" name="tx73"/>
            <p:cNvSpPr/>
            <p:nvPr/>
          </p:nvSpPr>
          <p:spPr>
            <a:xfrm>
              <a:off x="762297" y="555363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762297" y="52543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762297" y="495496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762297" y="4655634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762297" y="4356300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1306098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2113264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2920429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3727595" y="5716183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4584458" y="57161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5360534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6167699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85" name="tx85"/>
            <p:cNvSpPr/>
            <p:nvPr/>
          </p:nvSpPr>
          <p:spPr>
            <a:xfrm>
              <a:off x="6974865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86" name="tx86"/>
            <p:cNvSpPr/>
            <p:nvPr/>
          </p:nvSpPr>
          <p:spPr>
            <a:xfrm>
              <a:off x="7782030" y="571618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2928340" y="5855859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88" name="tx88"/>
            <p:cNvSpPr/>
            <p:nvPr/>
          </p:nvSpPr>
          <p:spPr>
            <a:xfrm rot="-5400000">
              <a:off x="138035" y="4944909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89" name="tx89"/>
            <p:cNvSpPr/>
            <p:nvPr/>
          </p:nvSpPr>
          <p:spPr>
            <a:xfrm>
              <a:off x="887106" y="4159544"/>
              <a:ext cx="70521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1.72 (1.37-2.16), p_Bonf = &lt;0.001 (n = 6)  |  per IQR decline (Δ = 29.5 %): 4.95 (2.53-9.70)  |  IQR: [-15.6, 13.9] %</a:t>
              </a:r>
            </a:p>
          </p:txBody>
        </p:sp>
        <p:sp>
          <p:nvSpPr>
            <p:cNvPr id="90" name="tx90"/>
            <p:cNvSpPr/>
            <p:nvPr/>
          </p:nvSpPr>
          <p:spPr>
            <a:xfrm>
              <a:off x="887106" y="3932770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2026-07-22T08:00:10Z</dcterms:modified>
  <cp:category/>
</cp:coreProperties>
</file>