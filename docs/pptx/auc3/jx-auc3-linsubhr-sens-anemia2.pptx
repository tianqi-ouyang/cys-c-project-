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87106" y="3250627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87106" y="2951293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87106" y="265195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87106" y="2352625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405017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15069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25121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3517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45225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87106" y="3400294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87106" y="3100960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87106" y="280162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87106" y="250229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87106" y="2202958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6004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970095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680147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7390199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235312" y="2835361"/>
              <a:ext cx="6964104" cy="431479"/>
            </a:xfrm>
            <a:custGeom>
              <a:avLst/>
              <a:pathLst>
                <a:path w="6964104" h="431479">
                  <a:moveTo>
                    <a:pt x="0" y="0"/>
                  </a:moveTo>
                  <a:lnTo>
                    <a:pt x="70344" y="8174"/>
                  </a:lnTo>
                  <a:lnTo>
                    <a:pt x="140688" y="16230"/>
                  </a:lnTo>
                  <a:lnTo>
                    <a:pt x="211033" y="24169"/>
                  </a:lnTo>
                  <a:lnTo>
                    <a:pt x="281377" y="31994"/>
                  </a:lnTo>
                  <a:lnTo>
                    <a:pt x="351722" y="39705"/>
                  </a:lnTo>
                  <a:lnTo>
                    <a:pt x="422066" y="47305"/>
                  </a:lnTo>
                  <a:lnTo>
                    <a:pt x="492411" y="54795"/>
                  </a:lnTo>
                  <a:lnTo>
                    <a:pt x="562755" y="62177"/>
                  </a:lnTo>
                  <a:lnTo>
                    <a:pt x="633100" y="69451"/>
                  </a:lnTo>
                  <a:lnTo>
                    <a:pt x="703444" y="76621"/>
                  </a:lnTo>
                  <a:lnTo>
                    <a:pt x="773789" y="83686"/>
                  </a:lnTo>
                  <a:lnTo>
                    <a:pt x="844133" y="90650"/>
                  </a:lnTo>
                  <a:lnTo>
                    <a:pt x="914478" y="97512"/>
                  </a:lnTo>
                  <a:lnTo>
                    <a:pt x="984822" y="104276"/>
                  </a:lnTo>
                  <a:lnTo>
                    <a:pt x="1055167" y="110941"/>
                  </a:lnTo>
                  <a:lnTo>
                    <a:pt x="1125511" y="117510"/>
                  </a:lnTo>
                  <a:lnTo>
                    <a:pt x="1195856" y="123984"/>
                  </a:lnTo>
                  <a:lnTo>
                    <a:pt x="1266200" y="130365"/>
                  </a:lnTo>
                  <a:lnTo>
                    <a:pt x="1336545" y="136653"/>
                  </a:lnTo>
                  <a:lnTo>
                    <a:pt x="1406889" y="142850"/>
                  </a:lnTo>
                  <a:lnTo>
                    <a:pt x="1477234" y="148957"/>
                  </a:lnTo>
                  <a:lnTo>
                    <a:pt x="1547578" y="154976"/>
                  </a:lnTo>
                  <a:lnTo>
                    <a:pt x="1617923" y="160908"/>
                  </a:lnTo>
                  <a:lnTo>
                    <a:pt x="1688267" y="166754"/>
                  </a:lnTo>
                  <a:lnTo>
                    <a:pt x="1758612" y="172516"/>
                  </a:lnTo>
                  <a:lnTo>
                    <a:pt x="1828956" y="178194"/>
                  </a:lnTo>
                  <a:lnTo>
                    <a:pt x="1899301" y="183790"/>
                  </a:lnTo>
                  <a:lnTo>
                    <a:pt x="1969645" y="189305"/>
                  </a:lnTo>
                  <a:lnTo>
                    <a:pt x="2039990" y="194740"/>
                  </a:lnTo>
                  <a:lnTo>
                    <a:pt x="2110334" y="200096"/>
                  </a:lnTo>
                  <a:lnTo>
                    <a:pt x="2180679" y="205375"/>
                  </a:lnTo>
                  <a:lnTo>
                    <a:pt x="2251023" y="210578"/>
                  </a:lnTo>
                  <a:lnTo>
                    <a:pt x="2321368" y="215705"/>
                  </a:lnTo>
                  <a:lnTo>
                    <a:pt x="2391712" y="220759"/>
                  </a:lnTo>
                  <a:lnTo>
                    <a:pt x="2462057" y="225739"/>
                  </a:lnTo>
                  <a:lnTo>
                    <a:pt x="2532401" y="230647"/>
                  </a:lnTo>
                  <a:lnTo>
                    <a:pt x="2602746" y="235484"/>
                  </a:lnTo>
                  <a:lnTo>
                    <a:pt x="2673090" y="240251"/>
                  </a:lnTo>
                  <a:lnTo>
                    <a:pt x="2743435" y="244949"/>
                  </a:lnTo>
                  <a:lnTo>
                    <a:pt x="2813779" y="249579"/>
                  </a:lnTo>
                  <a:lnTo>
                    <a:pt x="2884124" y="254142"/>
                  </a:lnTo>
                  <a:lnTo>
                    <a:pt x="2954468" y="258639"/>
                  </a:lnTo>
                  <a:lnTo>
                    <a:pt x="3024813" y="263071"/>
                  </a:lnTo>
                  <a:lnTo>
                    <a:pt x="3095157" y="265703"/>
                  </a:lnTo>
                  <a:lnTo>
                    <a:pt x="3165502" y="265949"/>
                  </a:lnTo>
                  <a:lnTo>
                    <a:pt x="3235846" y="266196"/>
                  </a:lnTo>
                  <a:lnTo>
                    <a:pt x="3306191" y="266442"/>
                  </a:lnTo>
                  <a:lnTo>
                    <a:pt x="3376535" y="266688"/>
                  </a:lnTo>
                  <a:lnTo>
                    <a:pt x="3446880" y="266933"/>
                  </a:lnTo>
                  <a:lnTo>
                    <a:pt x="3517224" y="267179"/>
                  </a:lnTo>
                  <a:lnTo>
                    <a:pt x="3587569" y="267424"/>
                  </a:lnTo>
                  <a:lnTo>
                    <a:pt x="3657913" y="267669"/>
                  </a:lnTo>
                  <a:lnTo>
                    <a:pt x="3728257" y="267914"/>
                  </a:lnTo>
                  <a:lnTo>
                    <a:pt x="3798602" y="268158"/>
                  </a:lnTo>
                  <a:lnTo>
                    <a:pt x="3868946" y="268403"/>
                  </a:lnTo>
                  <a:lnTo>
                    <a:pt x="3939291" y="268647"/>
                  </a:lnTo>
                  <a:lnTo>
                    <a:pt x="4009635" y="268891"/>
                  </a:lnTo>
                  <a:lnTo>
                    <a:pt x="4079980" y="269135"/>
                  </a:lnTo>
                  <a:lnTo>
                    <a:pt x="4150324" y="269378"/>
                  </a:lnTo>
                  <a:lnTo>
                    <a:pt x="4220669" y="269622"/>
                  </a:lnTo>
                  <a:lnTo>
                    <a:pt x="4291013" y="269865"/>
                  </a:lnTo>
                  <a:lnTo>
                    <a:pt x="4361358" y="270108"/>
                  </a:lnTo>
                  <a:lnTo>
                    <a:pt x="4431702" y="270351"/>
                  </a:lnTo>
                  <a:lnTo>
                    <a:pt x="4502047" y="270593"/>
                  </a:lnTo>
                  <a:lnTo>
                    <a:pt x="4572391" y="270836"/>
                  </a:lnTo>
                  <a:lnTo>
                    <a:pt x="4642736" y="271078"/>
                  </a:lnTo>
                  <a:lnTo>
                    <a:pt x="4713080" y="271320"/>
                  </a:lnTo>
                  <a:lnTo>
                    <a:pt x="4783425" y="271562"/>
                  </a:lnTo>
                  <a:lnTo>
                    <a:pt x="4853769" y="271803"/>
                  </a:lnTo>
                  <a:lnTo>
                    <a:pt x="4924114" y="272045"/>
                  </a:lnTo>
                  <a:lnTo>
                    <a:pt x="4994458" y="272286"/>
                  </a:lnTo>
                  <a:lnTo>
                    <a:pt x="5064803" y="272527"/>
                  </a:lnTo>
                  <a:lnTo>
                    <a:pt x="5135147" y="272768"/>
                  </a:lnTo>
                  <a:lnTo>
                    <a:pt x="5205492" y="273008"/>
                  </a:lnTo>
                  <a:lnTo>
                    <a:pt x="5275836" y="273249"/>
                  </a:lnTo>
                  <a:lnTo>
                    <a:pt x="5346181" y="273489"/>
                  </a:lnTo>
                  <a:lnTo>
                    <a:pt x="5416525" y="273729"/>
                  </a:lnTo>
                  <a:lnTo>
                    <a:pt x="5486870" y="273969"/>
                  </a:lnTo>
                  <a:lnTo>
                    <a:pt x="5557214" y="274208"/>
                  </a:lnTo>
                  <a:lnTo>
                    <a:pt x="5627559" y="274448"/>
                  </a:lnTo>
                  <a:lnTo>
                    <a:pt x="5697903" y="274687"/>
                  </a:lnTo>
                  <a:lnTo>
                    <a:pt x="5768248" y="274926"/>
                  </a:lnTo>
                  <a:lnTo>
                    <a:pt x="5838592" y="275165"/>
                  </a:lnTo>
                  <a:lnTo>
                    <a:pt x="5908937" y="275404"/>
                  </a:lnTo>
                  <a:lnTo>
                    <a:pt x="5979281" y="275642"/>
                  </a:lnTo>
                  <a:lnTo>
                    <a:pt x="6049626" y="275880"/>
                  </a:lnTo>
                  <a:lnTo>
                    <a:pt x="6119970" y="276118"/>
                  </a:lnTo>
                  <a:lnTo>
                    <a:pt x="6190315" y="276356"/>
                  </a:lnTo>
                  <a:lnTo>
                    <a:pt x="6260659" y="276594"/>
                  </a:lnTo>
                  <a:lnTo>
                    <a:pt x="6331004" y="276831"/>
                  </a:lnTo>
                  <a:lnTo>
                    <a:pt x="6401348" y="277068"/>
                  </a:lnTo>
                  <a:lnTo>
                    <a:pt x="6471693" y="277306"/>
                  </a:lnTo>
                  <a:lnTo>
                    <a:pt x="6542037" y="277542"/>
                  </a:lnTo>
                  <a:lnTo>
                    <a:pt x="6612382" y="277779"/>
                  </a:lnTo>
                  <a:lnTo>
                    <a:pt x="6682726" y="278016"/>
                  </a:lnTo>
                  <a:lnTo>
                    <a:pt x="6753071" y="278252"/>
                  </a:lnTo>
                  <a:lnTo>
                    <a:pt x="6823415" y="278488"/>
                  </a:lnTo>
                  <a:lnTo>
                    <a:pt x="6893760" y="278724"/>
                  </a:lnTo>
                  <a:lnTo>
                    <a:pt x="6964104" y="278960"/>
                  </a:lnTo>
                  <a:lnTo>
                    <a:pt x="6964104" y="431479"/>
                  </a:lnTo>
                  <a:lnTo>
                    <a:pt x="6893760" y="429520"/>
                  </a:lnTo>
                  <a:lnTo>
                    <a:pt x="6823415" y="427532"/>
                  </a:lnTo>
                  <a:lnTo>
                    <a:pt x="6753071" y="425514"/>
                  </a:lnTo>
                  <a:lnTo>
                    <a:pt x="6682726" y="423467"/>
                  </a:lnTo>
                  <a:lnTo>
                    <a:pt x="6612382" y="421390"/>
                  </a:lnTo>
                  <a:lnTo>
                    <a:pt x="6542037" y="419283"/>
                  </a:lnTo>
                  <a:lnTo>
                    <a:pt x="6471693" y="417144"/>
                  </a:lnTo>
                  <a:lnTo>
                    <a:pt x="6401348" y="414975"/>
                  </a:lnTo>
                  <a:lnTo>
                    <a:pt x="6331004" y="412773"/>
                  </a:lnTo>
                  <a:lnTo>
                    <a:pt x="6260659" y="410539"/>
                  </a:lnTo>
                  <a:lnTo>
                    <a:pt x="6190315" y="408272"/>
                  </a:lnTo>
                  <a:lnTo>
                    <a:pt x="6119970" y="405972"/>
                  </a:lnTo>
                  <a:lnTo>
                    <a:pt x="6049626" y="403638"/>
                  </a:lnTo>
                  <a:lnTo>
                    <a:pt x="5979281" y="401270"/>
                  </a:lnTo>
                  <a:lnTo>
                    <a:pt x="5908937" y="398867"/>
                  </a:lnTo>
                  <a:lnTo>
                    <a:pt x="5838592" y="396429"/>
                  </a:lnTo>
                  <a:lnTo>
                    <a:pt x="5768248" y="393955"/>
                  </a:lnTo>
                  <a:lnTo>
                    <a:pt x="5697903" y="391445"/>
                  </a:lnTo>
                  <a:lnTo>
                    <a:pt x="5627559" y="388897"/>
                  </a:lnTo>
                  <a:lnTo>
                    <a:pt x="5557214" y="386313"/>
                  </a:lnTo>
                  <a:lnTo>
                    <a:pt x="5486870" y="383690"/>
                  </a:lnTo>
                  <a:lnTo>
                    <a:pt x="5416525" y="381029"/>
                  </a:lnTo>
                  <a:lnTo>
                    <a:pt x="5346181" y="378329"/>
                  </a:lnTo>
                  <a:lnTo>
                    <a:pt x="5275836" y="375590"/>
                  </a:lnTo>
                  <a:lnTo>
                    <a:pt x="5205492" y="372810"/>
                  </a:lnTo>
                  <a:lnTo>
                    <a:pt x="5135147" y="369989"/>
                  </a:lnTo>
                  <a:lnTo>
                    <a:pt x="5064803" y="367127"/>
                  </a:lnTo>
                  <a:lnTo>
                    <a:pt x="4994458" y="364223"/>
                  </a:lnTo>
                  <a:lnTo>
                    <a:pt x="4924114" y="361276"/>
                  </a:lnTo>
                  <a:lnTo>
                    <a:pt x="4853769" y="358286"/>
                  </a:lnTo>
                  <a:lnTo>
                    <a:pt x="4783425" y="355252"/>
                  </a:lnTo>
                  <a:lnTo>
                    <a:pt x="4713080" y="352173"/>
                  </a:lnTo>
                  <a:lnTo>
                    <a:pt x="4642736" y="349049"/>
                  </a:lnTo>
                  <a:lnTo>
                    <a:pt x="4572391" y="345880"/>
                  </a:lnTo>
                  <a:lnTo>
                    <a:pt x="4502047" y="342664"/>
                  </a:lnTo>
                  <a:lnTo>
                    <a:pt x="4431702" y="339400"/>
                  </a:lnTo>
                  <a:lnTo>
                    <a:pt x="4361358" y="336089"/>
                  </a:lnTo>
                  <a:lnTo>
                    <a:pt x="4291013" y="332729"/>
                  </a:lnTo>
                  <a:lnTo>
                    <a:pt x="4220669" y="329320"/>
                  </a:lnTo>
                  <a:lnTo>
                    <a:pt x="4150324" y="325861"/>
                  </a:lnTo>
                  <a:lnTo>
                    <a:pt x="4079980" y="322351"/>
                  </a:lnTo>
                  <a:lnTo>
                    <a:pt x="4009635" y="318789"/>
                  </a:lnTo>
                  <a:lnTo>
                    <a:pt x="3939291" y="315175"/>
                  </a:lnTo>
                  <a:lnTo>
                    <a:pt x="3868946" y="311508"/>
                  </a:lnTo>
                  <a:lnTo>
                    <a:pt x="3798602" y="307787"/>
                  </a:lnTo>
                  <a:lnTo>
                    <a:pt x="3728257" y="304012"/>
                  </a:lnTo>
                  <a:lnTo>
                    <a:pt x="3657913" y="300181"/>
                  </a:lnTo>
                  <a:lnTo>
                    <a:pt x="3587569" y="296294"/>
                  </a:lnTo>
                  <a:lnTo>
                    <a:pt x="3517224" y="292350"/>
                  </a:lnTo>
                  <a:lnTo>
                    <a:pt x="3446880" y="288348"/>
                  </a:lnTo>
                  <a:lnTo>
                    <a:pt x="3376535" y="284287"/>
                  </a:lnTo>
                  <a:lnTo>
                    <a:pt x="3306191" y="280166"/>
                  </a:lnTo>
                  <a:lnTo>
                    <a:pt x="3235846" y="275985"/>
                  </a:lnTo>
                  <a:lnTo>
                    <a:pt x="3165502" y="271743"/>
                  </a:lnTo>
                  <a:lnTo>
                    <a:pt x="3095157" y="267439"/>
                  </a:lnTo>
                  <a:lnTo>
                    <a:pt x="3024813" y="265456"/>
                  </a:lnTo>
                  <a:lnTo>
                    <a:pt x="2954468" y="265210"/>
                  </a:lnTo>
                  <a:lnTo>
                    <a:pt x="2884124" y="264962"/>
                  </a:lnTo>
                  <a:lnTo>
                    <a:pt x="2813779" y="264715"/>
                  </a:lnTo>
                  <a:lnTo>
                    <a:pt x="2743435" y="264468"/>
                  </a:lnTo>
                  <a:lnTo>
                    <a:pt x="2673090" y="264220"/>
                  </a:lnTo>
                  <a:lnTo>
                    <a:pt x="2602746" y="263972"/>
                  </a:lnTo>
                  <a:lnTo>
                    <a:pt x="2532401" y="263724"/>
                  </a:lnTo>
                  <a:lnTo>
                    <a:pt x="2462057" y="263476"/>
                  </a:lnTo>
                  <a:lnTo>
                    <a:pt x="2391712" y="263228"/>
                  </a:lnTo>
                  <a:lnTo>
                    <a:pt x="2321368" y="262979"/>
                  </a:lnTo>
                  <a:lnTo>
                    <a:pt x="2251023" y="262730"/>
                  </a:lnTo>
                  <a:lnTo>
                    <a:pt x="2180679" y="262481"/>
                  </a:lnTo>
                  <a:lnTo>
                    <a:pt x="2110334" y="262232"/>
                  </a:lnTo>
                  <a:lnTo>
                    <a:pt x="2039990" y="261982"/>
                  </a:lnTo>
                  <a:lnTo>
                    <a:pt x="1969645" y="261732"/>
                  </a:lnTo>
                  <a:lnTo>
                    <a:pt x="1899301" y="261482"/>
                  </a:lnTo>
                  <a:lnTo>
                    <a:pt x="1828956" y="261232"/>
                  </a:lnTo>
                  <a:lnTo>
                    <a:pt x="1758612" y="260982"/>
                  </a:lnTo>
                  <a:lnTo>
                    <a:pt x="1688267" y="260732"/>
                  </a:lnTo>
                  <a:lnTo>
                    <a:pt x="1617923" y="260481"/>
                  </a:lnTo>
                  <a:lnTo>
                    <a:pt x="1547578" y="260230"/>
                  </a:lnTo>
                  <a:lnTo>
                    <a:pt x="1477234" y="259979"/>
                  </a:lnTo>
                  <a:lnTo>
                    <a:pt x="1406889" y="259727"/>
                  </a:lnTo>
                  <a:lnTo>
                    <a:pt x="1336545" y="259476"/>
                  </a:lnTo>
                  <a:lnTo>
                    <a:pt x="1266200" y="259224"/>
                  </a:lnTo>
                  <a:lnTo>
                    <a:pt x="1195856" y="258972"/>
                  </a:lnTo>
                  <a:lnTo>
                    <a:pt x="1125511" y="258720"/>
                  </a:lnTo>
                  <a:lnTo>
                    <a:pt x="1055167" y="258468"/>
                  </a:lnTo>
                  <a:lnTo>
                    <a:pt x="984822" y="258215"/>
                  </a:lnTo>
                  <a:lnTo>
                    <a:pt x="914478" y="257962"/>
                  </a:lnTo>
                  <a:lnTo>
                    <a:pt x="844133" y="257709"/>
                  </a:lnTo>
                  <a:lnTo>
                    <a:pt x="773789" y="257456"/>
                  </a:lnTo>
                  <a:lnTo>
                    <a:pt x="703444" y="257202"/>
                  </a:lnTo>
                  <a:lnTo>
                    <a:pt x="633100" y="256949"/>
                  </a:lnTo>
                  <a:lnTo>
                    <a:pt x="562755" y="256695"/>
                  </a:lnTo>
                  <a:lnTo>
                    <a:pt x="492411" y="256441"/>
                  </a:lnTo>
                  <a:lnTo>
                    <a:pt x="422066" y="256187"/>
                  </a:lnTo>
                  <a:lnTo>
                    <a:pt x="351722" y="255932"/>
                  </a:lnTo>
                  <a:lnTo>
                    <a:pt x="281377" y="255677"/>
                  </a:lnTo>
                  <a:lnTo>
                    <a:pt x="211033" y="255423"/>
                  </a:lnTo>
                  <a:lnTo>
                    <a:pt x="140688" y="255167"/>
                  </a:lnTo>
                  <a:lnTo>
                    <a:pt x="70344" y="254912"/>
                  </a:lnTo>
                  <a:lnTo>
                    <a:pt x="0" y="2546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235312" y="2835361"/>
              <a:ext cx="6964104" cy="278960"/>
            </a:xfrm>
            <a:custGeom>
              <a:avLst/>
              <a:pathLst>
                <a:path w="6964104" h="278960">
                  <a:moveTo>
                    <a:pt x="0" y="0"/>
                  </a:moveTo>
                  <a:lnTo>
                    <a:pt x="70344" y="8174"/>
                  </a:lnTo>
                  <a:lnTo>
                    <a:pt x="140688" y="16230"/>
                  </a:lnTo>
                  <a:lnTo>
                    <a:pt x="211033" y="24169"/>
                  </a:lnTo>
                  <a:lnTo>
                    <a:pt x="281377" y="31994"/>
                  </a:lnTo>
                  <a:lnTo>
                    <a:pt x="351722" y="39705"/>
                  </a:lnTo>
                  <a:lnTo>
                    <a:pt x="422066" y="47305"/>
                  </a:lnTo>
                  <a:lnTo>
                    <a:pt x="492411" y="54795"/>
                  </a:lnTo>
                  <a:lnTo>
                    <a:pt x="562755" y="62177"/>
                  </a:lnTo>
                  <a:lnTo>
                    <a:pt x="633100" y="69451"/>
                  </a:lnTo>
                  <a:lnTo>
                    <a:pt x="703444" y="76621"/>
                  </a:lnTo>
                  <a:lnTo>
                    <a:pt x="773789" y="83686"/>
                  </a:lnTo>
                  <a:lnTo>
                    <a:pt x="844133" y="90650"/>
                  </a:lnTo>
                  <a:lnTo>
                    <a:pt x="914478" y="97512"/>
                  </a:lnTo>
                  <a:lnTo>
                    <a:pt x="984822" y="104276"/>
                  </a:lnTo>
                  <a:lnTo>
                    <a:pt x="1055167" y="110941"/>
                  </a:lnTo>
                  <a:lnTo>
                    <a:pt x="1125511" y="117510"/>
                  </a:lnTo>
                  <a:lnTo>
                    <a:pt x="1195856" y="123984"/>
                  </a:lnTo>
                  <a:lnTo>
                    <a:pt x="1266200" y="130365"/>
                  </a:lnTo>
                  <a:lnTo>
                    <a:pt x="1336545" y="136653"/>
                  </a:lnTo>
                  <a:lnTo>
                    <a:pt x="1406889" y="142850"/>
                  </a:lnTo>
                  <a:lnTo>
                    <a:pt x="1477234" y="148957"/>
                  </a:lnTo>
                  <a:lnTo>
                    <a:pt x="1547578" y="154976"/>
                  </a:lnTo>
                  <a:lnTo>
                    <a:pt x="1617923" y="160908"/>
                  </a:lnTo>
                  <a:lnTo>
                    <a:pt x="1688267" y="166754"/>
                  </a:lnTo>
                  <a:lnTo>
                    <a:pt x="1758612" y="172516"/>
                  </a:lnTo>
                  <a:lnTo>
                    <a:pt x="1828956" y="178194"/>
                  </a:lnTo>
                  <a:lnTo>
                    <a:pt x="1899301" y="183790"/>
                  </a:lnTo>
                  <a:lnTo>
                    <a:pt x="1969645" y="189305"/>
                  </a:lnTo>
                  <a:lnTo>
                    <a:pt x="2039990" y="194740"/>
                  </a:lnTo>
                  <a:lnTo>
                    <a:pt x="2110334" y="200096"/>
                  </a:lnTo>
                  <a:lnTo>
                    <a:pt x="2180679" y="205375"/>
                  </a:lnTo>
                  <a:lnTo>
                    <a:pt x="2251023" y="210578"/>
                  </a:lnTo>
                  <a:lnTo>
                    <a:pt x="2321368" y="215705"/>
                  </a:lnTo>
                  <a:lnTo>
                    <a:pt x="2391712" y="220759"/>
                  </a:lnTo>
                  <a:lnTo>
                    <a:pt x="2462057" y="225739"/>
                  </a:lnTo>
                  <a:lnTo>
                    <a:pt x="2532401" y="230647"/>
                  </a:lnTo>
                  <a:lnTo>
                    <a:pt x="2602746" y="235484"/>
                  </a:lnTo>
                  <a:lnTo>
                    <a:pt x="2673090" y="240251"/>
                  </a:lnTo>
                  <a:lnTo>
                    <a:pt x="2743435" y="244949"/>
                  </a:lnTo>
                  <a:lnTo>
                    <a:pt x="2813779" y="249579"/>
                  </a:lnTo>
                  <a:lnTo>
                    <a:pt x="2884124" y="254142"/>
                  </a:lnTo>
                  <a:lnTo>
                    <a:pt x="2954468" y="258639"/>
                  </a:lnTo>
                  <a:lnTo>
                    <a:pt x="3024813" y="263071"/>
                  </a:lnTo>
                  <a:lnTo>
                    <a:pt x="3095157" y="265703"/>
                  </a:lnTo>
                  <a:lnTo>
                    <a:pt x="3165502" y="265949"/>
                  </a:lnTo>
                  <a:lnTo>
                    <a:pt x="3235846" y="266196"/>
                  </a:lnTo>
                  <a:lnTo>
                    <a:pt x="3306191" y="266442"/>
                  </a:lnTo>
                  <a:lnTo>
                    <a:pt x="3376535" y="266688"/>
                  </a:lnTo>
                  <a:lnTo>
                    <a:pt x="3446880" y="266933"/>
                  </a:lnTo>
                  <a:lnTo>
                    <a:pt x="3517224" y="267179"/>
                  </a:lnTo>
                  <a:lnTo>
                    <a:pt x="3587569" y="267424"/>
                  </a:lnTo>
                  <a:lnTo>
                    <a:pt x="3657913" y="267669"/>
                  </a:lnTo>
                  <a:lnTo>
                    <a:pt x="3728257" y="267914"/>
                  </a:lnTo>
                  <a:lnTo>
                    <a:pt x="3798602" y="268158"/>
                  </a:lnTo>
                  <a:lnTo>
                    <a:pt x="3868946" y="268403"/>
                  </a:lnTo>
                  <a:lnTo>
                    <a:pt x="3939291" y="268647"/>
                  </a:lnTo>
                  <a:lnTo>
                    <a:pt x="4009635" y="268891"/>
                  </a:lnTo>
                  <a:lnTo>
                    <a:pt x="4079980" y="269135"/>
                  </a:lnTo>
                  <a:lnTo>
                    <a:pt x="4150324" y="269378"/>
                  </a:lnTo>
                  <a:lnTo>
                    <a:pt x="4220669" y="269622"/>
                  </a:lnTo>
                  <a:lnTo>
                    <a:pt x="4291013" y="269865"/>
                  </a:lnTo>
                  <a:lnTo>
                    <a:pt x="4361358" y="270108"/>
                  </a:lnTo>
                  <a:lnTo>
                    <a:pt x="4431702" y="270351"/>
                  </a:lnTo>
                  <a:lnTo>
                    <a:pt x="4502047" y="270593"/>
                  </a:lnTo>
                  <a:lnTo>
                    <a:pt x="4572391" y="270836"/>
                  </a:lnTo>
                  <a:lnTo>
                    <a:pt x="4642736" y="271078"/>
                  </a:lnTo>
                  <a:lnTo>
                    <a:pt x="4713080" y="271320"/>
                  </a:lnTo>
                  <a:lnTo>
                    <a:pt x="4783425" y="271562"/>
                  </a:lnTo>
                  <a:lnTo>
                    <a:pt x="4853769" y="271803"/>
                  </a:lnTo>
                  <a:lnTo>
                    <a:pt x="4924114" y="272045"/>
                  </a:lnTo>
                  <a:lnTo>
                    <a:pt x="4994458" y="272286"/>
                  </a:lnTo>
                  <a:lnTo>
                    <a:pt x="5064803" y="272527"/>
                  </a:lnTo>
                  <a:lnTo>
                    <a:pt x="5135147" y="272768"/>
                  </a:lnTo>
                  <a:lnTo>
                    <a:pt x="5205492" y="273008"/>
                  </a:lnTo>
                  <a:lnTo>
                    <a:pt x="5275836" y="273249"/>
                  </a:lnTo>
                  <a:lnTo>
                    <a:pt x="5346181" y="273489"/>
                  </a:lnTo>
                  <a:lnTo>
                    <a:pt x="5416525" y="273729"/>
                  </a:lnTo>
                  <a:lnTo>
                    <a:pt x="5486870" y="273969"/>
                  </a:lnTo>
                  <a:lnTo>
                    <a:pt x="5557214" y="274208"/>
                  </a:lnTo>
                  <a:lnTo>
                    <a:pt x="5627559" y="274448"/>
                  </a:lnTo>
                  <a:lnTo>
                    <a:pt x="5697903" y="274687"/>
                  </a:lnTo>
                  <a:lnTo>
                    <a:pt x="5768248" y="274926"/>
                  </a:lnTo>
                  <a:lnTo>
                    <a:pt x="5838592" y="275165"/>
                  </a:lnTo>
                  <a:lnTo>
                    <a:pt x="5908937" y="275404"/>
                  </a:lnTo>
                  <a:lnTo>
                    <a:pt x="5979281" y="275642"/>
                  </a:lnTo>
                  <a:lnTo>
                    <a:pt x="6049626" y="275880"/>
                  </a:lnTo>
                  <a:lnTo>
                    <a:pt x="6119970" y="276118"/>
                  </a:lnTo>
                  <a:lnTo>
                    <a:pt x="6190315" y="276356"/>
                  </a:lnTo>
                  <a:lnTo>
                    <a:pt x="6260659" y="276594"/>
                  </a:lnTo>
                  <a:lnTo>
                    <a:pt x="6331004" y="276831"/>
                  </a:lnTo>
                  <a:lnTo>
                    <a:pt x="6401348" y="277068"/>
                  </a:lnTo>
                  <a:lnTo>
                    <a:pt x="6471693" y="277306"/>
                  </a:lnTo>
                  <a:lnTo>
                    <a:pt x="6542037" y="277542"/>
                  </a:lnTo>
                  <a:lnTo>
                    <a:pt x="6612382" y="277779"/>
                  </a:lnTo>
                  <a:lnTo>
                    <a:pt x="6682726" y="278016"/>
                  </a:lnTo>
                  <a:lnTo>
                    <a:pt x="6753071" y="278252"/>
                  </a:lnTo>
                  <a:lnTo>
                    <a:pt x="6823415" y="278488"/>
                  </a:lnTo>
                  <a:lnTo>
                    <a:pt x="6893760" y="278724"/>
                  </a:lnTo>
                  <a:lnTo>
                    <a:pt x="6964104" y="2789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235312" y="3090018"/>
              <a:ext cx="6964104" cy="176822"/>
            </a:xfrm>
            <a:custGeom>
              <a:avLst/>
              <a:pathLst>
                <a:path w="6964104" h="176822">
                  <a:moveTo>
                    <a:pt x="6964104" y="176822"/>
                  </a:moveTo>
                  <a:lnTo>
                    <a:pt x="6893760" y="174863"/>
                  </a:lnTo>
                  <a:lnTo>
                    <a:pt x="6823415" y="172874"/>
                  </a:lnTo>
                  <a:lnTo>
                    <a:pt x="6753071" y="170857"/>
                  </a:lnTo>
                  <a:lnTo>
                    <a:pt x="6682726" y="168810"/>
                  </a:lnTo>
                  <a:lnTo>
                    <a:pt x="6612382" y="166733"/>
                  </a:lnTo>
                  <a:lnTo>
                    <a:pt x="6542037" y="164626"/>
                  </a:lnTo>
                  <a:lnTo>
                    <a:pt x="6471693" y="162487"/>
                  </a:lnTo>
                  <a:lnTo>
                    <a:pt x="6401348" y="160317"/>
                  </a:lnTo>
                  <a:lnTo>
                    <a:pt x="6331004" y="158116"/>
                  </a:lnTo>
                  <a:lnTo>
                    <a:pt x="6260659" y="155882"/>
                  </a:lnTo>
                  <a:lnTo>
                    <a:pt x="6190315" y="153615"/>
                  </a:lnTo>
                  <a:lnTo>
                    <a:pt x="6119970" y="151315"/>
                  </a:lnTo>
                  <a:lnTo>
                    <a:pt x="6049626" y="148981"/>
                  </a:lnTo>
                  <a:lnTo>
                    <a:pt x="5979281" y="146613"/>
                  </a:lnTo>
                  <a:lnTo>
                    <a:pt x="5908937" y="144210"/>
                  </a:lnTo>
                  <a:lnTo>
                    <a:pt x="5838592" y="141772"/>
                  </a:lnTo>
                  <a:lnTo>
                    <a:pt x="5768248" y="139298"/>
                  </a:lnTo>
                  <a:lnTo>
                    <a:pt x="5697903" y="136787"/>
                  </a:lnTo>
                  <a:lnTo>
                    <a:pt x="5627559" y="134240"/>
                  </a:lnTo>
                  <a:lnTo>
                    <a:pt x="5557214" y="131656"/>
                  </a:lnTo>
                  <a:lnTo>
                    <a:pt x="5486870" y="129033"/>
                  </a:lnTo>
                  <a:lnTo>
                    <a:pt x="5416525" y="126372"/>
                  </a:lnTo>
                  <a:lnTo>
                    <a:pt x="5346181" y="123672"/>
                  </a:lnTo>
                  <a:lnTo>
                    <a:pt x="5275836" y="120932"/>
                  </a:lnTo>
                  <a:lnTo>
                    <a:pt x="5205492" y="118153"/>
                  </a:lnTo>
                  <a:lnTo>
                    <a:pt x="5135147" y="115332"/>
                  </a:lnTo>
                  <a:lnTo>
                    <a:pt x="5064803" y="112470"/>
                  </a:lnTo>
                  <a:lnTo>
                    <a:pt x="4994458" y="109565"/>
                  </a:lnTo>
                  <a:lnTo>
                    <a:pt x="4924114" y="106619"/>
                  </a:lnTo>
                  <a:lnTo>
                    <a:pt x="4853769" y="103628"/>
                  </a:lnTo>
                  <a:lnTo>
                    <a:pt x="4783425" y="100594"/>
                  </a:lnTo>
                  <a:lnTo>
                    <a:pt x="4713080" y="97516"/>
                  </a:lnTo>
                  <a:lnTo>
                    <a:pt x="4642736" y="94392"/>
                  </a:lnTo>
                  <a:lnTo>
                    <a:pt x="4572391" y="91223"/>
                  </a:lnTo>
                  <a:lnTo>
                    <a:pt x="4502047" y="88006"/>
                  </a:lnTo>
                  <a:lnTo>
                    <a:pt x="4431702" y="84743"/>
                  </a:lnTo>
                  <a:lnTo>
                    <a:pt x="4361358" y="81432"/>
                  </a:lnTo>
                  <a:lnTo>
                    <a:pt x="4291013" y="78072"/>
                  </a:lnTo>
                  <a:lnTo>
                    <a:pt x="4220669" y="74663"/>
                  </a:lnTo>
                  <a:lnTo>
                    <a:pt x="4150324" y="71203"/>
                  </a:lnTo>
                  <a:lnTo>
                    <a:pt x="4079980" y="67693"/>
                  </a:lnTo>
                  <a:lnTo>
                    <a:pt x="4009635" y="64132"/>
                  </a:lnTo>
                  <a:lnTo>
                    <a:pt x="3939291" y="60518"/>
                  </a:lnTo>
                  <a:lnTo>
                    <a:pt x="3868946" y="56851"/>
                  </a:lnTo>
                  <a:lnTo>
                    <a:pt x="3798602" y="53130"/>
                  </a:lnTo>
                  <a:lnTo>
                    <a:pt x="3728257" y="49355"/>
                  </a:lnTo>
                  <a:lnTo>
                    <a:pt x="3657913" y="45524"/>
                  </a:lnTo>
                  <a:lnTo>
                    <a:pt x="3587569" y="41637"/>
                  </a:lnTo>
                  <a:lnTo>
                    <a:pt x="3517224" y="37693"/>
                  </a:lnTo>
                  <a:lnTo>
                    <a:pt x="3446880" y="33691"/>
                  </a:lnTo>
                  <a:lnTo>
                    <a:pt x="3376535" y="29630"/>
                  </a:lnTo>
                  <a:lnTo>
                    <a:pt x="3306191" y="25509"/>
                  </a:lnTo>
                  <a:lnTo>
                    <a:pt x="3235846" y="21328"/>
                  </a:lnTo>
                  <a:lnTo>
                    <a:pt x="3165502" y="17086"/>
                  </a:lnTo>
                  <a:lnTo>
                    <a:pt x="3095157" y="12781"/>
                  </a:lnTo>
                  <a:lnTo>
                    <a:pt x="3024813" y="10799"/>
                  </a:lnTo>
                  <a:lnTo>
                    <a:pt x="2954468" y="10552"/>
                  </a:lnTo>
                  <a:lnTo>
                    <a:pt x="2884124" y="10305"/>
                  </a:lnTo>
                  <a:lnTo>
                    <a:pt x="2813779" y="10058"/>
                  </a:lnTo>
                  <a:lnTo>
                    <a:pt x="2743435" y="9811"/>
                  </a:lnTo>
                  <a:lnTo>
                    <a:pt x="2673090" y="9563"/>
                  </a:lnTo>
                  <a:lnTo>
                    <a:pt x="2602746" y="9315"/>
                  </a:lnTo>
                  <a:lnTo>
                    <a:pt x="2532401" y="9067"/>
                  </a:lnTo>
                  <a:lnTo>
                    <a:pt x="2462057" y="8819"/>
                  </a:lnTo>
                  <a:lnTo>
                    <a:pt x="2391712" y="8570"/>
                  </a:lnTo>
                  <a:lnTo>
                    <a:pt x="2321368" y="8322"/>
                  </a:lnTo>
                  <a:lnTo>
                    <a:pt x="2251023" y="8073"/>
                  </a:lnTo>
                  <a:lnTo>
                    <a:pt x="2180679" y="7824"/>
                  </a:lnTo>
                  <a:lnTo>
                    <a:pt x="2110334" y="7574"/>
                  </a:lnTo>
                  <a:lnTo>
                    <a:pt x="2039990" y="7325"/>
                  </a:lnTo>
                  <a:lnTo>
                    <a:pt x="1969645" y="7075"/>
                  </a:lnTo>
                  <a:lnTo>
                    <a:pt x="1899301" y="6825"/>
                  </a:lnTo>
                  <a:lnTo>
                    <a:pt x="1828956" y="6575"/>
                  </a:lnTo>
                  <a:lnTo>
                    <a:pt x="1758612" y="6325"/>
                  </a:lnTo>
                  <a:lnTo>
                    <a:pt x="1688267" y="6074"/>
                  </a:lnTo>
                  <a:lnTo>
                    <a:pt x="1617923" y="5824"/>
                  </a:lnTo>
                  <a:lnTo>
                    <a:pt x="1547578" y="5573"/>
                  </a:lnTo>
                  <a:lnTo>
                    <a:pt x="1477234" y="5322"/>
                  </a:lnTo>
                  <a:lnTo>
                    <a:pt x="1406889" y="5070"/>
                  </a:lnTo>
                  <a:lnTo>
                    <a:pt x="1336545" y="4819"/>
                  </a:lnTo>
                  <a:lnTo>
                    <a:pt x="1266200" y="4567"/>
                  </a:lnTo>
                  <a:lnTo>
                    <a:pt x="1195856" y="4315"/>
                  </a:lnTo>
                  <a:lnTo>
                    <a:pt x="1125511" y="4063"/>
                  </a:lnTo>
                  <a:lnTo>
                    <a:pt x="1055167" y="3810"/>
                  </a:lnTo>
                  <a:lnTo>
                    <a:pt x="984822" y="3558"/>
                  </a:lnTo>
                  <a:lnTo>
                    <a:pt x="914478" y="3305"/>
                  </a:lnTo>
                  <a:lnTo>
                    <a:pt x="844133" y="3052"/>
                  </a:lnTo>
                  <a:lnTo>
                    <a:pt x="773789" y="2799"/>
                  </a:lnTo>
                  <a:lnTo>
                    <a:pt x="703444" y="2545"/>
                  </a:lnTo>
                  <a:lnTo>
                    <a:pt x="633100" y="2292"/>
                  </a:lnTo>
                  <a:lnTo>
                    <a:pt x="562755" y="2038"/>
                  </a:lnTo>
                  <a:lnTo>
                    <a:pt x="492411" y="1784"/>
                  </a:lnTo>
                  <a:lnTo>
                    <a:pt x="422066" y="1530"/>
                  </a:lnTo>
                  <a:lnTo>
                    <a:pt x="351722" y="1275"/>
                  </a:lnTo>
                  <a:lnTo>
                    <a:pt x="281377" y="1020"/>
                  </a:lnTo>
                  <a:lnTo>
                    <a:pt x="211033" y="765"/>
                  </a:lnTo>
                  <a:lnTo>
                    <a:pt x="140688" y="510"/>
                  </a:lnTo>
                  <a:lnTo>
                    <a:pt x="70344" y="25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235312" y="2981623"/>
              <a:ext cx="6964104" cy="223314"/>
            </a:xfrm>
            <a:custGeom>
              <a:avLst/>
              <a:pathLst>
                <a:path w="6964104" h="223314">
                  <a:moveTo>
                    <a:pt x="0" y="0"/>
                  </a:moveTo>
                  <a:lnTo>
                    <a:pt x="70344" y="3211"/>
                  </a:lnTo>
                  <a:lnTo>
                    <a:pt x="140688" y="6397"/>
                  </a:lnTo>
                  <a:lnTo>
                    <a:pt x="211033" y="9559"/>
                  </a:lnTo>
                  <a:lnTo>
                    <a:pt x="281377" y="12697"/>
                  </a:lnTo>
                  <a:lnTo>
                    <a:pt x="351722" y="15811"/>
                  </a:lnTo>
                  <a:lnTo>
                    <a:pt x="422066" y="18901"/>
                  </a:lnTo>
                  <a:lnTo>
                    <a:pt x="492411" y="21967"/>
                  </a:lnTo>
                  <a:lnTo>
                    <a:pt x="562755" y="25010"/>
                  </a:lnTo>
                  <a:lnTo>
                    <a:pt x="633100" y="28029"/>
                  </a:lnTo>
                  <a:lnTo>
                    <a:pt x="703444" y="31026"/>
                  </a:lnTo>
                  <a:lnTo>
                    <a:pt x="773789" y="33999"/>
                  </a:lnTo>
                  <a:lnTo>
                    <a:pt x="844133" y="36949"/>
                  </a:lnTo>
                  <a:lnTo>
                    <a:pt x="914478" y="39877"/>
                  </a:lnTo>
                  <a:lnTo>
                    <a:pt x="984822" y="42783"/>
                  </a:lnTo>
                  <a:lnTo>
                    <a:pt x="1055167" y="45666"/>
                  </a:lnTo>
                  <a:lnTo>
                    <a:pt x="1125511" y="48527"/>
                  </a:lnTo>
                  <a:lnTo>
                    <a:pt x="1195856" y="51366"/>
                  </a:lnTo>
                  <a:lnTo>
                    <a:pt x="1266200" y="54183"/>
                  </a:lnTo>
                  <a:lnTo>
                    <a:pt x="1336545" y="56978"/>
                  </a:lnTo>
                  <a:lnTo>
                    <a:pt x="1406889" y="59753"/>
                  </a:lnTo>
                  <a:lnTo>
                    <a:pt x="1477234" y="62505"/>
                  </a:lnTo>
                  <a:lnTo>
                    <a:pt x="1547578" y="65237"/>
                  </a:lnTo>
                  <a:lnTo>
                    <a:pt x="1617923" y="67948"/>
                  </a:lnTo>
                  <a:lnTo>
                    <a:pt x="1688267" y="70638"/>
                  </a:lnTo>
                  <a:lnTo>
                    <a:pt x="1758612" y="73308"/>
                  </a:lnTo>
                  <a:lnTo>
                    <a:pt x="1828956" y="75957"/>
                  </a:lnTo>
                  <a:lnTo>
                    <a:pt x="1899301" y="78585"/>
                  </a:lnTo>
                  <a:lnTo>
                    <a:pt x="1969645" y="81194"/>
                  </a:lnTo>
                  <a:lnTo>
                    <a:pt x="2039990" y="83782"/>
                  </a:lnTo>
                  <a:lnTo>
                    <a:pt x="2110334" y="86351"/>
                  </a:lnTo>
                  <a:lnTo>
                    <a:pt x="2180679" y="88900"/>
                  </a:lnTo>
                  <a:lnTo>
                    <a:pt x="2251023" y="91429"/>
                  </a:lnTo>
                  <a:lnTo>
                    <a:pt x="2321368" y="93939"/>
                  </a:lnTo>
                  <a:lnTo>
                    <a:pt x="2391712" y="96430"/>
                  </a:lnTo>
                  <a:lnTo>
                    <a:pt x="2462057" y="98901"/>
                  </a:lnTo>
                  <a:lnTo>
                    <a:pt x="2532401" y="101354"/>
                  </a:lnTo>
                  <a:lnTo>
                    <a:pt x="2602746" y="103788"/>
                  </a:lnTo>
                  <a:lnTo>
                    <a:pt x="2673090" y="106203"/>
                  </a:lnTo>
                  <a:lnTo>
                    <a:pt x="2743435" y="108599"/>
                  </a:lnTo>
                  <a:lnTo>
                    <a:pt x="2813779" y="110978"/>
                  </a:lnTo>
                  <a:lnTo>
                    <a:pt x="2884124" y="113338"/>
                  </a:lnTo>
                  <a:lnTo>
                    <a:pt x="2954468" y="115680"/>
                  </a:lnTo>
                  <a:lnTo>
                    <a:pt x="3024813" y="118004"/>
                  </a:lnTo>
                  <a:lnTo>
                    <a:pt x="3095157" y="120310"/>
                  </a:lnTo>
                  <a:lnTo>
                    <a:pt x="3165502" y="122598"/>
                  </a:lnTo>
                  <a:lnTo>
                    <a:pt x="3235846" y="124869"/>
                  </a:lnTo>
                  <a:lnTo>
                    <a:pt x="3306191" y="127122"/>
                  </a:lnTo>
                  <a:lnTo>
                    <a:pt x="3376535" y="129359"/>
                  </a:lnTo>
                  <a:lnTo>
                    <a:pt x="3446880" y="131578"/>
                  </a:lnTo>
                  <a:lnTo>
                    <a:pt x="3517224" y="133780"/>
                  </a:lnTo>
                  <a:lnTo>
                    <a:pt x="3587569" y="135965"/>
                  </a:lnTo>
                  <a:lnTo>
                    <a:pt x="3657913" y="138133"/>
                  </a:lnTo>
                  <a:lnTo>
                    <a:pt x="3728257" y="140285"/>
                  </a:lnTo>
                  <a:lnTo>
                    <a:pt x="3798602" y="142420"/>
                  </a:lnTo>
                  <a:lnTo>
                    <a:pt x="3868946" y="144539"/>
                  </a:lnTo>
                  <a:lnTo>
                    <a:pt x="3939291" y="146641"/>
                  </a:lnTo>
                  <a:lnTo>
                    <a:pt x="4009635" y="148728"/>
                  </a:lnTo>
                  <a:lnTo>
                    <a:pt x="4079980" y="150798"/>
                  </a:lnTo>
                  <a:lnTo>
                    <a:pt x="4150324" y="152853"/>
                  </a:lnTo>
                  <a:lnTo>
                    <a:pt x="4220669" y="154892"/>
                  </a:lnTo>
                  <a:lnTo>
                    <a:pt x="4291013" y="156915"/>
                  </a:lnTo>
                  <a:lnTo>
                    <a:pt x="4361358" y="158923"/>
                  </a:lnTo>
                  <a:lnTo>
                    <a:pt x="4431702" y="160915"/>
                  </a:lnTo>
                  <a:lnTo>
                    <a:pt x="4502047" y="162892"/>
                  </a:lnTo>
                  <a:lnTo>
                    <a:pt x="4572391" y="164854"/>
                  </a:lnTo>
                  <a:lnTo>
                    <a:pt x="4642736" y="166801"/>
                  </a:lnTo>
                  <a:lnTo>
                    <a:pt x="4713080" y="168732"/>
                  </a:lnTo>
                  <a:lnTo>
                    <a:pt x="4783425" y="170649"/>
                  </a:lnTo>
                  <a:lnTo>
                    <a:pt x="4853769" y="172552"/>
                  </a:lnTo>
                  <a:lnTo>
                    <a:pt x="4924114" y="174439"/>
                  </a:lnTo>
                  <a:lnTo>
                    <a:pt x="4994458" y="176313"/>
                  </a:lnTo>
                  <a:lnTo>
                    <a:pt x="5064803" y="178172"/>
                  </a:lnTo>
                  <a:lnTo>
                    <a:pt x="5135147" y="180016"/>
                  </a:lnTo>
                  <a:lnTo>
                    <a:pt x="5205492" y="181847"/>
                  </a:lnTo>
                  <a:lnTo>
                    <a:pt x="5275836" y="183663"/>
                  </a:lnTo>
                  <a:lnTo>
                    <a:pt x="5346181" y="185466"/>
                  </a:lnTo>
                  <a:lnTo>
                    <a:pt x="5416525" y="187254"/>
                  </a:lnTo>
                  <a:lnTo>
                    <a:pt x="5486870" y="189029"/>
                  </a:lnTo>
                  <a:lnTo>
                    <a:pt x="5557214" y="190791"/>
                  </a:lnTo>
                  <a:lnTo>
                    <a:pt x="5627559" y="192539"/>
                  </a:lnTo>
                  <a:lnTo>
                    <a:pt x="5697903" y="194273"/>
                  </a:lnTo>
                  <a:lnTo>
                    <a:pt x="5768248" y="195994"/>
                  </a:lnTo>
                  <a:lnTo>
                    <a:pt x="5838592" y="197702"/>
                  </a:lnTo>
                  <a:lnTo>
                    <a:pt x="5908937" y="199397"/>
                  </a:lnTo>
                  <a:lnTo>
                    <a:pt x="5979281" y="201079"/>
                  </a:lnTo>
                  <a:lnTo>
                    <a:pt x="6049626" y="202748"/>
                  </a:lnTo>
                  <a:lnTo>
                    <a:pt x="6119970" y="204404"/>
                  </a:lnTo>
                  <a:lnTo>
                    <a:pt x="6190315" y="206047"/>
                  </a:lnTo>
                  <a:lnTo>
                    <a:pt x="6260659" y="207678"/>
                  </a:lnTo>
                  <a:lnTo>
                    <a:pt x="6331004" y="209296"/>
                  </a:lnTo>
                  <a:lnTo>
                    <a:pt x="6401348" y="210902"/>
                  </a:lnTo>
                  <a:lnTo>
                    <a:pt x="6471693" y="212496"/>
                  </a:lnTo>
                  <a:lnTo>
                    <a:pt x="6542037" y="214077"/>
                  </a:lnTo>
                  <a:lnTo>
                    <a:pt x="6612382" y="215646"/>
                  </a:lnTo>
                  <a:lnTo>
                    <a:pt x="6682726" y="217204"/>
                  </a:lnTo>
                  <a:lnTo>
                    <a:pt x="6753071" y="218749"/>
                  </a:lnTo>
                  <a:lnTo>
                    <a:pt x="6823415" y="220282"/>
                  </a:lnTo>
                  <a:lnTo>
                    <a:pt x="6893760" y="221804"/>
                  </a:lnTo>
                  <a:lnTo>
                    <a:pt x="6964104" y="22331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87106" y="3100960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30071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103710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04283" y="2143092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762297" y="336024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762297" y="306090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62297" y="276157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62297" y="246224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62297" y="21629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179256" y="3522791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3889308" y="3522791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5649057" y="3522791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328020" y="3522791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61815" y="3662467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138035" y="2751517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87106" y="1966152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1.10 (1.01-1.19), p_Bonf = 0.169 (n = 6)  |  per IQR decline (Δ = 28.1 %): 1.30 (1.03-1.64)  |  IQR: [-30.1, -2.1] 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87106" y="1739378"/>
              <a:ext cx="37603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(Sensitivity, Carboplatin AUC ≥ 3)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887106" y="544401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87106" y="514468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87106" y="4845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87106" y="4546018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977504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183253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87556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542582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4397608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252634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10766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6962686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817712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87106" y="5593686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87106" y="5294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87106" y="4995019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87106" y="4695685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87106" y="4396351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05017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26004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115069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970095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4825121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80147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653517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390199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45225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1235312" y="5028753"/>
              <a:ext cx="6964104" cy="431479"/>
            </a:xfrm>
            <a:custGeom>
              <a:avLst/>
              <a:pathLst>
                <a:path w="6964104" h="431479">
                  <a:moveTo>
                    <a:pt x="0" y="0"/>
                  </a:moveTo>
                  <a:lnTo>
                    <a:pt x="70344" y="8174"/>
                  </a:lnTo>
                  <a:lnTo>
                    <a:pt x="140688" y="16230"/>
                  </a:lnTo>
                  <a:lnTo>
                    <a:pt x="211033" y="24169"/>
                  </a:lnTo>
                  <a:lnTo>
                    <a:pt x="281377" y="31994"/>
                  </a:lnTo>
                  <a:lnTo>
                    <a:pt x="351722" y="39705"/>
                  </a:lnTo>
                  <a:lnTo>
                    <a:pt x="422066" y="47305"/>
                  </a:lnTo>
                  <a:lnTo>
                    <a:pt x="492411" y="54795"/>
                  </a:lnTo>
                  <a:lnTo>
                    <a:pt x="562755" y="62177"/>
                  </a:lnTo>
                  <a:lnTo>
                    <a:pt x="633100" y="69451"/>
                  </a:lnTo>
                  <a:lnTo>
                    <a:pt x="703444" y="76621"/>
                  </a:lnTo>
                  <a:lnTo>
                    <a:pt x="773789" y="83686"/>
                  </a:lnTo>
                  <a:lnTo>
                    <a:pt x="844133" y="90650"/>
                  </a:lnTo>
                  <a:lnTo>
                    <a:pt x="914478" y="97512"/>
                  </a:lnTo>
                  <a:lnTo>
                    <a:pt x="984822" y="104276"/>
                  </a:lnTo>
                  <a:lnTo>
                    <a:pt x="1055167" y="110941"/>
                  </a:lnTo>
                  <a:lnTo>
                    <a:pt x="1125511" y="117510"/>
                  </a:lnTo>
                  <a:lnTo>
                    <a:pt x="1195856" y="123984"/>
                  </a:lnTo>
                  <a:lnTo>
                    <a:pt x="1266200" y="130365"/>
                  </a:lnTo>
                  <a:lnTo>
                    <a:pt x="1336545" y="136653"/>
                  </a:lnTo>
                  <a:lnTo>
                    <a:pt x="1406889" y="142850"/>
                  </a:lnTo>
                  <a:lnTo>
                    <a:pt x="1477234" y="148957"/>
                  </a:lnTo>
                  <a:lnTo>
                    <a:pt x="1547578" y="154976"/>
                  </a:lnTo>
                  <a:lnTo>
                    <a:pt x="1617923" y="160908"/>
                  </a:lnTo>
                  <a:lnTo>
                    <a:pt x="1688267" y="166754"/>
                  </a:lnTo>
                  <a:lnTo>
                    <a:pt x="1758612" y="172516"/>
                  </a:lnTo>
                  <a:lnTo>
                    <a:pt x="1828956" y="178194"/>
                  </a:lnTo>
                  <a:lnTo>
                    <a:pt x="1899301" y="183790"/>
                  </a:lnTo>
                  <a:lnTo>
                    <a:pt x="1969645" y="189305"/>
                  </a:lnTo>
                  <a:lnTo>
                    <a:pt x="2039990" y="194740"/>
                  </a:lnTo>
                  <a:lnTo>
                    <a:pt x="2110334" y="200096"/>
                  </a:lnTo>
                  <a:lnTo>
                    <a:pt x="2180679" y="205375"/>
                  </a:lnTo>
                  <a:lnTo>
                    <a:pt x="2251023" y="210578"/>
                  </a:lnTo>
                  <a:lnTo>
                    <a:pt x="2321368" y="215705"/>
                  </a:lnTo>
                  <a:lnTo>
                    <a:pt x="2391712" y="220759"/>
                  </a:lnTo>
                  <a:lnTo>
                    <a:pt x="2462057" y="225739"/>
                  </a:lnTo>
                  <a:lnTo>
                    <a:pt x="2532401" y="230647"/>
                  </a:lnTo>
                  <a:lnTo>
                    <a:pt x="2602746" y="235484"/>
                  </a:lnTo>
                  <a:lnTo>
                    <a:pt x="2673090" y="240251"/>
                  </a:lnTo>
                  <a:lnTo>
                    <a:pt x="2743435" y="244949"/>
                  </a:lnTo>
                  <a:lnTo>
                    <a:pt x="2813779" y="249579"/>
                  </a:lnTo>
                  <a:lnTo>
                    <a:pt x="2884124" y="254142"/>
                  </a:lnTo>
                  <a:lnTo>
                    <a:pt x="2954468" y="258639"/>
                  </a:lnTo>
                  <a:lnTo>
                    <a:pt x="3024813" y="263071"/>
                  </a:lnTo>
                  <a:lnTo>
                    <a:pt x="3095157" y="265703"/>
                  </a:lnTo>
                  <a:lnTo>
                    <a:pt x="3165502" y="265949"/>
                  </a:lnTo>
                  <a:lnTo>
                    <a:pt x="3235846" y="266196"/>
                  </a:lnTo>
                  <a:lnTo>
                    <a:pt x="3306191" y="266442"/>
                  </a:lnTo>
                  <a:lnTo>
                    <a:pt x="3376535" y="266688"/>
                  </a:lnTo>
                  <a:lnTo>
                    <a:pt x="3446880" y="266933"/>
                  </a:lnTo>
                  <a:lnTo>
                    <a:pt x="3517224" y="267179"/>
                  </a:lnTo>
                  <a:lnTo>
                    <a:pt x="3587569" y="267424"/>
                  </a:lnTo>
                  <a:lnTo>
                    <a:pt x="3657913" y="267669"/>
                  </a:lnTo>
                  <a:lnTo>
                    <a:pt x="3728257" y="267914"/>
                  </a:lnTo>
                  <a:lnTo>
                    <a:pt x="3798602" y="268158"/>
                  </a:lnTo>
                  <a:lnTo>
                    <a:pt x="3868946" y="268403"/>
                  </a:lnTo>
                  <a:lnTo>
                    <a:pt x="3939291" y="268647"/>
                  </a:lnTo>
                  <a:lnTo>
                    <a:pt x="4009635" y="268891"/>
                  </a:lnTo>
                  <a:lnTo>
                    <a:pt x="4079980" y="269135"/>
                  </a:lnTo>
                  <a:lnTo>
                    <a:pt x="4150324" y="269378"/>
                  </a:lnTo>
                  <a:lnTo>
                    <a:pt x="4220669" y="269622"/>
                  </a:lnTo>
                  <a:lnTo>
                    <a:pt x="4291013" y="269865"/>
                  </a:lnTo>
                  <a:lnTo>
                    <a:pt x="4361358" y="270108"/>
                  </a:lnTo>
                  <a:lnTo>
                    <a:pt x="4431702" y="270351"/>
                  </a:lnTo>
                  <a:lnTo>
                    <a:pt x="4502047" y="270593"/>
                  </a:lnTo>
                  <a:lnTo>
                    <a:pt x="4572391" y="270836"/>
                  </a:lnTo>
                  <a:lnTo>
                    <a:pt x="4642736" y="271078"/>
                  </a:lnTo>
                  <a:lnTo>
                    <a:pt x="4713080" y="271320"/>
                  </a:lnTo>
                  <a:lnTo>
                    <a:pt x="4783425" y="271562"/>
                  </a:lnTo>
                  <a:lnTo>
                    <a:pt x="4853769" y="271803"/>
                  </a:lnTo>
                  <a:lnTo>
                    <a:pt x="4924114" y="272045"/>
                  </a:lnTo>
                  <a:lnTo>
                    <a:pt x="4994458" y="272286"/>
                  </a:lnTo>
                  <a:lnTo>
                    <a:pt x="5064803" y="272527"/>
                  </a:lnTo>
                  <a:lnTo>
                    <a:pt x="5135147" y="272768"/>
                  </a:lnTo>
                  <a:lnTo>
                    <a:pt x="5205492" y="273008"/>
                  </a:lnTo>
                  <a:lnTo>
                    <a:pt x="5275836" y="273249"/>
                  </a:lnTo>
                  <a:lnTo>
                    <a:pt x="5346181" y="273489"/>
                  </a:lnTo>
                  <a:lnTo>
                    <a:pt x="5416525" y="273729"/>
                  </a:lnTo>
                  <a:lnTo>
                    <a:pt x="5486870" y="273969"/>
                  </a:lnTo>
                  <a:lnTo>
                    <a:pt x="5557214" y="274208"/>
                  </a:lnTo>
                  <a:lnTo>
                    <a:pt x="5627559" y="274448"/>
                  </a:lnTo>
                  <a:lnTo>
                    <a:pt x="5697903" y="274687"/>
                  </a:lnTo>
                  <a:lnTo>
                    <a:pt x="5768248" y="274926"/>
                  </a:lnTo>
                  <a:lnTo>
                    <a:pt x="5838592" y="275165"/>
                  </a:lnTo>
                  <a:lnTo>
                    <a:pt x="5908937" y="275404"/>
                  </a:lnTo>
                  <a:lnTo>
                    <a:pt x="5979281" y="275642"/>
                  </a:lnTo>
                  <a:lnTo>
                    <a:pt x="6049626" y="275880"/>
                  </a:lnTo>
                  <a:lnTo>
                    <a:pt x="6119970" y="276118"/>
                  </a:lnTo>
                  <a:lnTo>
                    <a:pt x="6190315" y="276356"/>
                  </a:lnTo>
                  <a:lnTo>
                    <a:pt x="6260659" y="276594"/>
                  </a:lnTo>
                  <a:lnTo>
                    <a:pt x="6331004" y="276831"/>
                  </a:lnTo>
                  <a:lnTo>
                    <a:pt x="6401348" y="277068"/>
                  </a:lnTo>
                  <a:lnTo>
                    <a:pt x="6471693" y="277306"/>
                  </a:lnTo>
                  <a:lnTo>
                    <a:pt x="6542037" y="277542"/>
                  </a:lnTo>
                  <a:lnTo>
                    <a:pt x="6612382" y="277779"/>
                  </a:lnTo>
                  <a:lnTo>
                    <a:pt x="6682726" y="278016"/>
                  </a:lnTo>
                  <a:lnTo>
                    <a:pt x="6753071" y="278252"/>
                  </a:lnTo>
                  <a:lnTo>
                    <a:pt x="6823415" y="278488"/>
                  </a:lnTo>
                  <a:lnTo>
                    <a:pt x="6893760" y="278724"/>
                  </a:lnTo>
                  <a:lnTo>
                    <a:pt x="6964104" y="278960"/>
                  </a:lnTo>
                  <a:lnTo>
                    <a:pt x="6964104" y="431479"/>
                  </a:lnTo>
                  <a:lnTo>
                    <a:pt x="6893760" y="429520"/>
                  </a:lnTo>
                  <a:lnTo>
                    <a:pt x="6823415" y="427532"/>
                  </a:lnTo>
                  <a:lnTo>
                    <a:pt x="6753071" y="425514"/>
                  </a:lnTo>
                  <a:lnTo>
                    <a:pt x="6682726" y="423467"/>
                  </a:lnTo>
                  <a:lnTo>
                    <a:pt x="6612382" y="421390"/>
                  </a:lnTo>
                  <a:lnTo>
                    <a:pt x="6542037" y="419283"/>
                  </a:lnTo>
                  <a:lnTo>
                    <a:pt x="6471693" y="417144"/>
                  </a:lnTo>
                  <a:lnTo>
                    <a:pt x="6401348" y="414975"/>
                  </a:lnTo>
                  <a:lnTo>
                    <a:pt x="6331004" y="412773"/>
                  </a:lnTo>
                  <a:lnTo>
                    <a:pt x="6260659" y="410539"/>
                  </a:lnTo>
                  <a:lnTo>
                    <a:pt x="6190315" y="408272"/>
                  </a:lnTo>
                  <a:lnTo>
                    <a:pt x="6119970" y="405972"/>
                  </a:lnTo>
                  <a:lnTo>
                    <a:pt x="6049626" y="403638"/>
                  </a:lnTo>
                  <a:lnTo>
                    <a:pt x="5979281" y="401270"/>
                  </a:lnTo>
                  <a:lnTo>
                    <a:pt x="5908937" y="398867"/>
                  </a:lnTo>
                  <a:lnTo>
                    <a:pt x="5838592" y="396429"/>
                  </a:lnTo>
                  <a:lnTo>
                    <a:pt x="5768248" y="393955"/>
                  </a:lnTo>
                  <a:lnTo>
                    <a:pt x="5697903" y="391445"/>
                  </a:lnTo>
                  <a:lnTo>
                    <a:pt x="5627559" y="388897"/>
                  </a:lnTo>
                  <a:lnTo>
                    <a:pt x="5557214" y="386313"/>
                  </a:lnTo>
                  <a:lnTo>
                    <a:pt x="5486870" y="383690"/>
                  </a:lnTo>
                  <a:lnTo>
                    <a:pt x="5416525" y="381029"/>
                  </a:lnTo>
                  <a:lnTo>
                    <a:pt x="5346181" y="378329"/>
                  </a:lnTo>
                  <a:lnTo>
                    <a:pt x="5275836" y="375590"/>
                  </a:lnTo>
                  <a:lnTo>
                    <a:pt x="5205492" y="372810"/>
                  </a:lnTo>
                  <a:lnTo>
                    <a:pt x="5135147" y="369989"/>
                  </a:lnTo>
                  <a:lnTo>
                    <a:pt x="5064803" y="367127"/>
                  </a:lnTo>
                  <a:lnTo>
                    <a:pt x="4994458" y="364223"/>
                  </a:lnTo>
                  <a:lnTo>
                    <a:pt x="4924114" y="361276"/>
                  </a:lnTo>
                  <a:lnTo>
                    <a:pt x="4853769" y="358286"/>
                  </a:lnTo>
                  <a:lnTo>
                    <a:pt x="4783425" y="355252"/>
                  </a:lnTo>
                  <a:lnTo>
                    <a:pt x="4713080" y="352173"/>
                  </a:lnTo>
                  <a:lnTo>
                    <a:pt x="4642736" y="349049"/>
                  </a:lnTo>
                  <a:lnTo>
                    <a:pt x="4572391" y="345880"/>
                  </a:lnTo>
                  <a:lnTo>
                    <a:pt x="4502047" y="342664"/>
                  </a:lnTo>
                  <a:lnTo>
                    <a:pt x="4431702" y="339400"/>
                  </a:lnTo>
                  <a:lnTo>
                    <a:pt x="4361358" y="336089"/>
                  </a:lnTo>
                  <a:lnTo>
                    <a:pt x="4291013" y="332729"/>
                  </a:lnTo>
                  <a:lnTo>
                    <a:pt x="4220669" y="329320"/>
                  </a:lnTo>
                  <a:lnTo>
                    <a:pt x="4150324" y="325861"/>
                  </a:lnTo>
                  <a:lnTo>
                    <a:pt x="4079980" y="322351"/>
                  </a:lnTo>
                  <a:lnTo>
                    <a:pt x="4009635" y="318789"/>
                  </a:lnTo>
                  <a:lnTo>
                    <a:pt x="3939291" y="315175"/>
                  </a:lnTo>
                  <a:lnTo>
                    <a:pt x="3868946" y="311508"/>
                  </a:lnTo>
                  <a:lnTo>
                    <a:pt x="3798602" y="307787"/>
                  </a:lnTo>
                  <a:lnTo>
                    <a:pt x="3728257" y="304012"/>
                  </a:lnTo>
                  <a:lnTo>
                    <a:pt x="3657913" y="300181"/>
                  </a:lnTo>
                  <a:lnTo>
                    <a:pt x="3587569" y="296294"/>
                  </a:lnTo>
                  <a:lnTo>
                    <a:pt x="3517224" y="292350"/>
                  </a:lnTo>
                  <a:lnTo>
                    <a:pt x="3446880" y="288348"/>
                  </a:lnTo>
                  <a:lnTo>
                    <a:pt x="3376535" y="284287"/>
                  </a:lnTo>
                  <a:lnTo>
                    <a:pt x="3306191" y="280166"/>
                  </a:lnTo>
                  <a:lnTo>
                    <a:pt x="3235846" y="275985"/>
                  </a:lnTo>
                  <a:lnTo>
                    <a:pt x="3165502" y="271743"/>
                  </a:lnTo>
                  <a:lnTo>
                    <a:pt x="3095157" y="267439"/>
                  </a:lnTo>
                  <a:lnTo>
                    <a:pt x="3024813" y="265456"/>
                  </a:lnTo>
                  <a:lnTo>
                    <a:pt x="2954468" y="265210"/>
                  </a:lnTo>
                  <a:lnTo>
                    <a:pt x="2884124" y="264962"/>
                  </a:lnTo>
                  <a:lnTo>
                    <a:pt x="2813779" y="264715"/>
                  </a:lnTo>
                  <a:lnTo>
                    <a:pt x="2743435" y="264468"/>
                  </a:lnTo>
                  <a:lnTo>
                    <a:pt x="2673090" y="264220"/>
                  </a:lnTo>
                  <a:lnTo>
                    <a:pt x="2602746" y="263972"/>
                  </a:lnTo>
                  <a:lnTo>
                    <a:pt x="2532401" y="263724"/>
                  </a:lnTo>
                  <a:lnTo>
                    <a:pt x="2462057" y="263476"/>
                  </a:lnTo>
                  <a:lnTo>
                    <a:pt x="2391712" y="263228"/>
                  </a:lnTo>
                  <a:lnTo>
                    <a:pt x="2321368" y="262979"/>
                  </a:lnTo>
                  <a:lnTo>
                    <a:pt x="2251023" y="262730"/>
                  </a:lnTo>
                  <a:lnTo>
                    <a:pt x="2180679" y="262481"/>
                  </a:lnTo>
                  <a:lnTo>
                    <a:pt x="2110334" y="262232"/>
                  </a:lnTo>
                  <a:lnTo>
                    <a:pt x="2039990" y="261982"/>
                  </a:lnTo>
                  <a:lnTo>
                    <a:pt x="1969645" y="261732"/>
                  </a:lnTo>
                  <a:lnTo>
                    <a:pt x="1899301" y="261482"/>
                  </a:lnTo>
                  <a:lnTo>
                    <a:pt x="1828956" y="261232"/>
                  </a:lnTo>
                  <a:lnTo>
                    <a:pt x="1758612" y="260982"/>
                  </a:lnTo>
                  <a:lnTo>
                    <a:pt x="1688267" y="260732"/>
                  </a:lnTo>
                  <a:lnTo>
                    <a:pt x="1617923" y="260481"/>
                  </a:lnTo>
                  <a:lnTo>
                    <a:pt x="1547578" y="260230"/>
                  </a:lnTo>
                  <a:lnTo>
                    <a:pt x="1477234" y="259979"/>
                  </a:lnTo>
                  <a:lnTo>
                    <a:pt x="1406889" y="259727"/>
                  </a:lnTo>
                  <a:lnTo>
                    <a:pt x="1336545" y="259476"/>
                  </a:lnTo>
                  <a:lnTo>
                    <a:pt x="1266200" y="259224"/>
                  </a:lnTo>
                  <a:lnTo>
                    <a:pt x="1195856" y="258972"/>
                  </a:lnTo>
                  <a:lnTo>
                    <a:pt x="1125511" y="258720"/>
                  </a:lnTo>
                  <a:lnTo>
                    <a:pt x="1055167" y="258468"/>
                  </a:lnTo>
                  <a:lnTo>
                    <a:pt x="984822" y="258215"/>
                  </a:lnTo>
                  <a:lnTo>
                    <a:pt x="914478" y="257962"/>
                  </a:lnTo>
                  <a:lnTo>
                    <a:pt x="844133" y="257709"/>
                  </a:lnTo>
                  <a:lnTo>
                    <a:pt x="773789" y="257456"/>
                  </a:lnTo>
                  <a:lnTo>
                    <a:pt x="703444" y="257202"/>
                  </a:lnTo>
                  <a:lnTo>
                    <a:pt x="633100" y="256949"/>
                  </a:lnTo>
                  <a:lnTo>
                    <a:pt x="562755" y="256695"/>
                  </a:lnTo>
                  <a:lnTo>
                    <a:pt x="492411" y="256441"/>
                  </a:lnTo>
                  <a:lnTo>
                    <a:pt x="422066" y="256187"/>
                  </a:lnTo>
                  <a:lnTo>
                    <a:pt x="351722" y="255932"/>
                  </a:lnTo>
                  <a:lnTo>
                    <a:pt x="281377" y="255677"/>
                  </a:lnTo>
                  <a:lnTo>
                    <a:pt x="211033" y="255423"/>
                  </a:lnTo>
                  <a:lnTo>
                    <a:pt x="140688" y="255167"/>
                  </a:lnTo>
                  <a:lnTo>
                    <a:pt x="70344" y="254912"/>
                  </a:lnTo>
                  <a:lnTo>
                    <a:pt x="0" y="25465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1235312" y="5028753"/>
              <a:ext cx="6964104" cy="278960"/>
            </a:xfrm>
            <a:custGeom>
              <a:avLst/>
              <a:pathLst>
                <a:path w="6964104" h="278960">
                  <a:moveTo>
                    <a:pt x="0" y="0"/>
                  </a:moveTo>
                  <a:lnTo>
                    <a:pt x="70344" y="8174"/>
                  </a:lnTo>
                  <a:lnTo>
                    <a:pt x="140688" y="16230"/>
                  </a:lnTo>
                  <a:lnTo>
                    <a:pt x="211033" y="24169"/>
                  </a:lnTo>
                  <a:lnTo>
                    <a:pt x="281377" y="31994"/>
                  </a:lnTo>
                  <a:lnTo>
                    <a:pt x="351722" y="39705"/>
                  </a:lnTo>
                  <a:lnTo>
                    <a:pt x="422066" y="47305"/>
                  </a:lnTo>
                  <a:lnTo>
                    <a:pt x="492411" y="54795"/>
                  </a:lnTo>
                  <a:lnTo>
                    <a:pt x="562755" y="62177"/>
                  </a:lnTo>
                  <a:lnTo>
                    <a:pt x="633100" y="69451"/>
                  </a:lnTo>
                  <a:lnTo>
                    <a:pt x="703444" y="76621"/>
                  </a:lnTo>
                  <a:lnTo>
                    <a:pt x="773789" y="83686"/>
                  </a:lnTo>
                  <a:lnTo>
                    <a:pt x="844133" y="90650"/>
                  </a:lnTo>
                  <a:lnTo>
                    <a:pt x="914478" y="97512"/>
                  </a:lnTo>
                  <a:lnTo>
                    <a:pt x="984822" y="104276"/>
                  </a:lnTo>
                  <a:lnTo>
                    <a:pt x="1055167" y="110941"/>
                  </a:lnTo>
                  <a:lnTo>
                    <a:pt x="1125511" y="117510"/>
                  </a:lnTo>
                  <a:lnTo>
                    <a:pt x="1195856" y="123984"/>
                  </a:lnTo>
                  <a:lnTo>
                    <a:pt x="1266200" y="130365"/>
                  </a:lnTo>
                  <a:lnTo>
                    <a:pt x="1336545" y="136653"/>
                  </a:lnTo>
                  <a:lnTo>
                    <a:pt x="1406889" y="142850"/>
                  </a:lnTo>
                  <a:lnTo>
                    <a:pt x="1477234" y="148957"/>
                  </a:lnTo>
                  <a:lnTo>
                    <a:pt x="1547578" y="154976"/>
                  </a:lnTo>
                  <a:lnTo>
                    <a:pt x="1617923" y="160908"/>
                  </a:lnTo>
                  <a:lnTo>
                    <a:pt x="1688267" y="166754"/>
                  </a:lnTo>
                  <a:lnTo>
                    <a:pt x="1758612" y="172516"/>
                  </a:lnTo>
                  <a:lnTo>
                    <a:pt x="1828956" y="178194"/>
                  </a:lnTo>
                  <a:lnTo>
                    <a:pt x="1899301" y="183790"/>
                  </a:lnTo>
                  <a:lnTo>
                    <a:pt x="1969645" y="189305"/>
                  </a:lnTo>
                  <a:lnTo>
                    <a:pt x="2039990" y="194740"/>
                  </a:lnTo>
                  <a:lnTo>
                    <a:pt x="2110334" y="200096"/>
                  </a:lnTo>
                  <a:lnTo>
                    <a:pt x="2180679" y="205375"/>
                  </a:lnTo>
                  <a:lnTo>
                    <a:pt x="2251023" y="210578"/>
                  </a:lnTo>
                  <a:lnTo>
                    <a:pt x="2321368" y="215705"/>
                  </a:lnTo>
                  <a:lnTo>
                    <a:pt x="2391712" y="220759"/>
                  </a:lnTo>
                  <a:lnTo>
                    <a:pt x="2462057" y="225739"/>
                  </a:lnTo>
                  <a:lnTo>
                    <a:pt x="2532401" y="230647"/>
                  </a:lnTo>
                  <a:lnTo>
                    <a:pt x="2602746" y="235484"/>
                  </a:lnTo>
                  <a:lnTo>
                    <a:pt x="2673090" y="240251"/>
                  </a:lnTo>
                  <a:lnTo>
                    <a:pt x="2743435" y="244949"/>
                  </a:lnTo>
                  <a:lnTo>
                    <a:pt x="2813779" y="249579"/>
                  </a:lnTo>
                  <a:lnTo>
                    <a:pt x="2884124" y="254142"/>
                  </a:lnTo>
                  <a:lnTo>
                    <a:pt x="2954468" y="258639"/>
                  </a:lnTo>
                  <a:lnTo>
                    <a:pt x="3024813" y="263071"/>
                  </a:lnTo>
                  <a:lnTo>
                    <a:pt x="3095157" y="265703"/>
                  </a:lnTo>
                  <a:lnTo>
                    <a:pt x="3165502" y="265949"/>
                  </a:lnTo>
                  <a:lnTo>
                    <a:pt x="3235846" y="266196"/>
                  </a:lnTo>
                  <a:lnTo>
                    <a:pt x="3306191" y="266442"/>
                  </a:lnTo>
                  <a:lnTo>
                    <a:pt x="3376535" y="266688"/>
                  </a:lnTo>
                  <a:lnTo>
                    <a:pt x="3446880" y="266933"/>
                  </a:lnTo>
                  <a:lnTo>
                    <a:pt x="3517224" y="267179"/>
                  </a:lnTo>
                  <a:lnTo>
                    <a:pt x="3587569" y="267424"/>
                  </a:lnTo>
                  <a:lnTo>
                    <a:pt x="3657913" y="267669"/>
                  </a:lnTo>
                  <a:lnTo>
                    <a:pt x="3728257" y="267914"/>
                  </a:lnTo>
                  <a:lnTo>
                    <a:pt x="3798602" y="268158"/>
                  </a:lnTo>
                  <a:lnTo>
                    <a:pt x="3868946" y="268403"/>
                  </a:lnTo>
                  <a:lnTo>
                    <a:pt x="3939291" y="268647"/>
                  </a:lnTo>
                  <a:lnTo>
                    <a:pt x="4009635" y="268891"/>
                  </a:lnTo>
                  <a:lnTo>
                    <a:pt x="4079980" y="269135"/>
                  </a:lnTo>
                  <a:lnTo>
                    <a:pt x="4150324" y="269378"/>
                  </a:lnTo>
                  <a:lnTo>
                    <a:pt x="4220669" y="269622"/>
                  </a:lnTo>
                  <a:lnTo>
                    <a:pt x="4291013" y="269865"/>
                  </a:lnTo>
                  <a:lnTo>
                    <a:pt x="4361358" y="270108"/>
                  </a:lnTo>
                  <a:lnTo>
                    <a:pt x="4431702" y="270351"/>
                  </a:lnTo>
                  <a:lnTo>
                    <a:pt x="4502047" y="270593"/>
                  </a:lnTo>
                  <a:lnTo>
                    <a:pt x="4572391" y="270836"/>
                  </a:lnTo>
                  <a:lnTo>
                    <a:pt x="4642736" y="271078"/>
                  </a:lnTo>
                  <a:lnTo>
                    <a:pt x="4713080" y="271320"/>
                  </a:lnTo>
                  <a:lnTo>
                    <a:pt x="4783425" y="271562"/>
                  </a:lnTo>
                  <a:lnTo>
                    <a:pt x="4853769" y="271803"/>
                  </a:lnTo>
                  <a:lnTo>
                    <a:pt x="4924114" y="272045"/>
                  </a:lnTo>
                  <a:lnTo>
                    <a:pt x="4994458" y="272286"/>
                  </a:lnTo>
                  <a:lnTo>
                    <a:pt x="5064803" y="272527"/>
                  </a:lnTo>
                  <a:lnTo>
                    <a:pt x="5135147" y="272768"/>
                  </a:lnTo>
                  <a:lnTo>
                    <a:pt x="5205492" y="273008"/>
                  </a:lnTo>
                  <a:lnTo>
                    <a:pt x="5275836" y="273249"/>
                  </a:lnTo>
                  <a:lnTo>
                    <a:pt x="5346181" y="273489"/>
                  </a:lnTo>
                  <a:lnTo>
                    <a:pt x="5416525" y="273729"/>
                  </a:lnTo>
                  <a:lnTo>
                    <a:pt x="5486870" y="273969"/>
                  </a:lnTo>
                  <a:lnTo>
                    <a:pt x="5557214" y="274208"/>
                  </a:lnTo>
                  <a:lnTo>
                    <a:pt x="5627559" y="274448"/>
                  </a:lnTo>
                  <a:lnTo>
                    <a:pt x="5697903" y="274687"/>
                  </a:lnTo>
                  <a:lnTo>
                    <a:pt x="5768248" y="274926"/>
                  </a:lnTo>
                  <a:lnTo>
                    <a:pt x="5838592" y="275165"/>
                  </a:lnTo>
                  <a:lnTo>
                    <a:pt x="5908937" y="275404"/>
                  </a:lnTo>
                  <a:lnTo>
                    <a:pt x="5979281" y="275642"/>
                  </a:lnTo>
                  <a:lnTo>
                    <a:pt x="6049626" y="275880"/>
                  </a:lnTo>
                  <a:lnTo>
                    <a:pt x="6119970" y="276118"/>
                  </a:lnTo>
                  <a:lnTo>
                    <a:pt x="6190315" y="276356"/>
                  </a:lnTo>
                  <a:lnTo>
                    <a:pt x="6260659" y="276594"/>
                  </a:lnTo>
                  <a:lnTo>
                    <a:pt x="6331004" y="276831"/>
                  </a:lnTo>
                  <a:lnTo>
                    <a:pt x="6401348" y="277068"/>
                  </a:lnTo>
                  <a:lnTo>
                    <a:pt x="6471693" y="277306"/>
                  </a:lnTo>
                  <a:lnTo>
                    <a:pt x="6542037" y="277542"/>
                  </a:lnTo>
                  <a:lnTo>
                    <a:pt x="6612382" y="277779"/>
                  </a:lnTo>
                  <a:lnTo>
                    <a:pt x="6682726" y="278016"/>
                  </a:lnTo>
                  <a:lnTo>
                    <a:pt x="6753071" y="278252"/>
                  </a:lnTo>
                  <a:lnTo>
                    <a:pt x="6823415" y="278488"/>
                  </a:lnTo>
                  <a:lnTo>
                    <a:pt x="6893760" y="278724"/>
                  </a:lnTo>
                  <a:lnTo>
                    <a:pt x="6964104" y="2789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1235312" y="5283410"/>
              <a:ext cx="6964104" cy="176822"/>
            </a:xfrm>
            <a:custGeom>
              <a:avLst/>
              <a:pathLst>
                <a:path w="6964104" h="176822">
                  <a:moveTo>
                    <a:pt x="6964104" y="176822"/>
                  </a:moveTo>
                  <a:lnTo>
                    <a:pt x="6893760" y="174863"/>
                  </a:lnTo>
                  <a:lnTo>
                    <a:pt x="6823415" y="172874"/>
                  </a:lnTo>
                  <a:lnTo>
                    <a:pt x="6753071" y="170857"/>
                  </a:lnTo>
                  <a:lnTo>
                    <a:pt x="6682726" y="168810"/>
                  </a:lnTo>
                  <a:lnTo>
                    <a:pt x="6612382" y="166733"/>
                  </a:lnTo>
                  <a:lnTo>
                    <a:pt x="6542037" y="164626"/>
                  </a:lnTo>
                  <a:lnTo>
                    <a:pt x="6471693" y="162487"/>
                  </a:lnTo>
                  <a:lnTo>
                    <a:pt x="6401348" y="160317"/>
                  </a:lnTo>
                  <a:lnTo>
                    <a:pt x="6331004" y="158116"/>
                  </a:lnTo>
                  <a:lnTo>
                    <a:pt x="6260659" y="155882"/>
                  </a:lnTo>
                  <a:lnTo>
                    <a:pt x="6190315" y="153615"/>
                  </a:lnTo>
                  <a:lnTo>
                    <a:pt x="6119970" y="151315"/>
                  </a:lnTo>
                  <a:lnTo>
                    <a:pt x="6049626" y="148981"/>
                  </a:lnTo>
                  <a:lnTo>
                    <a:pt x="5979281" y="146613"/>
                  </a:lnTo>
                  <a:lnTo>
                    <a:pt x="5908937" y="144210"/>
                  </a:lnTo>
                  <a:lnTo>
                    <a:pt x="5838592" y="141772"/>
                  </a:lnTo>
                  <a:lnTo>
                    <a:pt x="5768248" y="139298"/>
                  </a:lnTo>
                  <a:lnTo>
                    <a:pt x="5697903" y="136787"/>
                  </a:lnTo>
                  <a:lnTo>
                    <a:pt x="5627559" y="134240"/>
                  </a:lnTo>
                  <a:lnTo>
                    <a:pt x="5557214" y="131656"/>
                  </a:lnTo>
                  <a:lnTo>
                    <a:pt x="5486870" y="129033"/>
                  </a:lnTo>
                  <a:lnTo>
                    <a:pt x="5416525" y="126372"/>
                  </a:lnTo>
                  <a:lnTo>
                    <a:pt x="5346181" y="123672"/>
                  </a:lnTo>
                  <a:lnTo>
                    <a:pt x="5275836" y="120932"/>
                  </a:lnTo>
                  <a:lnTo>
                    <a:pt x="5205492" y="118153"/>
                  </a:lnTo>
                  <a:lnTo>
                    <a:pt x="5135147" y="115332"/>
                  </a:lnTo>
                  <a:lnTo>
                    <a:pt x="5064803" y="112470"/>
                  </a:lnTo>
                  <a:lnTo>
                    <a:pt x="4994458" y="109565"/>
                  </a:lnTo>
                  <a:lnTo>
                    <a:pt x="4924114" y="106619"/>
                  </a:lnTo>
                  <a:lnTo>
                    <a:pt x="4853769" y="103628"/>
                  </a:lnTo>
                  <a:lnTo>
                    <a:pt x="4783425" y="100594"/>
                  </a:lnTo>
                  <a:lnTo>
                    <a:pt x="4713080" y="97516"/>
                  </a:lnTo>
                  <a:lnTo>
                    <a:pt x="4642736" y="94392"/>
                  </a:lnTo>
                  <a:lnTo>
                    <a:pt x="4572391" y="91223"/>
                  </a:lnTo>
                  <a:lnTo>
                    <a:pt x="4502047" y="88006"/>
                  </a:lnTo>
                  <a:lnTo>
                    <a:pt x="4431702" y="84743"/>
                  </a:lnTo>
                  <a:lnTo>
                    <a:pt x="4361358" y="81432"/>
                  </a:lnTo>
                  <a:lnTo>
                    <a:pt x="4291013" y="78072"/>
                  </a:lnTo>
                  <a:lnTo>
                    <a:pt x="4220669" y="74663"/>
                  </a:lnTo>
                  <a:lnTo>
                    <a:pt x="4150324" y="71203"/>
                  </a:lnTo>
                  <a:lnTo>
                    <a:pt x="4079980" y="67693"/>
                  </a:lnTo>
                  <a:lnTo>
                    <a:pt x="4009635" y="64132"/>
                  </a:lnTo>
                  <a:lnTo>
                    <a:pt x="3939291" y="60518"/>
                  </a:lnTo>
                  <a:lnTo>
                    <a:pt x="3868946" y="56851"/>
                  </a:lnTo>
                  <a:lnTo>
                    <a:pt x="3798602" y="53130"/>
                  </a:lnTo>
                  <a:lnTo>
                    <a:pt x="3728257" y="49355"/>
                  </a:lnTo>
                  <a:lnTo>
                    <a:pt x="3657913" y="45524"/>
                  </a:lnTo>
                  <a:lnTo>
                    <a:pt x="3587569" y="41637"/>
                  </a:lnTo>
                  <a:lnTo>
                    <a:pt x="3517224" y="37693"/>
                  </a:lnTo>
                  <a:lnTo>
                    <a:pt x="3446880" y="33691"/>
                  </a:lnTo>
                  <a:lnTo>
                    <a:pt x="3376535" y="29630"/>
                  </a:lnTo>
                  <a:lnTo>
                    <a:pt x="3306191" y="25509"/>
                  </a:lnTo>
                  <a:lnTo>
                    <a:pt x="3235846" y="21328"/>
                  </a:lnTo>
                  <a:lnTo>
                    <a:pt x="3165502" y="17086"/>
                  </a:lnTo>
                  <a:lnTo>
                    <a:pt x="3095157" y="12781"/>
                  </a:lnTo>
                  <a:lnTo>
                    <a:pt x="3024813" y="10799"/>
                  </a:lnTo>
                  <a:lnTo>
                    <a:pt x="2954468" y="10552"/>
                  </a:lnTo>
                  <a:lnTo>
                    <a:pt x="2884124" y="10305"/>
                  </a:lnTo>
                  <a:lnTo>
                    <a:pt x="2813779" y="10058"/>
                  </a:lnTo>
                  <a:lnTo>
                    <a:pt x="2743435" y="9811"/>
                  </a:lnTo>
                  <a:lnTo>
                    <a:pt x="2673090" y="9563"/>
                  </a:lnTo>
                  <a:lnTo>
                    <a:pt x="2602746" y="9315"/>
                  </a:lnTo>
                  <a:lnTo>
                    <a:pt x="2532401" y="9067"/>
                  </a:lnTo>
                  <a:lnTo>
                    <a:pt x="2462057" y="8819"/>
                  </a:lnTo>
                  <a:lnTo>
                    <a:pt x="2391712" y="8570"/>
                  </a:lnTo>
                  <a:lnTo>
                    <a:pt x="2321368" y="8322"/>
                  </a:lnTo>
                  <a:lnTo>
                    <a:pt x="2251023" y="8073"/>
                  </a:lnTo>
                  <a:lnTo>
                    <a:pt x="2180679" y="7824"/>
                  </a:lnTo>
                  <a:lnTo>
                    <a:pt x="2110334" y="7574"/>
                  </a:lnTo>
                  <a:lnTo>
                    <a:pt x="2039990" y="7325"/>
                  </a:lnTo>
                  <a:lnTo>
                    <a:pt x="1969645" y="7075"/>
                  </a:lnTo>
                  <a:lnTo>
                    <a:pt x="1899301" y="6825"/>
                  </a:lnTo>
                  <a:lnTo>
                    <a:pt x="1828956" y="6575"/>
                  </a:lnTo>
                  <a:lnTo>
                    <a:pt x="1758612" y="6325"/>
                  </a:lnTo>
                  <a:lnTo>
                    <a:pt x="1688267" y="6074"/>
                  </a:lnTo>
                  <a:lnTo>
                    <a:pt x="1617923" y="5824"/>
                  </a:lnTo>
                  <a:lnTo>
                    <a:pt x="1547578" y="5573"/>
                  </a:lnTo>
                  <a:lnTo>
                    <a:pt x="1477234" y="5322"/>
                  </a:lnTo>
                  <a:lnTo>
                    <a:pt x="1406889" y="5070"/>
                  </a:lnTo>
                  <a:lnTo>
                    <a:pt x="1336545" y="4819"/>
                  </a:lnTo>
                  <a:lnTo>
                    <a:pt x="1266200" y="4567"/>
                  </a:lnTo>
                  <a:lnTo>
                    <a:pt x="1195856" y="4315"/>
                  </a:lnTo>
                  <a:lnTo>
                    <a:pt x="1125511" y="4063"/>
                  </a:lnTo>
                  <a:lnTo>
                    <a:pt x="1055167" y="3810"/>
                  </a:lnTo>
                  <a:lnTo>
                    <a:pt x="984822" y="3558"/>
                  </a:lnTo>
                  <a:lnTo>
                    <a:pt x="914478" y="3305"/>
                  </a:lnTo>
                  <a:lnTo>
                    <a:pt x="844133" y="3052"/>
                  </a:lnTo>
                  <a:lnTo>
                    <a:pt x="773789" y="2799"/>
                  </a:lnTo>
                  <a:lnTo>
                    <a:pt x="703444" y="2545"/>
                  </a:lnTo>
                  <a:lnTo>
                    <a:pt x="633100" y="2292"/>
                  </a:lnTo>
                  <a:lnTo>
                    <a:pt x="562755" y="2038"/>
                  </a:lnTo>
                  <a:lnTo>
                    <a:pt x="492411" y="1784"/>
                  </a:lnTo>
                  <a:lnTo>
                    <a:pt x="422066" y="1530"/>
                  </a:lnTo>
                  <a:lnTo>
                    <a:pt x="351722" y="1275"/>
                  </a:lnTo>
                  <a:lnTo>
                    <a:pt x="281377" y="1020"/>
                  </a:lnTo>
                  <a:lnTo>
                    <a:pt x="211033" y="765"/>
                  </a:lnTo>
                  <a:lnTo>
                    <a:pt x="140688" y="510"/>
                  </a:lnTo>
                  <a:lnTo>
                    <a:pt x="70344" y="25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1235312" y="5175016"/>
              <a:ext cx="6964104" cy="223314"/>
            </a:xfrm>
            <a:custGeom>
              <a:avLst/>
              <a:pathLst>
                <a:path w="6964104" h="223314">
                  <a:moveTo>
                    <a:pt x="0" y="0"/>
                  </a:moveTo>
                  <a:lnTo>
                    <a:pt x="70344" y="3211"/>
                  </a:lnTo>
                  <a:lnTo>
                    <a:pt x="140688" y="6397"/>
                  </a:lnTo>
                  <a:lnTo>
                    <a:pt x="211033" y="9559"/>
                  </a:lnTo>
                  <a:lnTo>
                    <a:pt x="281377" y="12697"/>
                  </a:lnTo>
                  <a:lnTo>
                    <a:pt x="351722" y="15811"/>
                  </a:lnTo>
                  <a:lnTo>
                    <a:pt x="422066" y="18901"/>
                  </a:lnTo>
                  <a:lnTo>
                    <a:pt x="492411" y="21967"/>
                  </a:lnTo>
                  <a:lnTo>
                    <a:pt x="562755" y="25010"/>
                  </a:lnTo>
                  <a:lnTo>
                    <a:pt x="633100" y="28029"/>
                  </a:lnTo>
                  <a:lnTo>
                    <a:pt x="703444" y="31026"/>
                  </a:lnTo>
                  <a:lnTo>
                    <a:pt x="773789" y="33999"/>
                  </a:lnTo>
                  <a:lnTo>
                    <a:pt x="844133" y="36949"/>
                  </a:lnTo>
                  <a:lnTo>
                    <a:pt x="914478" y="39877"/>
                  </a:lnTo>
                  <a:lnTo>
                    <a:pt x="984822" y="42783"/>
                  </a:lnTo>
                  <a:lnTo>
                    <a:pt x="1055167" y="45666"/>
                  </a:lnTo>
                  <a:lnTo>
                    <a:pt x="1125511" y="48527"/>
                  </a:lnTo>
                  <a:lnTo>
                    <a:pt x="1195856" y="51366"/>
                  </a:lnTo>
                  <a:lnTo>
                    <a:pt x="1266200" y="54183"/>
                  </a:lnTo>
                  <a:lnTo>
                    <a:pt x="1336545" y="56978"/>
                  </a:lnTo>
                  <a:lnTo>
                    <a:pt x="1406889" y="59753"/>
                  </a:lnTo>
                  <a:lnTo>
                    <a:pt x="1477234" y="62505"/>
                  </a:lnTo>
                  <a:lnTo>
                    <a:pt x="1547578" y="65237"/>
                  </a:lnTo>
                  <a:lnTo>
                    <a:pt x="1617923" y="67948"/>
                  </a:lnTo>
                  <a:lnTo>
                    <a:pt x="1688267" y="70638"/>
                  </a:lnTo>
                  <a:lnTo>
                    <a:pt x="1758612" y="73308"/>
                  </a:lnTo>
                  <a:lnTo>
                    <a:pt x="1828956" y="75957"/>
                  </a:lnTo>
                  <a:lnTo>
                    <a:pt x="1899301" y="78585"/>
                  </a:lnTo>
                  <a:lnTo>
                    <a:pt x="1969645" y="81194"/>
                  </a:lnTo>
                  <a:lnTo>
                    <a:pt x="2039990" y="83782"/>
                  </a:lnTo>
                  <a:lnTo>
                    <a:pt x="2110334" y="86351"/>
                  </a:lnTo>
                  <a:lnTo>
                    <a:pt x="2180679" y="88900"/>
                  </a:lnTo>
                  <a:lnTo>
                    <a:pt x="2251023" y="91429"/>
                  </a:lnTo>
                  <a:lnTo>
                    <a:pt x="2321368" y="93939"/>
                  </a:lnTo>
                  <a:lnTo>
                    <a:pt x="2391712" y="96430"/>
                  </a:lnTo>
                  <a:lnTo>
                    <a:pt x="2462057" y="98901"/>
                  </a:lnTo>
                  <a:lnTo>
                    <a:pt x="2532401" y="101354"/>
                  </a:lnTo>
                  <a:lnTo>
                    <a:pt x="2602746" y="103788"/>
                  </a:lnTo>
                  <a:lnTo>
                    <a:pt x="2673090" y="106203"/>
                  </a:lnTo>
                  <a:lnTo>
                    <a:pt x="2743435" y="108599"/>
                  </a:lnTo>
                  <a:lnTo>
                    <a:pt x="2813779" y="110978"/>
                  </a:lnTo>
                  <a:lnTo>
                    <a:pt x="2884124" y="113338"/>
                  </a:lnTo>
                  <a:lnTo>
                    <a:pt x="2954468" y="115680"/>
                  </a:lnTo>
                  <a:lnTo>
                    <a:pt x="3024813" y="118004"/>
                  </a:lnTo>
                  <a:lnTo>
                    <a:pt x="3095157" y="120310"/>
                  </a:lnTo>
                  <a:lnTo>
                    <a:pt x="3165502" y="122598"/>
                  </a:lnTo>
                  <a:lnTo>
                    <a:pt x="3235846" y="124869"/>
                  </a:lnTo>
                  <a:lnTo>
                    <a:pt x="3306191" y="127122"/>
                  </a:lnTo>
                  <a:lnTo>
                    <a:pt x="3376535" y="129359"/>
                  </a:lnTo>
                  <a:lnTo>
                    <a:pt x="3446880" y="131578"/>
                  </a:lnTo>
                  <a:lnTo>
                    <a:pt x="3517224" y="133780"/>
                  </a:lnTo>
                  <a:lnTo>
                    <a:pt x="3587569" y="135965"/>
                  </a:lnTo>
                  <a:lnTo>
                    <a:pt x="3657913" y="138133"/>
                  </a:lnTo>
                  <a:lnTo>
                    <a:pt x="3728257" y="140285"/>
                  </a:lnTo>
                  <a:lnTo>
                    <a:pt x="3798602" y="142420"/>
                  </a:lnTo>
                  <a:lnTo>
                    <a:pt x="3868946" y="144539"/>
                  </a:lnTo>
                  <a:lnTo>
                    <a:pt x="3939291" y="146641"/>
                  </a:lnTo>
                  <a:lnTo>
                    <a:pt x="4009635" y="148728"/>
                  </a:lnTo>
                  <a:lnTo>
                    <a:pt x="4079980" y="150798"/>
                  </a:lnTo>
                  <a:lnTo>
                    <a:pt x="4150324" y="152853"/>
                  </a:lnTo>
                  <a:lnTo>
                    <a:pt x="4220669" y="154892"/>
                  </a:lnTo>
                  <a:lnTo>
                    <a:pt x="4291013" y="156915"/>
                  </a:lnTo>
                  <a:lnTo>
                    <a:pt x="4361358" y="158923"/>
                  </a:lnTo>
                  <a:lnTo>
                    <a:pt x="4431702" y="160915"/>
                  </a:lnTo>
                  <a:lnTo>
                    <a:pt x="4502047" y="162892"/>
                  </a:lnTo>
                  <a:lnTo>
                    <a:pt x="4572391" y="164854"/>
                  </a:lnTo>
                  <a:lnTo>
                    <a:pt x="4642736" y="166801"/>
                  </a:lnTo>
                  <a:lnTo>
                    <a:pt x="4713080" y="168732"/>
                  </a:lnTo>
                  <a:lnTo>
                    <a:pt x="4783425" y="170649"/>
                  </a:lnTo>
                  <a:lnTo>
                    <a:pt x="4853769" y="172552"/>
                  </a:lnTo>
                  <a:lnTo>
                    <a:pt x="4924114" y="174439"/>
                  </a:lnTo>
                  <a:lnTo>
                    <a:pt x="4994458" y="176313"/>
                  </a:lnTo>
                  <a:lnTo>
                    <a:pt x="5064803" y="178172"/>
                  </a:lnTo>
                  <a:lnTo>
                    <a:pt x="5135147" y="180016"/>
                  </a:lnTo>
                  <a:lnTo>
                    <a:pt x="5205492" y="181847"/>
                  </a:lnTo>
                  <a:lnTo>
                    <a:pt x="5275836" y="183663"/>
                  </a:lnTo>
                  <a:lnTo>
                    <a:pt x="5346181" y="185466"/>
                  </a:lnTo>
                  <a:lnTo>
                    <a:pt x="5416525" y="187254"/>
                  </a:lnTo>
                  <a:lnTo>
                    <a:pt x="5486870" y="189029"/>
                  </a:lnTo>
                  <a:lnTo>
                    <a:pt x="5557214" y="190791"/>
                  </a:lnTo>
                  <a:lnTo>
                    <a:pt x="5627559" y="192539"/>
                  </a:lnTo>
                  <a:lnTo>
                    <a:pt x="5697903" y="194273"/>
                  </a:lnTo>
                  <a:lnTo>
                    <a:pt x="5768248" y="195994"/>
                  </a:lnTo>
                  <a:lnTo>
                    <a:pt x="5838592" y="197702"/>
                  </a:lnTo>
                  <a:lnTo>
                    <a:pt x="5908937" y="199397"/>
                  </a:lnTo>
                  <a:lnTo>
                    <a:pt x="5979281" y="201079"/>
                  </a:lnTo>
                  <a:lnTo>
                    <a:pt x="6049626" y="202748"/>
                  </a:lnTo>
                  <a:lnTo>
                    <a:pt x="6119970" y="204404"/>
                  </a:lnTo>
                  <a:lnTo>
                    <a:pt x="6190315" y="206047"/>
                  </a:lnTo>
                  <a:lnTo>
                    <a:pt x="6260659" y="207678"/>
                  </a:lnTo>
                  <a:lnTo>
                    <a:pt x="6331004" y="209296"/>
                  </a:lnTo>
                  <a:lnTo>
                    <a:pt x="6401348" y="210902"/>
                  </a:lnTo>
                  <a:lnTo>
                    <a:pt x="6471693" y="212496"/>
                  </a:lnTo>
                  <a:lnTo>
                    <a:pt x="6542037" y="214077"/>
                  </a:lnTo>
                  <a:lnTo>
                    <a:pt x="6612382" y="215646"/>
                  </a:lnTo>
                  <a:lnTo>
                    <a:pt x="6682726" y="217204"/>
                  </a:lnTo>
                  <a:lnTo>
                    <a:pt x="6753071" y="218749"/>
                  </a:lnTo>
                  <a:lnTo>
                    <a:pt x="6823415" y="220282"/>
                  </a:lnTo>
                  <a:lnTo>
                    <a:pt x="6893760" y="221804"/>
                  </a:lnTo>
                  <a:lnTo>
                    <a:pt x="6964104" y="22331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87106" y="5294352"/>
              <a:ext cx="7660515" cy="0"/>
            </a:xfrm>
            <a:custGeom>
              <a:avLst/>
              <a:pathLst>
                <a:path w="7660515" h="0">
                  <a:moveTo>
                    <a:pt x="0" y="0"/>
                  </a:moveTo>
                  <a:lnTo>
                    <a:pt x="7660515" y="0"/>
                  </a:lnTo>
                  <a:lnTo>
                    <a:pt x="7660515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30071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03710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04283" y="4336484"/>
              <a:ext cx="0" cy="1317069"/>
            </a:xfrm>
            <a:custGeom>
              <a:avLst/>
              <a:pathLst>
                <a:path w="0" h="1317069">
                  <a:moveTo>
                    <a:pt x="0" y="1317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762297" y="555363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62297" y="52543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762297" y="495496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762297" y="4655634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762297" y="4356300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324230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179256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34282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889308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4744334" y="5716183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5649057" y="5716183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6472994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7328020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8183046" y="5716183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1561815" y="5855859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38035" y="4944909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887106" y="4159544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1.10 (1.01-1.19), p_Bonf = 0.169 (n = 6)  |  per IQR decline (Δ = 28.1 %): 1.30 (1.03-1.64)  |  IQR: [-30.1, -2.1] %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887106" y="3932770"/>
              <a:ext cx="376037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2026-07-22T08:00:22Z</dcterms:modified>
  <cp:category/>
</cp:coreProperties>
</file>