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521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87871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6052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3318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154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7420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4685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81951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817517" y="1896563"/>
              <a:ext cx="7392041" cy="3507631"/>
            </a:xfrm>
            <a:custGeom>
              <a:avLst/>
              <a:pathLst>
                <a:path w="7392041" h="3507631">
                  <a:moveTo>
                    <a:pt x="21957" y="0"/>
                  </a:moveTo>
                  <a:lnTo>
                    <a:pt x="53901" y="51221"/>
                  </a:lnTo>
                  <a:lnTo>
                    <a:pt x="131145" y="170961"/>
                  </a:lnTo>
                  <a:lnTo>
                    <a:pt x="208389" y="286721"/>
                  </a:lnTo>
                  <a:lnTo>
                    <a:pt x="285632" y="398631"/>
                  </a:lnTo>
                  <a:lnTo>
                    <a:pt x="362876" y="506820"/>
                  </a:lnTo>
                  <a:lnTo>
                    <a:pt x="440119" y="611413"/>
                  </a:lnTo>
                  <a:lnTo>
                    <a:pt x="517363" y="712528"/>
                  </a:lnTo>
                  <a:lnTo>
                    <a:pt x="594606" y="810281"/>
                  </a:lnTo>
                  <a:lnTo>
                    <a:pt x="671850" y="904784"/>
                  </a:lnTo>
                  <a:lnTo>
                    <a:pt x="749094" y="996145"/>
                  </a:lnTo>
                  <a:lnTo>
                    <a:pt x="826337" y="1084468"/>
                  </a:lnTo>
                  <a:lnTo>
                    <a:pt x="903581" y="1169855"/>
                  </a:lnTo>
                  <a:lnTo>
                    <a:pt x="980824" y="1252402"/>
                  </a:lnTo>
                  <a:lnTo>
                    <a:pt x="1058068" y="1332206"/>
                  </a:lnTo>
                  <a:lnTo>
                    <a:pt x="1135311" y="1409356"/>
                  </a:lnTo>
                  <a:lnTo>
                    <a:pt x="1212555" y="1483941"/>
                  </a:lnTo>
                  <a:lnTo>
                    <a:pt x="1289799" y="1556046"/>
                  </a:lnTo>
                  <a:lnTo>
                    <a:pt x="1367042" y="1625753"/>
                  </a:lnTo>
                  <a:lnTo>
                    <a:pt x="1444286" y="1693144"/>
                  </a:lnTo>
                  <a:lnTo>
                    <a:pt x="1521529" y="1758293"/>
                  </a:lnTo>
                  <a:lnTo>
                    <a:pt x="1598773" y="1821276"/>
                  </a:lnTo>
                  <a:lnTo>
                    <a:pt x="1676016" y="1882166"/>
                  </a:lnTo>
                  <a:lnTo>
                    <a:pt x="1753260" y="1941031"/>
                  </a:lnTo>
                  <a:lnTo>
                    <a:pt x="1830504" y="1997938"/>
                  </a:lnTo>
                  <a:lnTo>
                    <a:pt x="1907747" y="2052954"/>
                  </a:lnTo>
                  <a:lnTo>
                    <a:pt x="1984991" y="2106141"/>
                  </a:lnTo>
                  <a:lnTo>
                    <a:pt x="2062234" y="2157559"/>
                  </a:lnTo>
                  <a:lnTo>
                    <a:pt x="2139478" y="2207267"/>
                  </a:lnTo>
                  <a:lnTo>
                    <a:pt x="2216721" y="2255323"/>
                  </a:lnTo>
                  <a:lnTo>
                    <a:pt x="2293965" y="2301781"/>
                  </a:lnTo>
                  <a:lnTo>
                    <a:pt x="2371209" y="2346695"/>
                  </a:lnTo>
                  <a:lnTo>
                    <a:pt x="2448452" y="2390115"/>
                  </a:lnTo>
                  <a:lnTo>
                    <a:pt x="2525696" y="2432092"/>
                  </a:lnTo>
                  <a:lnTo>
                    <a:pt x="2602939" y="2472673"/>
                  </a:lnTo>
                  <a:lnTo>
                    <a:pt x="2680183" y="2511904"/>
                  </a:lnTo>
                  <a:lnTo>
                    <a:pt x="2757426" y="2549832"/>
                  </a:lnTo>
                  <a:lnTo>
                    <a:pt x="2834670" y="2586498"/>
                  </a:lnTo>
                  <a:lnTo>
                    <a:pt x="2911914" y="2621945"/>
                  </a:lnTo>
                  <a:lnTo>
                    <a:pt x="2989157" y="2656214"/>
                  </a:lnTo>
                  <a:lnTo>
                    <a:pt x="3066401" y="2689343"/>
                  </a:lnTo>
                  <a:lnTo>
                    <a:pt x="3143644" y="2721371"/>
                  </a:lnTo>
                  <a:lnTo>
                    <a:pt x="3220888" y="2752334"/>
                  </a:lnTo>
                  <a:lnTo>
                    <a:pt x="3298131" y="2782267"/>
                  </a:lnTo>
                  <a:lnTo>
                    <a:pt x="3375375" y="2779270"/>
                  </a:lnTo>
                  <a:lnTo>
                    <a:pt x="3452619" y="2775467"/>
                  </a:lnTo>
                  <a:lnTo>
                    <a:pt x="3529862" y="2771648"/>
                  </a:lnTo>
                  <a:lnTo>
                    <a:pt x="3607106" y="2767812"/>
                  </a:lnTo>
                  <a:lnTo>
                    <a:pt x="3684349" y="2763960"/>
                  </a:lnTo>
                  <a:lnTo>
                    <a:pt x="3761593" y="2760090"/>
                  </a:lnTo>
                  <a:lnTo>
                    <a:pt x="3838836" y="2756204"/>
                  </a:lnTo>
                  <a:lnTo>
                    <a:pt x="3916080" y="2752301"/>
                  </a:lnTo>
                  <a:lnTo>
                    <a:pt x="3993324" y="2748381"/>
                  </a:lnTo>
                  <a:lnTo>
                    <a:pt x="4070567" y="2744444"/>
                  </a:lnTo>
                  <a:lnTo>
                    <a:pt x="4147811" y="2740490"/>
                  </a:lnTo>
                  <a:lnTo>
                    <a:pt x="4225054" y="2736519"/>
                  </a:lnTo>
                  <a:lnTo>
                    <a:pt x="4302298" y="2732530"/>
                  </a:lnTo>
                  <a:lnTo>
                    <a:pt x="4379541" y="2728524"/>
                  </a:lnTo>
                  <a:lnTo>
                    <a:pt x="4456785" y="2724500"/>
                  </a:lnTo>
                  <a:lnTo>
                    <a:pt x="4534029" y="2720459"/>
                  </a:lnTo>
                  <a:lnTo>
                    <a:pt x="4611272" y="2716400"/>
                  </a:lnTo>
                  <a:lnTo>
                    <a:pt x="4688516" y="2712324"/>
                  </a:lnTo>
                  <a:lnTo>
                    <a:pt x="4765759" y="2708230"/>
                  </a:lnTo>
                  <a:lnTo>
                    <a:pt x="4843003" y="2704118"/>
                  </a:lnTo>
                  <a:lnTo>
                    <a:pt x="4920246" y="2699988"/>
                  </a:lnTo>
                  <a:lnTo>
                    <a:pt x="4997490" y="2695840"/>
                  </a:lnTo>
                  <a:lnTo>
                    <a:pt x="5074734" y="2691675"/>
                  </a:lnTo>
                  <a:lnTo>
                    <a:pt x="5151977" y="2687491"/>
                  </a:lnTo>
                  <a:lnTo>
                    <a:pt x="5229221" y="2683288"/>
                  </a:lnTo>
                  <a:lnTo>
                    <a:pt x="5306464" y="2679068"/>
                  </a:lnTo>
                  <a:lnTo>
                    <a:pt x="5383708" y="2674829"/>
                  </a:lnTo>
                  <a:lnTo>
                    <a:pt x="5460951" y="2670572"/>
                  </a:lnTo>
                  <a:lnTo>
                    <a:pt x="5538195" y="2666296"/>
                  </a:lnTo>
                  <a:lnTo>
                    <a:pt x="5615439" y="2662001"/>
                  </a:lnTo>
                  <a:lnTo>
                    <a:pt x="5692682" y="2657688"/>
                  </a:lnTo>
                  <a:lnTo>
                    <a:pt x="5769926" y="2653356"/>
                  </a:lnTo>
                  <a:lnTo>
                    <a:pt x="5847169" y="2649005"/>
                  </a:lnTo>
                  <a:lnTo>
                    <a:pt x="5924413" y="2644636"/>
                  </a:lnTo>
                  <a:lnTo>
                    <a:pt x="6001656" y="2640247"/>
                  </a:lnTo>
                  <a:lnTo>
                    <a:pt x="6078900" y="2635839"/>
                  </a:lnTo>
                  <a:lnTo>
                    <a:pt x="6156144" y="2631412"/>
                  </a:lnTo>
                  <a:lnTo>
                    <a:pt x="6233387" y="2626965"/>
                  </a:lnTo>
                  <a:lnTo>
                    <a:pt x="6310631" y="2622500"/>
                  </a:lnTo>
                  <a:lnTo>
                    <a:pt x="6387874" y="2618014"/>
                  </a:lnTo>
                  <a:lnTo>
                    <a:pt x="6465118" y="2613510"/>
                  </a:lnTo>
                  <a:lnTo>
                    <a:pt x="6542361" y="2608985"/>
                  </a:lnTo>
                  <a:lnTo>
                    <a:pt x="6619605" y="2604441"/>
                  </a:lnTo>
                  <a:lnTo>
                    <a:pt x="6696849" y="2599878"/>
                  </a:lnTo>
                  <a:lnTo>
                    <a:pt x="6774092" y="2595294"/>
                  </a:lnTo>
                  <a:lnTo>
                    <a:pt x="6851336" y="2590690"/>
                  </a:lnTo>
                  <a:lnTo>
                    <a:pt x="6928579" y="2586067"/>
                  </a:lnTo>
                  <a:lnTo>
                    <a:pt x="7005823" y="2581423"/>
                  </a:lnTo>
                  <a:lnTo>
                    <a:pt x="7083066" y="2576759"/>
                  </a:lnTo>
                  <a:lnTo>
                    <a:pt x="7160310" y="2572075"/>
                  </a:lnTo>
                  <a:lnTo>
                    <a:pt x="7237554" y="2567370"/>
                  </a:lnTo>
                  <a:lnTo>
                    <a:pt x="7314797" y="2562645"/>
                  </a:lnTo>
                  <a:lnTo>
                    <a:pt x="7392041" y="2557899"/>
                  </a:lnTo>
                  <a:lnTo>
                    <a:pt x="7392041" y="3507631"/>
                  </a:lnTo>
                  <a:lnTo>
                    <a:pt x="7314797" y="3502644"/>
                  </a:lnTo>
                  <a:lnTo>
                    <a:pt x="7237554" y="3497485"/>
                  </a:lnTo>
                  <a:lnTo>
                    <a:pt x="7160310" y="3492149"/>
                  </a:lnTo>
                  <a:lnTo>
                    <a:pt x="7083066" y="3486629"/>
                  </a:lnTo>
                  <a:lnTo>
                    <a:pt x="7005823" y="3480920"/>
                  </a:lnTo>
                  <a:lnTo>
                    <a:pt x="6928579" y="3475014"/>
                  </a:lnTo>
                  <a:lnTo>
                    <a:pt x="6851336" y="3468905"/>
                  </a:lnTo>
                  <a:lnTo>
                    <a:pt x="6774092" y="3462586"/>
                  </a:lnTo>
                  <a:lnTo>
                    <a:pt x="6696849" y="3456050"/>
                  </a:lnTo>
                  <a:lnTo>
                    <a:pt x="6619605" y="3449288"/>
                  </a:lnTo>
                  <a:lnTo>
                    <a:pt x="6542361" y="3442295"/>
                  </a:lnTo>
                  <a:lnTo>
                    <a:pt x="6465118" y="3435060"/>
                  </a:lnTo>
                  <a:lnTo>
                    <a:pt x="6387874" y="3427577"/>
                  </a:lnTo>
                  <a:lnTo>
                    <a:pt x="6310631" y="3419837"/>
                  </a:lnTo>
                  <a:lnTo>
                    <a:pt x="6233387" y="3411831"/>
                  </a:lnTo>
                  <a:lnTo>
                    <a:pt x="6156144" y="3403549"/>
                  </a:lnTo>
                  <a:lnTo>
                    <a:pt x="6078900" y="3394982"/>
                  </a:lnTo>
                  <a:lnTo>
                    <a:pt x="6001656" y="3386121"/>
                  </a:lnTo>
                  <a:lnTo>
                    <a:pt x="5924413" y="3376955"/>
                  </a:lnTo>
                  <a:lnTo>
                    <a:pt x="5847169" y="3367473"/>
                  </a:lnTo>
                  <a:lnTo>
                    <a:pt x="5769926" y="3357666"/>
                  </a:lnTo>
                  <a:lnTo>
                    <a:pt x="5692682" y="3347521"/>
                  </a:lnTo>
                  <a:lnTo>
                    <a:pt x="5615439" y="3337027"/>
                  </a:lnTo>
                  <a:lnTo>
                    <a:pt x="5538195" y="3326173"/>
                  </a:lnTo>
                  <a:lnTo>
                    <a:pt x="5460951" y="3314945"/>
                  </a:lnTo>
                  <a:lnTo>
                    <a:pt x="5383708" y="3303331"/>
                  </a:lnTo>
                  <a:lnTo>
                    <a:pt x="5306464" y="3291318"/>
                  </a:lnTo>
                  <a:lnTo>
                    <a:pt x="5229221" y="3278891"/>
                  </a:lnTo>
                  <a:lnTo>
                    <a:pt x="5151977" y="3266037"/>
                  </a:lnTo>
                  <a:lnTo>
                    <a:pt x="5074734" y="3252741"/>
                  </a:lnTo>
                  <a:lnTo>
                    <a:pt x="4997490" y="3238988"/>
                  </a:lnTo>
                  <a:lnTo>
                    <a:pt x="4920246" y="3224762"/>
                  </a:lnTo>
                  <a:lnTo>
                    <a:pt x="4843003" y="3210047"/>
                  </a:lnTo>
                  <a:lnTo>
                    <a:pt x="4765759" y="3194825"/>
                  </a:lnTo>
                  <a:lnTo>
                    <a:pt x="4688516" y="3179080"/>
                  </a:lnTo>
                  <a:lnTo>
                    <a:pt x="4611272" y="3162793"/>
                  </a:lnTo>
                  <a:lnTo>
                    <a:pt x="4534029" y="3145947"/>
                  </a:lnTo>
                  <a:lnTo>
                    <a:pt x="4456785" y="3128521"/>
                  </a:lnTo>
                  <a:lnTo>
                    <a:pt x="4379541" y="3110495"/>
                  </a:lnTo>
                  <a:lnTo>
                    <a:pt x="4302298" y="3091850"/>
                  </a:lnTo>
                  <a:lnTo>
                    <a:pt x="4225054" y="3072564"/>
                  </a:lnTo>
                  <a:lnTo>
                    <a:pt x="4147811" y="3052614"/>
                  </a:lnTo>
                  <a:lnTo>
                    <a:pt x="4070567" y="3031978"/>
                  </a:lnTo>
                  <a:lnTo>
                    <a:pt x="3993324" y="3010632"/>
                  </a:lnTo>
                  <a:lnTo>
                    <a:pt x="3916080" y="2988553"/>
                  </a:lnTo>
                  <a:lnTo>
                    <a:pt x="3838836" y="2965714"/>
                  </a:lnTo>
                  <a:lnTo>
                    <a:pt x="3761593" y="2942089"/>
                  </a:lnTo>
                  <a:lnTo>
                    <a:pt x="3684349" y="2917652"/>
                  </a:lnTo>
                  <a:lnTo>
                    <a:pt x="3607106" y="2892375"/>
                  </a:lnTo>
                  <a:lnTo>
                    <a:pt x="3529862" y="2866228"/>
                  </a:lnTo>
                  <a:lnTo>
                    <a:pt x="3452619" y="2839182"/>
                  </a:lnTo>
                  <a:lnTo>
                    <a:pt x="3375375" y="2811206"/>
                  </a:lnTo>
                  <a:lnTo>
                    <a:pt x="3298131" y="2783056"/>
                  </a:lnTo>
                  <a:lnTo>
                    <a:pt x="3220888" y="2786826"/>
                  </a:lnTo>
                  <a:lnTo>
                    <a:pt x="3143644" y="2790579"/>
                  </a:lnTo>
                  <a:lnTo>
                    <a:pt x="3066401" y="2794316"/>
                  </a:lnTo>
                  <a:lnTo>
                    <a:pt x="2989157" y="2798037"/>
                  </a:lnTo>
                  <a:lnTo>
                    <a:pt x="2911914" y="2801742"/>
                  </a:lnTo>
                  <a:lnTo>
                    <a:pt x="2834670" y="2805430"/>
                  </a:lnTo>
                  <a:lnTo>
                    <a:pt x="2757426" y="2809103"/>
                  </a:lnTo>
                  <a:lnTo>
                    <a:pt x="2680183" y="2812760"/>
                  </a:lnTo>
                  <a:lnTo>
                    <a:pt x="2602939" y="2816401"/>
                  </a:lnTo>
                  <a:lnTo>
                    <a:pt x="2525696" y="2820026"/>
                  </a:lnTo>
                  <a:lnTo>
                    <a:pt x="2448452" y="2823636"/>
                  </a:lnTo>
                  <a:lnTo>
                    <a:pt x="2371209" y="2827229"/>
                  </a:lnTo>
                  <a:lnTo>
                    <a:pt x="2293965" y="2830808"/>
                  </a:lnTo>
                  <a:lnTo>
                    <a:pt x="2216721" y="2834370"/>
                  </a:lnTo>
                  <a:lnTo>
                    <a:pt x="2139478" y="2837918"/>
                  </a:lnTo>
                  <a:lnTo>
                    <a:pt x="2062234" y="2841449"/>
                  </a:lnTo>
                  <a:lnTo>
                    <a:pt x="1984991" y="2844966"/>
                  </a:lnTo>
                  <a:lnTo>
                    <a:pt x="1907747" y="2848467"/>
                  </a:lnTo>
                  <a:lnTo>
                    <a:pt x="1830504" y="2851953"/>
                  </a:lnTo>
                  <a:lnTo>
                    <a:pt x="1753260" y="2855424"/>
                  </a:lnTo>
                  <a:lnTo>
                    <a:pt x="1676016" y="2858880"/>
                  </a:lnTo>
                  <a:lnTo>
                    <a:pt x="1598773" y="2862321"/>
                  </a:lnTo>
                  <a:lnTo>
                    <a:pt x="1521529" y="2865748"/>
                  </a:lnTo>
                  <a:lnTo>
                    <a:pt x="1444286" y="2869159"/>
                  </a:lnTo>
                  <a:lnTo>
                    <a:pt x="1367042" y="2872555"/>
                  </a:lnTo>
                  <a:lnTo>
                    <a:pt x="1289799" y="2875937"/>
                  </a:lnTo>
                  <a:lnTo>
                    <a:pt x="1212555" y="2879304"/>
                  </a:lnTo>
                  <a:lnTo>
                    <a:pt x="1135311" y="2882657"/>
                  </a:lnTo>
                  <a:lnTo>
                    <a:pt x="1058068" y="2885994"/>
                  </a:lnTo>
                  <a:lnTo>
                    <a:pt x="980824" y="2889318"/>
                  </a:lnTo>
                  <a:lnTo>
                    <a:pt x="903581" y="2892627"/>
                  </a:lnTo>
                  <a:lnTo>
                    <a:pt x="826337" y="2895922"/>
                  </a:lnTo>
                  <a:lnTo>
                    <a:pt x="749094" y="2899202"/>
                  </a:lnTo>
                  <a:lnTo>
                    <a:pt x="671850" y="2902468"/>
                  </a:lnTo>
                  <a:lnTo>
                    <a:pt x="594606" y="2905720"/>
                  </a:lnTo>
                  <a:lnTo>
                    <a:pt x="517363" y="2908958"/>
                  </a:lnTo>
                  <a:lnTo>
                    <a:pt x="440119" y="2912182"/>
                  </a:lnTo>
                  <a:lnTo>
                    <a:pt x="362876" y="2915392"/>
                  </a:lnTo>
                  <a:lnTo>
                    <a:pt x="285632" y="2918588"/>
                  </a:lnTo>
                  <a:lnTo>
                    <a:pt x="208389" y="2921770"/>
                  </a:lnTo>
                  <a:lnTo>
                    <a:pt x="131145" y="2924939"/>
                  </a:lnTo>
                  <a:lnTo>
                    <a:pt x="53901" y="2928093"/>
                  </a:lnTo>
                  <a:lnTo>
                    <a:pt x="0" y="293028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39475" y="1896563"/>
              <a:ext cx="7370083" cy="2782267"/>
            </a:xfrm>
            <a:custGeom>
              <a:avLst/>
              <a:pathLst>
                <a:path w="7370083" h="2782267">
                  <a:moveTo>
                    <a:pt x="0" y="0"/>
                  </a:moveTo>
                  <a:lnTo>
                    <a:pt x="31944" y="51221"/>
                  </a:lnTo>
                  <a:lnTo>
                    <a:pt x="109187" y="170961"/>
                  </a:lnTo>
                  <a:lnTo>
                    <a:pt x="186431" y="286721"/>
                  </a:lnTo>
                  <a:lnTo>
                    <a:pt x="263674" y="398631"/>
                  </a:lnTo>
                  <a:lnTo>
                    <a:pt x="340918" y="506820"/>
                  </a:lnTo>
                  <a:lnTo>
                    <a:pt x="418162" y="611413"/>
                  </a:lnTo>
                  <a:lnTo>
                    <a:pt x="495405" y="712528"/>
                  </a:lnTo>
                  <a:lnTo>
                    <a:pt x="572649" y="810281"/>
                  </a:lnTo>
                  <a:lnTo>
                    <a:pt x="649892" y="904784"/>
                  </a:lnTo>
                  <a:lnTo>
                    <a:pt x="727136" y="996145"/>
                  </a:lnTo>
                  <a:lnTo>
                    <a:pt x="804379" y="1084468"/>
                  </a:lnTo>
                  <a:lnTo>
                    <a:pt x="881623" y="1169855"/>
                  </a:lnTo>
                  <a:lnTo>
                    <a:pt x="958867" y="1252402"/>
                  </a:lnTo>
                  <a:lnTo>
                    <a:pt x="1036110" y="1332206"/>
                  </a:lnTo>
                  <a:lnTo>
                    <a:pt x="1113354" y="1409356"/>
                  </a:lnTo>
                  <a:lnTo>
                    <a:pt x="1190597" y="1483941"/>
                  </a:lnTo>
                  <a:lnTo>
                    <a:pt x="1267841" y="1556046"/>
                  </a:lnTo>
                  <a:lnTo>
                    <a:pt x="1345084" y="1625753"/>
                  </a:lnTo>
                  <a:lnTo>
                    <a:pt x="1422328" y="1693144"/>
                  </a:lnTo>
                  <a:lnTo>
                    <a:pt x="1499572" y="1758293"/>
                  </a:lnTo>
                  <a:lnTo>
                    <a:pt x="1576815" y="1821276"/>
                  </a:lnTo>
                  <a:lnTo>
                    <a:pt x="1654059" y="1882166"/>
                  </a:lnTo>
                  <a:lnTo>
                    <a:pt x="1731302" y="1941031"/>
                  </a:lnTo>
                  <a:lnTo>
                    <a:pt x="1808546" y="1997938"/>
                  </a:lnTo>
                  <a:lnTo>
                    <a:pt x="1885789" y="2052954"/>
                  </a:lnTo>
                  <a:lnTo>
                    <a:pt x="1963033" y="2106141"/>
                  </a:lnTo>
                  <a:lnTo>
                    <a:pt x="2040277" y="2157559"/>
                  </a:lnTo>
                  <a:lnTo>
                    <a:pt x="2117520" y="2207267"/>
                  </a:lnTo>
                  <a:lnTo>
                    <a:pt x="2194764" y="2255323"/>
                  </a:lnTo>
                  <a:lnTo>
                    <a:pt x="2272007" y="2301781"/>
                  </a:lnTo>
                  <a:lnTo>
                    <a:pt x="2349251" y="2346695"/>
                  </a:lnTo>
                  <a:lnTo>
                    <a:pt x="2426494" y="2390115"/>
                  </a:lnTo>
                  <a:lnTo>
                    <a:pt x="2503738" y="2432092"/>
                  </a:lnTo>
                  <a:lnTo>
                    <a:pt x="2580982" y="2472673"/>
                  </a:lnTo>
                  <a:lnTo>
                    <a:pt x="2658225" y="2511904"/>
                  </a:lnTo>
                  <a:lnTo>
                    <a:pt x="2735469" y="2549832"/>
                  </a:lnTo>
                  <a:lnTo>
                    <a:pt x="2812712" y="2586498"/>
                  </a:lnTo>
                  <a:lnTo>
                    <a:pt x="2889956" y="2621945"/>
                  </a:lnTo>
                  <a:lnTo>
                    <a:pt x="2967199" y="2656214"/>
                  </a:lnTo>
                  <a:lnTo>
                    <a:pt x="3044443" y="2689343"/>
                  </a:lnTo>
                  <a:lnTo>
                    <a:pt x="3121687" y="2721371"/>
                  </a:lnTo>
                  <a:lnTo>
                    <a:pt x="3198930" y="2752334"/>
                  </a:lnTo>
                  <a:lnTo>
                    <a:pt x="3276174" y="2782267"/>
                  </a:lnTo>
                  <a:lnTo>
                    <a:pt x="3353417" y="2779270"/>
                  </a:lnTo>
                  <a:lnTo>
                    <a:pt x="3430661" y="2775467"/>
                  </a:lnTo>
                  <a:lnTo>
                    <a:pt x="3507904" y="2771648"/>
                  </a:lnTo>
                  <a:lnTo>
                    <a:pt x="3585148" y="2767812"/>
                  </a:lnTo>
                  <a:lnTo>
                    <a:pt x="3662392" y="2763960"/>
                  </a:lnTo>
                  <a:lnTo>
                    <a:pt x="3739635" y="2760090"/>
                  </a:lnTo>
                  <a:lnTo>
                    <a:pt x="3816879" y="2756204"/>
                  </a:lnTo>
                  <a:lnTo>
                    <a:pt x="3894122" y="2752301"/>
                  </a:lnTo>
                  <a:lnTo>
                    <a:pt x="3971366" y="2748381"/>
                  </a:lnTo>
                  <a:lnTo>
                    <a:pt x="4048609" y="2744444"/>
                  </a:lnTo>
                  <a:lnTo>
                    <a:pt x="4125853" y="2740490"/>
                  </a:lnTo>
                  <a:lnTo>
                    <a:pt x="4203097" y="2736519"/>
                  </a:lnTo>
                  <a:lnTo>
                    <a:pt x="4280340" y="2732530"/>
                  </a:lnTo>
                  <a:lnTo>
                    <a:pt x="4357584" y="2728524"/>
                  </a:lnTo>
                  <a:lnTo>
                    <a:pt x="4434827" y="2724500"/>
                  </a:lnTo>
                  <a:lnTo>
                    <a:pt x="4512071" y="2720459"/>
                  </a:lnTo>
                  <a:lnTo>
                    <a:pt x="4589314" y="2716400"/>
                  </a:lnTo>
                  <a:lnTo>
                    <a:pt x="4666558" y="2712324"/>
                  </a:lnTo>
                  <a:lnTo>
                    <a:pt x="4743802" y="2708230"/>
                  </a:lnTo>
                  <a:lnTo>
                    <a:pt x="4821045" y="2704118"/>
                  </a:lnTo>
                  <a:lnTo>
                    <a:pt x="4898289" y="2699988"/>
                  </a:lnTo>
                  <a:lnTo>
                    <a:pt x="4975532" y="2695840"/>
                  </a:lnTo>
                  <a:lnTo>
                    <a:pt x="5052776" y="2691675"/>
                  </a:lnTo>
                  <a:lnTo>
                    <a:pt x="5130019" y="2687491"/>
                  </a:lnTo>
                  <a:lnTo>
                    <a:pt x="5207263" y="2683288"/>
                  </a:lnTo>
                  <a:lnTo>
                    <a:pt x="5284507" y="2679068"/>
                  </a:lnTo>
                  <a:lnTo>
                    <a:pt x="5361750" y="2674829"/>
                  </a:lnTo>
                  <a:lnTo>
                    <a:pt x="5438994" y="2670572"/>
                  </a:lnTo>
                  <a:lnTo>
                    <a:pt x="5516237" y="2666296"/>
                  </a:lnTo>
                  <a:lnTo>
                    <a:pt x="5593481" y="2662001"/>
                  </a:lnTo>
                  <a:lnTo>
                    <a:pt x="5670724" y="2657688"/>
                  </a:lnTo>
                  <a:lnTo>
                    <a:pt x="5747968" y="2653356"/>
                  </a:lnTo>
                  <a:lnTo>
                    <a:pt x="5825212" y="2649005"/>
                  </a:lnTo>
                  <a:lnTo>
                    <a:pt x="5902455" y="2644636"/>
                  </a:lnTo>
                  <a:lnTo>
                    <a:pt x="5979699" y="2640247"/>
                  </a:lnTo>
                  <a:lnTo>
                    <a:pt x="6056942" y="2635839"/>
                  </a:lnTo>
                  <a:lnTo>
                    <a:pt x="6134186" y="2631412"/>
                  </a:lnTo>
                  <a:lnTo>
                    <a:pt x="6211429" y="2626965"/>
                  </a:lnTo>
                  <a:lnTo>
                    <a:pt x="6288673" y="2622500"/>
                  </a:lnTo>
                  <a:lnTo>
                    <a:pt x="6365917" y="2618014"/>
                  </a:lnTo>
                  <a:lnTo>
                    <a:pt x="6443160" y="2613510"/>
                  </a:lnTo>
                  <a:lnTo>
                    <a:pt x="6520404" y="2608985"/>
                  </a:lnTo>
                  <a:lnTo>
                    <a:pt x="6597647" y="2604441"/>
                  </a:lnTo>
                  <a:lnTo>
                    <a:pt x="6674891" y="2599878"/>
                  </a:lnTo>
                  <a:lnTo>
                    <a:pt x="6752134" y="2595294"/>
                  </a:lnTo>
                  <a:lnTo>
                    <a:pt x="6829378" y="2590690"/>
                  </a:lnTo>
                  <a:lnTo>
                    <a:pt x="6906622" y="2586067"/>
                  </a:lnTo>
                  <a:lnTo>
                    <a:pt x="6983865" y="2581423"/>
                  </a:lnTo>
                  <a:lnTo>
                    <a:pt x="7061109" y="2576759"/>
                  </a:lnTo>
                  <a:lnTo>
                    <a:pt x="7138352" y="2572075"/>
                  </a:lnTo>
                  <a:lnTo>
                    <a:pt x="7215596" y="2567370"/>
                  </a:lnTo>
                  <a:lnTo>
                    <a:pt x="7292839" y="2562645"/>
                  </a:lnTo>
                  <a:lnTo>
                    <a:pt x="7370083" y="25578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679619"/>
              <a:ext cx="7392041" cy="724574"/>
            </a:xfrm>
            <a:custGeom>
              <a:avLst/>
              <a:pathLst>
                <a:path w="7392041" h="724574">
                  <a:moveTo>
                    <a:pt x="7392041" y="724574"/>
                  </a:moveTo>
                  <a:lnTo>
                    <a:pt x="7314797" y="719587"/>
                  </a:lnTo>
                  <a:lnTo>
                    <a:pt x="7237554" y="714428"/>
                  </a:lnTo>
                  <a:lnTo>
                    <a:pt x="7160310" y="709092"/>
                  </a:lnTo>
                  <a:lnTo>
                    <a:pt x="7083066" y="703573"/>
                  </a:lnTo>
                  <a:lnTo>
                    <a:pt x="7005823" y="697863"/>
                  </a:lnTo>
                  <a:lnTo>
                    <a:pt x="6928579" y="691957"/>
                  </a:lnTo>
                  <a:lnTo>
                    <a:pt x="6851336" y="685848"/>
                  </a:lnTo>
                  <a:lnTo>
                    <a:pt x="6774092" y="679529"/>
                  </a:lnTo>
                  <a:lnTo>
                    <a:pt x="6696849" y="672993"/>
                  </a:lnTo>
                  <a:lnTo>
                    <a:pt x="6619605" y="666232"/>
                  </a:lnTo>
                  <a:lnTo>
                    <a:pt x="6542361" y="659238"/>
                  </a:lnTo>
                  <a:lnTo>
                    <a:pt x="6465118" y="652004"/>
                  </a:lnTo>
                  <a:lnTo>
                    <a:pt x="6387874" y="644521"/>
                  </a:lnTo>
                  <a:lnTo>
                    <a:pt x="6310631" y="636781"/>
                  </a:lnTo>
                  <a:lnTo>
                    <a:pt x="6233387" y="628774"/>
                  </a:lnTo>
                  <a:lnTo>
                    <a:pt x="6156144" y="620492"/>
                  </a:lnTo>
                  <a:lnTo>
                    <a:pt x="6078900" y="611926"/>
                  </a:lnTo>
                  <a:lnTo>
                    <a:pt x="6001656" y="603064"/>
                  </a:lnTo>
                  <a:lnTo>
                    <a:pt x="5924413" y="593898"/>
                  </a:lnTo>
                  <a:lnTo>
                    <a:pt x="5847169" y="584417"/>
                  </a:lnTo>
                  <a:lnTo>
                    <a:pt x="5769926" y="574609"/>
                  </a:lnTo>
                  <a:lnTo>
                    <a:pt x="5692682" y="564465"/>
                  </a:lnTo>
                  <a:lnTo>
                    <a:pt x="5615439" y="553971"/>
                  </a:lnTo>
                  <a:lnTo>
                    <a:pt x="5538195" y="543116"/>
                  </a:lnTo>
                  <a:lnTo>
                    <a:pt x="5460951" y="531889"/>
                  </a:lnTo>
                  <a:lnTo>
                    <a:pt x="5383708" y="520275"/>
                  </a:lnTo>
                  <a:lnTo>
                    <a:pt x="5306464" y="508261"/>
                  </a:lnTo>
                  <a:lnTo>
                    <a:pt x="5229221" y="495835"/>
                  </a:lnTo>
                  <a:lnTo>
                    <a:pt x="5151977" y="482981"/>
                  </a:lnTo>
                  <a:lnTo>
                    <a:pt x="5074734" y="469685"/>
                  </a:lnTo>
                  <a:lnTo>
                    <a:pt x="4997490" y="455932"/>
                  </a:lnTo>
                  <a:lnTo>
                    <a:pt x="4920246" y="441706"/>
                  </a:lnTo>
                  <a:lnTo>
                    <a:pt x="4843003" y="426990"/>
                  </a:lnTo>
                  <a:lnTo>
                    <a:pt x="4765759" y="411769"/>
                  </a:lnTo>
                  <a:lnTo>
                    <a:pt x="4688516" y="396024"/>
                  </a:lnTo>
                  <a:lnTo>
                    <a:pt x="4611272" y="379737"/>
                  </a:lnTo>
                  <a:lnTo>
                    <a:pt x="4534029" y="362890"/>
                  </a:lnTo>
                  <a:lnTo>
                    <a:pt x="4456785" y="345464"/>
                  </a:lnTo>
                  <a:lnTo>
                    <a:pt x="4379541" y="327439"/>
                  </a:lnTo>
                  <a:lnTo>
                    <a:pt x="4302298" y="308794"/>
                  </a:lnTo>
                  <a:lnTo>
                    <a:pt x="4225054" y="289507"/>
                  </a:lnTo>
                  <a:lnTo>
                    <a:pt x="4147811" y="269557"/>
                  </a:lnTo>
                  <a:lnTo>
                    <a:pt x="4070567" y="248922"/>
                  </a:lnTo>
                  <a:lnTo>
                    <a:pt x="3993324" y="227576"/>
                  </a:lnTo>
                  <a:lnTo>
                    <a:pt x="3916080" y="205496"/>
                  </a:lnTo>
                  <a:lnTo>
                    <a:pt x="3838836" y="182657"/>
                  </a:lnTo>
                  <a:lnTo>
                    <a:pt x="3761593" y="159033"/>
                  </a:lnTo>
                  <a:lnTo>
                    <a:pt x="3684349" y="134596"/>
                  </a:lnTo>
                  <a:lnTo>
                    <a:pt x="3607106" y="109318"/>
                  </a:lnTo>
                  <a:lnTo>
                    <a:pt x="3529862" y="83171"/>
                  </a:lnTo>
                  <a:lnTo>
                    <a:pt x="3452619" y="56125"/>
                  </a:lnTo>
                  <a:lnTo>
                    <a:pt x="3375375" y="28149"/>
                  </a:lnTo>
                  <a:lnTo>
                    <a:pt x="3298131" y="0"/>
                  </a:lnTo>
                  <a:lnTo>
                    <a:pt x="3220888" y="3769"/>
                  </a:lnTo>
                  <a:lnTo>
                    <a:pt x="3143644" y="7523"/>
                  </a:lnTo>
                  <a:lnTo>
                    <a:pt x="3066401" y="11260"/>
                  </a:lnTo>
                  <a:lnTo>
                    <a:pt x="2989157" y="14981"/>
                  </a:lnTo>
                  <a:lnTo>
                    <a:pt x="2911914" y="18685"/>
                  </a:lnTo>
                  <a:lnTo>
                    <a:pt x="2834670" y="22374"/>
                  </a:lnTo>
                  <a:lnTo>
                    <a:pt x="2757426" y="26047"/>
                  </a:lnTo>
                  <a:lnTo>
                    <a:pt x="2680183" y="29704"/>
                  </a:lnTo>
                  <a:lnTo>
                    <a:pt x="2602939" y="33344"/>
                  </a:lnTo>
                  <a:lnTo>
                    <a:pt x="2525696" y="36970"/>
                  </a:lnTo>
                  <a:lnTo>
                    <a:pt x="2448452" y="40579"/>
                  </a:lnTo>
                  <a:lnTo>
                    <a:pt x="2371209" y="44173"/>
                  </a:lnTo>
                  <a:lnTo>
                    <a:pt x="2293965" y="47751"/>
                  </a:lnTo>
                  <a:lnTo>
                    <a:pt x="2216721" y="51314"/>
                  </a:lnTo>
                  <a:lnTo>
                    <a:pt x="2139478" y="54861"/>
                  </a:lnTo>
                  <a:lnTo>
                    <a:pt x="2062234" y="58393"/>
                  </a:lnTo>
                  <a:lnTo>
                    <a:pt x="1984991" y="61910"/>
                  </a:lnTo>
                  <a:lnTo>
                    <a:pt x="1907747" y="65411"/>
                  </a:lnTo>
                  <a:lnTo>
                    <a:pt x="1830504" y="68897"/>
                  </a:lnTo>
                  <a:lnTo>
                    <a:pt x="1753260" y="72368"/>
                  </a:lnTo>
                  <a:lnTo>
                    <a:pt x="1676016" y="75824"/>
                  </a:lnTo>
                  <a:lnTo>
                    <a:pt x="1598773" y="79265"/>
                  </a:lnTo>
                  <a:lnTo>
                    <a:pt x="1521529" y="82691"/>
                  </a:lnTo>
                  <a:lnTo>
                    <a:pt x="1444286" y="86102"/>
                  </a:lnTo>
                  <a:lnTo>
                    <a:pt x="1367042" y="89499"/>
                  </a:lnTo>
                  <a:lnTo>
                    <a:pt x="1289799" y="92881"/>
                  </a:lnTo>
                  <a:lnTo>
                    <a:pt x="1212555" y="96248"/>
                  </a:lnTo>
                  <a:lnTo>
                    <a:pt x="1135311" y="99600"/>
                  </a:lnTo>
                  <a:lnTo>
                    <a:pt x="1058068" y="102938"/>
                  </a:lnTo>
                  <a:lnTo>
                    <a:pt x="980824" y="106261"/>
                  </a:lnTo>
                  <a:lnTo>
                    <a:pt x="903581" y="109571"/>
                  </a:lnTo>
                  <a:lnTo>
                    <a:pt x="826337" y="112865"/>
                  </a:lnTo>
                  <a:lnTo>
                    <a:pt x="749094" y="116146"/>
                  </a:lnTo>
                  <a:lnTo>
                    <a:pt x="671850" y="119412"/>
                  </a:lnTo>
                  <a:lnTo>
                    <a:pt x="594606" y="122664"/>
                  </a:lnTo>
                  <a:lnTo>
                    <a:pt x="517363" y="125902"/>
                  </a:lnTo>
                  <a:lnTo>
                    <a:pt x="440119" y="129126"/>
                  </a:lnTo>
                  <a:lnTo>
                    <a:pt x="362876" y="132336"/>
                  </a:lnTo>
                  <a:lnTo>
                    <a:pt x="285632" y="135532"/>
                  </a:lnTo>
                  <a:lnTo>
                    <a:pt x="208389" y="138714"/>
                  </a:lnTo>
                  <a:lnTo>
                    <a:pt x="131145" y="141882"/>
                  </a:lnTo>
                  <a:lnTo>
                    <a:pt x="53901" y="145037"/>
                  </a:lnTo>
                  <a:lnTo>
                    <a:pt x="0" y="14722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3917108"/>
              <a:ext cx="7392041" cy="1233662"/>
            </a:xfrm>
            <a:custGeom>
              <a:avLst/>
              <a:pathLst>
                <a:path w="7392041" h="1233662">
                  <a:moveTo>
                    <a:pt x="0" y="0"/>
                  </a:moveTo>
                  <a:lnTo>
                    <a:pt x="53901" y="16732"/>
                  </a:lnTo>
                  <a:lnTo>
                    <a:pt x="131145" y="40359"/>
                  </a:lnTo>
                  <a:lnTo>
                    <a:pt x="208389" y="63640"/>
                  </a:lnTo>
                  <a:lnTo>
                    <a:pt x="285632" y="86581"/>
                  </a:lnTo>
                  <a:lnTo>
                    <a:pt x="362876" y="109186"/>
                  </a:lnTo>
                  <a:lnTo>
                    <a:pt x="440119" y="131461"/>
                  </a:lnTo>
                  <a:lnTo>
                    <a:pt x="517363" y="153410"/>
                  </a:lnTo>
                  <a:lnTo>
                    <a:pt x="594606" y="175038"/>
                  </a:lnTo>
                  <a:lnTo>
                    <a:pt x="671850" y="196349"/>
                  </a:lnTo>
                  <a:lnTo>
                    <a:pt x="749094" y="217349"/>
                  </a:lnTo>
                  <a:lnTo>
                    <a:pt x="826337" y="238042"/>
                  </a:lnTo>
                  <a:lnTo>
                    <a:pt x="903581" y="258432"/>
                  </a:lnTo>
                  <a:lnTo>
                    <a:pt x="980824" y="278524"/>
                  </a:lnTo>
                  <a:lnTo>
                    <a:pt x="1058068" y="298321"/>
                  </a:lnTo>
                  <a:lnTo>
                    <a:pt x="1135311" y="317830"/>
                  </a:lnTo>
                  <a:lnTo>
                    <a:pt x="1212555" y="337053"/>
                  </a:lnTo>
                  <a:lnTo>
                    <a:pt x="1289799" y="355995"/>
                  </a:lnTo>
                  <a:lnTo>
                    <a:pt x="1367042" y="374659"/>
                  </a:lnTo>
                  <a:lnTo>
                    <a:pt x="1444286" y="393051"/>
                  </a:lnTo>
                  <a:lnTo>
                    <a:pt x="1521529" y="411174"/>
                  </a:lnTo>
                  <a:lnTo>
                    <a:pt x="1598773" y="429032"/>
                  </a:lnTo>
                  <a:lnTo>
                    <a:pt x="1676016" y="446628"/>
                  </a:lnTo>
                  <a:lnTo>
                    <a:pt x="1753260" y="463967"/>
                  </a:lnTo>
                  <a:lnTo>
                    <a:pt x="1830504" y="481053"/>
                  </a:lnTo>
                  <a:lnTo>
                    <a:pt x="1907747" y="497889"/>
                  </a:lnTo>
                  <a:lnTo>
                    <a:pt x="1984991" y="514478"/>
                  </a:lnTo>
                  <a:lnTo>
                    <a:pt x="2062234" y="530825"/>
                  </a:lnTo>
                  <a:lnTo>
                    <a:pt x="2139478" y="546932"/>
                  </a:lnTo>
                  <a:lnTo>
                    <a:pt x="2216721" y="562805"/>
                  </a:lnTo>
                  <a:lnTo>
                    <a:pt x="2293965" y="578444"/>
                  </a:lnTo>
                  <a:lnTo>
                    <a:pt x="2371209" y="593856"/>
                  </a:lnTo>
                  <a:lnTo>
                    <a:pt x="2448452" y="609041"/>
                  </a:lnTo>
                  <a:lnTo>
                    <a:pt x="2525696" y="624005"/>
                  </a:lnTo>
                  <a:lnTo>
                    <a:pt x="2602939" y="638750"/>
                  </a:lnTo>
                  <a:lnTo>
                    <a:pt x="2680183" y="653279"/>
                  </a:lnTo>
                  <a:lnTo>
                    <a:pt x="2757426" y="667595"/>
                  </a:lnTo>
                  <a:lnTo>
                    <a:pt x="2834670" y="681703"/>
                  </a:lnTo>
                  <a:lnTo>
                    <a:pt x="2911914" y="695604"/>
                  </a:lnTo>
                  <a:lnTo>
                    <a:pt x="2989157" y="709301"/>
                  </a:lnTo>
                  <a:lnTo>
                    <a:pt x="3066401" y="722798"/>
                  </a:lnTo>
                  <a:lnTo>
                    <a:pt x="3143644" y="736098"/>
                  </a:lnTo>
                  <a:lnTo>
                    <a:pt x="3220888" y="749203"/>
                  </a:lnTo>
                  <a:lnTo>
                    <a:pt x="3298131" y="762117"/>
                  </a:lnTo>
                  <a:lnTo>
                    <a:pt x="3375375" y="774842"/>
                  </a:lnTo>
                  <a:lnTo>
                    <a:pt x="3452619" y="787380"/>
                  </a:lnTo>
                  <a:lnTo>
                    <a:pt x="3529862" y="799735"/>
                  </a:lnTo>
                  <a:lnTo>
                    <a:pt x="3607106" y="811910"/>
                  </a:lnTo>
                  <a:lnTo>
                    <a:pt x="3684349" y="823906"/>
                  </a:lnTo>
                  <a:lnTo>
                    <a:pt x="3761593" y="835727"/>
                  </a:lnTo>
                  <a:lnTo>
                    <a:pt x="3838836" y="847375"/>
                  </a:lnTo>
                  <a:lnTo>
                    <a:pt x="3916080" y="858853"/>
                  </a:lnTo>
                  <a:lnTo>
                    <a:pt x="3993324" y="870163"/>
                  </a:lnTo>
                  <a:lnTo>
                    <a:pt x="4070567" y="881307"/>
                  </a:lnTo>
                  <a:lnTo>
                    <a:pt x="4147811" y="892288"/>
                  </a:lnTo>
                  <a:lnTo>
                    <a:pt x="4225054" y="903109"/>
                  </a:lnTo>
                  <a:lnTo>
                    <a:pt x="4302298" y="913772"/>
                  </a:lnTo>
                  <a:lnTo>
                    <a:pt x="4379541" y="924278"/>
                  </a:lnTo>
                  <a:lnTo>
                    <a:pt x="4456785" y="934631"/>
                  </a:lnTo>
                  <a:lnTo>
                    <a:pt x="4534029" y="944832"/>
                  </a:lnTo>
                  <a:lnTo>
                    <a:pt x="4611272" y="954885"/>
                  </a:lnTo>
                  <a:lnTo>
                    <a:pt x="4688516" y="964790"/>
                  </a:lnTo>
                  <a:lnTo>
                    <a:pt x="4765759" y="974550"/>
                  </a:lnTo>
                  <a:lnTo>
                    <a:pt x="4843003" y="984168"/>
                  </a:lnTo>
                  <a:lnTo>
                    <a:pt x="4920246" y="993645"/>
                  </a:lnTo>
                  <a:lnTo>
                    <a:pt x="4997490" y="1002983"/>
                  </a:lnTo>
                  <a:lnTo>
                    <a:pt x="5074734" y="1012185"/>
                  </a:lnTo>
                  <a:lnTo>
                    <a:pt x="5151977" y="1021252"/>
                  </a:lnTo>
                  <a:lnTo>
                    <a:pt x="5229221" y="1030186"/>
                  </a:lnTo>
                  <a:lnTo>
                    <a:pt x="5306464" y="1038990"/>
                  </a:lnTo>
                  <a:lnTo>
                    <a:pt x="5383708" y="1047665"/>
                  </a:lnTo>
                  <a:lnTo>
                    <a:pt x="5460951" y="1056213"/>
                  </a:lnTo>
                  <a:lnTo>
                    <a:pt x="5538195" y="1064636"/>
                  </a:lnTo>
                  <a:lnTo>
                    <a:pt x="5615439" y="1072936"/>
                  </a:lnTo>
                  <a:lnTo>
                    <a:pt x="5692682" y="1081115"/>
                  </a:lnTo>
                  <a:lnTo>
                    <a:pt x="5769926" y="1089174"/>
                  </a:lnTo>
                  <a:lnTo>
                    <a:pt x="5847169" y="1097115"/>
                  </a:lnTo>
                  <a:lnTo>
                    <a:pt x="5924413" y="1104940"/>
                  </a:lnTo>
                  <a:lnTo>
                    <a:pt x="6001656" y="1112650"/>
                  </a:lnTo>
                  <a:lnTo>
                    <a:pt x="6078900" y="1120248"/>
                  </a:lnTo>
                  <a:lnTo>
                    <a:pt x="6156144" y="1127734"/>
                  </a:lnTo>
                  <a:lnTo>
                    <a:pt x="6233387" y="1135111"/>
                  </a:lnTo>
                  <a:lnTo>
                    <a:pt x="6310631" y="1142380"/>
                  </a:lnTo>
                  <a:lnTo>
                    <a:pt x="6387874" y="1149543"/>
                  </a:lnTo>
                  <a:lnTo>
                    <a:pt x="6465118" y="1156601"/>
                  </a:lnTo>
                  <a:lnTo>
                    <a:pt x="6542361" y="1163556"/>
                  </a:lnTo>
                  <a:lnTo>
                    <a:pt x="6619605" y="1170409"/>
                  </a:lnTo>
                  <a:lnTo>
                    <a:pt x="6696849" y="1177162"/>
                  </a:lnTo>
                  <a:lnTo>
                    <a:pt x="6774092" y="1183816"/>
                  </a:lnTo>
                  <a:lnTo>
                    <a:pt x="6851336" y="1190373"/>
                  </a:lnTo>
                  <a:lnTo>
                    <a:pt x="6928579" y="1196834"/>
                  </a:lnTo>
                  <a:lnTo>
                    <a:pt x="7005823" y="1203200"/>
                  </a:lnTo>
                  <a:lnTo>
                    <a:pt x="7083066" y="1209473"/>
                  </a:lnTo>
                  <a:lnTo>
                    <a:pt x="7160310" y="1215655"/>
                  </a:lnTo>
                  <a:lnTo>
                    <a:pt x="7237554" y="1221746"/>
                  </a:lnTo>
                  <a:lnTo>
                    <a:pt x="7314797" y="1227748"/>
                  </a:lnTo>
                  <a:lnTo>
                    <a:pt x="7392041" y="123366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1748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423864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96521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69179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41836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1.4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79271" y="5925448"/>
              <a:ext cx="167618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/ CG ratio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317379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Cancer Progression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2026-05-26T09:08:41Z</dcterms:modified>
  <cp:category/>
</cp:coreProperties>
</file>