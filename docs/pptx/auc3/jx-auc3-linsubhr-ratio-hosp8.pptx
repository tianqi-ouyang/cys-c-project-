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45439"/>
            </a:xfrm>
            <a:custGeom>
              <a:avLst/>
              <a:pathLst>
                <a:path w="7392041" h="3345439">
                  <a:moveTo>
                    <a:pt x="21957" y="0"/>
                  </a:moveTo>
                  <a:lnTo>
                    <a:pt x="53901" y="48853"/>
                  </a:lnTo>
                  <a:lnTo>
                    <a:pt x="131145" y="163056"/>
                  </a:lnTo>
                  <a:lnTo>
                    <a:pt x="208389" y="273463"/>
                  </a:lnTo>
                  <a:lnTo>
                    <a:pt x="285632" y="380198"/>
                  </a:lnTo>
                  <a:lnTo>
                    <a:pt x="362876" y="483385"/>
                  </a:lnTo>
                  <a:lnTo>
                    <a:pt x="440119" y="583141"/>
                  </a:lnTo>
                  <a:lnTo>
                    <a:pt x="517363" y="679581"/>
                  </a:lnTo>
                  <a:lnTo>
                    <a:pt x="594606" y="772814"/>
                  </a:lnTo>
                  <a:lnTo>
                    <a:pt x="671850" y="862947"/>
                  </a:lnTo>
                  <a:lnTo>
                    <a:pt x="749094" y="950083"/>
                  </a:lnTo>
                  <a:lnTo>
                    <a:pt x="826337" y="1034322"/>
                  </a:lnTo>
                  <a:lnTo>
                    <a:pt x="903581" y="1115761"/>
                  </a:lnTo>
                  <a:lnTo>
                    <a:pt x="980824" y="1194492"/>
                  </a:lnTo>
                  <a:lnTo>
                    <a:pt x="1058068" y="1270605"/>
                  </a:lnTo>
                  <a:lnTo>
                    <a:pt x="1135311" y="1344188"/>
                  </a:lnTo>
                  <a:lnTo>
                    <a:pt x="1212555" y="1415324"/>
                  </a:lnTo>
                  <a:lnTo>
                    <a:pt x="1289799" y="1484095"/>
                  </a:lnTo>
                  <a:lnTo>
                    <a:pt x="1367042" y="1550579"/>
                  </a:lnTo>
                  <a:lnTo>
                    <a:pt x="1444286" y="1614853"/>
                  </a:lnTo>
                  <a:lnTo>
                    <a:pt x="1521529" y="1676990"/>
                  </a:lnTo>
                  <a:lnTo>
                    <a:pt x="1598773" y="1737061"/>
                  </a:lnTo>
                  <a:lnTo>
                    <a:pt x="1676016" y="1795135"/>
                  </a:lnTo>
                  <a:lnTo>
                    <a:pt x="1753260" y="1851278"/>
                  </a:lnTo>
                  <a:lnTo>
                    <a:pt x="1830504" y="1905554"/>
                  </a:lnTo>
                  <a:lnTo>
                    <a:pt x="1907747" y="1958026"/>
                  </a:lnTo>
                  <a:lnTo>
                    <a:pt x="1984991" y="2008753"/>
                  </a:lnTo>
                  <a:lnTo>
                    <a:pt x="2062234" y="2057794"/>
                  </a:lnTo>
                  <a:lnTo>
                    <a:pt x="2139478" y="2105204"/>
                  </a:lnTo>
                  <a:lnTo>
                    <a:pt x="2216721" y="2151038"/>
                  </a:lnTo>
                  <a:lnTo>
                    <a:pt x="2293965" y="2195348"/>
                  </a:lnTo>
                  <a:lnTo>
                    <a:pt x="2371209" y="2238185"/>
                  </a:lnTo>
                  <a:lnTo>
                    <a:pt x="2448452" y="2279597"/>
                  </a:lnTo>
                  <a:lnTo>
                    <a:pt x="2525696" y="2319633"/>
                  </a:lnTo>
                  <a:lnTo>
                    <a:pt x="2602939" y="2358337"/>
                  </a:lnTo>
                  <a:lnTo>
                    <a:pt x="2680183" y="2395755"/>
                  </a:lnTo>
                  <a:lnTo>
                    <a:pt x="2757426" y="2431928"/>
                  </a:lnTo>
                  <a:lnTo>
                    <a:pt x="2834670" y="2466899"/>
                  </a:lnTo>
                  <a:lnTo>
                    <a:pt x="2911914" y="2500707"/>
                  </a:lnTo>
                  <a:lnTo>
                    <a:pt x="2989157" y="2533391"/>
                  </a:lnTo>
                  <a:lnTo>
                    <a:pt x="3066401" y="2564989"/>
                  </a:lnTo>
                  <a:lnTo>
                    <a:pt x="3143644" y="2595536"/>
                  </a:lnTo>
                  <a:lnTo>
                    <a:pt x="3220888" y="2625067"/>
                  </a:lnTo>
                  <a:lnTo>
                    <a:pt x="3298131" y="2653616"/>
                  </a:lnTo>
                  <a:lnTo>
                    <a:pt x="3375375" y="2650757"/>
                  </a:lnTo>
                  <a:lnTo>
                    <a:pt x="3452619" y="2647131"/>
                  </a:lnTo>
                  <a:lnTo>
                    <a:pt x="3529862" y="2643488"/>
                  </a:lnTo>
                  <a:lnTo>
                    <a:pt x="3607106" y="2639830"/>
                  </a:lnTo>
                  <a:lnTo>
                    <a:pt x="3684349" y="2636155"/>
                  </a:lnTo>
                  <a:lnTo>
                    <a:pt x="3761593" y="2632465"/>
                  </a:lnTo>
                  <a:lnTo>
                    <a:pt x="3838836" y="2628758"/>
                  </a:lnTo>
                  <a:lnTo>
                    <a:pt x="3916080" y="2625036"/>
                  </a:lnTo>
                  <a:lnTo>
                    <a:pt x="3993324" y="2621297"/>
                  </a:lnTo>
                  <a:lnTo>
                    <a:pt x="4070567" y="2617542"/>
                  </a:lnTo>
                  <a:lnTo>
                    <a:pt x="4147811" y="2613771"/>
                  </a:lnTo>
                  <a:lnTo>
                    <a:pt x="4225054" y="2609983"/>
                  </a:lnTo>
                  <a:lnTo>
                    <a:pt x="4302298" y="2606179"/>
                  </a:lnTo>
                  <a:lnTo>
                    <a:pt x="4379541" y="2602358"/>
                  </a:lnTo>
                  <a:lnTo>
                    <a:pt x="4456785" y="2598520"/>
                  </a:lnTo>
                  <a:lnTo>
                    <a:pt x="4534029" y="2594666"/>
                  </a:lnTo>
                  <a:lnTo>
                    <a:pt x="4611272" y="2590795"/>
                  </a:lnTo>
                  <a:lnTo>
                    <a:pt x="4688516" y="2586907"/>
                  </a:lnTo>
                  <a:lnTo>
                    <a:pt x="4765759" y="2583002"/>
                  </a:lnTo>
                  <a:lnTo>
                    <a:pt x="4843003" y="2579081"/>
                  </a:lnTo>
                  <a:lnTo>
                    <a:pt x="4920246" y="2575142"/>
                  </a:lnTo>
                  <a:lnTo>
                    <a:pt x="4997490" y="2571186"/>
                  </a:lnTo>
                  <a:lnTo>
                    <a:pt x="5074734" y="2567213"/>
                  </a:lnTo>
                  <a:lnTo>
                    <a:pt x="5151977" y="2563222"/>
                  </a:lnTo>
                  <a:lnTo>
                    <a:pt x="5229221" y="2559214"/>
                  </a:lnTo>
                  <a:lnTo>
                    <a:pt x="5306464" y="2555189"/>
                  </a:lnTo>
                  <a:lnTo>
                    <a:pt x="5383708" y="2551146"/>
                  </a:lnTo>
                  <a:lnTo>
                    <a:pt x="5460951" y="2547085"/>
                  </a:lnTo>
                  <a:lnTo>
                    <a:pt x="5538195" y="2543007"/>
                  </a:lnTo>
                  <a:lnTo>
                    <a:pt x="5615439" y="2538911"/>
                  </a:lnTo>
                  <a:lnTo>
                    <a:pt x="5692682" y="2534798"/>
                  </a:lnTo>
                  <a:lnTo>
                    <a:pt x="5769926" y="2530666"/>
                  </a:lnTo>
                  <a:lnTo>
                    <a:pt x="5847169" y="2526516"/>
                  </a:lnTo>
                  <a:lnTo>
                    <a:pt x="5924413" y="2522349"/>
                  </a:lnTo>
                  <a:lnTo>
                    <a:pt x="6001656" y="2518163"/>
                  </a:lnTo>
                  <a:lnTo>
                    <a:pt x="6078900" y="2513959"/>
                  </a:lnTo>
                  <a:lnTo>
                    <a:pt x="6156144" y="2509736"/>
                  </a:lnTo>
                  <a:lnTo>
                    <a:pt x="6233387" y="2505495"/>
                  </a:lnTo>
                  <a:lnTo>
                    <a:pt x="6310631" y="2501236"/>
                  </a:lnTo>
                  <a:lnTo>
                    <a:pt x="6387874" y="2496958"/>
                  </a:lnTo>
                  <a:lnTo>
                    <a:pt x="6465118" y="2492662"/>
                  </a:lnTo>
                  <a:lnTo>
                    <a:pt x="6542361" y="2488347"/>
                  </a:lnTo>
                  <a:lnTo>
                    <a:pt x="6619605" y="2484013"/>
                  </a:lnTo>
                  <a:lnTo>
                    <a:pt x="6696849" y="2479660"/>
                  </a:lnTo>
                  <a:lnTo>
                    <a:pt x="6774092" y="2475289"/>
                  </a:lnTo>
                  <a:lnTo>
                    <a:pt x="6851336" y="2470898"/>
                  </a:lnTo>
                  <a:lnTo>
                    <a:pt x="6928579" y="2466488"/>
                  </a:lnTo>
                  <a:lnTo>
                    <a:pt x="7005823" y="2462059"/>
                  </a:lnTo>
                  <a:lnTo>
                    <a:pt x="7083066" y="2457610"/>
                  </a:lnTo>
                  <a:lnTo>
                    <a:pt x="7160310" y="2453143"/>
                  </a:lnTo>
                  <a:lnTo>
                    <a:pt x="7237554" y="2448656"/>
                  </a:lnTo>
                  <a:lnTo>
                    <a:pt x="7314797" y="2444149"/>
                  </a:lnTo>
                  <a:lnTo>
                    <a:pt x="7392041" y="2439623"/>
                  </a:lnTo>
                  <a:lnTo>
                    <a:pt x="7392041" y="3345439"/>
                  </a:lnTo>
                  <a:lnTo>
                    <a:pt x="7314797" y="3340683"/>
                  </a:lnTo>
                  <a:lnTo>
                    <a:pt x="7237554" y="3335762"/>
                  </a:lnTo>
                  <a:lnTo>
                    <a:pt x="7160310" y="3330673"/>
                  </a:lnTo>
                  <a:lnTo>
                    <a:pt x="7083066" y="3325409"/>
                  </a:lnTo>
                  <a:lnTo>
                    <a:pt x="7005823" y="3319963"/>
                  </a:lnTo>
                  <a:lnTo>
                    <a:pt x="6928579" y="3314330"/>
                  </a:lnTo>
                  <a:lnTo>
                    <a:pt x="6851336" y="3308504"/>
                  </a:lnTo>
                  <a:lnTo>
                    <a:pt x="6774092" y="3302477"/>
                  </a:lnTo>
                  <a:lnTo>
                    <a:pt x="6696849" y="3296243"/>
                  </a:lnTo>
                  <a:lnTo>
                    <a:pt x="6619605" y="3289795"/>
                  </a:lnTo>
                  <a:lnTo>
                    <a:pt x="6542361" y="3283124"/>
                  </a:lnTo>
                  <a:lnTo>
                    <a:pt x="6465118" y="3276225"/>
                  </a:lnTo>
                  <a:lnTo>
                    <a:pt x="6387874" y="3269088"/>
                  </a:lnTo>
                  <a:lnTo>
                    <a:pt x="6310631" y="3261705"/>
                  </a:lnTo>
                  <a:lnTo>
                    <a:pt x="6233387" y="3254069"/>
                  </a:lnTo>
                  <a:lnTo>
                    <a:pt x="6156144" y="3246170"/>
                  </a:lnTo>
                  <a:lnTo>
                    <a:pt x="6078900" y="3237999"/>
                  </a:lnTo>
                  <a:lnTo>
                    <a:pt x="6001656" y="3229548"/>
                  </a:lnTo>
                  <a:lnTo>
                    <a:pt x="5924413" y="3220805"/>
                  </a:lnTo>
                  <a:lnTo>
                    <a:pt x="5847169" y="3211762"/>
                  </a:lnTo>
                  <a:lnTo>
                    <a:pt x="5769926" y="3202409"/>
                  </a:lnTo>
                  <a:lnTo>
                    <a:pt x="5692682" y="3192733"/>
                  </a:lnTo>
                  <a:lnTo>
                    <a:pt x="5615439" y="3182724"/>
                  </a:lnTo>
                  <a:lnTo>
                    <a:pt x="5538195" y="3172372"/>
                  </a:lnTo>
                  <a:lnTo>
                    <a:pt x="5460951" y="3161663"/>
                  </a:lnTo>
                  <a:lnTo>
                    <a:pt x="5383708" y="3150586"/>
                  </a:lnTo>
                  <a:lnTo>
                    <a:pt x="5306464" y="3139128"/>
                  </a:lnTo>
                  <a:lnTo>
                    <a:pt x="5229221" y="3127277"/>
                  </a:lnTo>
                  <a:lnTo>
                    <a:pt x="5151977" y="3115017"/>
                  </a:lnTo>
                  <a:lnTo>
                    <a:pt x="5074734" y="3102336"/>
                  </a:lnTo>
                  <a:lnTo>
                    <a:pt x="4997490" y="3089219"/>
                  </a:lnTo>
                  <a:lnTo>
                    <a:pt x="4920246" y="3075650"/>
                  </a:lnTo>
                  <a:lnTo>
                    <a:pt x="4843003" y="3061615"/>
                  </a:lnTo>
                  <a:lnTo>
                    <a:pt x="4765759" y="3047097"/>
                  </a:lnTo>
                  <a:lnTo>
                    <a:pt x="4688516" y="3032080"/>
                  </a:lnTo>
                  <a:lnTo>
                    <a:pt x="4611272" y="3016547"/>
                  </a:lnTo>
                  <a:lnTo>
                    <a:pt x="4534029" y="3000479"/>
                  </a:lnTo>
                  <a:lnTo>
                    <a:pt x="4456785" y="2983859"/>
                  </a:lnTo>
                  <a:lnTo>
                    <a:pt x="4379541" y="2966667"/>
                  </a:lnTo>
                  <a:lnTo>
                    <a:pt x="4302298" y="2948884"/>
                  </a:lnTo>
                  <a:lnTo>
                    <a:pt x="4225054" y="2930489"/>
                  </a:lnTo>
                  <a:lnTo>
                    <a:pt x="4147811" y="2911462"/>
                  </a:lnTo>
                  <a:lnTo>
                    <a:pt x="4070567" y="2891780"/>
                  </a:lnTo>
                  <a:lnTo>
                    <a:pt x="3993324" y="2871422"/>
                  </a:lnTo>
                  <a:lnTo>
                    <a:pt x="3916080" y="2850363"/>
                  </a:lnTo>
                  <a:lnTo>
                    <a:pt x="3838836" y="2828580"/>
                  </a:lnTo>
                  <a:lnTo>
                    <a:pt x="3761593" y="2806048"/>
                  </a:lnTo>
                  <a:lnTo>
                    <a:pt x="3684349" y="2782741"/>
                  </a:lnTo>
                  <a:lnTo>
                    <a:pt x="3607106" y="2758632"/>
                  </a:lnTo>
                  <a:lnTo>
                    <a:pt x="3529862" y="2733695"/>
                  </a:lnTo>
                  <a:lnTo>
                    <a:pt x="3452619" y="2707899"/>
                  </a:lnTo>
                  <a:lnTo>
                    <a:pt x="3375375" y="2681217"/>
                  </a:lnTo>
                  <a:lnTo>
                    <a:pt x="3298131" y="2654368"/>
                  </a:lnTo>
                  <a:lnTo>
                    <a:pt x="3220888" y="2657964"/>
                  </a:lnTo>
                  <a:lnTo>
                    <a:pt x="3143644" y="2661544"/>
                  </a:lnTo>
                  <a:lnTo>
                    <a:pt x="3066401" y="2665108"/>
                  </a:lnTo>
                  <a:lnTo>
                    <a:pt x="2989157" y="2668657"/>
                  </a:lnTo>
                  <a:lnTo>
                    <a:pt x="2911914" y="2672190"/>
                  </a:lnTo>
                  <a:lnTo>
                    <a:pt x="2834670" y="2675708"/>
                  </a:lnTo>
                  <a:lnTo>
                    <a:pt x="2757426" y="2679211"/>
                  </a:lnTo>
                  <a:lnTo>
                    <a:pt x="2680183" y="2682699"/>
                  </a:lnTo>
                  <a:lnTo>
                    <a:pt x="2602939" y="2686172"/>
                  </a:lnTo>
                  <a:lnTo>
                    <a:pt x="2525696" y="2689629"/>
                  </a:lnTo>
                  <a:lnTo>
                    <a:pt x="2448452" y="2693072"/>
                  </a:lnTo>
                  <a:lnTo>
                    <a:pt x="2371209" y="2696499"/>
                  </a:lnTo>
                  <a:lnTo>
                    <a:pt x="2293965" y="2699912"/>
                  </a:lnTo>
                  <a:lnTo>
                    <a:pt x="2216721" y="2703310"/>
                  </a:lnTo>
                  <a:lnTo>
                    <a:pt x="2139478" y="2706693"/>
                  </a:lnTo>
                  <a:lnTo>
                    <a:pt x="2062234" y="2710062"/>
                  </a:lnTo>
                  <a:lnTo>
                    <a:pt x="1984991" y="2713416"/>
                  </a:lnTo>
                  <a:lnTo>
                    <a:pt x="1907747" y="2716755"/>
                  </a:lnTo>
                  <a:lnTo>
                    <a:pt x="1830504" y="2720080"/>
                  </a:lnTo>
                  <a:lnTo>
                    <a:pt x="1753260" y="2723391"/>
                  </a:lnTo>
                  <a:lnTo>
                    <a:pt x="1676016" y="2726687"/>
                  </a:lnTo>
                  <a:lnTo>
                    <a:pt x="1598773" y="2729969"/>
                  </a:lnTo>
                  <a:lnTo>
                    <a:pt x="1521529" y="2733236"/>
                  </a:lnTo>
                  <a:lnTo>
                    <a:pt x="1444286" y="2736490"/>
                  </a:lnTo>
                  <a:lnTo>
                    <a:pt x="1367042" y="2739729"/>
                  </a:lnTo>
                  <a:lnTo>
                    <a:pt x="1289799" y="2742955"/>
                  </a:lnTo>
                  <a:lnTo>
                    <a:pt x="1212555" y="2746166"/>
                  </a:lnTo>
                  <a:lnTo>
                    <a:pt x="1135311" y="2749364"/>
                  </a:lnTo>
                  <a:lnTo>
                    <a:pt x="1058068" y="2752547"/>
                  </a:lnTo>
                  <a:lnTo>
                    <a:pt x="980824" y="2755717"/>
                  </a:lnTo>
                  <a:lnTo>
                    <a:pt x="903581" y="2758873"/>
                  </a:lnTo>
                  <a:lnTo>
                    <a:pt x="826337" y="2762015"/>
                  </a:lnTo>
                  <a:lnTo>
                    <a:pt x="749094" y="2765144"/>
                  </a:lnTo>
                  <a:lnTo>
                    <a:pt x="671850" y="2768259"/>
                  </a:lnTo>
                  <a:lnTo>
                    <a:pt x="594606" y="2771361"/>
                  </a:lnTo>
                  <a:lnTo>
                    <a:pt x="517363" y="2774449"/>
                  </a:lnTo>
                  <a:lnTo>
                    <a:pt x="440119" y="2777524"/>
                  </a:lnTo>
                  <a:lnTo>
                    <a:pt x="362876" y="2780586"/>
                  </a:lnTo>
                  <a:lnTo>
                    <a:pt x="285632" y="2783634"/>
                  </a:lnTo>
                  <a:lnTo>
                    <a:pt x="208389" y="2786669"/>
                  </a:lnTo>
                  <a:lnTo>
                    <a:pt x="131145" y="2789691"/>
                  </a:lnTo>
                  <a:lnTo>
                    <a:pt x="53901" y="2792699"/>
                  </a:lnTo>
                  <a:lnTo>
                    <a:pt x="0" y="27947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39475" y="2073503"/>
              <a:ext cx="7370083" cy="2653616"/>
            </a:xfrm>
            <a:custGeom>
              <a:avLst/>
              <a:pathLst>
                <a:path w="7370083" h="2653616">
                  <a:moveTo>
                    <a:pt x="0" y="0"/>
                  </a:moveTo>
                  <a:lnTo>
                    <a:pt x="31944" y="48853"/>
                  </a:lnTo>
                  <a:lnTo>
                    <a:pt x="109187" y="163056"/>
                  </a:lnTo>
                  <a:lnTo>
                    <a:pt x="186431" y="273463"/>
                  </a:lnTo>
                  <a:lnTo>
                    <a:pt x="263674" y="380198"/>
                  </a:lnTo>
                  <a:lnTo>
                    <a:pt x="340918" y="483385"/>
                  </a:lnTo>
                  <a:lnTo>
                    <a:pt x="418162" y="583141"/>
                  </a:lnTo>
                  <a:lnTo>
                    <a:pt x="495405" y="679581"/>
                  </a:lnTo>
                  <a:lnTo>
                    <a:pt x="572649" y="772814"/>
                  </a:lnTo>
                  <a:lnTo>
                    <a:pt x="649892" y="862947"/>
                  </a:lnTo>
                  <a:lnTo>
                    <a:pt x="727136" y="950083"/>
                  </a:lnTo>
                  <a:lnTo>
                    <a:pt x="804379" y="1034322"/>
                  </a:lnTo>
                  <a:lnTo>
                    <a:pt x="881623" y="1115761"/>
                  </a:lnTo>
                  <a:lnTo>
                    <a:pt x="958867" y="1194492"/>
                  </a:lnTo>
                  <a:lnTo>
                    <a:pt x="1036110" y="1270605"/>
                  </a:lnTo>
                  <a:lnTo>
                    <a:pt x="1113354" y="1344188"/>
                  </a:lnTo>
                  <a:lnTo>
                    <a:pt x="1190597" y="1415324"/>
                  </a:lnTo>
                  <a:lnTo>
                    <a:pt x="1267841" y="1484095"/>
                  </a:lnTo>
                  <a:lnTo>
                    <a:pt x="1345084" y="1550579"/>
                  </a:lnTo>
                  <a:lnTo>
                    <a:pt x="1422328" y="1614853"/>
                  </a:lnTo>
                  <a:lnTo>
                    <a:pt x="1499572" y="1676990"/>
                  </a:lnTo>
                  <a:lnTo>
                    <a:pt x="1576815" y="1737061"/>
                  </a:lnTo>
                  <a:lnTo>
                    <a:pt x="1654059" y="1795135"/>
                  </a:lnTo>
                  <a:lnTo>
                    <a:pt x="1731302" y="1851278"/>
                  </a:lnTo>
                  <a:lnTo>
                    <a:pt x="1808546" y="1905554"/>
                  </a:lnTo>
                  <a:lnTo>
                    <a:pt x="1885789" y="1958026"/>
                  </a:lnTo>
                  <a:lnTo>
                    <a:pt x="1963033" y="2008753"/>
                  </a:lnTo>
                  <a:lnTo>
                    <a:pt x="2040277" y="2057794"/>
                  </a:lnTo>
                  <a:lnTo>
                    <a:pt x="2117520" y="2105204"/>
                  </a:lnTo>
                  <a:lnTo>
                    <a:pt x="2194764" y="2151038"/>
                  </a:lnTo>
                  <a:lnTo>
                    <a:pt x="2272007" y="2195348"/>
                  </a:lnTo>
                  <a:lnTo>
                    <a:pt x="2349251" y="2238185"/>
                  </a:lnTo>
                  <a:lnTo>
                    <a:pt x="2426494" y="2279597"/>
                  </a:lnTo>
                  <a:lnTo>
                    <a:pt x="2503738" y="2319633"/>
                  </a:lnTo>
                  <a:lnTo>
                    <a:pt x="2580982" y="2358337"/>
                  </a:lnTo>
                  <a:lnTo>
                    <a:pt x="2658225" y="2395755"/>
                  </a:lnTo>
                  <a:lnTo>
                    <a:pt x="2735469" y="2431928"/>
                  </a:lnTo>
                  <a:lnTo>
                    <a:pt x="2812712" y="2466899"/>
                  </a:lnTo>
                  <a:lnTo>
                    <a:pt x="2889956" y="2500707"/>
                  </a:lnTo>
                  <a:lnTo>
                    <a:pt x="2967199" y="2533391"/>
                  </a:lnTo>
                  <a:lnTo>
                    <a:pt x="3044443" y="2564989"/>
                  </a:lnTo>
                  <a:lnTo>
                    <a:pt x="3121687" y="2595536"/>
                  </a:lnTo>
                  <a:lnTo>
                    <a:pt x="3198930" y="2625067"/>
                  </a:lnTo>
                  <a:lnTo>
                    <a:pt x="3276174" y="2653616"/>
                  </a:lnTo>
                  <a:lnTo>
                    <a:pt x="3353417" y="2650757"/>
                  </a:lnTo>
                  <a:lnTo>
                    <a:pt x="3430661" y="2647131"/>
                  </a:lnTo>
                  <a:lnTo>
                    <a:pt x="3507904" y="2643488"/>
                  </a:lnTo>
                  <a:lnTo>
                    <a:pt x="3585148" y="2639830"/>
                  </a:lnTo>
                  <a:lnTo>
                    <a:pt x="3662392" y="2636155"/>
                  </a:lnTo>
                  <a:lnTo>
                    <a:pt x="3739635" y="2632465"/>
                  </a:lnTo>
                  <a:lnTo>
                    <a:pt x="3816879" y="2628758"/>
                  </a:lnTo>
                  <a:lnTo>
                    <a:pt x="3894122" y="2625036"/>
                  </a:lnTo>
                  <a:lnTo>
                    <a:pt x="3971366" y="2621297"/>
                  </a:lnTo>
                  <a:lnTo>
                    <a:pt x="4048609" y="2617542"/>
                  </a:lnTo>
                  <a:lnTo>
                    <a:pt x="4125853" y="2613771"/>
                  </a:lnTo>
                  <a:lnTo>
                    <a:pt x="4203097" y="2609983"/>
                  </a:lnTo>
                  <a:lnTo>
                    <a:pt x="4280340" y="2606179"/>
                  </a:lnTo>
                  <a:lnTo>
                    <a:pt x="4357584" y="2602358"/>
                  </a:lnTo>
                  <a:lnTo>
                    <a:pt x="4434827" y="2598520"/>
                  </a:lnTo>
                  <a:lnTo>
                    <a:pt x="4512071" y="2594666"/>
                  </a:lnTo>
                  <a:lnTo>
                    <a:pt x="4589314" y="2590795"/>
                  </a:lnTo>
                  <a:lnTo>
                    <a:pt x="4666558" y="2586907"/>
                  </a:lnTo>
                  <a:lnTo>
                    <a:pt x="4743802" y="2583002"/>
                  </a:lnTo>
                  <a:lnTo>
                    <a:pt x="4821045" y="2579081"/>
                  </a:lnTo>
                  <a:lnTo>
                    <a:pt x="4898289" y="2575142"/>
                  </a:lnTo>
                  <a:lnTo>
                    <a:pt x="4975532" y="2571186"/>
                  </a:lnTo>
                  <a:lnTo>
                    <a:pt x="5052776" y="2567213"/>
                  </a:lnTo>
                  <a:lnTo>
                    <a:pt x="5130019" y="2563222"/>
                  </a:lnTo>
                  <a:lnTo>
                    <a:pt x="5207263" y="2559214"/>
                  </a:lnTo>
                  <a:lnTo>
                    <a:pt x="5284507" y="2555189"/>
                  </a:lnTo>
                  <a:lnTo>
                    <a:pt x="5361750" y="2551146"/>
                  </a:lnTo>
                  <a:lnTo>
                    <a:pt x="5438994" y="2547085"/>
                  </a:lnTo>
                  <a:lnTo>
                    <a:pt x="5516237" y="2543007"/>
                  </a:lnTo>
                  <a:lnTo>
                    <a:pt x="5593481" y="2538911"/>
                  </a:lnTo>
                  <a:lnTo>
                    <a:pt x="5670724" y="2534798"/>
                  </a:lnTo>
                  <a:lnTo>
                    <a:pt x="5747968" y="2530666"/>
                  </a:lnTo>
                  <a:lnTo>
                    <a:pt x="5825212" y="2526516"/>
                  </a:lnTo>
                  <a:lnTo>
                    <a:pt x="5902455" y="2522349"/>
                  </a:lnTo>
                  <a:lnTo>
                    <a:pt x="5979699" y="2518163"/>
                  </a:lnTo>
                  <a:lnTo>
                    <a:pt x="6056942" y="2513959"/>
                  </a:lnTo>
                  <a:lnTo>
                    <a:pt x="6134186" y="2509736"/>
                  </a:lnTo>
                  <a:lnTo>
                    <a:pt x="6211429" y="2505495"/>
                  </a:lnTo>
                  <a:lnTo>
                    <a:pt x="6288673" y="2501236"/>
                  </a:lnTo>
                  <a:lnTo>
                    <a:pt x="6365917" y="2496958"/>
                  </a:lnTo>
                  <a:lnTo>
                    <a:pt x="6443160" y="2492662"/>
                  </a:lnTo>
                  <a:lnTo>
                    <a:pt x="6520404" y="2488347"/>
                  </a:lnTo>
                  <a:lnTo>
                    <a:pt x="6597647" y="2484013"/>
                  </a:lnTo>
                  <a:lnTo>
                    <a:pt x="6674891" y="2479660"/>
                  </a:lnTo>
                  <a:lnTo>
                    <a:pt x="6752134" y="2475289"/>
                  </a:lnTo>
                  <a:lnTo>
                    <a:pt x="6829378" y="2470898"/>
                  </a:lnTo>
                  <a:lnTo>
                    <a:pt x="6906622" y="2466488"/>
                  </a:lnTo>
                  <a:lnTo>
                    <a:pt x="6983865" y="2462059"/>
                  </a:lnTo>
                  <a:lnTo>
                    <a:pt x="7061109" y="2457610"/>
                  </a:lnTo>
                  <a:lnTo>
                    <a:pt x="7138352" y="2453143"/>
                  </a:lnTo>
                  <a:lnTo>
                    <a:pt x="7215596" y="2448656"/>
                  </a:lnTo>
                  <a:lnTo>
                    <a:pt x="7292839" y="2444149"/>
                  </a:lnTo>
                  <a:lnTo>
                    <a:pt x="7370083" y="24396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871"/>
              <a:ext cx="7392041" cy="691070"/>
            </a:xfrm>
            <a:custGeom>
              <a:avLst/>
              <a:pathLst>
                <a:path w="7392041" h="691070">
                  <a:moveTo>
                    <a:pt x="7392041" y="691070"/>
                  </a:moveTo>
                  <a:lnTo>
                    <a:pt x="7314797" y="686314"/>
                  </a:lnTo>
                  <a:lnTo>
                    <a:pt x="7237554" y="681394"/>
                  </a:lnTo>
                  <a:lnTo>
                    <a:pt x="7160310" y="676304"/>
                  </a:lnTo>
                  <a:lnTo>
                    <a:pt x="7083066" y="671040"/>
                  </a:lnTo>
                  <a:lnTo>
                    <a:pt x="7005823" y="665594"/>
                  </a:lnTo>
                  <a:lnTo>
                    <a:pt x="6928579" y="659962"/>
                  </a:lnTo>
                  <a:lnTo>
                    <a:pt x="6851336" y="654135"/>
                  </a:lnTo>
                  <a:lnTo>
                    <a:pt x="6774092" y="648108"/>
                  </a:lnTo>
                  <a:lnTo>
                    <a:pt x="6696849" y="641874"/>
                  </a:lnTo>
                  <a:lnTo>
                    <a:pt x="6619605" y="635426"/>
                  </a:lnTo>
                  <a:lnTo>
                    <a:pt x="6542361" y="628755"/>
                  </a:lnTo>
                  <a:lnTo>
                    <a:pt x="6465118" y="621856"/>
                  </a:lnTo>
                  <a:lnTo>
                    <a:pt x="6387874" y="614719"/>
                  </a:lnTo>
                  <a:lnTo>
                    <a:pt x="6310631" y="607336"/>
                  </a:lnTo>
                  <a:lnTo>
                    <a:pt x="6233387" y="599700"/>
                  </a:lnTo>
                  <a:lnTo>
                    <a:pt x="6156144" y="591801"/>
                  </a:lnTo>
                  <a:lnTo>
                    <a:pt x="6078900" y="583630"/>
                  </a:lnTo>
                  <a:lnTo>
                    <a:pt x="6001656" y="575179"/>
                  </a:lnTo>
                  <a:lnTo>
                    <a:pt x="5924413" y="566436"/>
                  </a:lnTo>
                  <a:lnTo>
                    <a:pt x="5847169" y="557393"/>
                  </a:lnTo>
                  <a:lnTo>
                    <a:pt x="5769926" y="548040"/>
                  </a:lnTo>
                  <a:lnTo>
                    <a:pt x="5692682" y="538364"/>
                  </a:lnTo>
                  <a:lnTo>
                    <a:pt x="5615439" y="528356"/>
                  </a:lnTo>
                  <a:lnTo>
                    <a:pt x="5538195" y="518003"/>
                  </a:lnTo>
                  <a:lnTo>
                    <a:pt x="5460951" y="507294"/>
                  </a:lnTo>
                  <a:lnTo>
                    <a:pt x="5383708" y="496217"/>
                  </a:lnTo>
                  <a:lnTo>
                    <a:pt x="5306464" y="484760"/>
                  </a:lnTo>
                  <a:lnTo>
                    <a:pt x="5229221" y="472908"/>
                  </a:lnTo>
                  <a:lnTo>
                    <a:pt x="5151977" y="460648"/>
                  </a:lnTo>
                  <a:lnTo>
                    <a:pt x="5074734" y="447967"/>
                  </a:lnTo>
                  <a:lnTo>
                    <a:pt x="4997490" y="434850"/>
                  </a:lnTo>
                  <a:lnTo>
                    <a:pt x="4920246" y="421281"/>
                  </a:lnTo>
                  <a:lnTo>
                    <a:pt x="4843003" y="407246"/>
                  </a:lnTo>
                  <a:lnTo>
                    <a:pt x="4765759" y="392729"/>
                  </a:lnTo>
                  <a:lnTo>
                    <a:pt x="4688516" y="377712"/>
                  </a:lnTo>
                  <a:lnTo>
                    <a:pt x="4611272" y="362178"/>
                  </a:lnTo>
                  <a:lnTo>
                    <a:pt x="4534029" y="346110"/>
                  </a:lnTo>
                  <a:lnTo>
                    <a:pt x="4456785" y="329490"/>
                  </a:lnTo>
                  <a:lnTo>
                    <a:pt x="4379541" y="312298"/>
                  </a:lnTo>
                  <a:lnTo>
                    <a:pt x="4302298" y="294515"/>
                  </a:lnTo>
                  <a:lnTo>
                    <a:pt x="4225054" y="276120"/>
                  </a:lnTo>
                  <a:lnTo>
                    <a:pt x="4147811" y="257093"/>
                  </a:lnTo>
                  <a:lnTo>
                    <a:pt x="4070567" y="237411"/>
                  </a:lnTo>
                  <a:lnTo>
                    <a:pt x="3993324" y="217053"/>
                  </a:lnTo>
                  <a:lnTo>
                    <a:pt x="3916080" y="195994"/>
                  </a:lnTo>
                  <a:lnTo>
                    <a:pt x="3838836" y="174211"/>
                  </a:lnTo>
                  <a:lnTo>
                    <a:pt x="3761593" y="151679"/>
                  </a:lnTo>
                  <a:lnTo>
                    <a:pt x="3684349" y="128372"/>
                  </a:lnTo>
                  <a:lnTo>
                    <a:pt x="3607106" y="104263"/>
                  </a:lnTo>
                  <a:lnTo>
                    <a:pt x="3529862" y="79326"/>
                  </a:lnTo>
                  <a:lnTo>
                    <a:pt x="3452619" y="53530"/>
                  </a:lnTo>
                  <a:lnTo>
                    <a:pt x="3375375" y="26848"/>
                  </a:lnTo>
                  <a:lnTo>
                    <a:pt x="3298131" y="0"/>
                  </a:lnTo>
                  <a:lnTo>
                    <a:pt x="3220888" y="3595"/>
                  </a:lnTo>
                  <a:lnTo>
                    <a:pt x="3143644" y="7175"/>
                  </a:lnTo>
                  <a:lnTo>
                    <a:pt x="3066401" y="10739"/>
                  </a:lnTo>
                  <a:lnTo>
                    <a:pt x="2989157" y="14288"/>
                  </a:lnTo>
                  <a:lnTo>
                    <a:pt x="2911914" y="17821"/>
                  </a:lnTo>
                  <a:lnTo>
                    <a:pt x="2834670" y="21339"/>
                  </a:lnTo>
                  <a:lnTo>
                    <a:pt x="2757426" y="24842"/>
                  </a:lnTo>
                  <a:lnTo>
                    <a:pt x="2680183" y="28330"/>
                  </a:lnTo>
                  <a:lnTo>
                    <a:pt x="2602939" y="31803"/>
                  </a:lnTo>
                  <a:lnTo>
                    <a:pt x="2525696" y="35260"/>
                  </a:lnTo>
                  <a:lnTo>
                    <a:pt x="2448452" y="38703"/>
                  </a:lnTo>
                  <a:lnTo>
                    <a:pt x="2371209" y="42130"/>
                  </a:lnTo>
                  <a:lnTo>
                    <a:pt x="2293965" y="45543"/>
                  </a:lnTo>
                  <a:lnTo>
                    <a:pt x="2216721" y="48941"/>
                  </a:lnTo>
                  <a:lnTo>
                    <a:pt x="2139478" y="52324"/>
                  </a:lnTo>
                  <a:lnTo>
                    <a:pt x="2062234" y="55693"/>
                  </a:lnTo>
                  <a:lnTo>
                    <a:pt x="1984991" y="59047"/>
                  </a:lnTo>
                  <a:lnTo>
                    <a:pt x="1907747" y="62386"/>
                  </a:lnTo>
                  <a:lnTo>
                    <a:pt x="1830504" y="65711"/>
                  </a:lnTo>
                  <a:lnTo>
                    <a:pt x="1753260" y="69022"/>
                  </a:lnTo>
                  <a:lnTo>
                    <a:pt x="1676016" y="72318"/>
                  </a:lnTo>
                  <a:lnTo>
                    <a:pt x="1598773" y="75600"/>
                  </a:lnTo>
                  <a:lnTo>
                    <a:pt x="1521529" y="78867"/>
                  </a:lnTo>
                  <a:lnTo>
                    <a:pt x="1444286" y="82121"/>
                  </a:lnTo>
                  <a:lnTo>
                    <a:pt x="1367042" y="85360"/>
                  </a:lnTo>
                  <a:lnTo>
                    <a:pt x="1289799" y="88586"/>
                  </a:lnTo>
                  <a:lnTo>
                    <a:pt x="1212555" y="91797"/>
                  </a:lnTo>
                  <a:lnTo>
                    <a:pt x="1135311" y="94995"/>
                  </a:lnTo>
                  <a:lnTo>
                    <a:pt x="1058068" y="98178"/>
                  </a:lnTo>
                  <a:lnTo>
                    <a:pt x="980824" y="101348"/>
                  </a:lnTo>
                  <a:lnTo>
                    <a:pt x="903581" y="104504"/>
                  </a:lnTo>
                  <a:lnTo>
                    <a:pt x="826337" y="107646"/>
                  </a:lnTo>
                  <a:lnTo>
                    <a:pt x="749094" y="110775"/>
                  </a:lnTo>
                  <a:lnTo>
                    <a:pt x="671850" y="113890"/>
                  </a:lnTo>
                  <a:lnTo>
                    <a:pt x="594606" y="116992"/>
                  </a:lnTo>
                  <a:lnTo>
                    <a:pt x="517363" y="120080"/>
                  </a:lnTo>
                  <a:lnTo>
                    <a:pt x="440119" y="123155"/>
                  </a:lnTo>
                  <a:lnTo>
                    <a:pt x="362876" y="126217"/>
                  </a:lnTo>
                  <a:lnTo>
                    <a:pt x="285632" y="129265"/>
                  </a:lnTo>
                  <a:lnTo>
                    <a:pt x="208389" y="132300"/>
                  </a:lnTo>
                  <a:lnTo>
                    <a:pt x="131145" y="135322"/>
                  </a:lnTo>
                  <a:lnTo>
                    <a:pt x="53901" y="138330"/>
                  </a:lnTo>
                  <a:lnTo>
                    <a:pt x="0" y="1404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000618"/>
              <a:ext cx="7392041" cy="1176618"/>
            </a:xfrm>
            <a:custGeom>
              <a:avLst/>
              <a:pathLst>
                <a:path w="7392041" h="1176618">
                  <a:moveTo>
                    <a:pt x="0" y="0"/>
                  </a:moveTo>
                  <a:lnTo>
                    <a:pt x="53901" y="15958"/>
                  </a:lnTo>
                  <a:lnTo>
                    <a:pt x="131145" y="38492"/>
                  </a:lnTo>
                  <a:lnTo>
                    <a:pt x="208389" y="60697"/>
                  </a:lnTo>
                  <a:lnTo>
                    <a:pt x="285632" y="82577"/>
                  </a:lnTo>
                  <a:lnTo>
                    <a:pt x="362876" y="104137"/>
                  </a:lnTo>
                  <a:lnTo>
                    <a:pt x="440119" y="125382"/>
                  </a:lnTo>
                  <a:lnTo>
                    <a:pt x="517363" y="146316"/>
                  </a:lnTo>
                  <a:lnTo>
                    <a:pt x="594606" y="166944"/>
                  </a:lnTo>
                  <a:lnTo>
                    <a:pt x="671850" y="187270"/>
                  </a:lnTo>
                  <a:lnTo>
                    <a:pt x="749094" y="207299"/>
                  </a:lnTo>
                  <a:lnTo>
                    <a:pt x="826337" y="227035"/>
                  </a:lnTo>
                  <a:lnTo>
                    <a:pt x="903581" y="246482"/>
                  </a:lnTo>
                  <a:lnTo>
                    <a:pt x="980824" y="265645"/>
                  </a:lnTo>
                  <a:lnTo>
                    <a:pt x="1058068" y="284527"/>
                  </a:lnTo>
                  <a:lnTo>
                    <a:pt x="1135311" y="303133"/>
                  </a:lnTo>
                  <a:lnTo>
                    <a:pt x="1212555" y="321468"/>
                  </a:lnTo>
                  <a:lnTo>
                    <a:pt x="1289799" y="339534"/>
                  </a:lnTo>
                  <a:lnTo>
                    <a:pt x="1367042" y="357335"/>
                  </a:lnTo>
                  <a:lnTo>
                    <a:pt x="1444286" y="374877"/>
                  </a:lnTo>
                  <a:lnTo>
                    <a:pt x="1521529" y="392162"/>
                  </a:lnTo>
                  <a:lnTo>
                    <a:pt x="1598773" y="409193"/>
                  </a:lnTo>
                  <a:lnTo>
                    <a:pt x="1676016" y="425976"/>
                  </a:lnTo>
                  <a:lnTo>
                    <a:pt x="1753260" y="442514"/>
                  </a:lnTo>
                  <a:lnTo>
                    <a:pt x="1830504" y="458809"/>
                  </a:lnTo>
                  <a:lnTo>
                    <a:pt x="1907747" y="474866"/>
                  </a:lnTo>
                  <a:lnTo>
                    <a:pt x="1984991" y="490689"/>
                  </a:lnTo>
                  <a:lnTo>
                    <a:pt x="2062234" y="506280"/>
                  </a:lnTo>
                  <a:lnTo>
                    <a:pt x="2139478" y="521642"/>
                  </a:lnTo>
                  <a:lnTo>
                    <a:pt x="2216721" y="536781"/>
                  </a:lnTo>
                  <a:lnTo>
                    <a:pt x="2293965" y="551697"/>
                  </a:lnTo>
                  <a:lnTo>
                    <a:pt x="2371209" y="566396"/>
                  </a:lnTo>
                  <a:lnTo>
                    <a:pt x="2448452" y="580879"/>
                  </a:lnTo>
                  <a:lnTo>
                    <a:pt x="2525696" y="595151"/>
                  </a:lnTo>
                  <a:lnTo>
                    <a:pt x="2602939" y="609214"/>
                  </a:lnTo>
                  <a:lnTo>
                    <a:pt x="2680183" y="623071"/>
                  </a:lnTo>
                  <a:lnTo>
                    <a:pt x="2757426" y="636726"/>
                  </a:lnTo>
                  <a:lnTo>
                    <a:pt x="2834670" y="650181"/>
                  </a:lnTo>
                  <a:lnTo>
                    <a:pt x="2911914" y="663439"/>
                  </a:lnTo>
                  <a:lnTo>
                    <a:pt x="2989157" y="676503"/>
                  </a:lnTo>
                  <a:lnTo>
                    <a:pt x="3066401" y="689376"/>
                  </a:lnTo>
                  <a:lnTo>
                    <a:pt x="3143644" y="702061"/>
                  </a:lnTo>
                  <a:lnTo>
                    <a:pt x="3220888" y="714560"/>
                  </a:lnTo>
                  <a:lnTo>
                    <a:pt x="3298131" y="726877"/>
                  </a:lnTo>
                  <a:lnTo>
                    <a:pt x="3375375" y="739013"/>
                  </a:lnTo>
                  <a:lnTo>
                    <a:pt x="3452619" y="750972"/>
                  </a:lnTo>
                  <a:lnTo>
                    <a:pt x="3529862" y="762756"/>
                  </a:lnTo>
                  <a:lnTo>
                    <a:pt x="3607106" y="774367"/>
                  </a:lnTo>
                  <a:lnTo>
                    <a:pt x="3684349" y="785809"/>
                  </a:lnTo>
                  <a:lnTo>
                    <a:pt x="3761593" y="797083"/>
                  </a:lnTo>
                  <a:lnTo>
                    <a:pt x="3838836" y="808193"/>
                  </a:lnTo>
                  <a:lnTo>
                    <a:pt x="3916080" y="819140"/>
                  </a:lnTo>
                  <a:lnTo>
                    <a:pt x="3993324" y="829927"/>
                  </a:lnTo>
                  <a:lnTo>
                    <a:pt x="4070567" y="840556"/>
                  </a:lnTo>
                  <a:lnTo>
                    <a:pt x="4147811" y="851029"/>
                  </a:lnTo>
                  <a:lnTo>
                    <a:pt x="4225054" y="861350"/>
                  </a:lnTo>
                  <a:lnTo>
                    <a:pt x="4302298" y="871519"/>
                  </a:lnTo>
                  <a:lnTo>
                    <a:pt x="4379541" y="881540"/>
                  </a:lnTo>
                  <a:lnTo>
                    <a:pt x="4456785" y="891414"/>
                  </a:lnTo>
                  <a:lnTo>
                    <a:pt x="4534029" y="901144"/>
                  </a:lnTo>
                  <a:lnTo>
                    <a:pt x="4611272" y="910731"/>
                  </a:lnTo>
                  <a:lnTo>
                    <a:pt x="4688516" y="920178"/>
                  </a:lnTo>
                  <a:lnTo>
                    <a:pt x="4765759" y="929487"/>
                  </a:lnTo>
                  <a:lnTo>
                    <a:pt x="4843003" y="938660"/>
                  </a:lnTo>
                  <a:lnTo>
                    <a:pt x="4920246" y="947699"/>
                  </a:lnTo>
                  <a:lnTo>
                    <a:pt x="4997490" y="956605"/>
                  </a:lnTo>
                  <a:lnTo>
                    <a:pt x="5074734" y="965381"/>
                  </a:lnTo>
                  <a:lnTo>
                    <a:pt x="5151977" y="974029"/>
                  </a:lnTo>
                  <a:lnTo>
                    <a:pt x="5229221" y="982551"/>
                  </a:lnTo>
                  <a:lnTo>
                    <a:pt x="5306464" y="990947"/>
                  </a:lnTo>
                  <a:lnTo>
                    <a:pt x="5383708" y="999221"/>
                  </a:lnTo>
                  <a:lnTo>
                    <a:pt x="5460951" y="1007374"/>
                  </a:lnTo>
                  <a:lnTo>
                    <a:pt x="5538195" y="1015408"/>
                  </a:lnTo>
                  <a:lnTo>
                    <a:pt x="5615439" y="1023324"/>
                  </a:lnTo>
                  <a:lnTo>
                    <a:pt x="5692682" y="1031124"/>
                  </a:lnTo>
                  <a:lnTo>
                    <a:pt x="5769926" y="1038811"/>
                  </a:lnTo>
                  <a:lnTo>
                    <a:pt x="5847169" y="1046384"/>
                  </a:lnTo>
                  <a:lnTo>
                    <a:pt x="5924413" y="1053848"/>
                  </a:lnTo>
                  <a:lnTo>
                    <a:pt x="6001656" y="1061201"/>
                  </a:lnTo>
                  <a:lnTo>
                    <a:pt x="6078900" y="1068448"/>
                  </a:lnTo>
                  <a:lnTo>
                    <a:pt x="6156144" y="1075588"/>
                  </a:lnTo>
                  <a:lnTo>
                    <a:pt x="6233387" y="1082624"/>
                  </a:lnTo>
                  <a:lnTo>
                    <a:pt x="6310631" y="1089557"/>
                  </a:lnTo>
                  <a:lnTo>
                    <a:pt x="6387874" y="1096389"/>
                  </a:lnTo>
                  <a:lnTo>
                    <a:pt x="6465118" y="1103120"/>
                  </a:lnTo>
                  <a:lnTo>
                    <a:pt x="6542361" y="1109754"/>
                  </a:lnTo>
                  <a:lnTo>
                    <a:pt x="6619605" y="1116290"/>
                  </a:lnTo>
                  <a:lnTo>
                    <a:pt x="6696849" y="1122730"/>
                  </a:lnTo>
                  <a:lnTo>
                    <a:pt x="6774092" y="1129077"/>
                  </a:lnTo>
                  <a:lnTo>
                    <a:pt x="6851336" y="1135330"/>
                  </a:lnTo>
                  <a:lnTo>
                    <a:pt x="6928579" y="1141492"/>
                  </a:lnTo>
                  <a:lnTo>
                    <a:pt x="7005823" y="1147564"/>
                  </a:lnTo>
                  <a:lnTo>
                    <a:pt x="7083066" y="1153548"/>
                  </a:lnTo>
                  <a:lnTo>
                    <a:pt x="7160310" y="1159443"/>
                  </a:lnTo>
                  <a:lnTo>
                    <a:pt x="7237554" y="1165253"/>
                  </a:lnTo>
                  <a:lnTo>
                    <a:pt x="7314797" y="1170977"/>
                  </a:lnTo>
                  <a:lnTo>
                    <a:pt x="7392041" y="11766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(0.95-1.47), p = 0.130  |  per IQR decline (Δ = 0.30): 1.65 (0.86-3.15)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73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2026-05-28T22:32:48Z</dcterms:modified>
  <cp:category/>
</cp:coreProperties>
</file>