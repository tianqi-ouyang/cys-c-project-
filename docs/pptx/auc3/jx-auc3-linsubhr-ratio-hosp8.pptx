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7290"/>
            </a:xfrm>
            <a:custGeom>
              <a:avLst/>
              <a:pathLst>
                <a:path w="6964104" h="1207290">
                  <a:moveTo>
                    <a:pt x="252286" y="0"/>
                  </a:moveTo>
                  <a:lnTo>
                    <a:pt x="281377" y="17630"/>
                  </a:lnTo>
                  <a:lnTo>
                    <a:pt x="351722" y="58843"/>
                  </a:lnTo>
                  <a:lnTo>
                    <a:pt x="422066" y="98686"/>
                  </a:lnTo>
                  <a:lnTo>
                    <a:pt x="492411" y="137204"/>
                  </a:lnTo>
                  <a:lnTo>
                    <a:pt x="562755" y="174442"/>
                  </a:lnTo>
                  <a:lnTo>
                    <a:pt x="633100" y="210442"/>
                  </a:lnTo>
                  <a:lnTo>
                    <a:pt x="703444" y="245244"/>
                  </a:lnTo>
                  <a:lnTo>
                    <a:pt x="773789" y="278890"/>
                  </a:lnTo>
                  <a:lnTo>
                    <a:pt x="844133" y="311417"/>
                  </a:lnTo>
                  <a:lnTo>
                    <a:pt x="914478" y="342862"/>
                  </a:lnTo>
                  <a:lnTo>
                    <a:pt x="984822" y="373262"/>
                  </a:lnTo>
                  <a:lnTo>
                    <a:pt x="1055167" y="402652"/>
                  </a:lnTo>
                  <a:lnTo>
                    <a:pt x="1125511" y="431064"/>
                  </a:lnTo>
                  <a:lnTo>
                    <a:pt x="1195856" y="458531"/>
                  </a:lnTo>
                  <a:lnTo>
                    <a:pt x="1266200" y="485085"/>
                  </a:lnTo>
                  <a:lnTo>
                    <a:pt x="1336545" y="510757"/>
                  </a:lnTo>
                  <a:lnTo>
                    <a:pt x="1406889" y="535575"/>
                  </a:lnTo>
                  <a:lnTo>
                    <a:pt x="1477234" y="559567"/>
                  </a:lnTo>
                  <a:lnTo>
                    <a:pt x="1547578" y="582762"/>
                  </a:lnTo>
                  <a:lnTo>
                    <a:pt x="1617923" y="605186"/>
                  </a:lnTo>
                  <a:lnTo>
                    <a:pt x="1688267" y="626864"/>
                  </a:lnTo>
                  <a:lnTo>
                    <a:pt x="1758612" y="647822"/>
                  </a:lnTo>
                  <a:lnTo>
                    <a:pt x="1828956" y="668082"/>
                  </a:lnTo>
                  <a:lnTo>
                    <a:pt x="1899301" y="687669"/>
                  </a:lnTo>
                  <a:lnTo>
                    <a:pt x="1969645" y="706605"/>
                  </a:lnTo>
                  <a:lnTo>
                    <a:pt x="2039990" y="724912"/>
                  </a:lnTo>
                  <a:lnTo>
                    <a:pt x="2110334" y="742609"/>
                  </a:lnTo>
                  <a:lnTo>
                    <a:pt x="2180679" y="759718"/>
                  </a:lnTo>
                  <a:lnTo>
                    <a:pt x="2251023" y="776259"/>
                  </a:lnTo>
                  <a:lnTo>
                    <a:pt x="2321368" y="792249"/>
                  </a:lnTo>
                  <a:lnTo>
                    <a:pt x="2391712" y="807708"/>
                  </a:lnTo>
                  <a:lnTo>
                    <a:pt x="2462057" y="822653"/>
                  </a:lnTo>
                  <a:lnTo>
                    <a:pt x="2532401" y="837101"/>
                  </a:lnTo>
                  <a:lnTo>
                    <a:pt x="2602746" y="851068"/>
                  </a:lnTo>
                  <a:lnTo>
                    <a:pt x="2673090" y="864571"/>
                  </a:lnTo>
                  <a:lnTo>
                    <a:pt x="2743435" y="877625"/>
                  </a:lnTo>
                  <a:lnTo>
                    <a:pt x="2813779" y="890246"/>
                  </a:lnTo>
                  <a:lnTo>
                    <a:pt x="2884124" y="902446"/>
                  </a:lnTo>
                  <a:lnTo>
                    <a:pt x="2954468" y="914241"/>
                  </a:lnTo>
                  <a:lnTo>
                    <a:pt x="3024813" y="925644"/>
                  </a:lnTo>
                  <a:lnTo>
                    <a:pt x="3095157" y="936667"/>
                  </a:lnTo>
                  <a:lnTo>
                    <a:pt x="3165502" y="947325"/>
                  </a:lnTo>
                  <a:lnTo>
                    <a:pt x="3235846" y="957627"/>
                  </a:lnTo>
                  <a:lnTo>
                    <a:pt x="3306191" y="956596"/>
                  </a:lnTo>
                  <a:lnTo>
                    <a:pt x="3376535" y="955287"/>
                  </a:lnTo>
                  <a:lnTo>
                    <a:pt x="3446880" y="953972"/>
                  </a:lnTo>
                  <a:lnTo>
                    <a:pt x="3517224" y="952652"/>
                  </a:lnTo>
                  <a:lnTo>
                    <a:pt x="3587569" y="951326"/>
                  </a:lnTo>
                  <a:lnTo>
                    <a:pt x="3657913" y="949994"/>
                  </a:lnTo>
                  <a:lnTo>
                    <a:pt x="3728257" y="948657"/>
                  </a:lnTo>
                  <a:lnTo>
                    <a:pt x="3798602" y="947313"/>
                  </a:lnTo>
                  <a:lnTo>
                    <a:pt x="3868946" y="945964"/>
                  </a:lnTo>
                  <a:lnTo>
                    <a:pt x="3939291" y="944609"/>
                  </a:lnTo>
                  <a:lnTo>
                    <a:pt x="4009635" y="943248"/>
                  </a:lnTo>
                  <a:lnTo>
                    <a:pt x="4079980" y="941881"/>
                  </a:lnTo>
                  <a:lnTo>
                    <a:pt x="4150324" y="940508"/>
                  </a:lnTo>
                  <a:lnTo>
                    <a:pt x="4220669" y="939129"/>
                  </a:lnTo>
                  <a:lnTo>
                    <a:pt x="4291013" y="937744"/>
                  </a:lnTo>
                  <a:lnTo>
                    <a:pt x="4361358" y="936354"/>
                  </a:lnTo>
                  <a:lnTo>
                    <a:pt x="4431702" y="934957"/>
                  </a:lnTo>
                  <a:lnTo>
                    <a:pt x="4502047" y="933554"/>
                  </a:lnTo>
                  <a:lnTo>
                    <a:pt x="4572391" y="932144"/>
                  </a:lnTo>
                  <a:lnTo>
                    <a:pt x="4642736" y="930729"/>
                  </a:lnTo>
                  <a:lnTo>
                    <a:pt x="4713080" y="929308"/>
                  </a:lnTo>
                  <a:lnTo>
                    <a:pt x="4783425" y="927880"/>
                  </a:lnTo>
                  <a:lnTo>
                    <a:pt x="4853769" y="926446"/>
                  </a:lnTo>
                  <a:lnTo>
                    <a:pt x="4924114" y="925006"/>
                  </a:lnTo>
                  <a:lnTo>
                    <a:pt x="4994458" y="923560"/>
                  </a:lnTo>
                  <a:lnTo>
                    <a:pt x="5064803" y="922107"/>
                  </a:lnTo>
                  <a:lnTo>
                    <a:pt x="5135147" y="920648"/>
                  </a:lnTo>
                  <a:lnTo>
                    <a:pt x="5205492" y="919183"/>
                  </a:lnTo>
                  <a:lnTo>
                    <a:pt x="5275836" y="917711"/>
                  </a:lnTo>
                  <a:lnTo>
                    <a:pt x="5346181" y="916233"/>
                  </a:lnTo>
                  <a:lnTo>
                    <a:pt x="5416525" y="914748"/>
                  </a:lnTo>
                  <a:lnTo>
                    <a:pt x="5486870" y="913257"/>
                  </a:lnTo>
                  <a:lnTo>
                    <a:pt x="5557214" y="911760"/>
                  </a:lnTo>
                  <a:lnTo>
                    <a:pt x="5627559" y="910256"/>
                  </a:lnTo>
                  <a:lnTo>
                    <a:pt x="5697903" y="908745"/>
                  </a:lnTo>
                  <a:lnTo>
                    <a:pt x="5768248" y="907228"/>
                  </a:lnTo>
                  <a:lnTo>
                    <a:pt x="5838592" y="905704"/>
                  </a:lnTo>
                  <a:lnTo>
                    <a:pt x="5908937" y="904174"/>
                  </a:lnTo>
                  <a:lnTo>
                    <a:pt x="5979281" y="902637"/>
                  </a:lnTo>
                  <a:lnTo>
                    <a:pt x="6049626" y="901093"/>
                  </a:lnTo>
                  <a:lnTo>
                    <a:pt x="6119970" y="899543"/>
                  </a:lnTo>
                  <a:lnTo>
                    <a:pt x="6190315" y="897986"/>
                  </a:lnTo>
                  <a:lnTo>
                    <a:pt x="6260659" y="896422"/>
                  </a:lnTo>
                  <a:lnTo>
                    <a:pt x="6331004" y="894851"/>
                  </a:lnTo>
                  <a:lnTo>
                    <a:pt x="6401348" y="893273"/>
                  </a:lnTo>
                  <a:lnTo>
                    <a:pt x="6471693" y="891689"/>
                  </a:lnTo>
                  <a:lnTo>
                    <a:pt x="6542037" y="890097"/>
                  </a:lnTo>
                  <a:lnTo>
                    <a:pt x="6612382" y="888499"/>
                  </a:lnTo>
                  <a:lnTo>
                    <a:pt x="6682726" y="886893"/>
                  </a:lnTo>
                  <a:lnTo>
                    <a:pt x="6753071" y="885281"/>
                  </a:lnTo>
                  <a:lnTo>
                    <a:pt x="6823415" y="883662"/>
                  </a:lnTo>
                  <a:lnTo>
                    <a:pt x="6893760" y="882035"/>
                  </a:lnTo>
                  <a:lnTo>
                    <a:pt x="6964104" y="880402"/>
                  </a:lnTo>
                  <a:lnTo>
                    <a:pt x="6964104" y="1207290"/>
                  </a:lnTo>
                  <a:lnTo>
                    <a:pt x="6893760" y="1205573"/>
                  </a:lnTo>
                  <a:lnTo>
                    <a:pt x="6823415" y="1203798"/>
                  </a:lnTo>
                  <a:lnTo>
                    <a:pt x="6753071" y="1201961"/>
                  </a:lnTo>
                  <a:lnTo>
                    <a:pt x="6682726" y="1200061"/>
                  </a:lnTo>
                  <a:lnTo>
                    <a:pt x="6612382" y="1198096"/>
                  </a:lnTo>
                  <a:lnTo>
                    <a:pt x="6542037" y="1196064"/>
                  </a:lnTo>
                  <a:lnTo>
                    <a:pt x="6471693" y="1193961"/>
                  </a:lnTo>
                  <a:lnTo>
                    <a:pt x="6401348" y="1191786"/>
                  </a:lnTo>
                  <a:lnTo>
                    <a:pt x="6331004" y="1189536"/>
                  </a:lnTo>
                  <a:lnTo>
                    <a:pt x="6260659" y="1187209"/>
                  </a:lnTo>
                  <a:lnTo>
                    <a:pt x="6190315" y="1184802"/>
                  </a:lnTo>
                  <a:lnTo>
                    <a:pt x="6119970" y="1182312"/>
                  </a:lnTo>
                  <a:lnTo>
                    <a:pt x="6049626" y="1179736"/>
                  </a:lnTo>
                  <a:lnTo>
                    <a:pt x="5979281" y="1177072"/>
                  </a:lnTo>
                  <a:lnTo>
                    <a:pt x="5908937" y="1174317"/>
                  </a:lnTo>
                  <a:lnTo>
                    <a:pt x="5838592" y="1171466"/>
                  </a:lnTo>
                  <a:lnTo>
                    <a:pt x="5768248" y="1168517"/>
                  </a:lnTo>
                  <a:lnTo>
                    <a:pt x="5697903" y="1165467"/>
                  </a:lnTo>
                  <a:lnTo>
                    <a:pt x="5627559" y="1162313"/>
                  </a:lnTo>
                  <a:lnTo>
                    <a:pt x="5557214" y="1159049"/>
                  </a:lnTo>
                  <a:lnTo>
                    <a:pt x="5486870" y="1155674"/>
                  </a:lnTo>
                  <a:lnTo>
                    <a:pt x="5416525" y="1152182"/>
                  </a:lnTo>
                  <a:lnTo>
                    <a:pt x="5346181" y="1148570"/>
                  </a:lnTo>
                  <a:lnTo>
                    <a:pt x="5275836" y="1144834"/>
                  </a:lnTo>
                  <a:lnTo>
                    <a:pt x="5205492" y="1140970"/>
                  </a:lnTo>
                  <a:lnTo>
                    <a:pt x="5135147" y="1136972"/>
                  </a:lnTo>
                  <a:lnTo>
                    <a:pt x="5064803" y="1132837"/>
                  </a:lnTo>
                  <a:lnTo>
                    <a:pt x="4994458" y="1128560"/>
                  </a:lnTo>
                  <a:lnTo>
                    <a:pt x="4924114" y="1124136"/>
                  </a:lnTo>
                  <a:lnTo>
                    <a:pt x="4853769" y="1119560"/>
                  </a:lnTo>
                  <a:lnTo>
                    <a:pt x="4783425" y="1114826"/>
                  </a:lnTo>
                  <a:lnTo>
                    <a:pt x="4713080" y="1109929"/>
                  </a:lnTo>
                  <a:lnTo>
                    <a:pt x="4642736" y="1104865"/>
                  </a:lnTo>
                  <a:lnTo>
                    <a:pt x="4572391" y="1099625"/>
                  </a:lnTo>
                  <a:lnTo>
                    <a:pt x="4502047" y="1094206"/>
                  </a:lnTo>
                  <a:lnTo>
                    <a:pt x="4431702" y="1088601"/>
                  </a:lnTo>
                  <a:lnTo>
                    <a:pt x="4361358" y="1082802"/>
                  </a:lnTo>
                  <a:lnTo>
                    <a:pt x="4291013" y="1076804"/>
                  </a:lnTo>
                  <a:lnTo>
                    <a:pt x="4220669" y="1070600"/>
                  </a:lnTo>
                  <a:lnTo>
                    <a:pt x="4150324" y="1064183"/>
                  </a:lnTo>
                  <a:lnTo>
                    <a:pt x="4079980" y="1057544"/>
                  </a:lnTo>
                  <a:lnTo>
                    <a:pt x="4009635" y="1050678"/>
                  </a:lnTo>
                  <a:lnTo>
                    <a:pt x="3939291" y="1043575"/>
                  </a:lnTo>
                  <a:lnTo>
                    <a:pt x="3868946" y="1036228"/>
                  </a:lnTo>
                  <a:lnTo>
                    <a:pt x="3798602" y="1028629"/>
                  </a:lnTo>
                  <a:lnTo>
                    <a:pt x="3728257" y="1020768"/>
                  </a:lnTo>
                  <a:lnTo>
                    <a:pt x="3657913" y="1012636"/>
                  </a:lnTo>
                  <a:lnTo>
                    <a:pt x="3587569" y="1004225"/>
                  </a:lnTo>
                  <a:lnTo>
                    <a:pt x="3517224" y="995525"/>
                  </a:lnTo>
                  <a:lnTo>
                    <a:pt x="3446880" y="986526"/>
                  </a:lnTo>
                  <a:lnTo>
                    <a:pt x="3376535" y="977217"/>
                  </a:lnTo>
                  <a:lnTo>
                    <a:pt x="3306191" y="967588"/>
                  </a:lnTo>
                  <a:lnTo>
                    <a:pt x="3235846" y="957899"/>
                  </a:lnTo>
                  <a:lnTo>
                    <a:pt x="3165502" y="959196"/>
                  </a:lnTo>
                  <a:lnTo>
                    <a:pt x="3095157" y="960488"/>
                  </a:lnTo>
                  <a:lnTo>
                    <a:pt x="3024813" y="961774"/>
                  </a:lnTo>
                  <a:lnTo>
                    <a:pt x="2954468" y="963055"/>
                  </a:lnTo>
                  <a:lnTo>
                    <a:pt x="2884124" y="964330"/>
                  </a:lnTo>
                  <a:lnTo>
                    <a:pt x="2813779" y="965600"/>
                  </a:lnTo>
                  <a:lnTo>
                    <a:pt x="2743435" y="966864"/>
                  </a:lnTo>
                  <a:lnTo>
                    <a:pt x="2673090" y="968123"/>
                  </a:lnTo>
                  <a:lnTo>
                    <a:pt x="2602746" y="969376"/>
                  </a:lnTo>
                  <a:lnTo>
                    <a:pt x="2532401" y="970624"/>
                  </a:lnTo>
                  <a:lnTo>
                    <a:pt x="2462057" y="971866"/>
                  </a:lnTo>
                  <a:lnTo>
                    <a:pt x="2391712" y="973103"/>
                  </a:lnTo>
                  <a:lnTo>
                    <a:pt x="2321368" y="974334"/>
                  </a:lnTo>
                  <a:lnTo>
                    <a:pt x="2251023" y="975561"/>
                  </a:lnTo>
                  <a:lnTo>
                    <a:pt x="2180679" y="976782"/>
                  </a:lnTo>
                  <a:lnTo>
                    <a:pt x="2110334" y="977997"/>
                  </a:lnTo>
                  <a:lnTo>
                    <a:pt x="2039990" y="979208"/>
                  </a:lnTo>
                  <a:lnTo>
                    <a:pt x="1969645" y="980413"/>
                  </a:lnTo>
                  <a:lnTo>
                    <a:pt x="1899301" y="981613"/>
                  </a:lnTo>
                  <a:lnTo>
                    <a:pt x="1828956" y="982807"/>
                  </a:lnTo>
                  <a:lnTo>
                    <a:pt x="1758612" y="983997"/>
                  </a:lnTo>
                  <a:lnTo>
                    <a:pt x="1688267" y="985181"/>
                  </a:lnTo>
                  <a:lnTo>
                    <a:pt x="1617923" y="986360"/>
                  </a:lnTo>
                  <a:lnTo>
                    <a:pt x="1547578" y="987535"/>
                  </a:lnTo>
                  <a:lnTo>
                    <a:pt x="1477234" y="988704"/>
                  </a:lnTo>
                  <a:lnTo>
                    <a:pt x="1406889" y="989868"/>
                  </a:lnTo>
                  <a:lnTo>
                    <a:pt x="1336545" y="991026"/>
                  </a:lnTo>
                  <a:lnTo>
                    <a:pt x="1266200" y="992180"/>
                  </a:lnTo>
                  <a:lnTo>
                    <a:pt x="1195856" y="993329"/>
                  </a:lnTo>
                  <a:lnTo>
                    <a:pt x="1125511" y="994473"/>
                  </a:lnTo>
                  <a:lnTo>
                    <a:pt x="1055167" y="995612"/>
                  </a:lnTo>
                  <a:lnTo>
                    <a:pt x="984822" y="996746"/>
                  </a:lnTo>
                  <a:lnTo>
                    <a:pt x="914478" y="997875"/>
                  </a:lnTo>
                  <a:lnTo>
                    <a:pt x="844133" y="998999"/>
                  </a:lnTo>
                  <a:lnTo>
                    <a:pt x="773789" y="1000119"/>
                  </a:lnTo>
                  <a:lnTo>
                    <a:pt x="703444" y="1001233"/>
                  </a:lnTo>
                  <a:lnTo>
                    <a:pt x="633100" y="1002343"/>
                  </a:lnTo>
                  <a:lnTo>
                    <a:pt x="562755" y="1003448"/>
                  </a:lnTo>
                  <a:lnTo>
                    <a:pt x="492411" y="1004548"/>
                  </a:lnTo>
                  <a:lnTo>
                    <a:pt x="422066" y="1005643"/>
                  </a:lnTo>
                  <a:lnTo>
                    <a:pt x="351722" y="1006733"/>
                  </a:lnTo>
                  <a:lnTo>
                    <a:pt x="281377" y="1007819"/>
                  </a:lnTo>
                  <a:lnTo>
                    <a:pt x="211033" y="1008900"/>
                  </a:lnTo>
                  <a:lnTo>
                    <a:pt x="140688" y="1009977"/>
                  </a:lnTo>
                  <a:lnTo>
                    <a:pt x="70344" y="1011048"/>
                  </a:lnTo>
                  <a:lnTo>
                    <a:pt x="0" y="10121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87598" y="2143092"/>
              <a:ext cx="6711817" cy="957627"/>
            </a:xfrm>
            <a:custGeom>
              <a:avLst/>
              <a:pathLst>
                <a:path w="6711817" h="957627">
                  <a:moveTo>
                    <a:pt x="0" y="0"/>
                  </a:moveTo>
                  <a:lnTo>
                    <a:pt x="29091" y="17630"/>
                  </a:lnTo>
                  <a:lnTo>
                    <a:pt x="99435" y="58843"/>
                  </a:lnTo>
                  <a:lnTo>
                    <a:pt x="169780" y="98686"/>
                  </a:lnTo>
                  <a:lnTo>
                    <a:pt x="240124" y="137204"/>
                  </a:lnTo>
                  <a:lnTo>
                    <a:pt x="310469" y="174442"/>
                  </a:lnTo>
                  <a:lnTo>
                    <a:pt x="380813" y="210442"/>
                  </a:lnTo>
                  <a:lnTo>
                    <a:pt x="451158" y="245244"/>
                  </a:lnTo>
                  <a:lnTo>
                    <a:pt x="521502" y="278890"/>
                  </a:lnTo>
                  <a:lnTo>
                    <a:pt x="591847" y="311417"/>
                  </a:lnTo>
                  <a:lnTo>
                    <a:pt x="662191" y="342862"/>
                  </a:lnTo>
                  <a:lnTo>
                    <a:pt x="732536" y="373262"/>
                  </a:lnTo>
                  <a:lnTo>
                    <a:pt x="802880" y="402652"/>
                  </a:lnTo>
                  <a:lnTo>
                    <a:pt x="873224" y="431064"/>
                  </a:lnTo>
                  <a:lnTo>
                    <a:pt x="943569" y="458531"/>
                  </a:lnTo>
                  <a:lnTo>
                    <a:pt x="1013913" y="485085"/>
                  </a:lnTo>
                  <a:lnTo>
                    <a:pt x="1084258" y="510757"/>
                  </a:lnTo>
                  <a:lnTo>
                    <a:pt x="1154602" y="535575"/>
                  </a:lnTo>
                  <a:lnTo>
                    <a:pt x="1224947" y="559567"/>
                  </a:lnTo>
                  <a:lnTo>
                    <a:pt x="1295291" y="582762"/>
                  </a:lnTo>
                  <a:lnTo>
                    <a:pt x="1365636" y="605186"/>
                  </a:lnTo>
                  <a:lnTo>
                    <a:pt x="1435980" y="626864"/>
                  </a:lnTo>
                  <a:lnTo>
                    <a:pt x="1506325" y="647822"/>
                  </a:lnTo>
                  <a:lnTo>
                    <a:pt x="1576669" y="668082"/>
                  </a:lnTo>
                  <a:lnTo>
                    <a:pt x="1647014" y="687669"/>
                  </a:lnTo>
                  <a:lnTo>
                    <a:pt x="1717358" y="706605"/>
                  </a:lnTo>
                  <a:lnTo>
                    <a:pt x="1787703" y="724912"/>
                  </a:lnTo>
                  <a:lnTo>
                    <a:pt x="1858047" y="742609"/>
                  </a:lnTo>
                  <a:lnTo>
                    <a:pt x="1928392" y="759718"/>
                  </a:lnTo>
                  <a:lnTo>
                    <a:pt x="1998736" y="776259"/>
                  </a:lnTo>
                  <a:lnTo>
                    <a:pt x="2069081" y="792249"/>
                  </a:lnTo>
                  <a:lnTo>
                    <a:pt x="2139425" y="807708"/>
                  </a:lnTo>
                  <a:lnTo>
                    <a:pt x="2209770" y="822653"/>
                  </a:lnTo>
                  <a:lnTo>
                    <a:pt x="2280114" y="837101"/>
                  </a:lnTo>
                  <a:lnTo>
                    <a:pt x="2350459" y="851068"/>
                  </a:lnTo>
                  <a:lnTo>
                    <a:pt x="2420803" y="864571"/>
                  </a:lnTo>
                  <a:lnTo>
                    <a:pt x="2491148" y="877625"/>
                  </a:lnTo>
                  <a:lnTo>
                    <a:pt x="2561492" y="890246"/>
                  </a:lnTo>
                  <a:lnTo>
                    <a:pt x="2631837" y="902446"/>
                  </a:lnTo>
                  <a:lnTo>
                    <a:pt x="2702181" y="914241"/>
                  </a:lnTo>
                  <a:lnTo>
                    <a:pt x="2772526" y="925644"/>
                  </a:lnTo>
                  <a:lnTo>
                    <a:pt x="2842870" y="936667"/>
                  </a:lnTo>
                  <a:lnTo>
                    <a:pt x="2913215" y="947325"/>
                  </a:lnTo>
                  <a:lnTo>
                    <a:pt x="2983559" y="957627"/>
                  </a:lnTo>
                  <a:lnTo>
                    <a:pt x="3053904" y="956596"/>
                  </a:lnTo>
                  <a:lnTo>
                    <a:pt x="3124248" y="955287"/>
                  </a:lnTo>
                  <a:lnTo>
                    <a:pt x="3194593" y="953972"/>
                  </a:lnTo>
                  <a:lnTo>
                    <a:pt x="3264937" y="952652"/>
                  </a:lnTo>
                  <a:lnTo>
                    <a:pt x="3335282" y="951326"/>
                  </a:lnTo>
                  <a:lnTo>
                    <a:pt x="3405626" y="949994"/>
                  </a:lnTo>
                  <a:lnTo>
                    <a:pt x="3475971" y="948657"/>
                  </a:lnTo>
                  <a:lnTo>
                    <a:pt x="3546315" y="947313"/>
                  </a:lnTo>
                  <a:lnTo>
                    <a:pt x="3616660" y="945964"/>
                  </a:lnTo>
                  <a:lnTo>
                    <a:pt x="3687004" y="944609"/>
                  </a:lnTo>
                  <a:lnTo>
                    <a:pt x="3757349" y="943248"/>
                  </a:lnTo>
                  <a:lnTo>
                    <a:pt x="3827693" y="941881"/>
                  </a:lnTo>
                  <a:lnTo>
                    <a:pt x="3898038" y="940508"/>
                  </a:lnTo>
                  <a:lnTo>
                    <a:pt x="3968382" y="939129"/>
                  </a:lnTo>
                  <a:lnTo>
                    <a:pt x="4038727" y="937744"/>
                  </a:lnTo>
                  <a:lnTo>
                    <a:pt x="4109071" y="936354"/>
                  </a:lnTo>
                  <a:lnTo>
                    <a:pt x="4179416" y="934957"/>
                  </a:lnTo>
                  <a:lnTo>
                    <a:pt x="4249760" y="933554"/>
                  </a:lnTo>
                  <a:lnTo>
                    <a:pt x="4320105" y="932144"/>
                  </a:lnTo>
                  <a:lnTo>
                    <a:pt x="4390449" y="930729"/>
                  </a:lnTo>
                  <a:lnTo>
                    <a:pt x="4460794" y="929308"/>
                  </a:lnTo>
                  <a:lnTo>
                    <a:pt x="4531138" y="927880"/>
                  </a:lnTo>
                  <a:lnTo>
                    <a:pt x="4601482" y="926446"/>
                  </a:lnTo>
                  <a:lnTo>
                    <a:pt x="4671827" y="925006"/>
                  </a:lnTo>
                  <a:lnTo>
                    <a:pt x="4742171" y="923560"/>
                  </a:lnTo>
                  <a:lnTo>
                    <a:pt x="4812516" y="922107"/>
                  </a:lnTo>
                  <a:lnTo>
                    <a:pt x="4882860" y="920648"/>
                  </a:lnTo>
                  <a:lnTo>
                    <a:pt x="4953205" y="919183"/>
                  </a:lnTo>
                  <a:lnTo>
                    <a:pt x="5023549" y="917711"/>
                  </a:lnTo>
                  <a:lnTo>
                    <a:pt x="5093894" y="916233"/>
                  </a:lnTo>
                  <a:lnTo>
                    <a:pt x="5164238" y="914748"/>
                  </a:lnTo>
                  <a:lnTo>
                    <a:pt x="5234583" y="913257"/>
                  </a:lnTo>
                  <a:lnTo>
                    <a:pt x="5304927" y="911760"/>
                  </a:lnTo>
                  <a:lnTo>
                    <a:pt x="5375272" y="910256"/>
                  </a:lnTo>
                  <a:lnTo>
                    <a:pt x="5445616" y="908745"/>
                  </a:lnTo>
                  <a:lnTo>
                    <a:pt x="5515961" y="907228"/>
                  </a:lnTo>
                  <a:lnTo>
                    <a:pt x="5586305" y="905704"/>
                  </a:lnTo>
                  <a:lnTo>
                    <a:pt x="5656650" y="904174"/>
                  </a:lnTo>
                  <a:lnTo>
                    <a:pt x="5726994" y="902637"/>
                  </a:lnTo>
                  <a:lnTo>
                    <a:pt x="5797339" y="901093"/>
                  </a:lnTo>
                  <a:lnTo>
                    <a:pt x="5867683" y="899543"/>
                  </a:lnTo>
                  <a:lnTo>
                    <a:pt x="5938028" y="897986"/>
                  </a:lnTo>
                  <a:lnTo>
                    <a:pt x="6008372" y="896422"/>
                  </a:lnTo>
                  <a:lnTo>
                    <a:pt x="6078717" y="894851"/>
                  </a:lnTo>
                  <a:lnTo>
                    <a:pt x="6149061" y="893273"/>
                  </a:lnTo>
                  <a:lnTo>
                    <a:pt x="6219406" y="891689"/>
                  </a:lnTo>
                  <a:lnTo>
                    <a:pt x="6289750" y="890097"/>
                  </a:lnTo>
                  <a:lnTo>
                    <a:pt x="6360095" y="888499"/>
                  </a:lnTo>
                  <a:lnTo>
                    <a:pt x="6430439" y="886893"/>
                  </a:lnTo>
                  <a:lnTo>
                    <a:pt x="6500784" y="885281"/>
                  </a:lnTo>
                  <a:lnTo>
                    <a:pt x="6571128" y="883662"/>
                  </a:lnTo>
                  <a:lnTo>
                    <a:pt x="6641473" y="882035"/>
                  </a:lnTo>
                  <a:lnTo>
                    <a:pt x="6711817" y="8804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0991"/>
              <a:ext cx="6964104" cy="249391"/>
            </a:xfrm>
            <a:custGeom>
              <a:avLst/>
              <a:pathLst>
                <a:path w="6964104" h="249391">
                  <a:moveTo>
                    <a:pt x="6964104" y="249391"/>
                  </a:moveTo>
                  <a:lnTo>
                    <a:pt x="6893760" y="247674"/>
                  </a:lnTo>
                  <a:lnTo>
                    <a:pt x="6823415" y="245899"/>
                  </a:lnTo>
                  <a:lnTo>
                    <a:pt x="6753071" y="244062"/>
                  </a:lnTo>
                  <a:lnTo>
                    <a:pt x="6682726" y="242162"/>
                  </a:lnTo>
                  <a:lnTo>
                    <a:pt x="6612382" y="240197"/>
                  </a:lnTo>
                  <a:lnTo>
                    <a:pt x="6542037" y="238164"/>
                  </a:lnTo>
                  <a:lnTo>
                    <a:pt x="6471693" y="236062"/>
                  </a:lnTo>
                  <a:lnTo>
                    <a:pt x="6401348" y="233887"/>
                  </a:lnTo>
                  <a:lnTo>
                    <a:pt x="6331004" y="231637"/>
                  </a:lnTo>
                  <a:lnTo>
                    <a:pt x="6260659" y="229310"/>
                  </a:lnTo>
                  <a:lnTo>
                    <a:pt x="6190315" y="226903"/>
                  </a:lnTo>
                  <a:lnTo>
                    <a:pt x="6119970" y="224413"/>
                  </a:lnTo>
                  <a:lnTo>
                    <a:pt x="6049626" y="221837"/>
                  </a:lnTo>
                  <a:lnTo>
                    <a:pt x="5979281" y="219173"/>
                  </a:lnTo>
                  <a:lnTo>
                    <a:pt x="5908937" y="216417"/>
                  </a:lnTo>
                  <a:lnTo>
                    <a:pt x="5838592" y="213567"/>
                  </a:lnTo>
                  <a:lnTo>
                    <a:pt x="5768248" y="210618"/>
                  </a:lnTo>
                  <a:lnTo>
                    <a:pt x="5697903" y="207568"/>
                  </a:lnTo>
                  <a:lnTo>
                    <a:pt x="5627559" y="204413"/>
                  </a:lnTo>
                  <a:lnTo>
                    <a:pt x="5557214" y="201150"/>
                  </a:lnTo>
                  <a:lnTo>
                    <a:pt x="5486870" y="197774"/>
                  </a:lnTo>
                  <a:lnTo>
                    <a:pt x="5416525" y="194283"/>
                  </a:lnTo>
                  <a:lnTo>
                    <a:pt x="5346181" y="190671"/>
                  </a:lnTo>
                  <a:lnTo>
                    <a:pt x="5275836" y="186935"/>
                  </a:lnTo>
                  <a:lnTo>
                    <a:pt x="5205492" y="183070"/>
                  </a:lnTo>
                  <a:lnTo>
                    <a:pt x="5135147" y="179073"/>
                  </a:lnTo>
                  <a:lnTo>
                    <a:pt x="5064803" y="174938"/>
                  </a:lnTo>
                  <a:lnTo>
                    <a:pt x="4994458" y="170661"/>
                  </a:lnTo>
                  <a:lnTo>
                    <a:pt x="4924114" y="166237"/>
                  </a:lnTo>
                  <a:lnTo>
                    <a:pt x="4853769" y="161660"/>
                  </a:lnTo>
                  <a:lnTo>
                    <a:pt x="4783425" y="156927"/>
                  </a:lnTo>
                  <a:lnTo>
                    <a:pt x="4713080" y="152030"/>
                  </a:lnTo>
                  <a:lnTo>
                    <a:pt x="4642736" y="146965"/>
                  </a:lnTo>
                  <a:lnTo>
                    <a:pt x="4572391" y="141726"/>
                  </a:lnTo>
                  <a:lnTo>
                    <a:pt x="4502047" y="136307"/>
                  </a:lnTo>
                  <a:lnTo>
                    <a:pt x="4431702" y="130701"/>
                  </a:lnTo>
                  <a:lnTo>
                    <a:pt x="4361358" y="124903"/>
                  </a:lnTo>
                  <a:lnTo>
                    <a:pt x="4291013" y="118905"/>
                  </a:lnTo>
                  <a:lnTo>
                    <a:pt x="4220669" y="112701"/>
                  </a:lnTo>
                  <a:lnTo>
                    <a:pt x="4150324" y="106283"/>
                  </a:lnTo>
                  <a:lnTo>
                    <a:pt x="4079980" y="99645"/>
                  </a:lnTo>
                  <a:lnTo>
                    <a:pt x="4009635" y="92779"/>
                  </a:lnTo>
                  <a:lnTo>
                    <a:pt x="3939291" y="85676"/>
                  </a:lnTo>
                  <a:lnTo>
                    <a:pt x="3868946" y="78329"/>
                  </a:lnTo>
                  <a:lnTo>
                    <a:pt x="3798602" y="70729"/>
                  </a:lnTo>
                  <a:lnTo>
                    <a:pt x="3728257" y="62868"/>
                  </a:lnTo>
                  <a:lnTo>
                    <a:pt x="3657913" y="54737"/>
                  </a:lnTo>
                  <a:lnTo>
                    <a:pt x="3587569" y="46326"/>
                  </a:lnTo>
                  <a:lnTo>
                    <a:pt x="3517224" y="37626"/>
                  </a:lnTo>
                  <a:lnTo>
                    <a:pt x="3446880" y="28626"/>
                  </a:lnTo>
                  <a:lnTo>
                    <a:pt x="3376535" y="19317"/>
                  </a:lnTo>
                  <a:lnTo>
                    <a:pt x="3306191" y="9688"/>
                  </a:lnTo>
                  <a:lnTo>
                    <a:pt x="3235846" y="0"/>
                  </a:lnTo>
                  <a:lnTo>
                    <a:pt x="3165502" y="1297"/>
                  </a:lnTo>
                  <a:lnTo>
                    <a:pt x="3095157" y="2589"/>
                  </a:lnTo>
                  <a:lnTo>
                    <a:pt x="3024813" y="3875"/>
                  </a:lnTo>
                  <a:lnTo>
                    <a:pt x="2954468" y="5156"/>
                  </a:lnTo>
                  <a:lnTo>
                    <a:pt x="2884124" y="6431"/>
                  </a:lnTo>
                  <a:lnTo>
                    <a:pt x="2813779" y="7701"/>
                  </a:lnTo>
                  <a:lnTo>
                    <a:pt x="2743435" y="8965"/>
                  </a:lnTo>
                  <a:lnTo>
                    <a:pt x="2673090" y="10223"/>
                  </a:lnTo>
                  <a:lnTo>
                    <a:pt x="2602746" y="11477"/>
                  </a:lnTo>
                  <a:lnTo>
                    <a:pt x="2532401" y="12724"/>
                  </a:lnTo>
                  <a:lnTo>
                    <a:pt x="2462057" y="13967"/>
                  </a:lnTo>
                  <a:lnTo>
                    <a:pt x="2391712" y="15204"/>
                  </a:lnTo>
                  <a:lnTo>
                    <a:pt x="2321368" y="16435"/>
                  </a:lnTo>
                  <a:lnTo>
                    <a:pt x="2251023" y="17661"/>
                  </a:lnTo>
                  <a:lnTo>
                    <a:pt x="2180679" y="18882"/>
                  </a:lnTo>
                  <a:lnTo>
                    <a:pt x="2110334" y="20098"/>
                  </a:lnTo>
                  <a:lnTo>
                    <a:pt x="2039990" y="21308"/>
                  </a:lnTo>
                  <a:lnTo>
                    <a:pt x="1969645" y="22513"/>
                  </a:lnTo>
                  <a:lnTo>
                    <a:pt x="1899301" y="23713"/>
                  </a:lnTo>
                  <a:lnTo>
                    <a:pt x="1828956" y="24908"/>
                  </a:lnTo>
                  <a:lnTo>
                    <a:pt x="1758612" y="26098"/>
                  </a:lnTo>
                  <a:lnTo>
                    <a:pt x="1688267" y="27282"/>
                  </a:lnTo>
                  <a:lnTo>
                    <a:pt x="1617923" y="28461"/>
                  </a:lnTo>
                  <a:lnTo>
                    <a:pt x="1547578" y="29635"/>
                  </a:lnTo>
                  <a:lnTo>
                    <a:pt x="1477234" y="30804"/>
                  </a:lnTo>
                  <a:lnTo>
                    <a:pt x="1406889" y="31968"/>
                  </a:lnTo>
                  <a:lnTo>
                    <a:pt x="1336545" y="33127"/>
                  </a:lnTo>
                  <a:lnTo>
                    <a:pt x="1266200" y="34281"/>
                  </a:lnTo>
                  <a:lnTo>
                    <a:pt x="1195856" y="35430"/>
                  </a:lnTo>
                  <a:lnTo>
                    <a:pt x="1125511" y="36574"/>
                  </a:lnTo>
                  <a:lnTo>
                    <a:pt x="1055167" y="37713"/>
                  </a:lnTo>
                  <a:lnTo>
                    <a:pt x="984822" y="38847"/>
                  </a:lnTo>
                  <a:lnTo>
                    <a:pt x="914478" y="39976"/>
                  </a:lnTo>
                  <a:lnTo>
                    <a:pt x="844133" y="41100"/>
                  </a:lnTo>
                  <a:lnTo>
                    <a:pt x="773789" y="42219"/>
                  </a:lnTo>
                  <a:lnTo>
                    <a:pt x="703444" y="43334"/>
                  </a:lnTo>
                  <a:lnTo>
                    <a:pt x="633100" y="44443"/>
                  </a:lnTo>
                  <a:lnTo>
                    <a:pt x="562755" y="45548"/>
                  </a:lnTo>
                  <a:lnTo>
                    <a:pt x="492411" y="46648"/>
                  </a:lnTo>
                  <a:lnTo>
                    <a:pt x="422066" y="47744"/>
                  </a:lnTo>
                  <a:lnTo>
                    <a:pt x="351722" y="48834"/>
                  </a:lnTo>
                  <a:lnTo>
                    <a:pt x="281377" y="49920"/>
                  </a:lnTo>
                  <a:lnTo>
                    <a:pt x="211033" y="51001"/>
                  </a:lnTo>
                  <a:lnTo>
                    <a:pt x="140688" y="52077"/>
                  </a:lnTo>
                  <a:lnTo>
                    <a:pt x="70344" y="53149"/>
                  </a:lnTo>
                  <a:lnTo>
                    <a:pt x="0" y="542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810547"/>
              <a:ext cx="6964104" cy="452608"/>
            </a:xfrm>
            <a:custGeom>
              <a:avLst/>
              <a:pathLst>
                <a:path w="6964104" h="452608">
                  <a:moveTo>
                    <a:pt x="0" y="0"/>
                  </a:moveTo>
                  <a:lnTo>
                    <a:pt x="70344" y="8625"/>
                  </a:lnTo>
                  <a:lnTo>
                    <a:pt x="140688" y="17125"/>
                  </a:lnTo>
                  <a:lnTo>
                    <a:pt x="211033" y="25500"/>
                  </a:lnTo>
                  <a:lnTo>
                    <a:pt x="281377" y="33753"/>
                  </a:lnTo>
                  <a:lnTo>
                    <a:pt x="351722" y="41885"/>
                  </a:lnTo>
                  <a:lnTo>
                    <a:pt x="422066" y="49899"/>
                  </a:lnTo>
                  <a:lnTo>
                    <a:pt x="492411" y="57795"/>
                  </a:lnTo>
                  <a:lnTo>
                    <a:pt x="562755" y="65575"/>
                  </a:lnTo>
                  <a:lnTo>
                    <a:pt x="633100" y="73242"/>
                  </a:lnTo>
                  <a:lnTo>
                    <a:pt x="703444" y="80797"/>
                  </a:lnTo>
                  <a:lnTo>
                    <a:pt x="773789" y="88241"/>
                  </a:lnTo>
                  <a:lnTo>
                    <a:pt x="844133" y="95576"/>
                  </a:lnTo>
                  <a:lnTo>
                    <a:pt x="914478" y="102804"/>
                  </a:lnTo>
                  <a:lnTo>
                    <a:pt x="984822" y="109926"/>
                  </a:lnTo>
                  <a:lnTo>
                    <a:pt x="1055167" y="116944"/>
                  </a:lnTo>
                  <a:lnTo>
                    <a:pt x="1125511" y="123859"/>
                  </a:lnTo>
                  <a:lnTo>
                    <a:pt x="1195856" y="130674"/>
                  </a:lnTo>
                  <a:lnTo>
                    <a:pt x="1266200" y="137388"/>
                  </a:lnTo>
                  <a:lnTo>
                    <a:pt x="1336545" y="144005"/>
                  </a:lnTo>
                  <a:lnTo>
                    <a:pt x="1406889" y="150524"/>
                  </a:lnTo>
                  <a:lnTo>
                    <a:pt x="1477234" y="156948"/>
                  </a:lnTo>
                  <a:lnTo>
                    <a:pt x="1547578" y="163279"/>
                  </a:lnTo>
                  <a:lnTo>
                    <a:pt x="1617923" y="169516"/>
                  </a:lnTo>
                  <a:lnTo>
                    <a:pt x="1688267" y="175663"/>
                  </a:lnTo>
                  <a:lnTo>
                    <a:pt x="1758612" y="181719"/>
                  </a:lnTo>
                  <a:lnTo>
                    <a:pt x="1828956" y="187687"/>
                  </a:lnTo>
                  <a:lnTo>
                    <a:pt x="1899301" y="193568"/>
                  </a:lnTo>
                  <a:lnTo>
                    <a:pt x="1969645" y="199363"/>
                  </a:lnTo>
                  <a:lnTo>
                    <a:pt x="2039990" y="205073"/>
                  </a:lnTo>
                  <a:lnTo>
                    <a:pt x="2110334" y="210699"/>
                  </a:lnTo>
                  <a:lnTo>
                    <a:pt x="2180679" y="216243"/>
                  </a:lnTo>
                  <a:lnTo>
                    <a:pt x="2251023" y="221706"/>
                  </a:lnTo>
                  <a:lnTo>
                    <a:pt x="2321368" y="227089"/>
                  </a:lnTo>
                  <a:lnTo>
                    <a:pt x="2391712" y="232393"/>
                  </a:lnTo>
                  <a:lnTo>
                    <a:pt x="2462057" y="237620"/>
                  </a:lnTo>
                  <a:lnTo>
                    <a:pt x="2532401" y="242771"/>
                  </a:lnTo>
                  <a:lnTo>
                    <a:pt x="2602746" y="247846"/>
                  </a:lnTo>
                  <a:lnTo>
                    <a:pt x="2673090" y="252846"/>
                  </a:lnTo>
                  <a:lnTo>
                    <a:pt x="2743435" y="257774"/>
                  </a:lnTo>
                  <a:lnTo>
                    <a:pt x="2813779" y="262629"/>
                  </a:lnTo>
                  <a:lnTo>
                    <a:pt x="2884124" y="267414"/>
                  </a:lnTo>
                  <a:lnTo>
                    <a:pt x="2954468" y="272129"/>
                  </a:lnTo>
                  <a:lnTo>
                    <a:pt x="3024813" y="276774"/>
                  </a:lnTo>
                  <a:lnTo>
                    <a:pt x="3095157" y="281352"/>
                  </a:lnTo>
                  <a:lnTo>
                    <a:pt x="3165502" y="285863"/>
                  </a:lnTo>
                  <a:lnTo>
                    <a:pt x="3235846" y="290307"/>
                  </a:lnTo>
                  <a:lnTo>
                    <a:pt x="3306191" y="294687"/>
                  </a:lnTo>
                  <a:lnTo>
                    <a:pt x="3376535" y="299003"/>
                  </a:lnTo>
                  <a:lnTo>
                    <a:pt x="3446880" y="303255"/>
                  </a:lnTo>
                  <a:lnTo>
                    <a:pt x="3517224" y="307445"/>
                  </a:lnTo>
                  <a:lnTo>
                    <a:pt x="3587569" y="311574"/>
                  </a:lnTo>
                  <a:lnTo>
                    <a:pt x="3657913" y="315643"/>
                  </a:lnTo>
                  <a:lnTo>
                    <a:pt x="3728257" y="319652"/>
                  </a:lnTo>
                  <a:lnTo>
                    <a:pt x="3798602" y="323603"/>
                  </a:lnTo>
                  <a:lnTo>
                    <a:pt x="3868946" y="327495"/>
                  </a:lnTo>
                  <a:lnTo>
                    <a:pt x="3939291" y="331331"/>
                  </a:lnTo>
                  <a:lnTo>
                    <a:pt x="4009635" y="335111"/>
                  </a:lnTo>
                  <a:lnTo>
                    <a:pt x="4079980" y="338835"/>
                  </a:lnTo>
                  <a:lnTo>
                    <a:pt x="4150324" y="342505"/>
                  </a:lnTo>
                  <a:lnTo>
                    <a:pt x="4220669" y="346121"/>
                  </a:lnTo>
                  <a:lnTo>
                    <a:pt x="4291013" y="349685"/>
                  </a:lnTo>
                  <a:lnTo>
                    <a:pt x="4361358" y="353196"/>
                  </a:lnTo>
                  <a:lnTo>
                    <a:pt x="4431702" y="356656"/>
                  </a:lnTo>
                  <a:lnTo>
                    <a:pt x="4502047" y="360065"/>
                  </a:lnTo>
                  <a:lnTo>
                    <a:pt x="4572391" y="363425"/>
                  </a:lnTo>
                  <a:lnTo>
                    <a:pt x="4642736" y="366735"/>
                  </a:lnTo>
                  <a:lnTo>
                    <a:pt x="4713080" y="369997"/>
                  </a:lnTo>
                  <a:lnTo>
                    <a:pt x="4783425" y="373211"/>
                  </a:lnTo>
                  <a:lnTo>
                    <a:pt x="4853769" y="376378"/>
                  </a:lnTo>
                  <a:lnTo>
                    <a:pt x="4924114" y="379499"/>
                  </a:lnTo>
                  <a:lnTo>
                    <a:pt x="4994458" y="382574"/>
                  </a:lnTo>
                  <a:lnTo>
                    <a:pt x="5064803" y="385604"/>
                  </a:lnTo>
                  <a:lnTo>
                    <a:pt x="5135147" y="388590"/>
                  </a:lnTo>
                  <a:lnTo>
                    <a:pt x="5205492" y="391532"/>
                  </a:lnTo>
                  <a:lnTo>
                    <a:pt x="5275836" y="394431"/>
                  </a:lnTo>
                  <a:lnTo>
                    <a:pt x="5346181" y="397288"/>
                  </a:lnTo>
                  <a:lnTo>
                    <a:pt x="5416525" y="400103"/>
                  </a:lnTo>
                  <a:lnTo>
                    <a:pt x="5486870" y="402877"/>
                  </a:lnTo>
                  <a:lnTo>
                    <a:pt x="5557214" y="405610"/>
                  </a:lnTo>
                  <a:lnTo>
                    <a:pt x="5627559" y="408303"/>
                  </a:lnTo>
                  <a:lnTo>
                    <a:pt x="5697903" y="410957"/>
                  </a:lnTo>
                  <a:lnTo>
                    <a:pt x="5768248" y="413572"/>
                  </a:lnTo>
                  <a:lnTo>
                    <a:pt x="5838592" y="416149"/>
                  </a:lnTo>
                  <a:lnTo>
                    <a:pt x="5908937" y="418688"/>
                  </a:lnTo>
                  <a:lnTo>
                    <a:pt x="5979281" y="421190"/>
                  </a:lnTo>
                  <a:lnTo>
                    <a:pt x="6049626" y="423655"/>
                  </a:lnTo>
                  <a:lnTo>
                    <a:pt x="6119970" y="426085"/>
                  </a:lnTo>
                  <a:lnTo>
                    <a:pt x="6190315" y="428478"/>
                  </a:lnTo>
                  <a:lnTo>
                    <a:pt x="6260659" y="430837"/>
                  </a:lnTo>
                  <a:lnTo>
                    <a:pt x="6331004" y="433161"/>
                  </a:lnTo>
                  <a:lnTo>
                    <a:pt x="6401348" y="435452"/>
                  </a:lnTo>
                  <a:lnTo>
                    <a:pt x="6471693" y="437708"/>
                  </a:lnTo>
                  <a:lnTo>
                    <a:pt x="6542037" y="439932"/>
                  </a:lnTo>
                  <a:lnTo>
                    <a:pt x="6612382" y="442123"/>
                  </a:lnTo>
                  <a:lnTo>
                    <a:pt x="6682726" y="444283"/>
                  </a:lnTo>
                  <a:lnTo>
                    <a:pt x="6753071" y="446410"/>
                  </a:lnTo>
                  <a:lnTo>
                    <a:pt x="6823415" y="448507"/>
                  </a:lnTo>
                  <a:lnTo>
                    <a:pt x="6893760" y="450573"/>
                  </a:lnTo>
                  <a:lnTo>
                    <a:pt x="6964104" y="4526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(0.95-1.47), p = 0.130  |  per IQR decline (Δ = 29.5 %): 1.65 (0.86-3.15)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07290"/>
            </a:xfrm>
            <a:custGeom>
              <a:avLst/>
              <a:pathLst>
                <a:path w="6964104" h="1207290">
                  <a:moveTo>
                    <a:pt x="252286" y="0"/>
                  </a:moveTo>
                  <a:lnTo>
                    <a:pt x="281377" y="17630"/>
                  </a:lnTo>
                  <a:lnTo>
                    <a:pt x="351722" y="58843"/>
                  </a:lnTo>
                  <a:lnTo>
                    <a:pt x="422066" y="98686"/>
                  </a:lnTo>
                  <a:lnTo>
                    <a:pt x="492411" y="137204"/>
                  </a:lnTo>
                  <a:lnTo>
                    <a:pt x="562755" y="174442"/>
                  </a:lnTo>
                  <a:lnTo>
                    <a:pt x="633100" y="210442"/>
                  </a:lnTo>
                  <a:lnTo>
                    <a:pt x="703444" y="245244"/>
                  </a:lnTo>
                  <a:lnTo>
                    <a:pt x="773789" y="278890"/>
                  </a:lnTo>
                  <a:lnTo>
                    <a:pt x="844133" y="311417"/>
                  </a:lnTo>
                  <a:lnTo>
                    <a:pt x="914478" y="342862"/>
                  </a:lnTo>
                  <a:lnTo>
                    <a:pt x="984822" y="373262"/>
                  </a:lnTo>
                  <a:lnTo>
                    <a:pt x="1055167" y="402652"/>
                  </a:lnTo>
                  <a:lnTo>
                    <a:pt x="1125511" y="431064"/>
                  </a:lnTo>
                  <a:lnTo>
                    <a:pt x="1195856" y="458531"/>
                  </a:lnTo>
                  <a:lnTo>
                    <a:pt x="1266200" y="485085"/>
                  </a:lnTo>
                  <a:lnTo>
                    <a:pt x="1336545" y="510757"/>
                  </a:lnTo>
                  <a:lnTo>
                    <a:pt x="1406889" y="535575"/>
                  </a:lnTo>
                  <a:lnTo>
                    <a:pt x="1477234" y="559567"/>
                  </a:lnTo>
                  <a:lnTo>
                    <a:pt x="1547578" y="582762"/>
                  </a:lnTo>
                  <a:lnTo>
                    <a:pt x="1617923" y="605186"/>
                  </a:lnTo>
                  <a:lnTo>
                    <a:pt x="1688267" y="626864"/>
                  </a:lnTo>
                  <a:lnTo>
                    <a:pt x="1758612" y="647822"/>
                  </a:lnTo>
                  <a:lnTo>
                    <a:pt x="1828956" y="668082"/>
                  </a:lnTo>
                  <a:lnTo>
                    <a:pt x="1899301" y="687669"/>
                  </a:lnTo>
                  <a:lnTo>
                    <a:pt x="1969645" y="706605"/>
                  </a:lnTo>
                  <a:lnTo>
                    <a:pt x="2039990" y="724912"/>
                  </a:lnTo>
                  <a:lnTo>
                    <a:pt x="2110334" y="742609"/>
                  </a:lnTo>
                  <a:lnTo>
                    <a:pt x="2180679" y="759718"/>
                  </a:lnTo>
                  <a:lnTo>
                    <a:pt x="2251023" y="776259"/>
                  </a:lnTo>
                  <a:lnTo>
                    <a:pt x="2321368" y="792249"/>
                  </a:lnTo>
                  <a:lnTo>
                    <a:pt x="2391712" y="807708"/>
                  </a:lnTo>
                  <a:lnTo>
                    <a:pt x="2462057" y="822653"/>
                  </a:lnTo>
                  <a:lnTo>
                    <a:pt x="2532401" y="837101"/>
                  </a:lnTo>
                  <a:lnTo>
                    <a:pt x="2602746" y="851068"/>
                  </a:lnTo>
                  <a:lnTo>
                    <a:pt x="2673090" y="864571"/>
                  </a:lnTo>
                  <a:lnTo>
                    <a:pt x="2743435" y="877625"/>
                  </a:lnTo>
                  <a:lnTo>
                    <a:pt x="2813779" y="890246"/>
                  </a:lnTo>
                  <a:lnTo>
                    <a:pt x="2884124" y="902446"/>
                  </a:lnTo>
                  <a:lnTo>
                    <a:pt x="2954468" y="914241"/>
                  </a:lnTo>
                  <a:lnTo>
                    <a:pt x="3024813" y="925644"/>
                  </a:lnTo>
                  <a:lnTo>
                    <a:pt x="3095157" y="936667"/>
                  </a:lnTo>
                  <a:lnTo>
                    <a:pt x="3165502" y="947325"/>
                  </a:lnTo>
                  <a:lnTo>
                    <a:pt x="3235846" y="957627"/>
                  </a:lnTo>
                  <a:lnTo>
                    <a:pt x="3306191" y="956596"/>
                  </a:lnTo>
                  <a:lnTo>
                    <a:pt x="3376535" y="955287"/>
                  </a:lnTo>
                  <a:lnTo>
                    <a:pt x="3446880" y="953972"/>
                  </a:lnTo>
                  <a:lnTo>
                    <a:pt x="3517224" y="952652"/>
                  </a:lnTo>
                  <a:lnTo>
                    <a:pt x="3587569" y="951326"/>
                  </a:lnTo>
                  <a:lnTo>
                    <a:pt x="3657913" y="949994"/>
                  </a:lnTo>
                  <a:lnTo>
                    <a:pt x="3728257" y="948657"/>
                  </a:lnTo>
                  <a:lnTo>
                    <a:pt x="3798602" y="947313"/>
                  </a:lnTo>
                  <a:lnTo>
                    <a:pt x="3868946" y="945964"/>
                  </a:lnTo>
                  <a:lnTo>
                    <a:pt x="3939291" y="944609"/>
                  </a:lnTo>
                  <a:lnTo>
                    <a:pt x="4009635" y="943248"/>
                  </a:lnTo>
                  <a:lnTo>
                    <a:pt x="4079980" y="941881"/>
                  </a:lnTo>
                  <a:lnTo>
                    <a:pt x="4150324" y="940508"/>
                  </a:lnTo>
                  <a:lnTo>
                    <a:pt x="4220669" y="939129"/>
                  </a:lnTo>
                  <a:lnTo>
                    <a:pt x="4291013" y="937744"/>
                  </a:lnTo>
                  <a:lnTo>
                    <a:pt x="4361358" y="936354"/>
                  </a:lnTo>
                  <a:lnTo>
                    <a:pt x="4431702" y="934957"/>
                  </a:lnTo>
                  <a:lnTo>
                    <a:pt x="4502047" y="933554"/>
                  </a:lnTo>
                  <a:lnTo>
                    <a:pt x="4572391" y="932144"/>
                  </a:lnTo>
                  <a:lnTo>
                    <a:pt x="4642736" y="930729"/>
                  </a:lnTo>
                  <a:lnTo>
                    <a:pt x="4713080" y="929308"/>
                  </a:lnTo>
                  <a:lnTo>
                    <a:pt x="4783425" y="927880"/>
                  </a:lnTo>
                  <a:lnTo>
                    <a:pt x="4853769" y="926446"/>
                  </a:lnTo>
                  <a:lnTo>
                    <a:pt x="4924114" y="925006"/>
                  </a:lnTo>
                  <a:lnTo>
                    <a:pt x="4994458" y="923560"/>
                  </a:lnTo>
                  <a:lnTo>
                    <a:pt x="5064803" y="922107"/>
                  </a:lnTo>
                  <a:lnTo>
                    <a:pt x="5135147" y="920648"/>
                  </a:lnTo>
                  <a:lnTo>
                    <a:pt x="5205492" y="919183"/>
                  </a:lnTo>
                  <a:lnTo>
                    <a:pt x="5275836" y="917711"/>
                  </a:lnTo>
                  <a:lnTo>
                    <a:pt x="5346181" y="916233"/>
                  </a:lnTo>
                  <a:lnTo>
                    <a:pt x="5416525" y="914748"/>
                  </a:lnTo>
                  <a:lnTo>
                    <a:pt x="5486870" y="913257"/>
                  </a:lnTo>
                  <a:lnTo>
                    <a:pt x="5557214" y="911760"/>
                  </a:lnTo>
                  <a:lnTo>
                    <a:pt x="5627559" y="910256"/>
                  </a:lnTo>
                  <a:lnTo>
                    <a:pt x="5697903" y="908745"/>
                  </a:lnTo>
                  <a:lnTo>
                    <a:pt x="5768248" y="907228"/>
                  </a:lnTo>
                  <a:lnTo>
                    <a:pt x="5838592" y="905704"/>
                  </a:lnTo>
                  <a:lnTo>
                    <a:pt x="5908937" y="904174"/>
                  </a:lnTo>
                  <a:lnTo>
                    <a:pt x="5979281" y="902637"/>
                  </a:lnTo>
                  <a:lnTo>
                    <a:pt x="6049626" y="901093"/>
                  </a:lnTo>
                  <a:lnTo>
                    <a:pt x="6119970" y="899543"/>
                  </a:lnTo>
                  <a:lnTo>
                    <a:pt x="6190315" y="897986"/>
                  </a:lnTo>
                  <a:lnTo>
                    <a:pt x="6260659" y="896422"/>
                  </a:lnTo>
                  <a:lnTo>
                    <a:pt x="6331004" y="894851"/>
                  </a:lnTo>
                  <a:lnTo>
                    <a:pt x="6401348" y="893273"/>
                  </a:lnTo>
                  <a:lnTo>
                    <a:pt x="6471693" y="891689"/>
                  </a:lnTo>
                  <a:lnTo>
                    <a:pt x="6542037" y="890097"/>
                  </a:lnTo>
                  <a:lnTo>
                    <a:pt x="6612382" y="888499"/>
                  </a:lnTo>
                  <a:lnTo>
                    <a:pt x="6682726" y="886893"/>
                  </a:lnTo>
                  <a:lnTo>
                    <a:pt x="6753071" y="885281"/>
                  </a:lnTo>
                  <a:lnTo>
                    <a:pt x="6823415" y="883662"/>
                  </a:lnTo>
                  <a:lnTo>
                    <a:pt x="6893760" y="882035"/>
                  </a:lnTo>
                  <a:lnTo>
                    <a:pt x="6964104" y="880402"/>
                  </a:lnTo>
                  <a:lnTo>
                    <a:pt x="6964104" y="1207290"/>
                  </a:lnTo>
                  <a:lnTo>
                    <a:pt x="6893760" y="1205573"/>
                  </a:lnTo>
                  <a:lnTo>
                    <a:pt x="6823415" y="1203798"/>
                  </a:lnTo>
                  <a:lnTo>
                    <a:pt x="6753071" y="1201961"/>
                  </a:lnTo>
                  <a:lnTo>
                    <a:pt x="6682726" y="1200061"/>
                  </a:lnTo>
                  <a:lnTo>
                    <a:pt x="6612382" y="1198096"/>
                  </a:lnTo>
                  <a:lnTo>
                    <a:pt x="6542037" y="1196064"/>
                  </a:lnTo>
                  <a:lnTo>
                    <a:pt x="6471693" y="1193961"/>
                  </a:lnTo>
                  <a:lnTo>
                    <a:pt x="6401348" y="1191786"/>
                  </a:lnTo>
                  <a:lnTo>
                    <a:pt x="6331004" y="1189536"/>
                  </a:lnTo>
                  <a:lnTo>
                    <a:pt x="6260659" y="1187209"/>
                  </a:lnTo>
                  <a:lnTo>
                    <a:pt x="6190315" y="1184802"/>
                  </a:lnTo>
                  <a:lnTo>
                    <a:pt x="6119970" y="1182312"/>
                  </a:lnTo>
                  <a:lnTo>
                    <a:pt x="6049626" y="1179736"/>
                  </a:lnTo>
                  <a:lnTo>
                    <a:pt x="5979281" y="1177072"/>
                  </a:lnTo>
                  <a:lnTo>
                    <a:pt x="5908937" y="1174317"/>
                  </a:lnTo>
                  <a:lnTo>
                    <a:pt x="5838592" y="1171466"/>
                  </a:lnTo>
                  <a:lnTo>
                    <a:pt x="5768248" y="1168517"/>
                  </a:lnTo>
                  <a:lnTo>
                    <a:pt x="5697903" y="1165467"/>
                  </a:lnTo>
                  <a:lnTo>
                    <a:pt x="5627559" y="1162313"/>
                  </a:lnTo>
                  <a:lnTo>
                    <a:pt x="5557214" y="1159049"/>
                  </a:lnTo>
                  <a:lnTo>
                    <a:pt x="5486870" y="1155674"/>
                  </a:lnTo>
                  <a:lnTo>
                    <a:pt x="5416525" y="1152182"/>
                  </a:lnTo>
                  <a:lnTo>
                    <a:pt x="5346181" y="1148570"/>
                  </a:lnTo>
                  <a:lnTo>
                    <a:pt x="5275836" y="1144834"/>
                  </a:lnTo>
                  <a:lnTo>
                    <a:pt x="5205492" y="1140970"/>
                  </a:lnTo>
                  <a:lnTo>
                    <a:pt x="5135147" y="1136972"/>
                  </a:lnTo>
                  <a:lnTo>
                    <a:pt x="5064803" y="1132837"/>
                  </a:lnTo>
                  <a:lnTo>
                    <a:pt x="4994458" y="1128560"/>
                  </a:lnTo>
                  <a:lnTo>
                    <a:pt x="4924114" y="1124136"/>
                  </a:lnTo>
                  <a:lnTo>
                    <a:pt x="4853769" y="1119560"/>
                  </a:lnTo>
                  <a:lnTo>
                    <a:pt x="4783425" y="1114826"/>
                  </a:lnTo>
                  <a:lnTo>
                    <a:pt x="4713080" y="1109929"/>
                  </a:lnTo>
                  <a:lnTo>
                    <a:pt x="4642736" y="1104865"/>
                  </a:lnTo>
                  <a:lnTo>
                    <a:pt x="4572391" y="1099625"/>
                  </a:lnTo>
                  <a:lnTo>
                    <a:pt x="4502047" y="1094206"/>
                  </a:lnTo>
                  <a:lnTo>
                    <a:pt x="4431702" y="1088601"/>
                  </a:lnTo>
                  <a:lnTo>
                    <a:pt x="4361358" y="1082802"/>
                  </a:lnTo>
                  <a:lnTo>
                    <a:pt x="4291013" y="1076804"/>
                  </a:lnTo>
                  <a:lnTo>
                    <a:pt x="4220669" y="1070600"/>
                  </a:lnTo>
                  <a:lnTo>
                    <a:pt x="4150324" y="1064183"/>
                  </a:lnTo>
                  <a:lnTo>
                    <a:pt x="4079980" y="1057544"/>
                  </a:lnTo>
                  <a:lnTo>
                    <a:pt x="4009635" y="1050678"/>
                  </a:lnTo>
                  <a:lnTo>
                    <a:pt x="3939291" y="1043575"/>
                  </a:lnTo>
                  <a:lnTo>
                    <a:pt x="3868946" y="1036228"/>
                  </a:lnTo>
                  <a:lnTo>
                    <a:pt x="3798602" y="1028629"/>
                  </a:lnTo>
                  <a:lnTo>
                    <a:pt x="3728257" y="1020768"/>
                  </a:lnTo>
                  <a:lnTo>
                    <a:pt x="3657913" y="1012636"/>
                  </a:lnTo>
                  <a:lnTo>
                    <a:pt x="3587569" y="1004225"/>
                  </a:lnTo>
                  <a:lnTo>
                    <a:pt x="3517224" y="995525"/>
                  </a:lnTo>
                  <a:lnTo>
                    <a:pt x="3446880" y="986526"/>
                  </a:lnTo>
                  <a:lnTo>
                    <a:pt x="3376535" y="977217"/>
                  </a:lnTo>
                  <a:lnTo>
                    <a:pt x="3306191" y="967588"/>
                  </a:lnTo>
                  <a:lnTo>
                    <a:pt x="3235846" y="957899"/>
                  </a:lnTo>
                  <a:lnTo>
                    <a:pt x="3165502" y="959196"/>
                  </a:lnTo>
                  <a:lnTo>
                    <a:pt x="3095157" y="960488"/>
                  </a:lnTo>
                  <a:lnTo>
                    <a:pt x="3024813" y="961774"/>
                  </a:lnTo>
                  <a:lnTo>
                    <a:pt x="2954468" y="963055"/>
                  </a:lnTo>
                  <a:lnTo>
                    <a:pt x="2884124" y="964330"/>
                  </a:lnTo>
                  <a:lnTo>
                    <a:pt x="2813779" y="965600"/>
                  </a:lnTo>
                  <a:lnTo>
                    <a:pt x="2743435" y="966864"/>
                  </a:lnTo>
                  <a:lnTo>
                    <a:pt x="2673090" y="968123"/>
                  </a:lnTo>
                  <a:lnTo>
                    <a:pt x="2602746" y="969376"/>
                  </a:lnTo>
                  <a:lnTo>
                    <a:pt x="2532401" y="970624"/>
                  </a:lnTo>
                  <a:lnTo>
                    <a:pt x="2462057" y="971866"/>
                  </a:lnTo>
                  <a:lnTo>
                    <a:pt x="2391712" y="973103"/>
                  </a:lnTo>
                  <a:lnTo>
                    <a:pt x="2321368" y="974334"/>
                  </a:lnTo>
                  <a:lnTo>
                    <a:pt x="2251023" y="975561"/>
                  </a:lnTo>
                  <a:lnTo>
                    <a:pt x="2180679" y="976782"/>
                  </a:lnTo>
                  <a:lnTo>
                    <a:pt x="2110334" y="977997"/>
                  </a:lnTo>
                  <a:lnTo>
                    <a:pt x="2039990" y="979208"/>
                  </a:lnTo>
                  <a:lnTo>
                    <a:pt x="1969645" y="980413"/>
                  </a:lnTo>
                  <a:lnTo>
                    <a:pt x="1899301" y="981613"/>
                  </a:lnTo>
                  <a:lnTo>
                    <a:pt x="1828956" y="982807"/>
                  </a:lnTo>
                  <a:lnTo>
                    <a:pt x="1758612" y="983997"/>
                  </a:lnTo>
                  <a:lnTo>
                    <a:pt x="1688267" y="985181"/>
                  </a:lnTo>
                  <a:lnTo>
                    <a:pt x="1617923" y="986360"/>
                  </a:lnTo>
                  <a:lnTo>
                    <a:pt x="1547578" y="987535"/>
                  </a:lnTo>
                  <a:lnTo>
                    <a:pt x="1477234" y="988704"/>
                  </a:lnTo>
                  <a:lnTo>
                    <a:pt x="1406889" y="989868"/>
                  </a:lnTo>
                  <a:lnTo>
                    <a:pt x="1336545" y="991026"/>
                  </a:lnTo>
                  <a:lnTo>
                    <a:pt x="1266200" y="992180"/>
                  </a:lnTo>
                  <a:lnTo>
                    <a:pt x="1195856" y="993329"/>
                  </a:lnTo>
                  <a:lnTo>
                    <a:pt x="1125511" y="994473"/>
                  </a:lnTo>
                  <a:lnTo>
                    <a:pt x="1055167" y="995612"/>
                  </a:lnTo>
                  <a:lnTo>
                    <a:pt x="984822" y="996746"/>
                  </a:lnTo>
                  <a:lnTo>
                    <a:pt x="914478" y="997875"/>
                  </a:lnTo>
                  <a:lnTo>
                    <a:pt x="844133" y="998999"/>
                  </a:lnTo>
                  <a:lnTo>
                    <a:pt x="773789" y="1000119"/>
                  </a:lnTo>
                  <a:lnTo>
                    <a:pt x="703444" y="1001233"/>
                  </a:lnTo>
                  <a:lnTo>
                    <a:pt x="633100" y="1002343"/>
                  </a:lnTo>
                  <a:lnTo>
                    <a:pt x="562755" y="1003448"/>
                  </a:lnTo>
                  <a:lnTo>
                    <a:pt x="492411" y="1004548"/>
                  </a:lnTo>
                  <a:lnTo>
                    <a:pt x="422066" y="1005643"/>
                  </a:lnTo>
                  <a:lnTo>
                    <a:pt x="351722" y="1006733"/>
                  </a:lnTo>
                  <a:lnTo>
                    <a:pt x="281377" y="1007819"/>
                  </a:lnTo>
                  <a:lnTo>
                    <a:pt x="211033" y="1008900"/>
                  </a:lnTo>
                  <a:lnTo>
                    <a:pt x="140688" y="1009977"/>
                  </a:lnTo>
                  <a:lnTo>
                    <a:pt x="70344" y="1011048"/>
                  </a:lnTo>
                  <a:lnTo>
                    <a:pt x="0" y="10121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487598" y="4336484"/>
              <a:ext cx="6711817" cy="957627"/>
            </a:xfrm>
            <a:custGeom>
              <a:avLst/>
              <a:pathLst>
                <a:path w="6711817" h="957627">
                  <a:moveTo>
                    <a:pt x="0" y="0"/>
                  </a:moveTo>
                  <a:lnTo>
                    <a:pt x="29091" y="17630"/>
                  </a:lnTo>
                  <a:lnTo>
                    <a:pt x="99435" y="58843"/>
                  </a:lnTo>
                  <a:lnTo>
                    <a:pt x="169780" y="98686"/>
                  </a:lnTo>
                  <a:lnTo>
                    <a:pt x="240124" y="137204"/>
                  </a:lnTo>
                  <a:lnTo>
                    <a:pt x="310469" y="174442"/>
                  </a:lnTo>
                  <a:lnTo>
                    <a:pt x="380813" y="210442"/>
                  </a:lnTo>
                  <a:lnTo>
                    <a:pt x="451158" y="245244"/>
                  </a:lnTo>
                  <a:lnTo>
                    <a:pt x="521502" y="278890"/>
                  </a:lnTo>
                  <a:lnTo>
                    <a:pt x="591847" y="311417"/>
                  </a:lnTo>
                  <a:lnTo>
                    <a:pt x="662191" y="342862"/>
                  </a:lnTo>
                  <a:lnTo>
                    <a:pt x="732536" y="373262"/>
                  </a:lnTo>
                  <a:lnTo>
                    <a:pt x="802880" y="402652"/>
                  </a:lnTo>
                  <a:lnTo>
                    <a:pt x="873224" y="431064"/>
                  </a:lnTo>
                  <a:lnTo>
                    <a:pt x="943569" y="458531"/>
                  </a:lnTo>
                  <a:lnTo>
                    <a:pt x="1013913" y="485085"/>
                  </a:lnTo>
                  <a:lnTo>
                    <a:pt x="1084258" y="510757"/>
                  </a:lnTo>
                  <a:lnTo>
                    <a:pt x="1154602" y="535575"/>
                  </a:lnTo>
                  <a:lnTo>
                    <a:pt x="1224947" y="559567"/>
                  </a:lnTo>
                  <a:lnTo>
                    <a:pt x="1295291" y="582762"/>
                  </a:lnTo>
                  <a:lnTo>
                    <a:pt x="1365636" y="605186"/>
                  </a:lnTo>
                  <a:lnTo>
                    <a:pt x="1435980" y="626864"/>
                  </a:lnTo>
                  <a:lnTo>
                    <a:pt x="1506325" y="647822"/>
                  </a:lnTo>
                  <a:lnTo>
                    <a:pt x="1576669" y="668082"/>
                  </a:lnTo>
                  <a:lnTo>
                    <a:pt x="1647014" y="687669"/>
                  </a:lnTo>
                  <a:lnTo>
                    <a:pt x="1717358" y="706605"/>
                  </a:lnTo>
                  <a:lnTo>
                    <a:pt x="1787703" y="724912"/>
                  </a:lnTo>
                  <a:lnTo>
                    <a:pt x="1858047" y="742609"/>
                  </a:lnTo>
                  <a:lnTo>
                    <a:pt x="1928392" y="759718"/>
                  </a:lnTo>
                  <a:lnTo>
                    <a:pt x="1998736" y="776259"/>
                  </a:lnTo>
                  <a:lnTo>
                    <a:pt x="2069081" y="792249"/>
                  </a:lnTo>
                  <a:lnTo>
                    <a:pt x="2139425" y="807708"/>
                  </a:lnTo>
                  <a:lnTo>
                    <a:pt x="2209770" y="822653"/>
                  </a:lnTo>
                  <a:lnTo>
                    <a:pt x="2280114" y="837101"/>
                  </a:lnTo>
                  <a:lnTo>
                    <a:pt x="2350459" y="851068"/>
                  </a:lnTo>
                  <a:lnTo>
                    <a:pt x="2420803" y="864571"/>
                  </a:lnTo>
                  <a:lnTo>
                    <a:pt x="2491148" y="877625"/>
                  </a:lnTo>
                  <a:lnTo>
                    <a:pt x="2561492" y="890246"/>
                  </a:lnTo>
                  <a:lnTo>
                    <a:pt x="2631837" y="902446"/>
                  </a:lnTo>
                  <a:lnTo>
                    <a:pt x="2702181" y="914241"/>
                  </a:lnTo>
                  <a:lnTo>
                    <a:pt x="2772526" y="925644"/>
                  </a:lnTo>
                  <a:lnTo>
                    <a:pt x="2842870" y="936667"/>
                  </a:lnTo>
                  <a:lnTo>
                    <a:pt x="2913215" y="947325"/>
                  </a:lnTo>
                  <a:lnTo>
                    <a:pt x="2983559" y="957627"/>
                  </a:lnTo>
                  <a:lnTo>
                    <a:pt x="3053904" y="956596"/>
                  </a:lnTo>
                  <a:lnTo>
                    <a:pt x="3124248" y="955287"/>
                  </a:lnTo>
                  <a:lnTo>
                    <a:pt x="3194593" y="953972"/>
                  </a:lnTo>
                  <a:lnTo>
                    <a:pt x="3264937" y="952652"/>
                  </a:lnTo>
                  <a:lnTo>
                    <a:pt x="3335282" y="951326"/>
                  </a:lnTo>
                  <a:lnTo>
                    <a:pt x="3405626" y="949994"/>
                  </a:lnTo>
                  <a:lnTo>
                    <a:pt x="3475971" y="948657"/>
                  </a:lnTo>
                  <a:lnTo>
                    <a:pt x="3546315" y="947313"/>
                  </a:lnTo>
                  <a:lnTo>
                    <a:pt x="3616660" y="945964"/>
                  </a:lnTo>
                  <a:lnTo>
                    <a:pt x="3687004" y="944609"/>
                  </a:lnTo>
                  <a:lnTo>
                    <a:pt x="3757349" y="943248"/>
                  </a:lnTo>
                  <a:lnTo>
                    <a:pt x="3827693" y="941881"/>
                  </a:lnTo>
                  <a:lnTo>
                    <a:pt x="3898038" y="940508"/>
                  </a:lnTo>
                  <a:lnTo>
                    <a:pt x="3968382" y="939129"/>
                  </a:lnTo>
                  <a:lnTo>
                    <a:pt x="4038727" y="937744"/>
                  </a:lnTo>
                  <a:lnTo>
                    <a:pt x="4109071" y="936354"/>
                  </a:lnTo>
                  <a:lnTo>
                    <a:pt x="4179416" y="934957"/>
                  </a:lnTo>
                  <a:lnTo>
                    <a:pt x="4249760" y="933554"/>
                  </a:lnTo>
                  <a:lnTo>
                    <a:pt x="4320105" y="932144"/>
                  </a:lnTo>
                  <a:lnTo>
                    <a:pt x="4390449" y="930729"/>
                  </a:lnTo>
                  <a:lnTo>
                    <a:pt x="4460794" y="929308"/>
                  </a:lnTo>
                  <a:lnTo>
                    <a:pt x="4531138" y="927880"/>
                  </a:lnTo>
                  <a:lnTo>
                    <a:pt x="4601482" y="926446"/>
                  </a:lnTo>
                  <a:lnTo>
                    <a:pt x="4671827" y="925006"/>
                  </a:lnTo>
                  <a:lnTo>
                    <a:pt x="4742171" y="923560"/>
                  </a:lnTo>
                  <a:lnTo>
                    <a:pt x="4812516" y="922107"/>
                  </a:lnTo>
                  <a:lnTo>
                    <a:pt x="4882860" y="920648"/>
                  </a:lnTo>
                  <a:lnTo>
                    <a:pt x="4953205" y="919183"/>
                  </a:lnTo>
                  <a:lnTo>
                    <a:pt x="5023549" y="917711"/>
                  </a:lnTo>
                  <a:lnTo>
                    <a:pt x="5093894" y="916233"/>
                  </a:lnTo>
                  <a:lnTo>
                    <a:pt x="5164238" y="914748"/>
                  </a:lnTo>
                  <a:lnTo>
                    <a:pt x="5234583" y="913257"/>
                  </a:lnTo>
                  <a:lnTo>
                    <a:pt x="5304927" y="911760"/>
                  </a:lnTo>
                  <a:lnTo>
                    <a:pt x="5375272" y="910256"/>
                  </a:lnTo>
                  <a:lnTo>
                    <a:pt x="5445616" y="908745"/>
                  </a:lnTo>
                  <a:lnTo>
                    <a:pt x="5515961" y="907228"/>
                  </a:lnTo>
                  <a:lnTo>
                    <a:pt x="5586305" y="905704"/>
                  </a:lnTo>
                  <a:lnTo>
                    <a:pt x="5656650" y="904174"/>
                  </a:lnTo>
                  <a:lnTo>
                    <a:pt x="5726994" y="902637"/>
                  </a:lnTo>
                  <a:lnTo>
                    <a:pt x="5797339" y="901093"/>
                  </a:lnTo>
                  <a:lnTo>
                    <a:pt x="5867683" y="899543"/>
                  </a:lnTo>
                  <a:lnTo>
                    <a:pt x="5938028" y="897986"/>
                  </a:lnTo>
                  <a:lnTo>
                    <a:pt x="6008372" y="896422"/>
                  </a:lnTo>
                  <a:lnTo>
                    <a:pt x="6078717" y="894851"/>
                  </a:lnTo>
                  <a:lnTo>
                    <a:pt x="6149061" y="893273"/>
                  </a:lnTo>
                  <a:lnTo>
                    <a:pt x="6219406" y="891689"/>
                  </a:lnTo>
                  <a:lnTo>
                    <a:pt x="6289750" y="890097"/>
                  </a:lnTo>
                  <a:lnTo>
                    <a:pt x="6360095" y="888499"/>
                  </a:lnTo>
                  <a:lnTo>
                    <a:pt x="6430439" y="886893"/>
                  </a:lnTo>
                  <a:lnTo>
                    <a:pt x="6500784" y="885281"/>
                  </a:lnTo>
                  <a:lnTo>
                    <a:pt x="6571128" y="883662"/>
                  </a:lnTo>
                  <a:lnTo>
                    <a:pt x="6641473" y="882035"/>
                  </a:lnTo>
                  <a:lnTo>
                    <a:pt x="6711817" y="8804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294383"/>
              <a:ext cx="6964104" cy="249391"/>
            </a:xfrm>
            <a:custGeom>
              <a:avLst/>
              <a:pathLst>
                <a:path w="6964104" h="249391">
                  <a:moveTo>
                    <a:pt x="6964104" y="249391"/>
                  </a:moveTo>
                  <a:lnTo>
                    <a:pt x="6893760" y="247674"/>
                  </a:lnTo>
                  <a:lnTo>
                    <a:pt x="6823415" y="245899"/>
                  </a:lnTo>
                  <a:lnTo>
                    <a:pt x="6753071" y="244062"/>
                  </a:lnTo>
                  <a:lnTo>
                    <a:pt x="6682726" y="242162"/>
                  </a:lnTo>
                  <a:lnTo>
                    <a:pt x="6612382" y="240197"/>
                  </a:lnTo>
                  <a:lnTo>
                    <a:pt x="6542037" y="238164"/>
                  </a:lnTo>
                  <a:lnTo>
                    <a:pt x="6471693" y="236062"/>
                  </a:lnTo>
                  <a:lnTo>
                    <a:pt x="6401348" y="233887"/>
                  </a:lnTo>
                  <a:lnTo>
                    <a:pt x="6331004" y="231637"/>
                  </a:lnTo>
                  <a:lnTo>
                    <a:pt x="6260659" y="229310"/>
                  </a:lnTo>
                  <a:lnTo>
                    <a:pt x="6190315" y="226903"/>
                  </a:lnTo>
                  <a:lnTo>
                    <a:pt x="6119970" y="224413"/>
                  </a:lnTo>
                  <a:lnTo>
                    <a:pt x="6049626" y="221837"/>
                  </a:lnTo>
                  <a:lnTo>
                    <a:pt x="5979281" y="219173"/>
                  </a:lnTo>
                  <a:lnTo>
                    <a:pt x="5908937" y="216417"/>
                  </a:lnTo>
                  <a:lnTo>
                    <a:pt x="5838592" y="213567"/>
                  </a:lnTo>
                  <a:lnTo>
                    <a:pt x="5768248" y="210618"/>
                  </a:lnTo>
                  <a:lnTo>
                    <a:pt x="5697903" y="207568"/>
                  </a:lnTo>
                  <a:lnTo>
                    <a:pt x="5627559" y="204413"/>
                  </a:lnTo>
                  <a:lnTo>
                    <a:pt x="5557214" y="201150"/>
                  </a:lnTo>
                  <a:lnTo>
                    <a:pt x="5486870" y="197774"/>
                  </a:lnTo>
                  <a:lnTo>
                    <a:pt x="5416525" y="194283"/>
                  </a:lnTo>
                  <a:lnTo>
                    <a:pt x="5346181" y="190671"/>
                  </a:lnTo>
                  <a:lnTo>
                    <a:pt x="5275836" y="186935"/>
                  </a:lnTo>
                  <a:lnTo>
                    <a:pt x="5205492" y="183070"/>
                  </a:lnTo>
                  <a:lnTo>
                    <a:pt x="5135147" y="179073"/>
                  </a:lnTo>
                  <a:lnTo>
                    <a:pt x="5064803" y="174938"/>
                  </a:lnTo>
                  <a:lnTo>
                    <a:pt x="4994458" y="170661"/>
                  </a:lnTo>
                  <a:lnTo>
                    <a:pt x="4924114" y="166237"/>
                  </a:lnTo>
                  <a:lnTo>
                    <a:pt x="4853769" y="161660"/>
                  </a:lnTo>
                  <a:lnTo>
                    <a:pt x="4783425" y="156927"/>
                  </a:lnTo>
                  <a:lnTo>
                    <a:pt x="4713080" y="152030"/>
                  </a:lnTo>
                  <a:lnTo>
                    <a:pt x="4642736" y="146965"/>
                  </a:lnTo>
                  <a:lnTo>
                    <a:pt x="4572391" y="141726"/>
                  </a:lnTo>
                  <a:lnTo>
                    <a:pt x="4502047" y="136307"/>
                  </a:lnTo>
                  <a:lnTo>
                    <a:pt x="4431702" y="130701"/>
                  </a:lnTo>
                  <a:lnTo>
                    <a:pt x="4361358" y="124903"/>
                  </a:lnTo>
                  <a:lnTo>
                    <a:pt x="4291013" y="118905"/>
                  </a:lnTo>
                  <a:lnTo>
                    <a:pt x="4220669" y="112701"/>
                  </a:lnTo>
                  <a:lnTo>
                    <a:pt x="4150324" y="106283"/>
                  </a:lnTo>
                  <a:lnTo>
                    <a:pt x="4079980" y="99645"/>
                  </a:lnTo>
                  <a:lnTo>
                    <a:pt x="4009635" y="92779"/>
                  </a:lnTo>
                  <a:lnTo>
                    <a:pt x="3939291" y="85676"/>
                  </a:lnTo>
                  <a:lnTo>
                    <a:pt x="3868946" y="78329"/>
                  </a:lnTo>
                  <a:lnTo>
                    <a:pt x="3798602" y="70729"/>
                  </a:lnTo>
                  <a:lnTo>
                    <a:pt x="3728257" y="62868"/>
                  </a:lnTo>
                  <a:lnTo>
                    <a:pt x="3657913" y="54737"/>
                  </a:lnTo>
                  <a:lnTo>
                    <a:pt x="3587569" y="46326"/>
                  </a:lnTo>
                  <a:lnTo>
                    <a:pt x="3517224" y="37626"/>
                  </a:lnTo>
                  <a:lnTo>
                    <a:pt x="3446880" y="28626"/>
                  </a:lnTo>
                  <a:lnTo>
                    <a:pt x="3376535" y="19317"/>
                  </a:lnTo>
                  <a:lnTo>
                    <a:pt x="3306191" y="9688"/>
                  </a:lnTo>
                  <a:lnTo>
                    <a:pt x="3235846" y="0"/>
                  </a:lnTo>
                  <a:lnTo>
                    <a:pt x="3165502" y="1297"/>
                  </a:lnTo>
                  <a:lnTo>
                    <a:pt x="3095157" y="2589"/>
                  </a:lnTo>
                  <a:lnTo>
                    <a:pt x="3024813" y="3875"/>
                  </a:lnTo>
                  <a:lnTo>
                    <a:pt x="2954468" y="5156"/>
                  </a:lnTo>
                  <a:lnTo>
                    <a:pt x="2884124" y="6431"/>
                  </a:lnTo>
                  <a:lnTo>
                    <a:pt x="2813779" y="7701"/>
                  </a:lnTo>
                  <a:lnTo>
                    <a:pt x="2743435" y="8965"/>
                  </a:lnTo>
                  <a:lnTo>
                    <a:pt x="2673090" y="10223"/>
                  </a:lnTo>
                  <a:lnTo>
                    <a:pt x="2602746" y="11477"/>
                  </a:lnTo>
                  <a:lnTo>
                    <a:pt x="2532401" y="12724"/>
                  </a:lnTo>
                  <a:lnTo>
                    <a:pt x="2462057" y="13967"/>
                  </a:lnTo>
                  <a:lnTo>
                    <a:pt x="2391712" y="15204"/>
                  </a:lnTo>
                  <a:lnTo>
                    <a:pt x="2321368" y="16435"/>
                  </a:lnTo>
                  <a:lnTo>
                    <a:pt x="2251023" y="17661"/>
                  </a:lnTo>
                  <a:lnTo>
                    <a:pt x="2180679" y="18882"/>
                  </a:lnTo>
                  <a:lnTo>
                    <a:pt x="2110334" y="20098"/>
                  </a:lnTo>
                  <a:lnTo>
                    <a:pt x="2039990" y="21308"/>
                  </a:lnTo>
                  <a:lnTo>
                    <a:pt x="1969645" y="22513"/>
                  </a:lnTo>
                  <a:lnTo>
                    <a:pt x="1899301" y="23713"/>
                  </a:lnTo>
                  <a:lnTo>
                    <a:pt x="1828956" y="24908"/>
                  </a:lnTo>
                  <a:lnTo>
                    <a:pt x="1758612" y="26098"/>
                  </a:lnTo>
                  <a:lnTo>
                    <a:pt x="1688267" y="27282"/>
                  </a:lnTo>
                  <a:lnTo>
                    <a:pt x="1617923" y="28461"/>
                  </a:lnTo>
                  <a:lnTo>
                    <a:pt x="1547578" y="29635"/>
                  </a:lnTo>
                  <a:lnTo>
                    <a:pt x="1477234" y="30804"/>
                  </a:lnTo>
                  <a:lnTo>
                    <a:pt x="1406889" y="31968"/>
                  </a:lnTo>
                  <a:lnTo>
                    <a:pt x="1336545" y="33127"/>
                  </a:lnTo>
                  <a:lnTo>
                    <a:pt x="1266200" y="34281"/>
                  </a:lnTo>
                  <a:lnTo>
                    <a:pt x="1195856" y="35430"/>
                  </a:lnTo>
                  <a:lnTo>
                    <a:pt x="1125511" y="36574"/>
                  </a:lnTo>
                  <a:lnTo>
                    <a:pt x="1055167" y="37713"/>
                  </a:lnTo>
                  <a:lnTo>
                    <a:pt x="984822" y="38847"/>
                  </a:lnTo>
                  <a:lnTo>
                    <a:pt x="914478" y="39976"/>
                  </a:lnTo>
                  <a:lnTo>
                    <a:pt x="844133" y="41100"/>
                  </a:lnTo>
                  <a:lnTo>
                    <a:pt x="773789" y="42219"/>
                  </a:lnTo>
                  <a:lnTo>
                    <a:pt x="703444" y="43334"/>
                  </a:lnTo>
                  <a:lnTo>
                    <a:pt x="633100" y="44443"/>
                  </a:lnTo>
                  <a:lnTo>
                    <a:pt x="562755" y="45548"/>
                  </a:lnTo>
                  <a:lnTo>
                    <a:pt x="492411" y="46648"/>
                  </a:lnTo>
                  <a:lnTo>
                    <a:pt x="422066" y="47744"/>
                  </a:lnTo>
                  <a:lnTo>
                    <a:pt x="351722" y="48834"/>
                  </a:lnTo>
                  <a:lnTo>
                    <a:pt x="281377" y="49920"/>
                  </a:lnTo>
                  <a:lnTo>
                    <a:pt x="211033" y="51001"/>
                  </a:lnTo>
                  <a:lnTo>
                    <a:pt x="140688" y="52077"/>
                  </a:lnTo>
                  <a:lnTo>
                    <a:pt x="70344" y="53149"/>
                  </a:lnTo>
                  <a:lnTo>
                    <a:pt x="0" y="5421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5003940"/>
              <a:ext cx="6964104" cy="452608"/>
            </a:xfrm>
            <a:custGeom>
              <a:avLst/>
              <a:pathLst>
                <a:path w="6964104" h="452608">
                  <a:moveTo>
                    <a:pt x="0" y="0"/>
                  </a:moveTo>
                  <a:lnTo>
                    <a:pt x="70344" y="8625"/>
                  </a:lnTo>
                  <a:lnTo>
                    <a:pt x="140688" y="17125"/>
                  </a:lnTo>
                  <a:lnTo>
                    <a:pt x="211033" y="25500"/>
                  </a:lnTo>
                  <a:lnTo>
                    <a:pt x="281377" y="33753"/>
                  </a:lnTo>
                  <a:lnTo>
                    <a:pt x="351722" y="41885"/>
                  </a:lnTo>
                  <a:lnTo>
                    <a:pt x="422066" y="49899"/>
                  </a:lnTo>
                  <a:lnTo>
                    <a:pt x="492411" y="57795"/>
                  </a:lnTo>
                  <a:lnTo>
                    <a:pt x="562755" y="65575"/>
                  </a:lnTo>
                  <a:lnTo>
                    <a:pt x="633100" y="73242"/>
                  </a:lnTo>
                  <a:lnTo>
                    <a:pt x="703444" y="80797"/>
                  </a:lnTo>
                  <a:lnTo>
                    <a:pt x="773789" y="88241"/>
                  </a:lnTo>
                  <a:lnTo>
                    <a:pt x="844133" y="95576"/>
                  </a:lnTo>
                  <a:lnTo>
                    <a:pt x="914478" y="102804"/>
                  </a:lnTo>
                  <a:lnTo>
                    <a:pt x="984822" y="109926"/>
                  </a:lnTo>
                  <a:lnTo>
                    <a:pt x="1055167" y="116944"/>
                  </a:lnTo>
                  <a:lnTo>
                    <a:pt x="1125511" y="123859"/>
                  </a:lnTo>
                  <a:lnTo>
                    <a:pt x="1195856" y="130674"/>
                  </a:lnTo>
                  <a:lnTo>
                    <a:pt x="1266200" y="137388"/>
                  </a:lnTo>
                  <a:lnTo>
                    <a:pt x="1336545" y="144005"/>
                  </a:lnTo>
                  <a:lnTo>
                    <a:pt x="1406889" y="150524"/>
                  </a:lnTo>
                  <a:lnTo>
                    <a:pt x="1477234" y="156948"/>
                  </a:lnTo>
                  <a:lnTo>
                    <a:pt x="1547578" y="163279"/>
                  </a:lnTo>
                  <a:lnTo>
                    <a:pt x="1617923" y="169516"/>
                  </a:lnTo>
                  <a:lnTo>
                    <a:pt x="1688267" y="175663"/>
                  </a:lnTo>
                  <a:lnTo>
                    <a:pt x="1758612" y="181719"/>
                  </a:lnTo>
                  <a:lnTo>
                    <a:pt x="1828956" y="187687"/>
                  </a:lnTo>
                  <a:lnTo>
                    <a:pt x="1899301" y="193568"/>
                  </a:lnTo>
                  <a:lnTo>
                    <a:pt x="1969645" y="199363"/>
                  </a:lnTo>
                  <a:lnTo>
                    <a:pt x="2039990" y="205073"/>
                  </a:lnTo>
                  <a:lnTo>
                    <a:pt x="2110334" y="210699"/>
                  </a:lnTo>
                  <a:lnTo>
                    <a:pt x="2180679" y="216243"/>
                  </a:lnTo>
                  <a:lnTo>
                    <a:pt x="2251023" y="221706"/>
                  </a:lnTo>
                  <a:lnTo>
                    <a:pt x="2321368" y="227089"/>
                  </a:lnTo>
                  <a:lnTo>
                    <a:pt x="2391712" y="232393"/>
                  </a:lnTo>
                  <a:lnTo>
                    <a:pt x="2462057" y="237620"/>
                  </a:lnTo>
                  <a:lnTo>
                    <a:pt x="2532401" y="242771"/>
                  </a:lnTo>
                  <a:lnTo>
                    <a:pt x="2602746" y="247846"/>
                  </a:lnTo>
                  <a:lnTo>
                    <a:pt x="2673090" y="252846"/>
                  </a:lnTo>
                  <a:lnTo>
                    <a:pt x="2743435" y="257774"/>
                  </a:lnTo>
                  <a:lnTo>
                    <a:pt x="2813779" y="262629"/>
                  </a:lnTo>
                  <a:lnTo>
                    <a:pt x="2884124" y="267414"/>
                  </a:lnTo>
                  <a:lnTo>
                    <a:pt x="2954468" y="272129"/>
                  </a:lnTo>
                  <a:lnTo>
                    <a:pt x="3024813" y="276774"/>
                  </a:lnTo>
                  <a:lnTo>
                    <a:pt x="3095157" y="281352"/>
                  </a:lnTo>
                  <a:lnTo>
                    <a:pt x="3165502" y="285863"/>
                  </a:lnTo>
                  <a:lnTo>
                    <a:pt x="3235846" y="290307"/>
                  </a:lnTo>
                  <a:lnTo>
                    <a:pt x="3306191" y="294687"/>
                  </a:lnTo>
                  <a:lnTo>
                    <a:pt x="3376535" y="299003"/>
                  </a:lnTo>
                  <a:lnTo>
                    <a:pt x="3446880" y="303255"/>
                  </a:lnTo>
                  <a:lnTo>
                    <a:pt x="3517224" y="307445"/>
                  </a:lnTo>
                  <a:lnTo>
                    <a:pt x="3587569" y="311574"/>
                  </a:lnTo>
                  <a:lnTo>
                    <a:pt x="3657913" y="315643"/>
                  </a:lnTo>
                  <a:lnTo>
                    <a:pt x="3728257" y="319652"/>
                  </a:lnTo>
                  <a:lnTo>
                    <a:pt x="3798602" y="323603"/>
                  </a:lnTo>
                  <a:lnTo>
                    <a:pt x="3868946" y="327495"/>
                  </a:lnTo>
                  <a:lnTo>
                    <a:pt x="3939291" y="331331"/>
                  </a:lnTo>
                  <a:lnTo>
                    <a:pt x="4009635" y="335111"/>
                  </a:lnTo>
                  <a:lnTo>
                    <a:pt x="4079980" y="338835"/>
                  </a:lnTo>
                  <a:lnTo>
                    <a:pt x="4150324" y="342505"/>
                  </a:lnTo>
                  <a:lnTo>
                    <a:pt x="4220669" y="346121"/>
                  </a:lnTo>
                  <a:lnTo>
                    <a:pt x="4291013" y="349685"/>
                  </a:lnTo>
                  <a:lnTo>
                    <a:pt x="4361358" y="353196"/>
                  </a:lnTo>
                  <a:lnTo>
                    <a:pt x="4431702" y="356656"/>
                  </a:lnTo>
                  <a:lnTo>
                    <a:pt x="4502047" y="360065"/>
                  </a:lnTo>
                  <a:lnTo>
                    <a:pt x="4572391" y="363425"/>
                  </a:lnTo>
                  <a:lnTo>
                    <a:pt x="4642736" y="366735"/>
                  </a:lnTo>
                  <a:lnTo>
                    <a:pt x="4713080" y="369997"/>
                  </a:lnTo>
                  <a:lnTo>
                    <a:pt x="4783425" y="373211"/>
                  </a:lnTo>
                  <a:lnTo>
                    <a:pt x="4853769" y="376378"/>
                  </a:lnTo>
                  <a:lnTo>
                    <a:pt x="4924114" y="379499"/>
                  </a:lnTo>
                  <a:lnTo>
                    <a:pt x="4994458" y="382574"/>
                  </a:lnTo>
                  <a:lnTo>
                    <a:pt x="5064803" y="385604"/>
                  </a:lnTo>
                  <a:lnTo>
                    <a:pt x="5135147" y="388590"/>
                  </a:lnTo>
                  <a:lnTo>
                    <a:pt x="5205492" y="391532"/>
                  </a:lnTo>
                  <a:lnTo>
                    <a:pt x="5275836" y="394431"/>
                  </a:lnTo>
                  <a:lnTo>
                    <a:pt x="5346181" y="397288"/>
                  </a:lnTo>
                  <a:lnTo>
                    <a:pt x="5416525" y="400103"/>
                  </a:lnTo>
                  <a:lnTo>
                    <a:pt x="5486870" y="402877"/>
                  </a:lnTo>
                  <a:lnTo>
                    <a:pt x="5557214" y="405610"/>
                  </a:lnTo>
                  <a:lnTo>
                    <a:pt x="5627559" y="408303"/>
                  </a:lnTo>
                  <a:lnTo>
                    <a:pt x="5697903" y="410957"/>
                  </a:lnTo>
                  <a:lnTo>
                    <a:pt x="5768248" y="413572"/>
                  </a:lnTo>
                  <a:lnTo>
                    <a:pt x="5838592" y="416149"/>
                  </a:lnTo>
                  <a:lnTo>
                    <a:pt x="5908937" y="418688"/>
                  </a:lnTo>
                  <a:lnTo>
                    <a:pt x="5979281" y="421190"/>
                  </a:lnTo>
                  <a:lnTo>
                    <a:pt x="6049626" y="423655"/>
                  </a:lnTo>
                  <a:lnTo>
                    <a:pt x="6119970" y="426085"/>
                  </a:lnTo>
                  <a:lnTo>
                    <a:pt x="6190315" y="428478"/>
                  </a:lnTo>
                  <a:lnTo>
                    <a:pt x="6260659" y="430837"/>
                  </a:lnTo>
                  <a:lnTo>
                    <a:pt x="6331004" y="433161"/>
                  </a:lnTo>
                  <a:lnTo>
                    <a:pt x="6401348" y="435452"/>
                  </a:lnTo>
                  <a:lnTo>
                    <a:pt x="6471693" y="437708"/>
                  </a:lnTo>
                  <a:lnTo>
                    <a:pt x="6542037" y="439932"/>
                  </a:lnTo>
                  <a:lnTo>
                    <a:pt x="6612382" y="442123"/>
                  </a:lnTo>
                  <a:lnTo>
                    <a:pt x="6682726" y="444283"/>
                  </a:lnTo>
                  <a:lnTo>
                    <a:pt x="6753071" y="446410"/>
                  </a:lnTo>
                  <a:lnTo>
                    <a:pt x="6823415" y="448507"/>
                  </a:lnTo>
                  <a:lnTo>
                    <a:pt x="6893760" y="450573"/>
                  </a:lnTo>
                  <a:lnTo>
                    <a:pt x="6964104" y="4526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(0.95-1.47), p = 0.130  |  per IQR decline (Δ = 29.5 %): 1.65 (0.86-3.15)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173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2026-07-22T08:00:18Z</dcterms:modified>
  <cp:category/>
</cp:coreProperties>
</file>