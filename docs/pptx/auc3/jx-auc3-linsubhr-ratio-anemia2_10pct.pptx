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885955"/>
              <a:ext cx="7090630" cy="2455448"/>
            </a:xfrm>
            <a:custGeom>
              <a:avLst/>
              <a:pathLst>
                <a:path w="7090630" h="2455448">
                  <a:moveTo>
                    <a:pt x="0" y="0"/>
                  </a:moveTo>
                  <a:lnTo>
                    <a:pt x="71622" y="67026"/>
                  </a:lnTo>
                  <a:lnTo>
                    <a:pt x="143245" y="132371"/>
                  </a:lnTo>
                  <a:lnTo>
                    <a:pt x="214867" y="196077"/>
                  </a:lnTo>
                  <a:lnTo>
                    <a:pt x="286490" y="258184"/>
                  </a:lnTo>
                  <a:lnTo>
                    <a:pt x="358112" y="318732"/>
                  </a:lnTo>
                  <a:lnTo>
                    <a:pt x="429735" y="377761"/>
                  </a:lnTo>
                  <a:lnTo>
                    <a:pt x="501357" y="435310"/>
                  </a:lnTo>
                  <a:lnTo>
                    <a:pt x="572980" y="491414"/>
                  </a:lnTo>
                  <a:lnTo>
                    <a:pt x="644602" y="546110"/>
                  </a:lnTo>
                  <a:lnTo>
                    <a:pt x="716225" y="599434"/>
                  </a:lnTo>
                  <a:lnTo>
                    <a:pt x="787847" y="651420"/>
                  </a:lnTo>
                  <a:lnTo>
                    <a:pt x="859470" y="702102"/>
                  </a:lnTo>
                  <a:lnTo>
                    <a:pt x="931092" y="751512"/>
                  </a:lnTo>
                  <a:lnTo>
                    <a:pt x="1002715" y="799682"/>
                  </a:lnTo>
                  <a:lnTo>
                    <a:pt x="1074337" y="846644"/>
                  </a:lnTo>
                  <a:lnTo>
                    <a:pt x="1145960" y="892427"/>
                  </a:lnTo>
                  <a:lnTo>
                    <a:pt x="1217582" y="937061"/>
                  </a:lnTo>
                  <a:lnTo>
                    <a:pt x="1289205" y="980576"/>
                  </a:lnTo>
                  <a:lnTo>
                    <a:pt x="1360827" y="1022998"/>
                  </a:lnTo>
                  <a:lnTo>
                    <a:pt x="1432450" y="1064357"/>
                  </a:lnTo>
                  <a:lnTo>
                    <a:pt x="1504073" y="1104677"/>
                  </a:lnTo>
                  <a:lnTo>
                    <a:pt x="1575695" y="1143986"/>
                  </a:lnTo>
                  <a:lnTo>
                    <a:pt x="1647318" y="1182308"/>
                  </a:lnTo>
                  <a:lnTo>
                    <a:pt x="1718940" y="1219669"/>
                  </a:lnTo>
                  <a:lnTo>
                    <a:pt x="1790563" y="1256093"/>
                  </a:lnTo>
                  <a:lnTo>
                    <a:pt x="1862185" y="1291602"/>
                  </a:lnTo>
                  <a:lnTo>
                    <a:pt x="1933808" y="1326221"/>
                  </a:lnTo>
                  <a:lnTo>
                    <a:pt x="2005430" y="1359971"/>
                  </a:lnTo>
                  <a:lnTo>
                    <a:pt x="2077053" y="1392874"/>
                  </a:lnTo>
                  <a:lnTo>
                    <a:pt x="2148675" y="1424951"/>
                  </a:lnTo>
                  <a:lnTo>
                    <a:pt x="2220298" y="1456224"/>
                  </a:lnTo>
                  <a:lnTo>
                    <a:pt x="2291920" y="1486712"/>
                  </a:lnTo>
                  <a:lnTo>
                    <a:pt x="2363543" y="1516435"/>
                  </a:lnTo>
                  <a:lnTo>
                    <a:pt x="2435165" y="1545412"/>
                  </a:lnTo>
                  <a:lnTo>
                    <a:pt x="2506788" y="1573662"/>
                  </a:lnTo>
                  <a:lnTo>
                    <a:pt x="2578410" y="1601203"/>
                  </a:lnTo>
                  <a:lnTo>
                    <a:pt x="2650033" y="1628053"/>
                  </a:lnTo>
                  <a:lnTo>
                    <a:pt x="2721655" y="1654230"/>
                  </a:lnTo>
                  <a:lnTo>
                    <a:pt x="2793278" y="1679749"/>
                  </a:lnTo>
                  <a:lnTo>
                    <a:pt x="2864901" y="1704629"/>
                  </a:lnTo>
                  <a:lnTo>
                    <a:pt x="2936523" y="1728884"/>
                  </a:lnTo>
                  <a:lnTo>
                    <a:pt x="3008146" y="1752530"/>
                  </a:lnTo>
                  <a:lnTo>
                    <a:pt x="3079768" y="1775584"/>
                  </a:lnTo>
                  <a:lnTo>
                    <a:pt x="3151391" y="1798058"/>
                  </a:lnTo>
                  <a:lnTo>
                    <a:pt x="3223013" y="1819969"/>
                  </a:lnTo>
                  <a:lnTo>
                    <a:pt x="3294636" y="1841330"/>
                  </a:lnTo>
                  <a:lnTo>
                    <a:pt x="3366258" y="1846999"/>
                  </a:lnTo>
                  <a:lnTo>
                    <a:pt x="3437881" y="1852259"/>
                  </a:lnTo>
                  <a:lnTo>
                    <a:pt x="3509503" y="1857485"/>
                  </a:lnTo>
                  <a:lnTo>
                    <a:pt x="3581126" y="1862678"/>
                  </a:lnTo>
                  <a:lnTo>
                    <a:pt x="3652748" y="1867838"/>
                  </a:lnTo>
                  <a:lnTo>
                    <a:pt x="3724371" y="1872965"/>
                  </a:lnTo>
                  <a:lnTo>
                    <a:pt x="3795993" y="1878060"/>
                  </a:lnTo>
                  <a:lnTo>
                    <a:pt x="3867616" y="1883122"/>
                  </a:lnTo>
                  <a:lnTo>
                    <a:pt x="3939238" y="1888151"/>
                  </a:lnTo>
                  <a:lnTo>
                    <a:pt x="4010861" y="1893149"/>
                  </a:lnTo>
                  <a:lnTo>
                    <a:pt x="4082483" y="1898114"/>
                  </a:lnTo>
                  <a:lnTo>
                    <a:pt x="4154106" y="1903048"/>
                  </a:lnTo>
                  <a:lnTo>
                    <a:pt x="4225729" y="1907950"/>
                  </a:lnTo>
                  <a:lnTo>
                    <a:pt x="4297351" y="1912822"/>
                  </a:lnTo>
                  <a:lnTo>
                    <a:pt x="4368974" y="1917662"/>
                  </a:lnTo>
                  <a:lnTo>
                    <a:pt x="4440596" y="1922471"/>
                  </a:lnTo>
                  <a:lnTo>
                    <a:pt x="4512219" y="1927249"/>
                  </a:lnTo>
                  <a:lnTo>
                    <a:pt x="4583841" y="1931997"/>
                  </a:lnTo>
                  <a:lnTo>
                    <a:pt x="4655464" y="1936715"/>
                  </a:lnTo>
                  <a:lnTo>
                    <a:pt x="4727086" y="1941402"/>
                  </a:lnTo>
                  <a:lnTo>
                    <a:pt x="4798709" y="1946060"/>
                  </a:lnTo>
                  <a:lnTo>
                    <a:pt x="4870331" y="1950688"/>
                  </a:lnTo>
                  <a:lnTo>
                    <a:pt x="4941954" y="1955286"/>
                  </a:lnTo>
                  <a:lnTo>
                    <a:pt x="5013576" y="1959855"/>
                  </a:lnTo>
                  <a:lnTo>
                    <a:pt x="5085199" y="1964395"/>
                  </a:lnTo>
                  <a:lnTo>
                    <a:pt x="5156821" y="1968906"/>
                  </a:lnTo>
                  <a:lnTo>
                    <a:pt x="5228444" y="1973388"/>
                  </a:lnTo>
                  <a:lnTo>
                    <a:pt x="5300066" y="1977842"/>
                  </a:lnTo>
                  <a:lnTo>
                    <a:pt x="5371689" y="1982267"/>
                  </a:lnTo>
                  <a:lnTo>
                    <a:pt x="5443311" y="1986664"/>
                  </a:lnTo>
                  <a:lnTo>
                    <a:pt x="5514934" y="1991033"/>
                  </a:lnTo>
                  <a:lnTo>
                    <a:pt x="5586557" y="1995374"/>
                  </a:lnTo>
                  <a:lnTo>
                    <a:pt x="5658179" y="1999687"/>
                  </a:lnTo>
                  <a:lnTo>
                    <a:pt x="5729802" y="2003972"/>
                  </a:lnTo>
                  <a:lnTo>
                    <a:pt x="5801424" y="2008231"/>
                  </a:lnTo>
                  <a:lnTo>
                    <a:pt x="5873047" y="2012462"/>
                  </a:lnTo>
                  <a:lnTo>
                    <a:pt x="5944669" y="2016666"/>
                  </a:lnTo>
                  <a:lnTo>
                    <a:pt x="6016292" y="2020844"/>
                  </a:lnTo>
                  <a:lnTo>
                    <a:pt x="6087914" y="2024994"/>
                  </a:lnTo>
                  <a:lnTo>
                    <a:pt x="6159537" y="2029119"/>
                  </a:lnTo>
                  <a:lnTo>
                    <a:pt x="6231159" y="2033216"/>
                  </a:lnTo>
                  <a:lnTo>
                    <a:pt x="6302782" y="2037288"/>
                  </a:lnTo>
                  <a:lnTo>
                    <a:pt x="6374404" y="2041334"/>
                  </a:lnTo>
                  <a:lnTo>
                    <a:pt x="6446027" y="2045354"/>
                  </a:lnTo>
                  <a:lnTo>
                    <a:pt x="6517649" y="2049348"/>
                  </a:lnTo>
                  <a:lnTo>
                    <a:pt x="6589272" y="2053317"/>
                  </a:lnTo>
                  <a:lnTo>
                    <a:pt x="6660894" y="2057261"/>
                  </a:lnTo>
                  <a:lnTo>
                    <a:pt x="6732517" y="2061179"/>
                  </a:lnTo>
                  <a:lnTo>
                    <a:pt x="6804139" y="2065072"/>
                  </a:lnTo>
                  <a:lnTo>
                    <a:pt x="6875762" y="2068941"/>
                  </a:lnTo>
                  <a:lnTo>
                    <a:pt x="6947385" y="2072784"/>
                  </a:lnTo>
                  <a:lnTo>
                    <a:pt x="7019007" y="2076604"/>
                  </a:lnTo>
                  <a:lnTo>
                    <a:pt x="7090630" y="2080399"/>
                  </a:lnTo>
                  <a:lnTo>
                    <a:pt x="7090630" y="2455448"/>
                  </a:lnTo>
                  <a:lnTo>
                    <a:pt x="7019007" y="2449893"/>
                  </a:lnTo>
                  <a:lnTo>
                    <a:pt x="6947385" y="2444195"/>
                  </a:lnTo>
                  <a:lnTo>
                    <a:pt x="6875762" y="2438350"/>
                  </a:lnTo>
                  <a:lnTo>
                    <a:pt x="6804139" y="2432355"/>
                  </a:lnTo>
                  <a:lnTo>
                    <a:pt x="6732517" y="2426205"/>
                  </a:lnTo>
                  <a:lnTo>
                    <a:pt x="6660894" y="2419897"/>
                  </a:lnTo>
                  <a:lnTo>
                    <a:pt x="6589272" y="2413427"/>
                  </a:lnTo>
                  <a:lnTo>
                    <a:pt x="6517649" y="2406790"/>
                  </a:lnTo>
                  <a:lnTo>
                    <a:pt x="6446027" y="2399982"/>
                  </a:lnTo>
                  <a:lnTo>
                    <a:pt x="6374404" y="2392999"/>
                  </a:lnTo>
                  <a:lnTo>
                    <a:pt x="6302782" y="2385837"/>
                  </a:lnTo>
                  <a:lnTo>
                    <a:pt x="6231159" y="2378490"/>
                  </a:lnTo>
                  <a:lnTo>
                    <a:pt x="6159537" y="2370954"/>
                  </a:lnTo>
                  <a:lnTo>
                    <a:pt x="6087914" y="2363224"/>
                  </a:lnTo>
                  <a:lnTo>
                    <a:pt x="6016292" y="2355295"/>
                  </a:lnTo>
                  <a:lnTo>
                    <a:pt x="5944669" y="2347162"/>
                  </a:lnTo>
                  <a:lnTo>
                    <a:pt x="5873047" y="2338820"/>
                  </a:lnTo>
                  <a:lnTo>
                    <a:pt x="5801424" y="2330263"/>
                  </a:lnTo>
                  <a:lnTo>
                    <a:pt x="5729802" y="2321486"/>
                  </a:lnTo>
                  <a:lnTo>
                    <a:pt x="5658179" y="2312482"/>
                  </a:lnTo>
                  <a:lnTo>
                    <a:pt x="5586557" y="2303248"/>
                  </a:lnTo>
                  <a:lnTo>
                    <a:pt x="5514934" y="2293775"/>
                  </a:lnTo>
                  <a:lnTo>
                    <a:pt x="5443311" y="2284059"/>
                  </a:lnTo>
                  <a:lnTo>
                    <a:pt x="5371689" y="2274092"/>
                  </a:lnTo>
                  <a:lnTo>
                    <a:pt x="5300066" y="2263870"/>
                  </a:lnTo>
                  <a:lnTo>
                    <a:pt x="5228444" y="2253384"/>
                  </a:lnTo>
                  <a:lnTo>
                    <a:pt x="5156821" y="2242628"/>
                  </a:lnTo>
                  <a:lnTo>
                    <a:pt x="5085199" y="2231595"/>
                  </a:lnTo>
                  <a:lnTo>
                    <a:pt x="5013576" y="2220278"/>
                  </a:lnTo>
                  <a:lnTo>
                    <a:pt x="4941954" y="2208670"/>
                  </a:lnTo>
                  <a:lnTo>
                    <a:pt x="4870331" y="2196764"/>
                  </a:lnTo>
                  <a:lnTo>
                    <a:pt x="4798709" y="2184550"/>
                  </a:lnTo>
                  <a:lnTo>
                    <a:pt x="4727086" y="2172023"/>
                  </a:lnTo>
                  <a:lnTo>
                    <a:pt x="4655464" y="2159173"/>
                  </a:lnTo>
                  <a:lnTo>
                    <a:pt x="4583841" y="2145993"/>
                  </a:lnTo>
                  <a:lnTo>
                    <a:pt x="4512219" y="2132473"/>
                  </a:lnTo>
                  <a:lnTo>
                    <a:pt x="4440596" y="2118605"/>
                  </a:lnTo>
                  <a:lnTo>
                    <a:pt x="4368974" y="2104380"/>
                  </a:lnTo>
                  <a:lnTo>
                    <a:pt x="4297351" y="2089789"/>
                  </a:lnTo>
                  <a:lnTo>
                    <a:pt x="4225729" y="2074823"/>
                  </a:lnTo>
                  <a:lnTo>
                    <a:pt x="4154106" y="2059471"/>
                  </a:lnTo>
                  <a:lnTo>
                    <a:pt x="4082483" y="2043725"/>
                  </a:lnTo>
                  <a:lnTo>
                    <a:pt x="4010861" y="2027573"/>
                  </a:lnTo>
                  <a:lnTo>
                    <a:pt x="3939238" y="2011005"/>
                  </a:lnTo>
                  <a:lnTo>
                    <a:pt x="3867616" y="1994011"/>
                  </a:lnTo>
                  <a:lnTo>
                    <a:pt x="3795993" y="1976580"/>
                  </a:lnTo>
                  <a:lnTo>
                    <a:pt x="3724371" y="1958700"/>
                  </a:lnTo>
                  <a:lnTo>
                    <a:pt x="3652748" y="1940359"/>
                  </a:lnTo>
                  <a:lnTo>
                    <a:pt x="3581126" y="1921547"/>
                  </a:lnTo>
                  <a:lnTo>
                    <a:pt x="3509503" y="1902251"/>
                  </a:lnTo>
                  <a:lnTo>
                    <a:pt x="3437881" y="1882458"/>
                  </a:lnTo>
                  <a:lnTo>
                    <a:pt x="3366258" y="1862155"/>
                  </a:lnTo>
                  <a:lnTo>
                    <a:pt x="3294636" y="1841705"/>
                  </a:lnTo>
                  <a:lnTo>
                    <a:pt x="3223013" y="1836377"/>
                  </a:lnTo>
                  <a:lnTo>
                    <a:pt x="3151391" y="1831015"/>
                  </a:lnTo>
                  <a:lnTo>
                    <a:pt x="3079768" y="1825618"/>
                  </a:lnTo>
                  <a:lnTo>
                    <a:pt x="3008146" y="1820187"/>
                  </a:lnTo>
                  <a:lnTo>
                    <a:pt x="2936523" y="1814721"/>
                  </a:lnTo>
                  <a:lnTo>
                    <a:pt x="2864901" y="1809220"/>
                  </a:lnTo>
                  <a:lnTo>
                    <a:pt x="2793278" y="1803684"/>
                  </a:lnTo>
                  <a:lnTo>
                    <a:pt x="2721655" y="1798112"/>
                  </a:lnTo>
                  <a:lnTo>
                    <a:pt x="2650033" y="1792504"/>
                  </a:lnTo>
                  <a:lnTo>
                    <a:pt x="2578410" y="1786860"/>
                  </a:lnTo>
                  <a:lnTo>
                    <a:pt x="2506788" y="1781180"/>
                  </a:lnTo>
                  <a:lnTo>
                    <a:pt x="2435165" y="1775463"/>
                  </a:lnTo>
                  <a:lnTo>
                    <a:pt x="2363543" y="1769710"/>
                  </a:lnTo>
                  <a:lnTo>
                    <a:pt x="2291920" y="1763920"/>
                  </a:lnTo>
                  <a:lnTo>
                    <a:pt x="2220298" y="1758092"/>
                  </a:lnTo>
                  <a:lnTo>
                    <a:pt x="2148675" y="1752228"/>
                  </a:lnTo>
                  <a:lnTo>
                    <a:pt x="2077053" y="1746325"/>
                  </a:lnTo>
                  <a:lnTo>
                    <a:pt x="2005430" y="1740385"/>
                  </a:lnTo>
                  <a:lnTo>
                    <a:pt x="1933808" y="1734406"/>
                  </a:lnTo>
                  <a:lnTo>
                    <a:pt x="1862185" y="1728389"/>
                  </a:lnTo>
                  <a:lnTo>
                    <a:pt x="1790563" y="1722334"/>
                  </a:lnTo>
                  <a:lnTo>
                    <a:pt x="1718940" y="1716239"/>
                  </a:lnTo>
                  <a:lnTo>
                    <a:pt x="1647318" y="1710106"/>
                  </a:lnTo>
                  <a:lnTo>
                    <a:pt x="1575695" y="1703933"/>
                  </a:lnTo>
                  <a:lnTo>
                    <a:pt x="1504073" y="1697720"/>
                  </a:lnTo>
                  <a:lnTo>
                    <a:pt x="1432450" y="1691467"/>
                  </a:lnTo>
                  <a:lnTo>
                    <a:pt x="1360827" y="1685175"/>
                  </a:lnTo>
                  <a:lnTo>
                    <a:pt x="1289205" y="1678841"/>
                  </a:lnTo>
                  <a:lnTo>
                    <a:pt x="1217582" y="1672468"/>
                  </a:lnTo>
                  <a:lnTo>
                    <a:pt x="1145960" y="1666053"/>
                  </a:lnTo>
                  <a:lnTo>
                    <a:pt x="1074337" y="1659597"/>
                  </a:lnTo>
                  <a:lnTo>
                    <a:pt x="1002715" y="1653100"/>
                  </a:lnTo>
                  <a:lnTo>
                    <a:pt x="931092" y="1646561"/>
                  </a:lnTo>
                  <a:lnTo>
                    <a:pt x="859470" y="1639979"/>
                  </a:lnTo>
                  <a:lnTo>
                    <a:pt x="787847" y="1633356"/>
                  </a:lnTo>
                  <a:lnTo>
                    <a:pt x="716225" y="1626690"/>
                  </a:lnTo>
                  <a:lnTo>
                    <a:pt x="644602" y="1619981"/>
                  </a:lnTo>
                  <a:lnTo>
                    <a:pt x="572980" y="1613230"/>
                  </a:lnTo>
                  <a:lnTo>
                    <a:pt x="501357" y="1606434"/>
                  </a:lnTo>
                  <a:lnTo>
                    <a:pt x="429735" y="1599596"/>
                  </a:lnTo>
                  <a:lnTo>
                    <a:pt x="358112" y="1592713"/>
                  </a:lnTo>
                  <a:lnTo>
                    <a:pt x="286490" y="1585786"/>
                  </a:lnTo>
                  <a:lnTo>
                    <a:pt x="214867" y="1578815"/>
                  </a:lnTo>
                  <a:lnTo>
                    <a:pt x="143245" y="1571798"/>
                  </a:lnTo>
                  <a:lnTo>
                    <a:pt x="71622" y="1564737"/>
                  </a:lnTo>
                  <a:lnTo>
                    <a:pt x="0" y="155763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885955"/>
              <a:ext cx="7090630" cy="2080399"/>
            </a:xfrm>
            <a:custGeom>
              <a:avLst/>
              <a:pathLst>
                <a:path w="7090630" h="2080399">
                  <a:moveTo>
                    <a:pt x="0" y="0"/>
                  </a:moveTo>
                  <a:lnTo>
                    <a:pt x="71622" y="67026"/>
                  </a:lnTo>
                  <a:lnTo>
                    <a:pt x="143245" y="132371"/>
                  </a:lnTo>
                  <a:lnTo>
                    <a:pt x="214867" y="196077"/>
                  </a:lnTo>
                  <a:lnTo>
                    <a:pt x="286490" y="258184"/>
                  </a:lnTo>
                  <a:lnTo>
                    <a:pt x="358112" y="318732"/>
                  </a:lnTo>
                  <a:lnTo>
                    <a:pt x="429735" y="377761"/>
                  </a:lnTo>
                  <a:lnTo>
                    <a:pt x="501357" y="435310"/>
                  </a:lnTo>
                  <a:lnTo>
                    <a:pt x="572980" y="491414"/>
                  </a:lnTo>
                  <a:lnTo>
                    <a:pt x="644602" y="546110"/>
                  </a:lnTo>
                  <a:lnTo>
                    <a:pt x="716225" y="599434"/>
                  </a:lnTo>
                  <a:lnTo>
                    <a:pt x="787847" y="651420"/>
                  </a:lnTo>
                  <a:lnTo>
                    <a:pt x="859470" y="702102"/>
                  </a:lnTo>
                  <a:lnTo>
                    <a:pt x="931092" y="751512"/>
                  </a:lnTo>
                  <a:lnTo>
                    <a:pt x="1002715" y="799682"/>
                  </a:lnTo>
                  <a:lnTo>
                    <a:pt x="1074337" y="846644"/>
                  </a:lnTo>
                  <a:lnTo>
                    <a:pt x="1145960" y="892427"/>
                  </a:lnTo>
                  <a:lnTo>
                    <a:pt x="1217582" y="937061"/>
                  </a:lnTo>
                  <a:lnTo>
                    <a:pt x="1289205" y="980576"/>
                  </a:lnTo>
                  <a:lnTo>
                    <a:pt x="1360827" y="1022998"/>
                  </a:lnTo>
                  <a:lnTo>
                    <a:pt x="1432450" y="1064357"/>
                  </a:lnTo>
                  <a:lnTo>
                    <a:pt x="1504073" y="1104677"/>
                  </a:lnTo>
                  <a:lnTo>
                    <a:pt x="1575695" y="1143986"/>
                  </a:lnTo>
                  <a:lnTo>
                    <a:pt x="1647318" y="1182308"/>
                  </a:lnTo>
                  <a:lnTo>
                    <a:pt x="1718940" y="1219669"/>
                  </a:lnTo>
                  <a:lnTo>
                    <a:pt x="1790563" y="1256093"/>
                  </a:lnTo>
                  <a:lnTo>
                    <a:pt x="1862185" y="1291602"/>
                  </a:lnTo>
                  <a:lnTo>
                    <a:pt x="1933808" y="1326221"/>
                  </a:lnTo>
                  <a:lnTo>
                    <a:pt x="2005430" y="1359971"/>
                  </a:lnTo>
                  <a:lnTo>
                    <a:pt x="2077053" y="1392874"/>
                  </a:lnTo>
                  <a:lnTo>
                    <a:pt x="2148675" y="1424951"/>
                  </a:lnTo>
                  <a:lnTo>
                    <a:pt x="2220298" y="1456224"/>
                  </a:lnTo>
                  <a:lnTo>
                    <a:pt x="2291920" y="1486712"/>
                  </a:lnTo>
                  <a:lnTo>
                    <a:pt x="2363543" y="1516435"/>
                  </a:lnTo>
                  <a:lnTo>
                    <a:pt x="2435165" y="1545412"/>
                  </a:lnTo>
                  <a:lnTo>
                    <a:pt x="2506788" y="1573662"/>
                  </a:lnTo>
                  <a:lnTo>
                    <a:pt x="2578410" y="1601203"/>
                  </a:lnTo>
                  <a:lnTo>
                    <a:pt x="2650033" y="1628053"/>
                  </a:lnTo>
                  <a:lnTo>
                    <a:pt x="2721655" y="1654230"/>
                  </a:lnTo>
                  <a:lnTo>
                    <a:pt x="2793278" y="1679749"/>
                  </a:lnTo>
                  <a:lnTo>
                    <a:pt x="2864901" y="1704629"/>
                  </a:lnTo>
                  <a:lnTo>
                    <a:pt x="2936523" y="1728884"/>
                  </a:lnTo>
                  <a:lnTo>
                    <a:pt x="3008146" y="1752530"/>
                  </a:lnTo>
                  <a:lnTo>
                    <a:pt x="3079768" y="1775584"/>
                  </a:lnTo>
                  <a:lnTo>
                    <a:pt x="3151391" y="1798058"/>
                  </a:lnTo>
                  <a:lnTo>
                    <a:pt x="3223013" y="1819969"/>
                  </a:lnTo>
                  <a:lnTo>
                    <a:pt x="3294636" y="1841330"/>
                  </a:lnTo>
                  <a:lnTo>
                    <a:pt x="3366258" y="1846999"/>
                  </a:lnTo>
                  <a:lnTo>
                    <a:pt x="3437881" y="1852259"/>
                  </a:lnTo>
                  <a:lnTo>
                    <a:pt x="3509503" y="1857485"/>
                  </a:lnTo>
                  <a:lnTo>
                    <a:pt x="3581126" y="1862678"/>
                  </a:lnTo>
                  <a:lnTo>
                    <a:pt x="3652748" y="1867838"/>
                  </a:lnTo>
                  <a:lnTo>
                    <a:pt x="3724371" y="1872965"/>
                  </a:lnTo>
                  <a:lnTo>
                    <a:pt x="3795993" y="1878060"/>
                  </a:lnTo>
                  <a:lnTo>
                    <a:pt x="3867616" y="1883122"/>
                  </a:lnTo>
                  <a:lnTo>
                    <a:pt x="3939238" y="1888151"/>
                  </a:lnTo>
                  <a:lnTo>
                    <a:pt x="4010861" y="1893149"/>
                  </a:lnTo>
                  <a:lnTo>
                    <a:pt x="4082483" y="1898114"/>
                  </a:lnTo>
                  <a:lnTo>
                    <a:pt x="4154106" y="1903048"/>
                  </a:lnTo>
                  <a:lnTo>
                    <a:pt x="4225729" y="1907950"/>
                  </a:lnTo>
                  <a:lnTo>
                    <a:pt x="4297351" y="1912822"/>
                  </a:lnTo>
                  <a:lnTo>
                    <a:pt x="4368974" y="1917662"/>
                  </a:lnTo>
                  <a:lnTo>
                    <a:pt x="4440596" y="1922471"/>
                  </a:lnTo>
                  <a:lnTo>
                    <a:pt x="4512219" y="1927249"/>
                  </a:lnTo>
                  <a:lnTo>
                    <a:pt x="4583841" y="1931997"/>
                  </a:lnTo>
                  <a:lnTo>
                    <a:pt x="4655464" y="1936715"/>
                  </a:lnTo>
                  <a:lnTo>
                    <a:pt x="4727086" y="1941402"/>
                  </a:lnTo>
                  <a:lnTo>
                    <a:pt x="4798709" y="1946060"/>
                  </a:lnTo>
                  <a:lnTo>
                    <a:pt x="4870331" y="1950688"/>
                  </a:lnTo>
                  <a:lnTo>
                    <a:pt x="4941954" y="1955286"/>
                  </a:lnTo>
                  <a:lnTo>
                    <a:pt x="5013576" y="1959855"/>
                  </a:lnTo>
                  <a:lnTo>
                    <a:pt x="5085199" y="1964395"/>
                  </a:lnTo>
                  <a:lnTo>
                    <a:pt x="5156821" y="1968906"/>
                  </a:lnTo>
                  <a:lnTo>
                    <a:pt x="5228444" y="1973388"/>
                  </a:lnTo>
                  <a:lnTo>
                    <a:pt x="5300066" y="1977842"/>
                  </a:lnTo>
                  <a:lnTo>
                    <a:pt x="5371689" y="1982267"/>
                  </a:lnTo>
                  <a:lnTo>
                    <a:pt x="5443311" y="1986664"/>
                  </a:lnTo>
                  <a:lnTo>
                    <a:pt x="5514934" y="1991033"/>
                  </a:lnTo>
                  <a:lnTo>
                    <a:pt x="5586557" y="1995374"/>
                  </a:lnTo>
                  <a:lnTo>
                    <a:pt x="5658179" y="1999687"/>
                  </a:lnTo>
                  <a:lnTo>
                    <a:pt x="5729802" y="2003972"/>
                  </a:lnTo>
                  <a:lnTo>
                    <a:pt x="5801424" y="2008231"/>
                  </a:lnTo>
                  <a:lnTo>
                    <a:pt x="5873047" y="2012462"/>
                  </a:lnTo>
                  <a:lnTo>
                    <a:pt x="5944669" y="2016666"/>
                  </a:lnTo>
                  <a:lnTo>
                    <a:pt x="6016292" y="2020844"/>
                  </a:lnTo>
                  <a:lnTo>
                    <a:pt x="6087914" y="2024994"/>
                  </a:lnTo>
                  <a:lnTo>
                    <a:pt x="6159537" y="2029119"/>
                  </a:lnTo>
                  <a:lnTo>
                    <a:pt x="6231159" y="2033216"/>
                  </a:lnTo>
                  <a:lnTo>
                    <a:pt x="6302782" y="2037288"/>
                  </a:lnTo>
                  <a:lnTo>
                    <a:pt x="6374404" y="2041334"/>
                  </a:lnTo>
                  <a:lnTo>
                    <a:pt x="6446027" y="2045354"/>
                  </a:lnTo>
                  <a:lnTo>
                    <a:pt x="6517649" y="2049348"/>
                  </a:lnTo>
                  <a:lnTo>
                    <a:pt x="6589272" y="2053317"/>
                  </a:lnTo>
                  <a:lnTo>
                    <a:pt x="6660894" y="2057261"/>
                  </a:lnTo>
                  <a:lnTo>
                    <a:pt x="6732517" y="2061179"/>
                  </a:lnTo>
                  <a:lnTo>
                    <a:pt x="6804139" y="2065072"/>
                  </a:lnTo>
                  <a:lnTo>
                    <a:pt x="6875762" y="2068941"/>
                  </a:lnTo>
                  <a:lnTo>
                    <a:pt x="6947385" y="2072784"/>
                  </a:lnTo>
                  <a:lnTo>
                    <a:pt x="7019007" y="2076604"/>
                  </a:lnTo>
                  <a:lnTo>
                    <a:pt x="7090630" y="20803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443586"/>
              <a:ext cx="7090630" cy="897817"/>
            </a:xfrm>
            <a:custGeom>
              <a:avLst/>
              <a:pathLst>
                <a:path w="7090630" h="897817">
                  <a:moveTo>
                    <a:pt x="7090630" y="897817"/>
                  </a:moveTo>
                  <a:lnTo>
                    <a:pt x="7019007" y="892262"/>
                  </a:lnTo>
                  <a:lnTo>
                    <a:pt x="6947385" y="886564"/>
                  </a:lnTo>
                  <a:lnTo>
                    <a:pt x="6875762" y="880719"/>
                  </a:lnTo>
                  <a:lnTo>
                    <a:pt x="6804139" y="874723"/>
                  </a:lnTo>
                  <a:lnTo>
                    <a:pt x="6732517" y="868574"/>
                  </a:lnTo>
                  <a:lnTo>
                    <a:pt x="6660894" y="862266"/>
                  </a:lnTo>
                  <a:lnTo>
                    <a:pt x="6589272" y="855796"/>
                  </a:lnTo>
                  <a:lnTo>
                    <a:pt x="6517649" y="849159"/>
                  </a:lnTo>
                  <a:lnTo>
                    <a:pt x="6446027" y="842351"/>
                  </a:lnTo>
                  <a:lnTo>
                    <a:pt x="6374404" y="835368"/>
                  </a:lnTo>
                  <a:lnTo>
                    <a:pt x="6302782" y="828206"/>
                  </a:lnTo>
                  <a:lnTo>
                    <a:pt x="6231159" y="820859"/>
                  </a:lnTo>
                  <a:lnTo>
                    <a:pt x="6159537" y="813323"/>
                  </a:lnTo>
                  <a:lnTo>
                    <a:pt x="6087914" y="805593"/>
                  </a:lnTo>
                  <a:lnTo>
                    <a:pt x="6016292" y="797664"/>
                  </a:lnTo>
                  <a:lnTo>
                    <a:pt x="5944669" y="789531"/>
                  </a:lnTo>
                  <a:lnTo>
                    <a:pt x="5873047" y="781189"/>
                  </a:lnTo>
                  <a:lnTo>
                    <a:pt x="5801424" y="772632"/>
                  </a:lnTo>
                  <a:lnTo>
                    <a:pt x="5729802" y="763855"/>
                  </a:lnTo>
                  <a:lnTo>
                    <a:pt x="5658179" y="754851"/>
                  </a:lnTo>
                  <a:lnTo>
                    <a:pt x="5586557" y="745617"/>
                  </a:lnTo>
                  <a:lnTo>
                    <a:pt x="5514934" y="736144"/>
                  </a:lnTo>
                  <a:lnTo>
                    <a:pt x="5443311" y="726428"/>
                  </a:lnTo>
                  <a:lnTo>
                    <a:pt x="5371689" y="716461"/>
                  </a:lnTo>
                  <a:lnTo>
                    <a:pt x="5300066" y="706238"/>
                  </a:lnTo>
                  <a:lnTo>
                    <a:pt x="5228444" y="695752"/>
                  </a:lnTo>
                  <a:lnTo>
                    <a:pt x="5156821" y="684997"/>
                  </a:lnTo>
                  <a:lnTo>
                    <a:pt x="5085199" y="673964"/>
                  </a:lnTo>
                  <a:lnTo>
                    <a:pt x="5013576" y="662647"/>
                  </a:lnTo>
                  <a:lnTo>
                    <a:pt x="4941954" y="651039"/>
                  </a:lnTo>
                  <a:lnTo>
                    <a:pt x="4870331" y="639133"/>
                  </a:lnTo>
                  <a:lnTo>
                    <a:pt x="4798709" y="626919"/>
                  </a:lnTo>
                  <a:lnTo>
                    <a:pt x="4727086" y="614392"/>
                  </a:lnTo>
                  <a:lnTo>
                    <a:pt x="4655464" y="601542"/>
                  </a:lnTo>
                  <a:lnTo>
                    <a:pt x="4583841" y="588361"/>
                  </a:lnTo>
                  <a:lnTo>
                    <a:pt x="4512219" y="574842"/>
                  </a:lnTo>
                  <a:lnTo>
                    <a:pt x="4440596" y="560974"/>
                  </a:lnTo>
                  <a:lnTo>
                    <a:pt x="4368974" y="546749"/>
                  </a:lnTo>
                  <a:lnTo>
                    <a:pt x="4297351" y="532158"/>
                  </a:lnTo>
                  <a:lnTo>
                    <a:pt x="4225729" y="517192"/>
                  </a:lnTo>
                  <a:lnTo>
                    <a:pt x="4154106" y="501840"/>
                  </a:lnTo>
                  <a:lnTo>
                    <a:pt x="4082483" y="486094"/>
                  </a:lnTo>
                  <a:lnTo>
                    <a:pt x="4010861" y="469942"/>
                  </a:lnTo>
                  <a:lnTo>
                    <a:pt x="3939238" y="453374"/>
                  </a:lnTo>
                  <a:lnTo>
                    <a:pt x="3867616" y="436380"/>
                  </a:lnTo>
                  <a:lnTo>
                    <a:pt x="3795993" y="418949"/>
                  </a:lnTo>
                  <a:lnTo>
                    <a:pt x="3724371" y="401069"/>
                  </a:lnTo>
                  <a:lnTo>
                    <a:pt x="3652748" y="382728"/>
                  </a:lnTo>
                  <a:lnTo>
                    <a:pt x="3581126" y="363916"/>
                  </a:lnTo>
                  <a:lnTo>
                    <a:pt x="3509503" y="344620"/>
                  </a:lnTo>
                  <a:lnTo>
                    <a:pt x="3437881" y="324827"/>
                  </a:lnTo>
                  <a:lnTo>
                    <a:pt x="3366258" y="304524"/>
                  </a:lnTo>
                  <a:lnTo>
                    <a:pt x="3294636" y="284074"/>
                  </a:lnTo>
                  <a:lnTo>
                    <a:pt x="3223013" y="278746"/>
                  </a:lnTo>
                  <a:lnTo>
                    <a:pt x="3151391" y="273384"/>
                  </a:lnTo>
                  <a:lnTo>
                    <a:pt x="3079768" y="267987"/>
                  </a:lnTo>
                  <a:lnTo>
                    <a:pt x="3008146" y="262556"/>
                  </a:lnTo>
                  <a:lnTo>
                    <a:pt x="2936523" y="257090"/>
                  </a:lnTo>
                  <a:lnTo>
                    <a:pt x="2864901" y="251589"/>
                  </a:lnTo>
                  <a:lnTo>
                    <a:pt x="2793278" y="246052"/>
                  </a:lnTo>
                  <a:lnTo>
                    <a:pt x="2721655" y="240480"/>
                  </a:lnTo>
                  <a:lnTo>
                    <a:pt x="2650033" y="234873"/>
                  </a:lnTo>
                  <a:lnTo>
                    <a:pt x="2578410" y="229229"/>
                  </a:lnTo>
                  <a:lnTo>
                    <a:pt x="2506788" y="223549"/>
                  </a:lnTo>
                  <a:lnTo>
                    <a:pt x="2435165" y="217832"/>
                  </a:lnTo>
                  <a:lnTo>
                    <a:pt x="2363543" y="212079"/>
                  </a:lnTo>
                  <a:lnTo>
                    <a:pt x="2291920" y="206289"/>
                  </a:lnTo>
                  <a:lnTo>
                    <a:pt x="2220298" y="200461"/>
                  </a:lnTo>
                  <a:lnTo>
                    <a:pt x="2148675" y="194597"/>
                  </a:lnTo>
                  <a:lnTo>
                    <a:pt x="2077053" y="188694"/>
                  </a:lnTo>
                  <a:lnTo>
                    <a:pt x="2005430" y="182754"/>
                  </a:lnTo>
                  <a:lnTo>
                    <a:pt x="1933808" y="176775"/>
                  </a:lnTo>
                  <a:lnTo>
                    <a:pt x="1862185" y="170758"/>
                  </a:lnTo>
                  <a:lnTo>
                    <a:pt x="1790563" y="164703"/>
                  </a:lnTo>
                  <a:lnTo>
                    <a:pt x="1718940" y="158608"/>
                  </a:lnTo>
                  <a:lnTo>
                    <a:pt x="1647318" y="152474"/>
                  </a:lnTo>
                  <a:lnTo>
                    <a:pt x="1575695" y="146301"/>
                  </a:lnTo>
                  <a:lnTo>
                    <a:pt x="1504073" y="140089"/>
                  </a:lnTo>
                  <a:lnTo>
                    <a:pt x="1432450" y="133836"/>
                  </a:lnTo>
                  <a:lnTo>
                    <a:pt x="1360827" y="127544"/>
                  </a:lnTo>
                  <a:lnTo>
                    <a:pt x="1289205" y="121210"/>
                  </a:lnTo>
                  <a:lnTo>
                    <a:pt x="1217582" y="114837"/>
                  </a:lnTo>
                  <a:lnTo>
                    <a:pt x="1145960" y="108422"/>
                  </a:lnTo>
                  <a:lnTo>
                    <a:pt x="1074337" y="101966"/>
                  </a:lnTo>
                  <a:lnTo>
                    <a:pt x="1002715" y="95469"/>
                  </a:lnTo>
                  <a:lnTo>
                    <a:pt x="931092" y="88930"/>
                  </a:lnTo>
                  <a:lnTo>
                    <a:pt x="859470" y="82348"/>
                  </a:lnTo>
                  <a:lnTo>
                    <a:pt x="787847" y="75725"/>
                  </a:lnTo>
                  <a:lnTo>
                    <a:pt x="716225" y="69059"/>
                  </a:lnTo>
                  <a:lnTo>
                    <a:pt x="644602" y="62350"/>
                  </a:lnTo>
                  <a:lnTo>
                    <a:pt x="572980" y="55599"/>
                  </a:lnTo>
                  <a:lnTo>
                    <a:pt x="501357" y="48803"/>
                  </a:lnTo>
                  <a:lnTo>
                    <a:pt x="429735" y="41965"/>
                  </a:lnTo>
                  <a:lnTo>
                    <a:pt x="358112" y="35082"/>
                  </a:lnTo>
                  <a:lnTo>
                    <a:pt x="286490" y="28155"/>
                  </a:lnTo>
                  <a:lnTo>
                    <a:pt x="214867" y="21184"/>
                  </a:lnTo>
                  <a:lnTo>
                    <a:pt x="143245" y="14167"/>
                  </a:lnTo>
                  <a:lnTo>
                    <a:pt x="71622" y="710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832452"/>
              <a:ext cx="7090630" cy="1367666"/>
            </a:xfrm>
            <a:custGeom>
              <a:avLst/>
              <a:pathLst>
                <a:path w="7090630" h="1367666">
                  <a:moveTo>
                    <a:pt x="0" y="0"/>
                  </a:moveTo>
                  <a:lnTo>
                    <a:pt x="71622" y="27218"/>
                  </a:lnTo>
                  <a:lnTo>
                    <a:pt x="143245" y="54007"/>
                  </a:lnTo>
                  <a:lnTo>
                    <a:pt x="214867" y="80374"/>
                  </a:lnTo>
                  <a:lnTo>
                    <a:pt x="286490" y="106324"/>
                  </a:lnTo>
                  <a:lnTo>
                    <a:pt x="358112" y="131865"/>
                  </a:lnTo>
                  <a:lnTo>
                    <a:pt x="429735" y="157003"/>
                  </a:lnTo>
                  <a:lnTo>
                    <a:pt x="501357" y="181744"/>
                  </a:lnTo>
                  <a:lnTo>
                    <a:pt x="572980" y="206095"/>
                  </a:lnTo>
                  <a:lnTo>
                    <a:pt x="644602" y="230061"/>
                  </a:lnTo>
                  <a:lnTo>
                    <a:pt x="716225" y="253649"/>
                  </a:lnTo>
                  <a:lnTo>
                    <a:pt x="787847" y="276865"/>
                  </a:lnTo>
                  <a:lnTo>
                    <a:pt x="859470" y="299715"/>
                  </a:lnTo>
                  <a:lnTo>
                    <a:pt x="931092" y="322204"/>
                  </a:lnTo>
                  <a:lnTo>
                    <a:pt x="1002715" y="344338"/>
                  </a:lnTo>
                  <a:lnTo>
                    <a:pt x="1074337" y="366123"/>
                  </a:lnTo>
                  <a:lnTo>
                    <a:pt x="1145960" y="387564"/>
                  </a:lnTo>
                  <a:lnTo>
                    <a:pt x="1217582" y="408666"/>
                  </a:lnTo>
                  <a:lnTo>
                    <a:pt x="1289205" y="429436"/>
                  </a:lnTo>
                  <a:lnTo>
                    <a:pt x="1360827" y="449878"/>
                  </a:lnTo>
                  <a:lnTo>
                    <a:pt x="1432450" y="469997"/>
                  </a:lnTo>
                  <a:lnTo>
                    <a:pt x="1504073" y="489799"/>
                  </a:lnTo>
                  <a:lnTo>
                    <a:pt x="1575695" y="509288"/>
                  </a:lnTo>
                  <a:lnTo>
                    <a:pt x="1647318" y="528470"/>
                  </a:lnTo>
                  <a:lnTo>
                    <a:pt x="1718940" y="547349"/>
                  </a:lnTo>
                  <a:lnTo>
                    <a:pt x="1790563" y="565930"/>
                  </a:lnTo>
                  <a:lnTo>
                    <a:pt x="1862185" y="584218"/>
                  </a:lnTo>
                  <a:lnTo>
                    <a:pt x="1933808" y="602217"/>
                  </a:lnTo>
                  <a:lnTo>
                    <a:pt x="2005430" y="619933"/>
                  </a:lnTo>
                  <a:lnTo>
                    <a:pt x="2077053" y="637368"/>
                  </a:lnTo>
                  <a:lnTo>
                    <a:pt x="2148675" y="654529"/>
                  </a:lnTo>
                  <a:lnTo>
                    <a:pt x="2220298" y="671419"/>
                  </a:lnTo>
                  <a:lnTo>
                    <a:pt x="2291920" y="688042"/>
                  </a:lnTo>
                  <a:lnTo>
                    <a:pt x="2363543" y="704403"/>
                  </a:lnTo>
                  <a:lnTo>
                    <a:pt x="2435165" y="720505"/>
                  </a:lnTo>
                  <a:lnTo>
                    <a:pt x="2506788" y="736354"/>
                  </a:lnTo>
                  <a:lnTo>
                    <a:pt x="2578410" y="751952"/>
                  </a:lnTo>
                  <a:lnTo>
                    <a:pt x="2650033" y="767305"/>
                  </a:lnTo>
                  <a:lnTo>
                    <a:pt x="2721655" y="782415"/>
                  </a:lnTo>
                  <a:lnTo>
                    <a:pt x="2793278" y="797286"/>
                  </a:lnTo>
                  <a:lnTo>
                    <a:pt x="2864901" y="811923"/>
                  </a:lnTo>
                  <a:lnTo>
                    <a:pt x="2936523" y="826329"/>
                  </a:lnTo>
                  <a:lnTo>
                    <a:pt x="3008146" y="840508"/>
                  </a:lnTo>
                  <a:lnTo>
                    <a:pt x="3079768" y="854462"/>
                  </a:lnTo>
                  <a:lnTo>
                    <a:pt x="3151391" y="868197"/>
                  </a:lnTo>
                  <a:lnTo>
                    <a:pt x="3223013" y="881715"/>
                  </a:lnTo>
                  <a:lnTo>
                    <a:pt x="3294636" y="895019"/>
                  </a:lnTo>
                  <a:lnTo>
                    <a:pt x="3366258" y="908114"/>
                  </a:lnTo>
                  <a:lnTo>
                    <a:pt x="3437881" y="921002"/>
                  </a:lnTo>
                  <a:lnTo>
                    <a:pt x="3509503" y="933687"/>
                  </a:lnTo>
                  <a:lnTo>
                    <a:pt x="3581126" y="946171"/>
                  </a:lnTo>
                  <a:lnTo>
                    <a:pt x="3652748" y="958458"/>
                  </a:lnTo>
                  <a:lnTo>
                    <a:pt x="3724371" y="970552"/>
                  </a:lnTo>
                  <a:lnTo>
                    <a:pt x="3795993" y="982454"/>
                  </a:lnTo>
                  <a:lnTo>
                    <a:pt x="3867616" y="994169"/>
                  </a:lnTo>
                  <a:lnTo>
                    <a:pt x="3939238" y="1005699"/>
                  </a:lnTo>
                  <a:lnTo>
                    <a:pt x="4010861" y="1017047"/>
                  </a:lnTo>
                  <a:lnTo>
                    <a:pt x="4082483" y="1028216"/>
                  </a:lnTo>
                  <a:lnTo>
                    <a:pt x="4154106" y="1039209"/>
                  </a:lnTo>
                  <a:lnTo>
                    <a:pt x="4225729" y="1050028"/>
                  </a:lnTo>
                  <a:lnTo>
                    <a:pt x="4297351" y="1060676"/>
                  </a:lnTo>
                  <a:lnTo>
                    <a:pt x="4368974" y="1071157"/>
                  </a:lnTo>
                  <a:lnTo>
                    <a:pt x="4440596" y="1081471"/>
                  </a:lnTo>
                  <a:lnTo>
                    <a:pt x="4512219" y="1091624"/>
                  </a:lnTo>
                  <a:lnTo>
                    <a:pt x="4583841" y="1101616"/>
                  </a:lnTo>
                  <a:lnTo>
                    <a:pt x="4655464" y="1111450"/>
                  </a:lnTo>
                  <a:lnTo>
                    <a:pt x="4727086" y="1121129"/>
                  </a:lnTo>
                  <a:lnTo>
                    <a:pt x="4798709" y="1130656"/>
                  </a:lnTo>
                  <a:lnTo>
                    <a:pt x="4870331" y="1140032"/>
                  </a:lnTo>
                  <a:lnTo>
                    <a:pt x="4941954" y="1149260"/>
                  </a:lnTo>
                  <a:lnTo>
                    <a:pt x="5013576" y="1158342"/>
                  </a:lnTo>
                  <a:lnTo>
                    <a:pt x="5085199" y="1167281"/>
                  </a:lnTo>
                  <a:lnTo>
                    <a:pt x="5156821" y="1176079"/>
                  </a:lnTo>
                  <a:lnTo>
                    <a:pt x="5228444" y="1184739"/>
                  </a:lnTo>
                  <a:lnTo>
                    <a:pt x="5300066" y="1193261"/>
                  </a:lnTo>
                  <a:lnTo>
                    <a:pt x="5371689" y="1201649"/>
                  </a:lnTo>
                  <a:lnTo>
                    <a:pt x="5443311" y="1209905"/>
                  </a:lnTo>
                  <a:lnTo>
                    <a:pt x="5514934" y="1218030"/>
                  </a:lnTo>
                  <a:lnTo>
                    <a:pt x="5586557" y="1226028"/>
                  </a:lnTo>
                  <a:lnTo>
                    <a:pt x="5658179" y="1233898"/>
                  </a:lnTo>
                  <a:lnTo>
                    <a:pt x="5729802" y="1241645"/>
                  </a:lnTo>
                  <a:lnTo>
                    <a:pt x="5801424" y="1249270"/>
                  </a:lnTo>
                  <a:lnTo>
                    <a:pt x="5873047" y="1256774"/>
                  </a:lnTo>
                  <a:lnTo>
                    <a:pt x="5944669" y="1264160"/>
                  </a:lnTo>
                  <a:lnTo>
                    <a:pt x="6016292" y="1271429"/>
                  </a:lnTo>
                  <a:lnTo>
                    <a:pt x="6087914" y="1278584"/>
                  </a:lnTo>
                  <a:lnTo>
                    <a:pt x="6159537" y="1285625"/>
                  </a:lnTo>
                  <a:lnTo>
                    <a:pt x="6231159" y="1292556"/>
                  </a:lnTo>
                  <a:lnTo>
                    <a:pt x="6302782" y="1299377"/>
                  </a:lnTo>
                  <a:lnTo>
                    <a:pt x="6374404" y="1306090"/>
                  </a:lnTo>
                  <a:lnTo>
                    <a:pt x="6446027" y="1312698"/>
                  </a:lnTo>
                  <a:lnTo>
                    <a:pt x="6517649" y="1319201"/>
                  </a:lnTo>
                  <a:lnTo>
                    <a:pt x="6589272" y="1325602"/>
                  </a:lnTo>
                  <a:lnTo>
                    <a:pt x="6660894" y="1331901"/>
                  </a:lnTo>
                  <a:lnTo>
                    <a:pt x="6732517" y="1338102"/>
                  </a:lnTo>
                  <a:lnTo>
                    <a:pt x="6804139" y="1344204"/>
                  </a:lnTo>
                  <a:lnTo>
                    <a:pt x="6875762" y="1350210"/>
                  </a:lnTo>
                  <a:lnTo>
                    <a:pt x="6947385" y="1356121"/>
                  </a:lnTo>
                  <a:lnTo>
                    <a:pt x="7019007" y="1361939"/>
                  </a:lnTo>
                  <a:lnTo>
                    <a:pt x="7090630" y="136766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1.20 (1.08-1.34), p_Bonf = 0.006 (n = 6)  |  per IQR decline (Δ = 29.5 %): 1.71 (1.24-2.37)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2026-07-22T14:13:20Z</dcterms:modified>
  <cp:category/>
</cp:coreProperties>
</file>