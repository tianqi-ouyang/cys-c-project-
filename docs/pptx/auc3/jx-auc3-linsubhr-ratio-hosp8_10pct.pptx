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45439"/>
            </a:xfrm>
            <a:custGeom>
              <a:avLst/>
              <a:pathLst>
                <a:path w="7090630" h="3345439">
                  <a:moveTo>
                    <a:pt x="256870" y="0"/>
                  </a:moveTo>
                  <a:lnTo>
                    <a:pt x="286490" y="48853"/>
                  </a:lnTo>
                  <a:lnTo>
                    <a:pt x="358112" y="163056"/>
                  </a:lnTo>
                  <a:lnTo>
                    <a:pt x="429735" y="273463"/>
                  </a:lnTo>
                  <a:lnTo>
                    <a:pt x="501357" y="380198"/>
                  </a:lnTo>
                  <a:lnTo>
                    <a:pt x="572980" y="483385"/>
                  </a:lnTo>
                  <a:lnTo>
                    <a:pt x="644602" y="583141"/>
                  </a:lnTo>
                  <a:lnTo>
                    <a:pt x="716225" y="679581"/>
                  </a:lnTo>
                  <a:lnTo>
                    <a:pt x="787847" y="772814"/>
                  </a:lnTo>
                  <a:lnTo>
                    <a:pt x="859470" y="862947"/>
                  </a:lnTo>
                  <a:lnTo>
                    <a:pt x="931092" y="950083"/>
                  </a:lnTo>
                  <a:lnTo>
                    <a:pt x="1002715" y="1034322"/>
                  </a:lnTo>
                  <a:lnTo>
                    <a:pt x="1074337" y="1115761"/>
                  </a:lnTo>
                  <a:lnTo>
                    <a:pt x="1145960" y="1194492"/>
                  </a:lnTo>
                  <a:lnTo>
                    <a:pt x="1217582" y="1270605"/>
                  </a:lnTo>
                  <a:lnTo>
                    <a:pt x="1289205" y="1344188"/>
                  </a:lnTo>
                  <a:lnTo>
                    <a:pt x="1360827" y="1415324"/>
                  </a:lnTo>
                  <a:lnTo>
                    <a:pt x="1432450" y="1484095"/>
                  </a:lnTo>
                  <a:lnTo>
                    <a:pt x="1504073" y="1550579"/>
                  </a:lnTo>
                  <a:lnTo>
                    <a:pt x="1575695" y="1614853"/>
                  </a:lnTo>
                  <a:lnTo>
                    <a:pt x="1647318" y="1676990"/>
                  </a:lnTo>
                  <a:lnTo>
                    <a:pt x="1718940" y="1737061"/>
                  </a:lnTo>
                  <a:lnTo>
                    <a:pt x="1790563" y="1795135"/>
                  </a:lnTo>
                  <a:lnTo>
                    <a:pt x="1862185" y="1851278"/>
                  </a:lnTo>
                  <a:lnTo>
                    <a:pt x="1933808" y="1905554"/>
                  </a:lnTo>
                  <a:lnTo>
                    <a:pt x="2005430" y="1958026"/>
                  </a:lnTo>
                  <a:lnTo>
                    <a:pt x="2077053" y="2008753"/>
                  </a:lnTo>
                  <a:lnTo>
                    <a:pt x="2148675" y="2057794"/>
                  </a:lnTo>
                  <a:lnTo>
                    <a:pt x="2220298" y="2105204"/>
                  </a:lnTo>
                  <a:lnTo>
                    <a:pt x="2291920" y="2151038"/>
                  </a:lnTo>
                  <a:lnTo>
                    <a:pt x="2363543" y="2195348"/>
                  </a:lnTo>
                  <a:lnTo>
                    <a:pt x="2435165" y="2238185"/>
                  </a:lnTo>
                  <a:lnTo>
                    <a:pt x="2506788" y="2279597"/>
                  </a:lnTo>
                  <a:lnTo>
                    <a:pt x="2578410" y="2319633"/>
                  </a:lnTo>
                  <a:lnTo>
                    <a:pt x="2650033" y="2358337"/>
                  </a:lnTo>
                  <a:lnTo>
                    <a:pt x="2721655" y="2395755"/>
                  </a:lnTo>
                  <a:lnTo>
                    <a:pt x="2793278" y="2431928"/>
                  </a:lnTo>
                  <a:lnTo>
                    <a:pt x="2864901" y="2466899"/>
                  </a:lnTo>
                  <a:lnTo>
                    <a:pt x="2936523" y="2500707"/>
                  </a:lnTo>
                  <a:lnTo>
                    <a:pt x="3008146" y="2533391"/>
                  </a:lnTo>
                  <a:lnTo>
                    <a:pt x="3079768" y="2564989"/>
                  </a:lnTo>
                  <a:lnTo>
                    <a:pt x="3151391" y="2595536"/>
                  </a:lnTo>
                  <a:lnTo>
                    <a:pt x="3223013" y="2625067"/>
                  </a:lnTo>
                  <a:lnTo>
                    <a:pt x="3294636" y="2653616"/>
                  </a:lnTo>
                  <a:lnTo>
                    <a:pt x="3366258" y="2650757"/>
                  </a:lnTo>
                  <a:lnTo>
                    <a:pt x="3437881" y="2647131"/>
                  </a:lnTo>
                  <a:lnTo>
                    <a:pt x="3509503" y="2643488"/>
                  </a:lnTo>
                  <a:lnTo>
                    <a:pt x="3581126" y="2639830"/>
                  </a:lnTo>
                  <a:lnTo>
                    <a:pt x="3652748" y="2636155"/>
                  </a:lnTo>
                  <a:lnTo>
                    <a:pt x="3724371" y="2632465"/>
                  </a:lnTo>
                  <a:lnTo>
                    <a:pt x="3795993" y="2628758"/>
                  </a:lnTo>
                  <a:lnTo>
                    <a:pt x="3867616" y="2625036"/>
                  </a:lnTo>
                  <a:lnTo>
                    <a:pt x="3939238" y="2621297"/>
                  </a:lnTo>
                  <a:lnTo>
                    <a:pt x="4010861" y="2617542"/>
                  </a:lnTo>
                  <a:lnTo>
                    <a:pt x="4082483" y="2613771"/>
                  </a:lnTo>
                  <a:lnTo>
                    <a:pt x="4154106" y="2609983"/>
                  </a:lnTo>
                  <a:lnTo>
                    <a:pt x="4225729" y="2606179"/>
                  </a:lnTo>
                  <a:lnTo>
                    <a:pt x="4297351" y="2602358"/>
                  </a:lnTo>
                  <a:lnTo>
                    <a:pt x="4368974" y="2598520"/>
                  </a:lnTo>
                  <a:lnTo>
                    <a:pt x="4440596" y="2594666"/>
                  </a:lnTo>
                  <a:lnTo>
                    <a:pt x="4512219" y="2590795"/>
                  </a:lnTo>
                  <a:lnTo>
                    <a:pt x="4583841" y="2586907"/>
                  </a:lnTo>
                  <a:lnTo>
                    <a:pt x="4655464" y="2583002"/>
                  </a:lnTo>
                  <a:lnTo>
                    <a:pt x="4727086" y="2579081"/>
                  </a:lnTo>
                  <a:lnTo>
                    <a:pt x="4798709" y="2575142"/>
                  </a:lnTo>
                  <a:lnTo>
                    <a:pt x="4870331" y="2571186"/>
                  </a:lnTo>
                  <a:lnTo>
                    <a:pt x="4941954" y="2567213"/>
                  </a:lnTo>
                  <a:lnTo>
                    <a:pt x="5013576" y="2563222"/>
                  </a:lnTo>
                  <a:lnTo>
                    <a:pt x="5085199" y="2559214"/>
                  </a:lnTo>
                  <a:lnTo>
                    <a:pt x="5156821" y="2555189"/>
                  </a:lnTo>
                  <a:lnTo>
                    <a:pt x="5228444" y="2551146"/>
                  </a:lnTo>
                  <a:lnTo>
                    <a:pt x="5300066" y="2547085"/>
                  </a:lnTo>
                  <a:lnTo>
                    <a:pt x="5371689" y="2543007"/>
                  </a:lnTo>
                  <a:lnTo>
                    <a:pt x="5443311" y="2538911"/>
                  </a:lnTo>
                  <a:lnTo>
                    <a:pt x="5514934" y="2534798"/>
                  </a:lnTo>
                  <a:lnTo>
                    <a:pt x="5586557" y="2530666"/>
                  </a:lnTo>
                  <a:lnTo>
                    <a:pt x="5658179" y="2526516"/>
                  </a:lnTo>
                  <a:lnTo>
                    <a:pt x="5729802" y="2522349"/>
                  </a:lnTo>
                  <a:lnTo>
                    <a:pt x="5801424" y="2518163"/>
                  </a:lnTo>
                  <a:lnTo>
                    <a:pt x="5873047" y="2513959"/>
                  </a:lnTo>
                  <a:lnTo>
                    <a:pt x="5944669" y="2509736"/>
                  </a:lnTo>
                  <a:lnTo>
                    <a:pt x="6016292" y="2505495"/>
                  </a:lnTo>
                  <a:lnTo>
                    <a:pt x="6087914" y="2501236"/>
                  </a:lnTo>
                  <a:lnTo>
                    <a:pt x="6159537" y="2496958"/>
                  </a:lnTo>
                  <a:lnTo>
                    <a:pt x="6231159" y="2492662"/>
                  </a:lnTo>
                  <a:lnTo>
                    <a:pt x="6302782" y="2488347"/>
                  </a:lnTo>
                  <a:lnTo>
                    <a:pt x="6374404" y="2484013"/>
                  </a:lnTo>
                  <a:lnTo>
                    <a:pt x="6446027" y="2479660"/>
                  </a:lnTo>
                  <a:lnTo>
                    <a:pt x="6517649" y="2475289"/>
                  </a:lnTo>
                  <a:lnTo>
                    <a:pt x="6589272" y="2470898"/>
                  </a:lnTo>
                  <a:lnTo>
                    <a:pt x="6660894" y="2466488"/>
                  </a:lnTo>
                  <a:lnTo>
                    <a:pt x="6732517" y="2462059"/>
                  </a:lnTo>
                  <a:lnTo>
                    <a:pt x="6804139" y="2457610"/>
                  </a:lnTo>
                  <a:lnTo>
                    <a:pt x="6875762" y="2453143"/>
                  </a:lnTo>
                  <a:lnTo>
                    <a:pt x="6947385" y="2448656"/>
                  </a:lnTo>
                  <a:lnTo>
                    <a:pt x="7019007" y="2444149"/>
                  </a:lnTo>
                  <a:lnTo>
                    <a:pt x="7090630" y="2439623"/>
                  </a:lnTo>
                  <a:lnTo>
                    <a:pt x="7090630" y="3345439"/>
                  </a:lnTo>
                  <a:lnTo>
                    <a:pt x="7019007" y="3340683"/>
                  </a:lnTo>
                  <a:lnTo>
                    <a:pt x="6947385" y="3335762"/>
                  </a:lnTo>
                  <a:lnTo>
                    <a:pt x="6875762" y="3330673"/>
                  </a:lnTo>
                  <a:lnTo>
                    <a:pt x="6804139" y="3325409"/>
                  </a:lnTo>
                  <a:lnTo>
                    <a:pt x="6732517" y="3319963"/>
                  </a:lnTo>
                  <a:lnTo>
                    <a:pt x="6660894" y="3314330"/>
                  </a:lnTo>
                  <a:lnTo>
                    <a:pt x="6589272" y="3308504"/>
                  </a:lnTo>
                  <a:lnTo>
                    <a:pt x="6517649" y="3302477"/>
                  </a:lnTo>
                  <a:lnTo>
                    <a:pt x="6446027" y="3296243"/>
                  </a:lnTo>
                  <a:lnTo>
                    <a:pt x="6374404" y="3289795"/>
                  </a:lnTo>
                  <a:lnTo>
                    <a:pt x="6302782" y="3283124"/>
                  </a:lnTo>
                  <a:lnTo>
                    <a:pt x="6231159" y="3276225"/>
                  </a:lnTo>
                  <a:lnTo>
                    <a:pt x="6159537" y="3269088"/>
                  </a:lnTo>
                  <a:lnTo>
                    <a:pt x="6087914" y="3261705"/>
                  </a:lnTo>
                  <a:lnTo>
                    <a:pt x="6016292" y="3254069"/>
                  </a:lnTo>
                  <a:lnTo>
                    <a:pt x="5944669" y="3246170"/>
                  </a:lnTo>
                  <a:lnTo>
                    <a:pt x="5873047" y="3237999"/>
                  </a:lnTo>
                  <a:lnTo>
                    <a:pt x="5801424" y="3229548"/>
                  </a:lnTo>
                  <a:lnTo>
                    <a:pt x="5729802" y="3220805"/>
                  </a:lnTo>
                  <a:lnTo>
                    <a:pt x="5658179" y="3211762"/>
                  </a:lnTo>
                  <a:lnTo>
                    <a:pt x="5586557" y="3202409"/>
                  </a:lnTo>
                  <a:lnTo>
                    <a:pt x="5514934" y="3192733"/>
                  </a:lnTo>
                  <a:lnTo>
                    <a:pt x="5443311" y="3182724"/>
                  </a:lnTo>
                  <a:lnTo>
                    <a:pt x="5371689" y="3172372"/>
                  </a:lnTo>
                  <a:lnTo>
                    <a:pt x="5300066" y="3161663"/>
                  </a:lnTo>
                  <a:lnTo>
                    <a:pt x="5228444" y="3150586"/>
                  </a:lnTo>
                  <a:lnTo>
                    <a:pt x="5156821" y="3139128"/>
                  </a:lnTo>
                  <a:lnTo>
                    <a:pt x="5085199" y="3127277"/>
                  </a:lnTo>
                  <a:lnTo>
                    <a:pt x="5013576" y="3115017"/>
                  </a:lnTo>
                  <a:lnTo>
                    <a:pt x="4941954" y="3102336"/>
                  </a:lnTo>
                  <a:lnTo>
                    <a:pt x="4870331" y="3089219"/>
                  </a:lnTo>
                  <a:lnTo>
                    <a:pt x="4798709" y="3075650"/>
                  </a:lnTo>
                  <a:lnTo>
                    <a:pt x="4727086" y="3061615"/>
                  </a:lnTo>
                  <a:lnTo>
                    <a:pt x="4655464" y="3047097"/>
                  </a:lnTo>
                  <a:lnTo>
                    <a:pt x="4583841" y="3032080"/>
                  </a:lnTo>
                  <a:lnTo>
                    <a:pt x="4512219" y="3016547"/>
                  </a:lnTo>
                  <a:lnTo>
                    <a:pt x="4440596" y="3000479"/>
                  </a:lnTo>
                  <a:lnTo>
                    <a:pt x="4368974" y="2983859"/>
                  </a:lnTo>
                  <a:lnTo>
                    <a:pt x="4297351" y="2966667"/>
                  </a:lnTo>
                  <a:lnTo>
                    <a:pt x="4225729" y="2948884"/>
                  </a:lnTo>
                  <a:lnTo>
                    <a:pt x="4154106" y="2930489"/>
                  </a:lnTo>
                  <a:lnTo>
                    <a:pt x="4082483" y="2911462"/>
                  </a:lnTo>
                  <a:lnTo>
                    <a:pt x="4010861" y="2891780"/>
                  </a:lnTo>
                  <a:lnTo>
                    <a:pt x="3939238" y="2871422"/>
                  </a:lnTo>
                  <a:lnTo>
                    <a:pt x="3867616" y="2850363"/>
                  </a:lnTo>
                  <a:lnTo>
                    <a:pt x="3795993" y="2828580"/>
                  </a:lnTo>
                  <a:lnTo>
                    <a:pt x="3724371" y="2806048"/>
                  </a:lnTo>
                  <a:lnTo>
                    <a:pt x="3652748" y="2782741"/>
                  </a:lnTo>
                  <a:lnTo>
                    <a:pt x="3581126" y="2758632"/>
                  </a:lnTo>
                  <a:lnTo>
                    <a:pt x="3509503" y="2733695"/>
                  </a:lnTo>
                  <a:lnTo>
                    <a:pt x="3437881" y="2707899"/>
                  </a:lnTo>
                  <a:lnTo>
                    <a:pt x="3366258" y="2681217"/>
                  </a:lnTo>
                  <a:lnTo>
                    <a:pt x="3294636" y="2654368"/>
                  </a:lnTo>
                  <a:lnTo>
                    <a:pt x="3223013" y="2657964"/>
                  </a:lnTo>
                  <a:lnTo>
                    <a:pt x="3151391" y="2661544"/>
                  </a:lnTo>
                  <a:lnTo>
                    <a:pt x="3079768" y="2665108"/>
                  </a:lnTo>
                  <a:lnTo>
                    <a:pt x="3008146" y="2668657"/>
                  </a:lnTo>
                  <a:lnTo>
                    <a:pt x="2936523" y="2672190"/>
                  </a:lnTo>
                  <a:lnTo>
                    <a:pt x="2864901" y="2675708"/>
                  </a:lnTo>
                  <a:lnTo>
                    <a:pt x="2793278" y="2679211"/>
                  </a:lnTo>
                  <a:lnTo>
                    <a:pt x="2721655" y="2682699"/>
                  </a:lnTo>
                  <a:lnTo>
                    <a:pt x="2650033" y="2686172"/>
                  </a:lnTo>
                  <a:lnTo>
                    <a:pt x="2578410" y="2689629"/>
                  </a:lnTo>
                  <a:lnTo>
                    <a:pt x="2506788" y="2693072"/>
                  </a:lnTo>
                  <a:lnTo>
                    <a:pt x="2435165" y="2696499"/>
                  </a:lnTo>
                  <a:lnTo>
                    <a:pt x="2363543" y="2699912"/>
                  </a:lnTo>
                  <a:lnTo>
                    <a:pt x="2291920" y="2703310"/>
                  </a:lnTo>
                  <a:lnTo>
                    <a:pt x="2220298" y="2706693"/>
                  </a:lnTo>
                  <a:lnTo>
                    <a:pt x="2148675" y="2710062"/>
                  </a:lnTo>
                  <a:lnTo>
                    <a:pt x="2077053" y="2713416"/>
                  </a:lnTo>
                  <a:lnTo>
                    <a:pt x="2005430" y="2716755"/>
                  </a:lnTo>
                  <a:lnTo>
                    <a:pt x="1933808" y="2720080"/>
                  </a:lnTo>
                  <a:lnTo>
                    <a:pt x="1862185" y="2723391"/>
                  </a:lnTo>
                  <a:lnTo>
                    <a:pt x="1790563" y="2726687"/>
                  </a:lnTo>
                  <a:lnTo>
                    <a:pt x="1718940" y="2729969"/>
                  </a:lnTo>
                  <a:lnTo>
                    <a:pt x="1647318" y="2733236"/>
                  </a:lnTo>
                  <a:lnTo>
                    <a:pt x="1575695" y="2736490"/>
                  </a:lnTo>
                  <a:lnTo>
                    <a:pt x="1504073" y="2739729"/>
                  </a:lnTo>
                  <a:lnTo>
                    <a:pt x="1432450" y="2742955"/>
                  </a:lnTo>
                  <a:lnTo>
                    <a:pt x="1360827" y="2746166"/>
                  </a:lnTo>
                  <a:lnTo>
                    <a:pt x="1289205" y="2749364"/>
                  </a:lnTo>
                  <a:lnTo>
                    <a:pt x="1217582" y="2752547"/>
                  </a:lnTo>
                  <a:lnTo>
                    <a:pt x="1145960" y="2755717"/>
                  </a:lnTo>
                  <a:lnTo>
                    <a:pt x="1074337" y="2758873"/>
                  </a:lnTo>
                  <a:lnTo>
                    <a:pt x="1002715" y="2762015"/>
                  </a:lnTo>
                  <a:lnTo>
                    <a:pt x="931092" y="2765144"/>
                  </a:lnTo>
                  <a:lnTo>
                    <a:pt x="859470" y="2768259"/>
                  </a:lnTo>
                  <a:lnTo>
                    <a:pt x="787847" y="2771361"/>
                  </a:lnTo>
                  <a:lnTo>
                    <a:pt x="716225" y="2774449"/>
                  </a:lnTo>
                  <a:lnTo>
                    <a:pt x="644602" y="2777524"/>
                  </a:lnTo>
                  <a:lnTo>
                    <a:pt x="572980" y="2780586"/>
                  </a:lnTo>
                  <a:lnTo>
                    <a:pt x="501357" y="2783634"/>
                  </a:lnTo>
                  <a:lnTo>
                    <a:pt x="429735" y="2786669"/>
                  </a:lnTo>
                  <a:lnTo>
                    <a:pt x="358112" y="2789691"/>
                  </a:lnTo>
                  <a:lnTo>
                    <a:pt x="286490" y="2792699"/>
                  </a:lnTo>
                  <a:lnTo>
                    <a:pt x="214867" y="2795695"/>
                  </a:lnTo>
                  <a:lnTo>
                    <a:pt x="143245" y="2798678"/>
                  </a:lnTo>
                  <a:lnTo>
                    <a:pt x="71622" y="2801648"/>
                  </a:lnTo>
                  <a:lnTo>
                    <a:pt x="0" y="280460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428919" y="2073503"/>
              <a:ext cx="6833759" cy="2653616"/>
            </a:xfrm>
            <a:custGeom>
              <a:avLst/>
              <a:pathLst>
                <a:path w="6833759" h="2653616">
                  <a:moveTo>
                    <a:pt x="0" y="0"/>
                  </a:moveTo>
                  <a:lnTo>
                    <a:pt x="29619" y="48853"/>
                  </a:lnTo>
                  <a:lnTo>
                    <a:pt x="101242" y="163056"/>
                  </a:lnTo>
                  <a:lnTo>
                    <a:pt x="172864" y="273463"/>
                  </a:lnTo>
                  <a:lnTo>
                    <a:pt x="244487" y="380198"/>
                  </a:lnTo>
                  <a:lnTo>
                    <a:pt x="316109" y="483385"/>
                  </a:lnTo>
                  <a:lnTo>
                    <a:pt x="387732" y="583141"/>
                  </a:lnTo>
                  <a:lnTo>
                    <a:pt x="459354" y="679581"/>
                  </a:lnTo>
                  <a:lnTo>
                    <a:pt x="530977" y="772814"/>
                  </a:lnTo>
                  <a:lnTo>
                    <a:pt x="602599" y="862947"/>
                  </a:lnTo>
                  <a:lnTo>
                    <a:pt x="674222" y="950083"/>
                  </a:lnTo>
                  <a:lnTo>
                    <a:pt x="745844" y="1034322"/>
                  </a:lnTo>
                  <a:lnTo>
                    <a:pt x="817467" y="1115761"/>
                  </a:lnTo>
                  <a:lnTo>
                    <a:pt x="889089" y="1194492"/>
                  </a:lnTo>
                  <a:lnTo>
                    <a:pt x="960712" y="1270605"/>
                  </a:lnTo>
                  <a:lnTo>
                    <a:pt x="1032335" y="1344188"/>
                  </a:lnTo>
                  <a:lnTo>
                    <a:pt x="1103957" y="1415324"/>
                  </a:lnTo>
                  <a:lnTo>
                    <a:pt x="1175580" y="1484095"/>
                  </a:lnTo>
                  <a:lnTo>
                    <a:pt x="1247202" y="1550579"/>
                  </a:lnTo>
                  <a:lnTo>
                    <a:pt x="1318825" y="1614853"/>
                  </a:lnTo>
                  <a:lnTo>
                    <a:pt x="1390447" y="1676990"/>
                  </a:lnTo>
                  <a:lnTo>
                    <a:pt x="1462070" y="1737061"/>
                  </a:lnTo>
                  <a:lnTo>
                    <a:pt x="1533692" y="1795135"/>
                  </a:lnTo>
                  <a:lnTo>
                    <a:pt x="1605315" y="1851278"/>
                  </a:lnTo>
                  <a:lnTo>
                    <a:pt x="1676937" y="1905554"/>
                  </a:lnTo>
                  <a:lnTo>
                    <a:pt x="1748560" y="1958026"/>
                  </a:lnTo>
                  <a:lnTo>
                    <a:pt x="1820182" y="2008753"/>
                  </a:lnTo>
                  <a:lnTo>
                    <a:pt x="1891805" y="2057794"/>
                  </a:lnTo>
                  <a:lnTo>
                    <a:pt x="1963427" y="2105204"/>
                  </a:lnTo>
                  <a:lnTo>
                    <a:pt x="2035050" y="2151038"/>
                  </a:lnTo>
                  <a:lnTo>
                    <a:pt x="2106672" y="2195348"/>
                  </a:lnTo>
                  <a:lnTo>
                    <a:pt x="2178295" y="2238185"/>
                  </a:lnTo>
                  <a:lnTo>
                    <a:pt x="2249917" y="2279597"/>
                  </a:lnTo>
                  <a:lnTo>
                    <a:pt x="2321540" y="2319633"/>
                  </a:lnTo>
                  <a:lnTo>
                    <a:pt x="2393162" y="2358337"/>
                  </a:lnTo>
                  <a:lnTo>
                    <a:pt x="2464785" y="2395755"/>
                  </a:lnTo>
                  <a:lnTo>
                    <a:pt x="2536408" y="2431928"/>
                  </a:lnTo>
                  <a:lnTo>
                    <a:pt x="2608030" y="2466899"/>
                  </a:lnTo>
                  <a:lnTo>
                    <a:pt x="2679653" y="2500707"/>
                  </a:lnTo>
                  <a:lnTo>
                    <a:pt x="2751275" y="2533391"/>
                  </a:lnTo>
                  <a:lnTo>
                    <a:pt x="2822898" y="2564989"/>
                  </a:lnTo>
                  <a:lnTo>
                    <a:pt x="2894520" y="2595536"/>
                  </a:lnTo>
                  <a:lnTo>
                    <a:pt x="2966143" y="2625067"/>
                  </a:lnTo>
                  <a:lnTo>
                    <a:pt x="3037765" y="2653616"/>
                  </a:lnTo>
                  <a:lnTo>
                    <a:pt x="3109388" y="2650757"/>
                  </a:lnTo>
                  <a:lnTo>
                    <a:pt x="3181010" y="2647131"/>
                  </a:lnTo>
                  <a:lnTo>
                    <a:pt x="3252633" y="2643488"/>
                  </a:lnTo>
                  <a:lnTo>
                    <a:pt x="3324255" y="2639830"/>
                  </a:lnTo>
                  <a:lnTo>
                    <a:pt x="3395878" y="2636155"/>
                  </a:lnTo>
                  <a:lnTo>
                    <a:pt x="3467500" y="2632465"/>
                  </a:lnTo>
                  <a:lnTo>
                    <a:pt x="3539123" y="2628758"/>
                  </a:lnTo>
                  <a:lnTo>
                    <a:pt x="3610745" y="2625036"/>
                  </a:lnTo>
                  <a:lnTo>
                    <a:pt x="3682368" y="2621297"/>
                  </a:lnTo>
                  <a:lnTo>
                    <a:pt x="3753990" y="2617542"/>
                  </a:lnTo>
                  <a:lnTo>
                    <a:pt x="3825613" y="2613771"/>
                  </a:lnTo>
                  <a:lnTo>
                    <a:pt x="3897236" y="2609983"/>
                  </a:lnTo>
                  <a:lnTo>
                    <a:pt x="3968858" y="2606179"/>
                  </a:lnTo>
                  <a:lnTo>
                    <a:pt x="4040481" y="2602358"/>
                  </a:lnTo>
                  <a:lnTo>
                    <a:pt x="4112103" y="2598520"/>
                  </a:lnTo>
                  <a:lnTo>
                    <a:pt x="4183726" y="2594666"/>
                  </a:lnTo>
                  <a:lnTo>
                    <a:pt x="4255348" y="2590795"/>
                  </a:lnTo>
                  <a:lnTo>
                    <a:pt x="4326971" y="2586907"/>
                  </a:lnTo>
                  <a:lnTo>
                    <a:pt x="4398593" y="2583002"/>
                  </a:lnTo>
                  <a:lnTo>
                    <a:pt x="4470216" y="2579081"/>
                  </a:lnTo>
                  <a:lnTo>
                    <a:pt x="4541838" y="2575142"/>
                  </a:lnTo>
                  <a:lnTo>
                    <a:pt x="4613461" y="2571186"/>
                  </a:lnTo>
                  <a:lnTo>
                    <a:pt x="4685083" y="2567213"/>
                  </a:lnTo>
                  <a:lnTo>
                    <a:pt x="4756706" y="2563222"/>
                  </a:lnTo>
                  <a:lnTo>
                    <a:pt x="4828328" y="2559214"/>
                  </a:lnTo>
                  <a:lnTo>
                    <a:pt x="4899951" y="2555189"/>
                  </a:lnTo>
                  <a:lnTo>
                    <a:pt x="4971573" y="2551146"/>
                  </a:lnTo>
                  <a:lnTo>
                    <a:pt x="5043196" y="2547085"/>
                  </a:lnTo>
                  <a:lnTo>
                    <a:pt x="5114818" y="2543007"/>
                  </a:lnTo>
                  <a:lnTo>
                    <a:pt x="5186441" y="2538911"/>
                  </a:lnTo>
                  <a:lnTo>
                    <a:pt x="5258064" y="2534798"/>
                  </a:lnTo>
                  <a:lnTo>
                    <a:pt x="5329686" y="2530666"/>
                  </a:lnTo>
                  <a:lnTo>
                    <a:pt x="5401309" y="2526516"/>
                  </a:lnTo>
                  <a:lnTo>
                    <a:pt x="5472931" y="2522349"/>
                  </a:lnTo>
                  <a:lnTo>
                    <a:pt x="5544554" y="2518163"/>
                  </a:lnTo>
                  <a:lnTo>
                    <a:pt x="5616176" y="2513959"/>
                  </a:lnTo>
                  <a:lnTo>
                    <a:pt x="5687799" y="2509736"/>
                  </a:lnTo>
                  <a:lnTo>
                    <a:pt x="5759421" y="2505495"/>
                  </a:lnTo>
                  <a:lnTo>
                    <a:pt x="5831044" y="2501236"/>
                  </a:lnTo>
                  <a:lnTo>
                    <a:pt x="5902666" y="2496958"/>
                  </a:lnTo>
                  <a:lnTo>
                    <a:pt x="5974289" y="2492662"/>
                  </a:lnTo>
                  <a:lnTo>
                    <a:pt x="6045911" y="2488347"/>
                  </a:lnTo>
                  <a:lnTo>
                    <a:pt x="6117534" y="2484013"/>
                  </a:lnTo>
                  <a:lnTo>
                    <a:pt x="6189156" y="2479660"/>
                  </a:lnTo>
                  <a:lnTo>
                    <a:pt x="6260779" y="2475289"/>
                  </a:lnTo>
                  <a:lnTo>
                    <a:pt x="6332401" y="2470898"/>
                  </a:lnTo>
                  <a:lnTo>
                    <a:pt x="6404024" y="2466488"/>
                  </a:lnTo>
                  <a:lnTo>
                    <a:pt x="6475646" y="2462059"/>
                  </a:lnTo>
                  <a:lnTo>
                    <a:pt x="6547269" y="2457610"/>
                  </a:lnTo>
                  <a:lnTo>
                    <a:pt x="6618892" y="2453143"/>
                  </a:lnTo>
                  <a:lnTo>
                    <a:pt x="6690514" y="2448656"/>
                  </a:lnTo>
                  <a:lnTo>
                    <a:pt x="6762137" y="2444149"/>
                  </a:lnTo>
                  <a:lnTo>
                    <a:pt x="6833759" y="24396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27871"/>
              <a:ext cx="7090630" cy="691070"/>
            </a:xfrm>
            <a:custGeom>
              <a:avLst/>
              <a:pathLst>
                <a:path w="7090630" h="691070">
                  <a:moveTo>
                    <a:pt x="7090630" y="691070"/>
                  </a:moveTo>
                  <a:lnTo>
                    <a:pt x="7019007" y="686314"/>
                  </a:lnTo>
                  <a:lnTo>
                    <a:pt x="6947385" y="681394"/>
                  </a:lnTo>
                  <a:lnTo>
                    <a:pt x="6875762" y="676304"/>
                  </a:lnTo>
                  <a:lnTo>
                    <a:pt x="6804139" y="671040"/>
                  </a:lnTo>
                  <a:lnTo>
                    <a:pt x="6732517" y="665594"/>
                  </a:lnTo>
                  <a:lnTo>
                    <a:pt x="6660894" y="659962"/>
                  </a:lnTo>
                  <a:lnTo>
                    <a:pt x="6589272" y="654135"/>
                  </a:lnTo>
                  <a:lnTo>
                    <a:pt x="6517649" y="648108"/>
                  </a:lnTo>
                  <a:lnTo>
                    <a:pt x="6446027" y="641874"/>
                  </a:lnTo>
                  <a:lnTo>
                    <a:pt x="6374404" y="635426"/>
                  </a:lnTo>
                  <a:lnTo>
                    <a:pt x="6302782" y="628755"/>
                  </a:lnTo>
                  <a:lnTo>
                    <a:pt x="6231159" y="621856"/>
                  </a:lnTo>
                  <a:lnTo>
                    <a:pt x="6159537" y="614719"/>
                  </a:lnTo>
                  <a:lnTo>
                    <a:pt x="6087914" y="607336"/>
                  </a:lnTo>
                  <a:lnTo>
                    <a:pt x="6016292" y="599700"/>
                  </a:lnTo>
                  <a:lnTo>
                    <a:pt x="5944669" y="591801"/>
                  </a:lnTo>
                  <a:lnTo>
                    <a:pt x="5873047" y="583630"/>
                  </a:lnTo>
                  <a:lnTo>
                    <a:pt x="5801424" y="575179"/>
                  </a:lnTo>
                  <a:lnTo>
                    <a:pt x="5729802" y="566436"/>
                  </a:lnTo>
                  <a:lnTo>
                    <a:pt x="5658179" y="557393"/>
                  </a:lnTo>
                  <a:lnTo>
                    <a:pt x="5586557" y="548040"/>
                  </a:lnTo>
                  <a:lnTo>
                    <a:pt x="5514934" y="538364"/>
                  </a:lnTo>
                  <a:lnTo>
                    <a:pt x="5443311" y="528356"/>
                  </a:lnTo>
                  <a:lnTo>
                    <a:pt x="5371689" y="518003"/>
                  </a:lnTo>
                  <a:lnTo>
                    <a:pt x="5300066" y="507294"/>
                  </a:lnTo>
                  <a:lnTo>
                    <a:pt x="5228444" y="496217"/>
                  </a:lnTo>
                  <a:lnTo>
                    <a:pt x="5156821" y="484760"/>
                  </a:lnTo>
                  <a:lnTo>
                    <a:pt x="5085199" y="472908"/>
                  </a:lnTo>
                  <a:lnTo>
                    <a:pt x="5013576" y="460648"/>
                  </a:lnTo>
                  <a:lnTo>
                    <a:pt x="4941954" y="447967"/>
                  </a:lnTo>
                  <a:lnTo>
                    <a:pt x="4870331" y="434850"/>
                  </a:lnTo>
                  <a:lnTo>
                    <a:pt x="4798709" y="421281"/>
                  </a:lnTo>
                  <a:lnTo>
                    <a:pt x="4727086" y="407246"/>
                  </a:lnTo>
                  <a:lnTo>
                    <a:pt x="4655464" y="392729"/>
                  </a:lnTo>
                  <a:lnTo>
                    <a:pt x="4583841" y="377712"/>
                  </a:lnTo>
                  <a:lnTo>
                    <a:pt x="4512219" y="362178"/>
                  </a:lnTo>
                  <a:lnTo>
                    <a:pt x="4440596" y="346110"/>
                  </a:lnTo>
                  <a:lnTo>
                    <a:pt x="4368974" y="329490"/>
                  </a:lnTo>
                  <a:lnTo>
                    <a:pt x="4297351" y="312298"/>
                  </a:lnTo>
                  <a:lnTo>
                    <a:pt x="4225729" y="294515"/>
                  </a:lnTo>
                  <a:lnTo>
                    <a:pt x="4154106" y="276120"/>
                  </a:lnTo>
                  <a:lnTo>
                    <a:pt x="4082483" y="257093"/>
                  </a:lnTo>
                  <a:lnTo>
                    <a:pt x="4010861" y="237411"/>
                  </a:lnTo>
                  <a:lnTo>
                    <a:pt x="3939238" y="217053"/>
                  </a:lnTo>
                  <a:lnTo>
                    <a:pt x="3867616" y="195994"/>
                  </a:lnTo>
                  <a:lnTo>
                    <a:pt x="3795993" y="174211"/>
                  </a:lnTo>
                  <a:lnTo>
                    <a:pt x="3724371" y="151679"/>
                  </a:lnTo>
                  <a:lnTo>
                    <a:pt x="3652748" y="128372"/>
                  </a:lnTo>
                  <a:lnTo>
                    <a:pt x="3581126" y="104263"/>
                  </a:lnTo>
                  <a:lnTo>
                    <a:pt x="3509503" y="79326"/>
                  </a:lnTo>
                  <a:lnTo>
                    <a:pt x="3437881" y="53530"/>
                  </a:lnTo>
                  <a:lnTo>
                    <a:pt x="3366258" y="26848"/>
                  </a:lnTo>
                  <a:lnTo>
                    <a:pt x="3294636" y="0"/>
                  </a:lnTo>
                  <a:lnTo>
                    <a:pt x="3223013" y="3595"/>
                  </a:lnTo>
                  <a:lnTo>
                    <a:pt x="3151391" y="7175"/>
                  </a:lnTo>
                  <a:lnTo>
                    <a:pt x="3079768" y="10739"/>
                  </a:lnTo>
                  <a:lnTo>
                    <a:pt x="3008146" y="14288"/>
                  </a:lnTo>
                  <a:lnTo>
                    <a:pt x="2936523" y="17821"/>
                  </a:lnTo>
                  <a:lnTo>
                    <a:pt x="2864901" y="21339"/>
                  </a:lnTo>
                  <a:lnTo>
                    <a:pt x="2793278" y="24842"/>
                  </a:lnTo>
                  <a:lnTo>
                    <a:pt x="2721655" y="28330"/>
                  </a:lnTo>
                  <a:lnTo>
                    <a:pt x="2650033" y="31803"/>
                  </a:lnTo>
                  <a:lnTo>
                    <a:pt x="2578410" y="35260"/>
                  </a:lnTo>
                  <a:lnTo>
                    <a:pt x="2506788" y="38703"/>
                  </a:lnTo>
                  <a:lnTo>
                    <a:pt x="2435165" y="42130"/>
                  </a:lnTo>
                  <a:lnTo>
                    <a:pt x="2363543" y="45543"/>
                  </a:lnTo>
                  <a:lnTo>
                    <a:pt x="2291920" y="48941"/>
                  </a:lnTo>
                  <a:lnTo>
                    <a:pt x="2220298" y="52324"/>
                  </a:lnTo>
                  <a:lnTo>
                    <a:pt x="2148675" y="55693"/>
                  </a:lnTo>
                  <a:lnTo>
                    <a:pt x="2077053" y="59047"/>
                  </a:lnTo>
                  <a:lnTo>
                    <a:pt x="2005430" y="62386"/>
                  </a:lnTo>
                  <a:lnTo>
                    <a:pt x="1933808" y="65711"/>
                  </a:lnTo>
                  <a:lnTo>
                    <a:pt x="1862185" y="69022"/>
                  </a:lnTo>
                  <a:lnTo>
                    <a:pt x="1790563" y="72318"/>
                  </a:lnTo>
                  <a:lnTo>
                    <a:pt x="1718940" y="75600"/>
                  </a:lnTo>
                  <a:lnTo>
                    <a:pt x="1647318" y="78867"/>
                  </a:lnTo>
                  <a:lnTo>
                    <a:pt x="1575695" y="82121"/>
                  </a:lnTo>
                  <a:lnTo>
                    <a:pt x="1504073" y="85360"/>
                  </a:lnTo>
                  <a:lnTo>
                    <a:pt x="1432450" y="88586"/>
                  </a:lnTo>
                  <a:lnTo>
                    <a:pt x="1360827" y="91797"/>
                  </a:lnTo>
                  <a:lnTo>
                    <a:pt x="1289205" y="94995"/>
                  </a:lnTo>
                  <a:lnTo>
                    <a:pt x="1217582" y="98178"/>
                  </a:lnTo>
                  <a:lnTo>
                    <a:pt x="1145960" y="101348"/>
                  </a:lnTo>
                  <a:lnTo>
                    <a:pt x="1074337" y="104504"/>
                  </a:lnTo>
                  <a:lnTo>
                    <a:pt x="1002715" y="107646"/>
                  </a:lnTo>
                  <a:lnTo>
                    <a:pt x="931092" y="110775"/>
                  </a:lnTo>
                  <a:lnTo>
                    <a:pt x="859470" y="113890"/>
                  </a:lnTo>
                  <a:lnTo>
                    <a:pt x="787847" y="116992"/>
                  </a:lnTo>
                  <a:lnTo>
                    <a:pt x="716225" y="120080"/>
                  </a:lnTo>
                  <a:lnTo>
                    <a:pt x="644602" y="123155"/>
                  </a:lnTo>
                  <a:lnTo>
                    <a:pt x="572980" y="126217"/>
                  </a:lnTo>
                  <a:lnTo>
                    <a:pt x="501357" y="129265"/>
                  </a:lnTo>
                  <a:lnTo>
                    <a:pt x="429735" y="132300"/>
                  </a:lnTo>
                  <a:lnTo>
                    <a:pt x="358112" y="135322"/>
                  </a:lnTo>
                  <a:lnTo>
                    <a:pt x="286490" y="138330"/>
                  </a:lnTo>
                  <a:lnTo>
                    <a:pt x="214867" y="141326"/>
                  </a:lnTo>
                  <a:lnTo>
                    <a:pt x="143245" y="144309"/>
                  </a:lnTo>
                  <a:lnTo>
                    <a:pt x="71622" y="147279"/>
                  </a:lnTo>
                  <a:lnTo>
                    <a:pt x="0" y="1502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923044"/>
              <a:ext cx="7090630" cy="1254192"/>
            </a:xfrm>
            <a:custGeom>
              <a:avLst/>
              <a:pathLst>
                <a:path w="7090630" h="1254192">
                  <a:moveTo>
                    <a:pt x="0" y="0"/>
                  </a:moveTo>
                  <a:lnTo>
                    <a:pt x="71622" y="23902"/>
                  </a:lnTo>
                  <a:lnTo>
                    <a:pt x="143245" y="47455"/>
                  </a:lnTo>
                  <a:lnTo>
                    <a:pt x="214867" y="70663"/>
                  </a:lnTo>
                  <a:lnTo>
                    <a:pt x="286490" y="93532"/>
                  </a:lnTo>
                  <a:lnTo>
                    <a:pt x="358112" y="116067"/>
                  </a:lnTo>
                  <a:lnTo>
                    <a:pt x="429735" y="138272"/>
                  </a:lnTo>
                  <a:lnTo>
                    <a:pt x="501357" y="160152"/>
                  </a:lnTo>
                  <a:lnTo>
                    <a:pt x="572980" y="181712"/>
                  </a:lnTo>
                  <a:lnTo>
                    <a:pt x="644602" y="202957"/>
                  </a:lnTo>
                  <a:lnTo>
                    <a:pt x="716225" y="223891"/>
                  </a:lnTo>
                  <a:lnTo>
                    <a:pt x="787847" y="244519"/>
                  </a:lnTo>
                  <a:lnTo>
                    <a:pt x="859470" y="264845"/>
                  </a:lnTo>
                  <a:lnTo>
                    <a:pt x="931092" y="284873"/>
                  </a:lnTo>
                  <a:lnTo>
                    <a:pt x="1002715" y="304609"/>
                  </a:lnTo>
                  <a:lnTo>
                    <a:pt x="1074337" y="324056"/>
                  </a:lnTo>
                  <a:lnTo>
                    <a:pt x="1145960" y="343219"/>
                  </a:lnTo>
                  <a:lnTo>
                    <a:pt x="1217582" y="362102"/>
                  </a:lnTo>
                  <a:lnTo>
                    <a:pt x="1289205" y="380708"/>
                  </a:lnTo>
                  <a:lnTo>
                    <a:pt x="1360827" y="399042"/>
                  </a:lnTo>
                  <a:lnTo>
                    <a:pt x="1432450" y="417108"/>
                  </a:lnTo>
                  <a:lnTo>
                    <a:pt x="1504073" y="434910"/>
                  </a:lnTo>
                  <a:lnTo>
                    <a:pt x="1575695" y="452451"/>
                  </a:lnTo>
                  <a:lnTo>
                    <a:pt x="1647318" y="469736"/>
                  </a:lnTo>
                  <a:lnTo>
                    <a:pt x="1718940" y="486768"/>
                  </a:lnTo>
                  <a:lnTo>
                    <a:pt x="1790563" y="503551"/>
                  </a:lnTo>
                  <a:lnTo>
                    <a:pt x="1862185" y="520088"/>
                  </a:lnTo>
                  <a:lnTo>
                    <a:pt x="1933808" y="536384"/>
                  </a:lnTo>
                  <a:lnTo>
                    <a:pt x="2005430" y="552441"/>
                  </a:lnTo>
                  <a:lnTo>
                    <a:pt x="2077053" y="568263"/>
                  </a:lnTo>
                  <a:lnTo>
                    <a:pt x="2148675" y="583854"/>
                  </a:lnTo>
                  <a:lnTo>
                    <a:pt x="2220298" y="599217"/>
                  </a:lnTo>
                  <a:lnTo>
                    <a:pt x="2291920" y="614355"/>
                  </a:lnTo>
                  <a:lnTo>
                    <a:pt x="2363543" y="629272"/>
                  </a:lnTo>
                  <a:lnTo>
                    <a:pt x="2435165" y="643970"/>
                  </a:lnTo>
                  <a:lnTo>
                    <a:pt x="2506788" y="658454"/>
                  </a:lnTo>
                  <a:lnTo>
                    <a:pt x="2578410" y="672726"/>
                  </a:lnTo>
                  <a:lnTo>
                    <a:pt x="2650033" y="686789"/>
                  </a:lnTo>
                  <a:lnTo>
                    <a:pt x="2721655" y="700646"/>
                  </a:lnTo>
                  <a:lnTo>
                    <a:pt x="2793278" y="714301"/>
                  </a:lnTo>
                  <a:lnTo>
                    <a:pt x="2864901" y="727755"/>
                  </a:lnTo>
                  <a:lnTo>
                    <a:pt x="2936523" y="741014"/>
                  </a:lnTo>
                  <a:lnTo>
                    <a:pt x="3008146" y="754078"/>
                  </a:lnTo>
                  <a:lnTo>
                    <a:pt x="3079768" y="766951"/>
                  </a:lnTo>
                  <a:lnTo>
                    <a:pt x="3151391" y="779636"/>
                  </a:lnTo>
                  <a:lnTo>
                    <a:pt x="3223013" y="792135"/>
                  </a:lnTo>
                  <a:lnTo>
                    <a:pt x="3294636" y="804451"/>
                  </a:lnTo>
                  <a:lnTo>
                    <a:pt x="3366258" y="816588"/>
                  </a:lnTo>
                  <a:lnTo>
                    <a:pt x="3437881" y="828546"/>
                  </a:lnTo>
                  <a:lnTo>
                    <a:pt x="3509503" y="840330"/>
                  </a:lnTo>
                  <a:lnTo>
                    <a:pt x="3581126" y="851942"/>
                  </a:lnTo>
                  <a:lnTo>
                    <a:pt x="3652748" y="863384"/>
                  </a:lnTo>
                  <a:lnTo>
                    <a:pt x="3724371" y="874658"/>
                  </a:lnTo>
                  <a:lnTo>
                    <a:pt x="3795993" y="885767"/>
                  </a:lnTo>
                  <a:lnTo>
                    <a:pt x="3867616" y="896714"/>
                  </a:lnTo>
                  <a:lnTo>
                    <a:pt x="3939238" y="907501"/>
                  </a:lnTo>
                  <a:lnTo>
                    <a:pt x="4010861" y="918130"/>
                  </a:lnTo>
                  <a:lnTo>
                    <a:pt x="4082483" y="928604"/>
                  </a:lnTo>
                  <a:lnTo>
                    <a:pt x="4154106" y="938924"/>
                  </a:lnTo>
                  <a:lnTo>
                    <a:pt x="4225729" y="949094"/>
                  </a:lnTo>
                  <a:lnTo>
                    <a:pt x="4297351" y="959114"/>
                  </a:lnTo>
                  <a:lnTo>
                    <a:pt x="4368974" y="968988"/>
                  </a:lnTo>
                  <a:lnTo>
                    <a:pt x="4440596" y="978718"/>
                  </a:lnTo>
                  <a:lnTo>
                    <a:pt x="4512219" y="988306"/>
                  </a:lnTo>
                  <a:lnTo>
                    <a:pt x="4583841" y="997753"/>
                  </a:lnTo>
                  <a:lnTo>
                    <a:pt x="4655464" y="1007062"/>
                  </a:lnTo>
                  <a:lnTo>
                    <a:pt x="4727086" y="1016235"/>
                  </a:lnTo>
                  <a:lnTo>
                    <a:pt x="4798709" y="1025273"/>
                  </a:lnTo>
                  <a:lnTo>
                    <a:pt x="4870331" y="1034180"/>
                  </a:lnTo>
                  <a:lnTo>
                    <a:pt x="4941954" y="1042956"/>
                  </a:lnTo>
                  <a:lnTo>
                    <a:pt x="5013576" y="1051604"/>
                  </a:lnTo>
                  <a:lnTo>
                    <a:pt x="5085199" y="1060125"/>
                  </a:lnTo>
                  <a:lnTo>
                    <a:pt x="5156821" y="1068522"/>
                  </a:lnTo>
                  <a:lnTo>
                    <a:pt x="5228444" y="1076796"/>
                  </a:lnTo>
                  <a:lnTo>
                    <a:pt x="5300066" y="1084949"/>
                  </a:lnTo>
                  <a:lnTo>
                    <a:pt x="5371689" y="1092982"/>
                  </a:lnTo>
                  <a:lnTo>
                    <a:pt x="5443311" y="1100898"/>
                  </a:lnTo>
                  <a:lnTo>
                    <a:pt x="5514934" y="1108699"/>
                  </a:lnTo>
                  <a:lnTo>
                    <a:pt x="5586557" y="1116385"/>
                  </a:lnTo>
                  <a:lnTo>
                    <a:pt x="5658179" y="1123959"/>
                  </a:lnTo>
                  <a:lnTo>
                    <a:pt x="5729802" y="1131422"/>
                  </a:lnTo>
                  <a:lnTo>
                    <a:pt x="5801424" y="1138776"/>
                  </a:lnTo>
                  <a:lnTo>
                    <a:pt x="5873047" y="1146022"/>
                  </a:lnTo>
                  <a:lnTo>
                    <a:pt x="5944669" y="1153163"/>
                  </a:lnTo>
                  <a:lnTo>
                    <a:pt x="6016292" y="1160199"/>
                  </a:lnTo>
                  <a:lnTo>
                    <a:pt x="6087914" y="1167132"/>
                  </a:lnTo>
                  <a:lnTo>
                    <a:pt x="6159537" y="1173963"/>
                  </a:lnTo>
                  <a:lnTo>
                    <a:pt x="6231159" y="1180695"/>
                  </a:lnTo>
                  <a:lnTo>
                    <a:pt x="6302782" y="1187328"/>
                  </a:lnTo>
                  <a:lnTo>
                    <a:pt x="6374404" y="1193864"/>
                  </a:lnTo>
                  <a:lnTo>
                    <a:pt x="6446027" y="1200305"/>
                  </a:lnTo>
                  <a:lnTo>
                    <a:pt x="6517649" y="1206651"/>
                  </a:lnTo>
                  <a:lnTo>
                    <a:pt x="6589272" y="1212905"/>
                  </a:lnTo>
                  <a:lnTo>
                    <a:pt x="6660894" y="1219067"/>
                  </a:lnTo>
                  <a:lnTo>
                    <a:pt x="6732517" y="1225139"/>
                  </a:lnTo>
                  <a:lnTo>
                    <a:pt x="6804139" y="1231122"/>
                  </a:lnTo>
                  <a:lnTo>
                    <a:pt x="6875762" y="1237018"/>
                  </a:lnTo>
                  <a:lnTo>
                    <a:pt x="6947385" y="1242827"/>
                  </a:lnTo>
                  <a:lnTo>
                    <a:pt x="7019007" y="1248552"/>
                  </a:lnTo>
                  <a:lnTo>
                    <a:pt x="7090630" y="125419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1.18 (0.95-1.47), p = 0.130  |  per IQR decline (Δ = 29.5 %): 1.65 (0.86-3.15)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1737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Cancer Progression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2026-07-22T14:13:32Z</dcterms:modified>
  <cp:category/>
</cp:coreProperties>
</file>