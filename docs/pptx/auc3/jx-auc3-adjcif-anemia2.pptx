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30474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75339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420205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0695" y="365070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0695" y="309935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6158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2214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8271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4328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502907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0695" y="447772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0695" y="392637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0695" y="337502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0695" y="282367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313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99186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5243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1129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991" y="3324047"/>
              <a:ext cx="7005923" cy="2245869"/>
            </a:xfrm>
            <a:custGeom>
              <a:avLst/>
              <a:pathLst>
                <a:path w="7005923" h="2245869">
                  <a:moveTo>
                    <a:pt x="0" y="2245869"/>
                  </a:moveTo>
                  <a:lnTo>
                    <a:pt x="82422" y="2245869"/>
                  </a:lnTo>
                  <a:lnTo>
                    <a:pt x="82422" y="2235370"/>
                  </a:lnTo>
                  <a:lnTo>
                    <a:pt x="164845" y="2235370"/>
                  </a:lnTo>
                  <a:lnTo>
                    <a:pt x="164845" y="2214454"/>
                  </a:lnTo>
                  <a:lnTo>
                    <a:pt x="247267" y="2214454"/>
                  </a:lnTo>
                  <a:lnTo>
                    <a:pt x="247267" y="2152604"/>
                  </a:lnTo>
                  <a:lnTo>
                    <a:pt x="329690" y="2152604"/>
                  </a:lnTo>
                  <a:lnTo>
                    <a:pt x="329690" y="2131445"/>
                  </a:lnTo>
                  <a:lnTo>
                    <a:pt x="412113" y="2131445"/>
                  </a:lnTo>
                  <a:lnTo>
                    <a:pt x="412113" y="2077597"/>
                  </a:lnTo>
                  <a:lnTo>
                    <a:pt x="576958" y="2077597"/>
                  </a:lnTo>
                  <a:lnTo>
                    <a:pt x="576958" y="1989727"/>
                  </a:lnTo>
                  <a:lnTo>
                    <a:pt x="659381" y="1989727"/>
                  </a:lnTo>
                  <a:lnTo>
                    <a:pt x="659381" y="1933001"/>
                  </a:lnTo>
                  <a:lnTo>
                    <a:pt x="741803" y="1933001"/>
                  </a:lnTo>
                  <a:lnTo>
                    <a:pt x="741803" y="1910394"/>
                  </a:lnTo>
                  <a:lnTo>
                    <a:pt x="824226" y="1910394"/>
                  </a:lnTo>
                  <a:lnTo>
                    <a:pt x="824226" y="1876894"/>
                  </a:lnTo>
                  <a:lnTo>
                    <a:pt x="906648" y="1876894"/>
                  </a:lnTo>
                  <a:lnTo>
                    <a:pt x="906648" y="1854360"/>
                  </a:lnTo>
                  <a:lnTo>
                    <a:pt x="989071" y="1854360"/>
                  </a:lnTo>
                  <a:lnTo>
                    <a:pt x="989071" y="1832020"/>
                  </a:lnTo>
                  <a:lnTo>
                    <a:pt x="1071494" y="1832020"/>
                  </a:lnTo>
                  <a:lnTo>
                    <a:pt x="1071494" y="1809389"/>
                  </a:lnTo>
                  <a:lnTo>
                    <a:pt x="1153916" y="1809389"/>
                  </a:lnTo>
                  <a:lnTo>
                    <a:pt x="1153916" y="1775940"/>
                  </a:lnTo>
                  <a:lnTo>
                    <a:pt x="1236339" y="1775940"/>
                  </a:lnTo>
                  <a:lnTo>
                    <a:pt x="1236339" y="1753684"/>
                  </a:lnTo>
                  <a:lnTo>
                    <a:pt x="1318762" y="1753684"/>
                  </a:lnTo>
                  <a:lnTo>
                    <a:pt x="1318762" y="1709776"/>
                  </a:lnTo>
                  <a:lnTo>
                    <a:pt x="1401184" y="1709776"/>
                  </a:lnTo>
                  <a:lnTo>
                    <a:pt x="1401184" y="1570795"/>
                  </a:lnTo>
                  <a:lnTo>
                    <a:pt x="1483607" y="1570795"/>
                  </a:lnTo>
                  <a:lnTo>
                    <a:pt x="1483607" y="1534614"/>
                  </a:lnTo>
                  <a:lnTo>
                    <a:pt x="1566029" y="1534614"/>
                  </a:lnTo>
                  <a:lnTo>
                    <a:pt x="1566029" y="1522206"/>
                  </a:lnTo>
                  <a:lnTo>
                    <a:pt x="1813297" y="1522206"/>
                  </a:lnTo>
                  <a:lnTo>
                    <a:pt x="1813297" y="1509709"/>
                  </a:lnTo>
                  <a:lnTo>
                    <a:pt x="1978143" y="1509709"/>
                  </a:lnTo>
                  <a:lnTo>
                    <a:pt x="1978143" y="1497179"/>
                  </a:lnTo>
                  <a:lnTo>
                    <a:pt x="2060565" y="1497179"/>
                  </a:lnTo>
                  <a:lnTo>
                    <a:pt x="2060565" y="1472206"/>
                  </a:lnTo>
                  <a:lnTo>
                    <a:pt x="2142988" y="1472206"/>
                  </a:lnTo>
                  <a:lnTo>
                    <a:pt x="2142988" y="1459797"/>
                  </a:lnTo>
                  <a:lnTo>
                    <a:pt x="2225410" y="1459797"/>
                  </a:lnTo>
                  <a:lnTo>
                    <a:pt x="2225410" y="1435211"/>
                  </a:lnTo>
                  <a:lnTo>
                    <a:pt x="2307833" y="1435211"/>
                  </a:lnTo>
                  <a:lnTo>
                    <a:pt x="2307833" y="1410299"/>
                  </a:lnTo>
                  <a:lnTo>
                    <a:pt x="2390256" y="1410299"/>
                  </a:lnTo>
                  <a:lnTo>
                    <a:pt x="2390256" y="1397847"/>
                  </a:lnTo>
                  <a:lnTo>
                    <a:pt x="2472678" y="1397847"/>
                  </a:lnTo>
                  <a:lnTo>
                    <a:pt x="2472678" y="1373184"/>
                  </a:lnTo>
                  <a:lnTo>
                    <a:pt x="2555101" y="1373184"/>
                  </a:lnTo>
                  <a:lnTo>
                    <a:pt x="2555101" y="1336585"/>
                  </a:lnTo>
                  <a:lnTo>
                    <a:pt x="2802369" y="1336585"/>
                  </a:lnTo>
                  <a:lnTo>
                    <a:pt x="2802369" y="1312051"/>
                  </a:lnTo>
                  <a:lnTo>
                    <a:pt x="2967214" y="1312051"/>
                  </a:lnTo>
                  <a:lnTo>
                    <a:pt x="2967214" y="1299826"/>
                  </a:lnTo>
                  <a:lnTo>
                    <a:pt x="3049637" y="1299826"/>
                  </a:lnTo>
                  <a:lnTo>
                    <a:pt x="3049637" y="1275610"/>
                  </a:lnTo>
                  <a:lnTo>
                    <a:pt x="3132059" y="1275610"/>
                  </a:lnTo>
                  <a:lnTo>
                    <a:pt x="3132059" y="1070003"/>
                  </a:lnTo>
                  <a:lnTo>
                    <a:pt x="3214482" y="1070003"/>
                  </a:lnTo>
                  <a:lnTo>
                    <a:pt x="3214482" y="1023041"/>
                  </a:lnTo>
                  <a:lnTo>
                    <a:pt x="3296905" y="1023041"/>
                  </a:lnTo>
                  <a:lnTo>
                    <a:pt x="3296905" y="987811"/>
                  </a:lnTo>
                  <a:lnTo>
                    <a:pt x="3379327" y="987811"/>
                  </a:lnTo>
                  <a:lnTo>
                    <a:pt x="3379327" y="964233"/>
                  </a:lnTo>
                  <a:lnTo>
                    <a:pt x="3461750" y="964233"/>
                  </a:lnTo>
                  <a:lnTo>
                    <a:pt x="3461750" y="952328"/>
                  </a:lnTo>
                  <a:lnTo>
                    <a:pt x="3544173" y="952328"/>
                  </a:lnTo>
                  <a:lnTo>
                    <a:pt x="3544173" y="928635"/>
                  </a:lnTo>
                  <a:lnTo>
                    <a:pt x="3956286" y="928635"/>
                  </a:lnTo>
                  <a:lnTo>
                    <a:pt x="3956286" y="904778"/>
                  </a:lnTo>
                  <a:lnTo>
                    <a:pt x="4038708" y="904778"/>
                  </a:lnTo>
                  <a:lnTo>
                    <a:pt x="4038708" y="892836"/>
                  </a:lnTo>
                  <a:lnTo>
                    <a:pt x="4121131" y="892836"/>
                  </a:lnTo>
                  <a:lnTo>
                    <a:pt x="4121131" y="880929"/>
                  </a:lnTo>
                  <a:lnTo>
                    <a:pt x="4203554" y="880929"/>
                  </a:lnTo>
                  <a:lnTo>
                    <a:pt x="4203554" y="857280"/>
                  </a:lnTo>
                  <a:lnTo>
                    <a:pt x="4285976" y="857280"/>
                  </a:lnTo>
                  <a:lnTo>
                    <a:pt x="4285976" y="845477"/>
                  </a:lnTo>
                  <a:lnTo>
                    <a:pt x="4533244" y="845477"/>
                  </a:lnTo>
                  <a:lnTo>
                    <a:pt x="4533244" y="833722"/>
                  </a:lnTo>
                  <a:lnTo>
                    <a:pt x="4615667" y="833722"/>
                  </a:lnTo>
                  <a:lnTo>
                    <a:pt x="4615667" y="798886"/>
                  </a:lnTo>
                  <a:lnTo>
                    <a:pt x="4698089" y="798886"/>
                  </a:lnTo>
                  <a:lnTo>
                    <a:pt x="4698089" y="787351"/>
                  </a:lnTo>
                  <a:lnTo>
                    <a:pt x="4780512" y="787351"/>
                  </a:lnTo>
                  <a:lnTo>
                    <a:pt x="4780512" y="775854"/>
                  </a:lnTo>
                  <a:lnTo>
                    <a:pt x="4862935" y="775854"/>
                  </a:lnTo>
                  <a:lnTo>
                    <a:pt x="4862935" y="607982"/>
                  </a:lnTo>
                  <a:lnTo>
                    <a:pt x="4945357" y="607982"/>
                  </a:lnTo>
                  <a:lnTo>
                    <a:pt x="4945357" y="596408"/>
                  </a:lnTo>
                  <a:lnTo>
                    <a:pt x="5027780" y="596408"/>
                  </a:lnTo>
                  <a:lnTo>
                    <a:pt x="5027780" y="573470"/>
                  </a:lnTo>
                  <a:lnTo>
                    <a:pt x="5110202" y="573470"/>
                  </a:lnTo>
                  <a:lnTo>
                    <a:pt x="5110202" y="550736"/>
                  </a:lnTo>
                  <a:lnTo>
                    <a:pt x="5192625" y="550736"/>
                  </a:lnTo>
                  <a:lnTo>
                    <a:pt x="5192625" y="539389"/>
                  </a:lnTo>
                  <a:lnTo>
                    <a:pt x="5439893" y="539389"/>
                  </a:lnTo>
                  <a:lnTo>
                    <a:pt x="5439893" y="528092"/>
                  </a:lnTo>
                  <a:lnTo>
                    <a:pt x="5522316" y="528092"/>
                  </a:lnTo>
                  <a:lnTo>
                    <a:pt x="5522316" y="516825"/>
                  </a:lnTo>
                  <a:lnTo>
                    <a:pt x="5604738" y="516825"/>
                  </a:lnTo>
                  <a:lnTo>
                    <a:pt x="5604738" y="483261"/>
                  </a:lnTo>
                  <a:lnTo>
                    <a:pt x="5769583" y="483261"/>
                  </a:lnTo>
                  <a:lnTo>
                    <a:pt x="5769583" y="417486"/>
                  </a:lnTo>
                  <a:lnTo>
                    <a:pt x="5852006" y="417486"/>
                  </a:lnTo>
                  <a:lnTo>
                    <a:pt x="5852006" y="384562"/>
                  </a:lnTo>
                  <a:lnTo>
                    <a:pt x="6016851" y="384562"/>
                  </a:lnTo>
                  <a:lnTo>
                    <a:pt x="6016851" y="341235"/>
                  </a:lnTo>
                  <a:lnTo>
                    <a:pt x="6099274" y="341235"/>
                  </a:lnTo>
                  <a:lnTo>
                    <a:pt x="6099274" y="330301"/>
                  </a:lnTo>
                  <a:lnTo>
                    <a:pt x="6264119" y="330301"/>
                  </a:lnTo>
                  <a:lnTo>
                    <a:pt x="6264119" y="308450"/>
                  </a:lnTo>
                  <a:lnTo>
                    <a:pt x="6346542" y="308450"/>
                  </a:lnTo>
                  <a:lnTo>
                    <a:pt x="6346542" y="275413"/>
                  </a:lnTo>
                  <a:lnTo>
                    <a:pt x="6428965" y="275413"/>
                  </a:lnTo>
                  <a:lnTo>
                    <a:pt x="6428965" y="242845"/>
                  </a:lnTo>
                  <a:lnTo>
                    <a:pt x="6511387" y="242845"/>
                  </a:lnTo>
                  <a:lnTo>
                    <a:pt x="6511387" y="221099"/>
                  </a:lnTo>
                  <a:lnTo>
                    <a:pt x="6593810" y="221099"/>
                  </a:lnTo>
                  <a:lnTo>
                    <a:pt x="6593810" y="105855"/>
                  </a:lnTo>
                  <a:lnTo>
                    <a:pt x="6676232" y="105855"/>
                  </a:lnTo>
                  <a:lnTo>
                    <a:pt x="6676232" y="74054"/>
                  </a:lnTo>
                  <a:lnTo>
                    <a:pt x="6758655" y="74054"/>
                  </a:lnTo>
                  <a:lnTo>
                    <a:pt x="6758655" y="52906"/>
                  </a:lnTo>
                  <a:lnTo>
                    <a:pt x="6841078" y="52906"/>
                  </a:lnTo>
                  <a:lnTo>
                    <a:pt x="6841078" y="42323"/>
                  </a:lnTo>
                  <a:lnTo>
                    <a:pt x="6923500" y="42323"/>
                  </a:lnTo>
                  <a:lnTo>
                    <a:pt x="6923500" y="31733"/>
                  </a:lnTo>
                  <a:lnTo>
                    <a:pt x="7005923" y="31733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60991" y="2861938"/>
              <a:ext cx="7005923" cy="2703500"/>
            </a:xfrm>
            <a:custGeom>
              <a:avLst/>
              <a:pathLst>
                <a:path w="7005923" h="2703500">
                  <a:moveTo>
                    <a:pt x="0" y="2703500"/>
                  </a:moveTo>
                  <a:lnTo>
                    <a:pt x="82422" y="2703500"/>
                  </a:lnTo>
                  <a:lnTo>
                    <a:pt x="82422" y="2688570"/>
                  </a:lnTo>
                  <a:lnTo>
                    <a:pt x="164845" y="2688570"/>
                  </a:lnTo>
                  <a:lnTo>
                    <a:pt x="164845" y="2658950"/>
                  </a:lnTo>
                  <a:lnTo>
                    <a:pt x="247267" y="2658950"/>
                  </a:lnTo>
                  <a:lnTo>
                    <a:pt x="247267" y="2572288"/>
                  </a:lnTo>
                  <a:lnTo>
                    <a:pt x="329690" y="2572288"/>
                  </a:lnTo>
                  <a:lnTo>
                    <a:pt x="329690" y="2542941"/>
                  </a:lnTo>
                  <a:lnTo>
                    <a:pt x="412113" y="2542941"/>
                  </a:lnTo>
                  <a:lnTo>
                    <a:pt x="412113" y="2468904"/>
                  </a:lnTo>
                  <a:lnTo>
                    <a:pt x="576958" y="2468904"/>
                  </a:lnTo>
                  <a:lnTo>
                    <a:pt x="576958" y="2349923"/>
                  </a:lnTo>
                  <a:lnTo>
                    <a:pt x="659381" y="2349923"/>
                  </a:lnTo>
                  <a:lnTo>
                    <a:pt x="659381" y="2274211"/>
                  </a:lnTo>
                  <a:lnTo>
                    <a:pt x="741803" y="2274211"/>
                  </a:lnTo>
                  <a:lnTo>
                    <a:pt x="741803" y="2244258"/>
                  </a:lnTo>
                  <a:lnTo>
                    <a:pt x="824226" y="2244258"/>
                  </a:lnTo>
                  <a:lnTo>
                    <a:pt x="824226" y="2200097"/>
                  </a:lnTo>
                  <a:lnTo>
                    <a:pt x="906648" y="2200097"/>
                  </a:lnTo>
                  <a:lnTo>
                    <a:pt x="906648" y="2170535"/>
                  </a:lnTo>
                  <a:lnTo>
                    <a:pt x="989071" y="2170535"/>
                  </a:lnTo>
                  <a:lnTo>
                    <a:pt x="989071" y="2141339"/>
                  </a:lnTo>
                  <a:lnTo>
                    <a:pt x="1071494" y="2141339"/>
                  </a:lnTo>
                  <a:lnTo>
                    <a:pt x="1071494" y="2111871"/>
                  </a:lnTo>
                  <a:lnTo>
                    <a:pt x="1153916" y="2111871"/>
                  </a:lnTo>
                  <a:lnTo>
                    <a:pt x="1153916" y="2068515"/>
                  </a:lnTo>
                  <a:lnTo>
                    <a:pt x="1236339" y="2068515"/>
                  </a:lnTo>
                  <a:lnTo>
                    <a:pt x="1236339" y="2039791"/>
                  </a:lnTo>
                  <a:lnTo>
                    <a:pt x="1318762" y="2039791"/>
                  </a:lnTo>
                  <a:lnTo>
                    <a:pt x="1318762" y="1983411"/>
                  </a:lnTo>
                  <a:lnTo>
                    <a:pt x="1401184" y="1983411"/>
                  </a:lnTo>
                  <a:lnTo>
                    <a:pt x="1401184" y="1807289"/>
                  </a:lnTo>
                  <a:lnTo>
                    <a:pt x="1483607" y="1807289"/>
                  </a:lnTo>
                  <a:lnTo>
                    <a:pt x="1483607" y="1761988"/>
                  </a:lnTo>
                  <a:lnTo>
                    <a:pt x="1566029" y="1761988"/>
                  </a:lnTo>
                  <a:lnTo>
                    <a:pt x="1566029" y="1746502"/>
                  </a:lnTo>
                  <a:lnTo>
                    <a:pt x="1813297" y="1746502"/>
                  </a:lnTo>
                  <a:lnTo>
                    <a:pt x="1813297" y="1730931"/>
                  </a:lnTo>
                  <a:lnTo>
                    <a:pt x="1978143" y="1730931"/>
                  </a:lnTo>
                  <a:lnTo>
                    <a:pt x="1978143" y="1715342"/>
                  </a:lnTo>
                  <a:lnTo>
                    <a:pt x="2060565" y="1715342"/>
                  </a:lnTo>
                  <a:lnTo>
                    <a:pt x="2060565" y="1684349"/>
                  </a:lnTo>
                  <a:lnTo>
                    <a:pt x="2142988" y="1684349"/>
                  </a:lnTo>
                  <a:lnTo>
                    <a:pt x="2142988" y="1668985"/>
                  </a:lnTo>
                  <a:lnTo>
                    <a:pt x="2225410" y="1668985"/>
                  </a:lnTo>
                  <a:lnTo>
                    <a:pt x="2225410" y="1638615"/>
                  </a:lnTo>
                  <a:lnTo>
                    <a:pt x="2307833" y="1638615"/>
                  </a:lnTo>
                  <a:lnTo>
                    <a:pt x="2307833" y="1607937"/>
                  </a:lnTo>
                  <a:lnTo>
                    <a:pt x="2390256" y="1607937"/>
                  </a:lnTo>
                  <a:lnTo>
                    <a:pt x="2390256" y="1592639"/>
                  </a:lnTo>
                  <a:lnTo>
                    <a:pt x="2472678" y="1592639"/>
                  </a:lnTo>
                  <a:lnTo>
                    <a:pt x="2472678" y="1562405"/>
                  </a:lnTo>
                  <a:lnTo>
                    <a:pt x="2555101" y="1562405"/>
                  </a:lnTo>
                  <a:lnTo>
                    <a:pt x="2555101" y="1517707"/>
                  </a:lnTo>
                  <a:lnTo>
                    <a:pt x="2802369" y="1517707"/>
                  </a:lnTo>
                  <a:lnTo>
                    <a:pt x="2802369" y="1487851"/>
                  </a:lnTo>
                  <a:lnTo>
                    <a:pt x="2967214" y="1487851"/>
                  </a:lnTo>
                  <a:lnTo>
                    <a:pt x="2967214" y="1473007"/>
                  </a:lnTo>
                  <a:lnTo>
                    <a:pt x="3049637" y="1473007"/>
                  </a:lnTo>
                  <a:lnTo>
                    <a:pt x="3049637" y="1443666"/>
                  </a:lnTo>
                  <a:lnTo>
                    <a:pt x="3132059" y="1443666"/>
                  </a:lnTo>
                  <a:lnTo>
                    <a:pt x="3132059" y="1197776"/>
                  </a:lnTo>
                  <a:lnTo>
                    <a:pt x="3214482" y="1197776"/>
                  </a:lnTo>
                  <a:lnTo>
                    <a:pt x="3214482" y="1142393"/>
                  </a:lnTo>
                  <a:lnTo>
                    <a:pt x="3296905" y="1142393"/>
                  </a:lnTo>
                  <a:lnTo>
                    <a:pt x="3296905" y="1101029"/>
                  </a:lnTo>
                  <a:lnTo>
                    <a:pt x="3379327" y="1101029"/>
                  </a:lnTo>
                  <a:lnTo>
                    <a:pt x="3379327" y="1073433"/>
                  </a:lnTo>
                  <a:lnTo>
                    <a:pt x="3461750" y="1073433"/>
                  </a:lnTo>
                  <a:lnTo>
                    <a:pt x="3461750" y="1059525"/>
                  </a:lnTo>
                  <a:lnTo>
                    <a:pt x="3544173" y="1059525"/>
                  </a:lnTo>
                  <a:lnTo>
                    <a:pt x="3544173" y="1031899"/>
                  </a:lnTo>
                  <a:lnTo>
                    <a:pt x="3956286" y="1031899"/>
                  </a:lnTo>
                  <a:lnTo>
                    <a:pt x="3956286" y="1004151"/>
                  </a:lnTo>
                  <a:lnTo>
                    <a:pt x="4038708" y="1004151"/>
                  </a:lnTo>
                  <a:lnTo>
                    <a:pt x="4038708" y="990288"/>
                  </a:lnTo>
                  <a:lnTo>
                    <a:pt x="4121131" y="990288"/>
                  </a:lnTo>
                  <a:lnTo>
                    <a:pt x="4121131" y="976482"/>
                  </a:lnTo>
                  <a:lnTo>
                    <a:pt x="4203554" y="976482"/>
                  </a:lnTo>
                  <a:lnTo>
                    <a:pt x="4203554" y="949113"/>
                  </a:lnTo>
                  <a:lnTo>
                    <a:pt x="4285976" y="949113"/>
                  </a:lnTo>
                  <a:lnTo>
                    <a:pt x="4285976" y="935478"/>
                  </a:lnTo>
                  <a:lnTo>
                    <a:pt x="4533244" y="935478"/>
                  </a:lnTo>
                  <a:lnTo>
                    <a:pt x="4533244" y="921915"/>
                  </a:lnTo>
                  <a:lnTo>
                    <a:pt x="4615667" y="921915"/>
                  </a:lnTo>
                  <a:lnTo>
                    <a:pt x="4615667" y="881819"/>
                  </a:lnTo>
                  <a:lnTo>
                    <a:pt x="4698089" y="881819"/>
                  </a:lnTo>
                  <a:lnTo>
                    <a:pt x="4698089" y="868574"/>
                  </a:lnTo>
                  <a:lnTo>
                    <a:pt x="4780512" y="868574"/>
                  </a:lnTo>
                  <a:lnTo>
                    <a:pt x="4780512" y="855388"/>
                  </a:lnTo>
                  <a:lnTo>
                    <a:pt x="4862935" y="855388"/>
                  </a:lnTo>
                  <a:lnTo>
                    <a:pt x="4862935" y="664611"/>
                  </a:lnTo>
                  <a:lnTo>
                    <a:pt x="4945357" y="664611"/>
                  </a:lnTo>
                  <a:lnTo>
                    <a:pt x="4945357" y="651576"/>
                  </a:lnTo>
                  <a:lnTo>
                    <a:pt x="5027780" y="651576"/>
                  </a:lnTo>
                  <a:lnTo>
                    <a:pt x="5027780" y="625789"/>
                  </a:lnTo>
                  <a:lnTo>
                    <a:pt x="5110202" y="625789"/>
                  </a:lnTo>
                  <a:lnTo>
                    <a:pt x="5110202" y="600290"/>
                  </a:lnTo>
                  <a:lnTo>
                    <a:pt x="5192625" y="600290"/>
                  </a:lnTo>
                  <a:lnTo>
                    <a:pt x="5192625" y="587586"/>
                  </a:lnTo>
                  <a:lnTo>
                    <a:pt x="5439893" y="587586"/>
                  </a:lnTo>
                  <a:lnTo>
                    <a:pt x="5439893" y="574951"/>
                  </a:lnTo>
                  <a:lnTo>
                    <a:pt x="5522316" y="574951"/>
                  </a:lnTo>
                  <a:lnTo>
                    <a:pt x="5522316" y="562364"/>
                  </a:lnTo>
                  <a:lnTo>
                    <a:pt x="5604738" y="562364"/>
                  </a:lnTo>
                  <a:lnTo>
                    <a:pt x="5604738" y="524952"/>
                  </a:lnTo>
                  <a:lnTo>
                    <a:pt x="5769583" y="524952"/>
                  </a:lnTo>
                  <a:lnTo>
                    <a:pt x="5769583" y="452000"/>
                  </a:lnTo>
                  <a:lnTo>
                    <a:pt x="5852006" y="452000"/>
                  </a:lnTo>
                  <a:lnTo>
                    <a:pt x="5852006" y="415664"/>
                  </a:lnTo>
                  <a:lnTo>
                    <a:pt x="6016851" y="415664"/>
                  </a:lnTo>
                  <a:lnTo>
                    <a:pt x="6016851" y="368028"/>
                  </a:lnTo>
                  <a:lnTo>
                    <a:pt x="6099274" y="368028"/>
                  </a:lnTo>
                  <a:lnTo>
                    <a:pt x="6099274" y="356040"/>
                  </a:lnTo>
                  <a:lnTo>
                    <a:pt x="6264119" y="356040"/>
                  </a:lnTo>
                  <a:lnTo>
                    <a:pt x="6264119" y="332120"/>
                  </a:lnTo>
                  <a:lnTo>
                    <a:pt x="6346542" y="332120"/>
                  </a:lnTo>
                  <a:lnTo>
                    <a:pt x="6346542" y="296055"/>
                  </a:lnTo>
                  <a:lnTo>
                    <a:pt x="6428965" y="296055"/>
                  </a:lnTo>
                  <a:lnTo>
                    <a:pt x="6428965" y="260618"/>
                  </a:lnTo>
                  <a:lnTo>
                    <a:pt x="6511387" y="260618"/>
                  </a:lnTo>
                  <a:lnTo>
                    <a:pt x="6511387" y="237020"/>
                  </a:lnTo>
                  <a:lnTo>
                    <a:pt x="6593810" y="237020"/>
                  </a:lnTo>
                  <a:lnTo>
                    <a:pt x="6593810" y="112820"/>
                  </a:lnTo>
                  <a:lnTo>
                    <a:pt x="6676232" y="112820"/>
                  </a:lnTo>
                  <a:lnTo>
                    <a:pt x="6676232" y="78800"/>
                  </a:lnTo>
                  <a:lnTo>
                    <a:pt x="6758655" y="78800"/>
                  </a:lnTo>
                  <a:lnTo>
                    <a:pt x="6758655" y="56237"/>
                  </a:lnTo>
                  <a:lnTo>
                    <a:pt x="6841078" y="56237"/>
                  </a:lnTo>
                  <a:lnTo>
                    <a:pt x="6841078" y="44963"/>
                  </a:lnTo>
                  <a:lnTo>
                    <a:pt x="6923500" y="44963"/>
                  </a:lnTo>
                  <a:lnTo>
                    <a:pt x="6923500" y="33695"/>
                  </a:lnTo>
                  <a:lnTo>
                    <a:pt x="7005923" y="33695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98902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437674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8632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334977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78362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90021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296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99025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0508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1.43 (95% CI 0.98-2.09), p = 0.066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910695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2026-07-03T17:30:41Z</dcterms:modified>
  <cp:category/>
</cp:coreProperties>
</file>