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8075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2.19 (1.44-3.34), p_Bonf = 0.001 (n = 6)  |  per IQR decline (Δ = 22.8): 6.00 (2.30-15.62)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2026-07-01T09:36:56Z</dcterms:modified>
  <cp:category/>
</cp:coreProperties>
</file>