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574659" y="2073503"/>
              <a:ext cx="5688019" cy="3448372"/>
            </a:xfrm>
            <a:custGeom>
              <a:avLst/>
              <a:pathLst>
                <a:path w="5688019" h="3448372">
                  <a:moveTo>
                    <a:pt x="2377672" y="0"/>
                  </a:moveTo>
                  <a:lnTo>
                    <a:pt x="2393383" y="77983"/>
                  </a:lnTo>
                  <a:lnTo>
                    <a:pt x="2465006" y="399889"/>
                  </a:lnTo>
                  <a:lnTo>
                    <a:pt x="2536628" y="691369"/>
                  </a:lnTo>
                  <a:lnTo>
                    <a:pt x="2608251" y="955298"/>
                  </a:lnTo>
                  <a:lnTo>
                    <a:pt x="2679873" y="1194282"/>
                  </a:lnTo>
                  <a:lnTo>
                    <a:pt x="2751496" y="1410677"/>
                  </a:lnTo>
                  <a:lnTo>
                    <a:pt x="2823118" y="1606620"/>
                  </a:lnTo>
                  <a:lnTo>
                    <a:pt x="2894741" y="1784042"/>
                  </a:lnTo>
                  <a:lnTo>
                    <a:pt x="2966363" y="1944694"/>
                  </a:lnTo>
                  <a:lnTo>
                    <a:pt x="3037986" y="2090162"/>
                  </a:lnTo>
                  <a:lnTo>
                    <a:pt x="3109608" y="2221881"/>
                  </a:lnTo>
                  <a:lnTo>
                    <a:pt x="3181231" y="2341150"/>
                  </a:lnTo>
                  <a:lnTo>
                    <a:pt x="3252853" y="2449146"/>
                  </a:lnTo>
                  <a:lnTo>
                    <a:pt x="3324476" y="2546934"/>
                  </a:lnTo>
                  <a:lnTo>
                    <a:pt x="3396099" y="2635480"/>
                  </a:lnTo>
                  <a:lnTo>
                    <a:pt x="3467721" y="2673402"/>
                  </a:lnTo>
                  <a:lnTo>
                    <a:pt x="3539344" y="2697445"/>
                  </a:lnTo>
                  <a:lnTo>
                    <a:pt x="3610966" y="2720775"/>
                  </a:lnTo>
                  <a:lnTo>
                    <a:pt x="3682589" y="2743413"/>
                  </a:lnTo>
                  <a:lnTo>
                    <a:pt x="3754211" y="2765379"/>
                  </a:lnTo>
                  <a:lnTo>
                    <a:pt x="3825834" y="2786694"/>
                  </a:lnTo>
                  <a:lnTo>
                    <a:pt x="3897456" y="2807376"/>
                  </a:lnTo>
                  <a:lnTo>
                    <a:pt x="3969079" y="2827444"/>
                  </a:lnTo>
                  <a:lnTo>
                    <a:pt x="4040701" y="2846917"/>
                  </a:lnTo>
                  <a:lnTo>
                    <a:pt x="4112324" y="2865812"/>
                  </a:lnTo>
                  <a:lnTo>
                    <a:pt x="4183946" y="2884146"/>
                  </a:lnTo>
                  <a:lnTo>
                    <a:pt x="4255569" y="2901937"/>
                  </a:lnTo>
                  <a:lnTo>
                    <a:pt x="4327191" y="2919200"/>
                  </a:lnTo>
                  <a:lnTo>
                    <a:pt x="4398814" y="2935950"/>
                  </a:lnTo>
                  <a:lnTo>
                    <a:pt x="4470436" y="2952203"/>
                  </a:lnTo>
                  <a:lnTo>
                    <a:pt x="4542059" y="2967975"/>
                  </a:lnTo>
                  <a:lnTo>
                    <a:pt x="4613681" y="2983278"/>
                  </a:lnTo>
                  <a:lnTo>
                    <a:pt x="4685304" y="2998127"/>
                  </a:lnTo>
                  <a:lnTo>
                    <a:pt x="4756927" y="3012536"/>
                  </a:lnTo>
                  <a:lnTo>
                    <a:pt x="4828549" y="3026517"/>
                  </a:lnTo>
                  <a:lnTo>
                    <a:pt x="4900172" y="3040083"/>
                  </a:lnTo>
                  <a:lnTo>
                    <a:pt x="4971794" y="3053247"/>
                  </a:lnTo>
                  <a:lnTo>
                    <a:pt x="5043417" y="3066020"/>
                  </a:lnTo>
                  <a:lnTo>
                    <a:pt x="5115039" y="3078414"/>
                  </a:lnTo>
                  <a:lnTo>
                    <a:pt x="5186662" y="3090441"/>
                  </a:lnTo>
                  <a:lnTo>
                    <a:pt x="5258284" y="3102110"/>
                  </a:lnTo>
                  <a:lnTo>
                    <a:pt x="5329907" y="3113434"/>
                  </a:lnTo>
                  <a:lnTo>
                    <a:pt x="5401529" y="3124421"/>
                  </a:lnTo>
                  <a:lnTo>
                    <a:pt x="5473152" y="3135082"/>
                  </a:lnTo>
                  <a:lnTo>
                    <a:pt x="5544774" y="3145428"/>
                  </a:lnTo>
                  <a:lnTo>
                    <a:pt x="5616397" y="3155466"/>
                  </a:lnTo>
                  <a:lnTo>
                    <a:pt x="5688019" y="3165206"/>
                  </a:lnTo>
                  <a:lnTo>
                    <a:pt x="5688019" y="3448372"/>
                  </a:lnTo>
                  <a:lnTo>
                    <a:pt x="5616397" y="3444680"/>
                  </a:lnTo>
                  <a:lnTo>
                    <a:pt x="5544774" y="3440602"/>
                  </a:lnTo>
                  <a:lnTo>
                    <a:pt x="5473152" y="3436098"/>
                  </a:lnTo>
                  <a:lnTo>
                    <a:pt x="5401529" y="3431124"/>
                  </a:lnTo>
                  <a:lnTo>
                    <a:pt x="5329907" y="3425631"/>
                  </a:lnTo>
                  <a:lnTo>
                    <a:pt x="5258284" y="3419565"/>
                  </a:lnTo>
                  <a:lnTo>
                    <a:pt x="5186662" y="3412866"/>
                  </a:lnTo>
                  <a:lnTo>
                    <a:pt x="5115039" y="3405467"/>
                  </a:lnTo>
                  <a:lnTo>
                    <a:pt x="5043417" y="3397296"/>
                  </a:lnTo>
                  <a:lnTo>
                    <a:pt x="4971794" y="3388271"/>
                  </a:lnTo>
                  <a:lnTo>
                    <a:pt x="4900172" y="3378305"/>
                  </a:lnTo>
                  <a:lnTo>
                    <a:pt x="4828549" y="3367299"/>
                  </a:lnTo>
                  <a:lnTo>
                    <a:pt x="4756927" y="3355144"/>
                  </a:lnTo>
                  <a:lnTo>
                    <a:pt x="4685304" y="3341720"/>
                  </a:lnTo>
                  <a:lnTo>
                    <a:pt x="4613681" y="3326894"/>
                  </a:lnTo>
                  <a:lnTo>
                    <a:pt x="4542059" y="3310522"/>
                  </a:lnTo>
                  <a:lnTo>
                    <a:pt x="4470436" y="3292440"/>
                  </a:lnTo>
                  <a:lnTo>
                    <a:pt x="4398814" y="3272470"/>
                  </a:lnTo>
                  <a:lnTo>
                    <a:pt x="4327191" y="3250416"/>
                  </a:lnTo>
                  <a:lnTo>
                    <a:pt x="4255569" y="3226060"/>
                  </a:lnTo>
                  <a:lnTo>
                    <a:pt x="4183946" y="3199162"/>
                  </a:lnTo>
                  <a:lnTo>
                    <a:pt x="4112324" y="3169456"/>
                  </a:lnTo>
                  <a:lnTo>
                    <a:pt x="4040701" y="3136649"/>
                  </a:lnTo>
                  <a:lnTo>
                    <a:pt x="3969079" y="3100418"/>
                  </a:lnTo>
                  <a:lnTo>
                    <a:pt x="3897456" y="3060404"/>
                  </a:lnTo>
                  <a:lnTo>
                    <a:pt x="3825834" y="3016214"/>
                  </a:lnTo>
                  <a:lnTo>
                    <a:pt x="3754211" y="2967411"/>
                  </a:lnTo>
                  <a:lnTo>
                    <a:pt x="3682589" y="2913514"/>
                  </a:lnTo>
                  <a:lnTo>
                    <a:pt x="3610966" y="2853991"/>
                  </a:lnTo>
                  <a:lnTo>
                    <a:pt x="3539344" y="2788254"/>
                  </a:lnTo>
                  <a:lnTo>
                    <a:pt x="3467721" y="2715656"/>
                  </a:lnTo>
                  <a:lnTo>
                    <a:pt x="3396099" y="2648623"/>
                  </a:lnTo>
                  <a:lnTo>
                    <a:pt x="3324476" y="2623087"/>
                  </a:lnTo>
                  <a:lnTo>
                    <a:pt x="3252853" y="2596770"/>
                  </a:lnTo>
                  <a:lnTo>
                    <a:pt x="3181231" y="2569648"/>
                  </a:lnTo>
                  <a:lnTo>
                    <a:pt x="3109608" y="2541697"/>
                  </a:lnTo>
                  <a:lnTo>
                    <a:pt x="3037986" y="2512891"/>
                  </a:lnTo>
                  <a:lnTo>
                    <a:pt x="2966363" y="2483204"/>
                  </a:lnTo>
                  <a:lnTo>
                    <a:pt x="2894741" y="2452610"/>
                  </a:lnTo>
                  <a:lnTo>
                    <a:pt x="2823118" y="2421080"/>
                  </a:lnTo>
                  <a:lnTo>
                    <a:pt x="2751496" y="2388586"/>
                  </a:lnTo>
                  <a:lnTo>
                    <a:pt x="2679873" y="2355098"/>
                  </a:lnTo>
                  <a:lnTo>
                    <a:pt x="2608251" y="2320586"/>
                  </a:lnTo>
                  <a:lnTo>
                    <a:pt x="2536628" y="2285019"/>
                  </a:lnTo>
                  <a:lnTo>
                    <a:pt x="2465006" y="2248365"/>
                  </a:lnTo>
                  <a:lnTo>
                    <a:pt x="2393383" y="2210590"/>
                  </a:lnTo>
                  <a:lnTo>
                    <a:pt x="2321761" y="2171659"/>
                  </a:lnTo>
                  <a:lnTo>
                    <a:pt x="2250138" y="2131538"/>
                  </a:lnTo>
                  <a:lnTo>
                    <a:pt x="2178516" y="2090191"/>
                  </a:lnTo>
                  <a:lnTo>
                    <a:pt x="2106893" y="2047579"/>
                  </a:lnTo>
                  <a:lnTo>
                    <a:pt x="2035271" y="2003664"/>
                  </a:lnTo>
                  <a:lnTo>
                    <a:pt x="1963648" y="1958406"/>
                  </a:lnTo>
                  <a:lnTo>
                    <a:pt x="1892025" y="1911764"/>
                  </a:lnTo>
                  <a:lnTo>
                    <a:pt x="1820403" y="1863696"/>
                  </a:lnTo>
                  <a:lnTo>
                    <a:pt x="1748780" y="1814159"/>
                  </a:lnTo>
                  <a:lnTo>
                    <a:pt x="1677158" y="1763106"/>
                  </a:lnTo>
                  <a:lnTo>
                    <a:pt x="1605535" y="1710493"/>
                  </a:lnTo>
                  <a:lnTo>
                    <a:pt x="1533913" y="1656270"/>
                  </a:lnTo>
                  <a:lnTo>
                    <a:pt x="1462290" y="1600390"/>
                  </a:lnTo>
                  <a:lnTo>
                    <a:pt x="1390668" y="1542801"/>
                  </a:lnTo>
                  <a:lnTo>
                    <a:pt x="1319045" y="1483451"/>
                  </a:lnTo>
                  <a:lnTo>
                    <a:pt x="1247423" y="1422286"/>
                  </a:lnTo>
                  <a:lnTo>
                    <a:pt x="1175800" y="1359251"/>
                  </a:lnTo>
                  <a:lnTo>
                    <a:pt x="1104178" y="1294289"/>
                  </a:lnTo>
                  <a:lnTo>
                    <a:pt x="1032555" y="1227340"/>
                  </a:lnTo>
                  <a:lnTo>
                    <a:pt x="960933" y="1158344"/>
                  </a:lnTo>
                  <a:lnTo>
                    <a:pt x="889310" y="1087238"/>
                  </a:lnTo>
                  <a:lnTo>
                    <a:pt x="817688" y="1013958"/>
                  </a:lnTo>
                  <a:lnTo>
                    <a:pt x="746065" y="938437"/>
                  </a:lnTo>
                  <a:lnTo>
                    <a:pt x="674443" y="860607"/>
                  </a:lnTo>
                  <a:lnTo>
                    <a:pt x="602820" y="780397"/>
                  </a:lnTo>
                  <a:lnTo>
                    <a:pt x="531198" y="697734"/>
                  </a:lnTo>
                  <a:lnTo>
                    <a:pt x="459575" y="612544"/>
                  </a:lnTo>
                  <a:lnTo>
                    <a:pt x="387952" y="524748"/>
                  </a:lnTo>
                  <a:lnTo>
                    <a:pt x="316330" y="434269"/>
                  </a:lnTo>
                  <a:lnTo>
                    <a:pt x="244707" y="341022"/>
                  </a:lnTo>
                  <a:lnTo>
                    <a:pt x="173085" y="244924"/>
                  </a:lnTo>
                  <a:lnTo>
                    <a:pt x="101462" y="145888"/>
                  </a:lnTo>
                  <a:lnTo>
                    <a:pt x="29840" y="438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952332" y="2073503"/>
              <a:ext cx="3310347" cy="3165206"/>
            </a:xfrm>
            <a:custGeom>
              <a:avLst/>
              <a:pathLst>
                <a:path w="3310347" h="3165206">
                  <a:moveTo>
                    <a:pt x="0" y="0"/>
                  </a:moveTo>
                  <a:lnTo>
                    <a:pt x="15711" y="77983"/>
                  </a:lnTo>
                  <a:lnTo>
                    <a:pt x="87333" y="399889"/>
                  </a:lnTo>
                  <a:lnTo>
                    <a:pt x="158956" y="691369"/>
                  </a:lnTo>
                  <a:lnTo>
                    <a:pt x="230578" y="955298"/>
                  </a:lnTo>
                  <a:lnTo>
                    <a:pt x="302201" y="1194282"/>
                  </a:lnTo>
                  <a:lnTo>
                    <a:pt x="373823" y="1410677"/>
                  </a:lnTo>
                  <a:lnTo>
                    <a:pt x="445446" y="1606620"/>
                  </a:lnTo>
                  <a:lnTo>
                    <a:pt x="517068" y="1784042"/>
                  </a:lnTo>
                  <a:lnTo>
                    <a:pt x="588691" y="1944694"/>
                  </a:lnTo>
                  <a:lnTo>
                    <a:pt x="660313" y="2090162"/>
                  </a:lnTo>
                  <a:lnTo>
                    <a:pt x="731936" y="2221881"/>
                  </a:lnTo>
                  <a:lnTo>
                    <a:pt x="803558" y="2341150"/>
                  </a:lnTo>
                  <a:lnTo>
                    <a:pt x="875181" y="2449146"/>
                  </a:lnTo>
                  <a:lnTo>
                    <a:pt x="946803" y="2546934"/>
                  </a:lnTo>
                  <a:lnTo>
                    <a:pt x="1018426" y="2635480"/>
                  </a:lnTo>
                  <a:lnTo>
                    <a:pt x="1090048" y="2673402"/>
                  </a:lnTo>
                  <a:lnTo>
                    <a:pt x="1161671" y="2697445"/>
                  </a:lnTo>
                  <a:lnTo>
                    <a:pt x="1233293" y="2720775"/>
                  </a:lnTo>
                  <a:lnTo>
                    <a:pt x="1304916" y="2743413"/>
                  </a:lnTo>
                  <a:lnTo>
                    <a:pt x="1376539" y="2765379"/>
                  </a:lnTo>
                  <a:lnTo>
                    <a:pt x="1448161" y="2786694"/>
                  </a:lnTo>
                  <a:lnTo>
                    <a:pt x="1519784" y="2807376"/>
                  </a:lnTo>
                  <a:lnTo>
                    <a:pt x="1591406" y="2827444"/>
                  </a:lnTo>
                  <a:lnTo>
                    <a:pt x="1663029" y="2846917"/>
                  </a:lnTo>
                  <a:lnTo>
                    <a:pt x="1734651" y="2865812"/>
                  </a:lnTo>
                  <a:lnTo>
                    <a:pt x="1806274" y="2884146"/>
                  </a:lnTo>
                  <a:lnTo>
                    <a:pt x="1877896" y="2901937"/>
                  </a:lnTo>
                  <a:lnTo>
                    <a:pt x="1949519" y="2919200"/>
                  </a:lnTo>
                  <a:lnTo>
                    <a:pt x="2021141" y="2935950"/>
                  </a:lnTo>
                  <a:lnTo>
                    <a:pt x="2092764" y="2952203"/>
                  </a:lnTo>
                  <a:lnTo>
                    <a:pt x="2164386" y="2967975"/>
                  </a:lnTo>
                  <a:lnTo>
                    <a:pt x="2236009" y="2983278"/>
                  </a:lnTo>
                  <a:lnTo>
                    <a:pt x="2307631" y="2998127"/>
                  </a:lnTo>
                  <a:lnTo>
                    <a:pt x="2379254" y="3012536"/>
                  </a:lnTo>
                  <a:lnTo>
                    <a:pt x="2450876" y="3026517"/>
                  </a:lnTo>
                  <a:lnTo>
                    <a:pt x="2522499" y="3040083"/>
                  </a:lnTo>
                  <a:lnTo>
                    <a:pt x="2594121" y="3053247"/>
                  </a:lnTo>
                  <a:lnTo>
                    <a:pt x="2665744" y="3066020"/>
                  </a:lnTo>
                  <a:lnTo>
                    <a:pt x="2737367" y="3078414"/>
                  </a:lnTo>
                  <a:lnTo>
                    <a:pt x="2808989" y="3090441"/>
                  </a:lnTo>
                  <a:lnTo>
                    <a:pt x="2880612" y="3102110"/>
                  </a:lnTo>
                  <a:lnTo>
                    <a:pt x="2952234" y="3113434"/>
                  </a:lnTo>
                  <a:lnTo>
                    <a:pt x="3023857" y="3124421"/>
                  </a:lnTo>
                  <a:lnTo>
                    <a:pt x="3095479" y="3135082"/>
                  </a:lnTo>
                  <a:lnTo>
                    <a:pt x="3167102" y="3145428"/>
                  </a:lnTo>
                  <a:lnTo>
                    <a:pt x="3238724" y="3155466"/>
                  </a:lnTo>
                  <a:lnTo>
                    <a:pt x="3310347" y="31652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74659" y="2073503"/>
              <a:ext cx="5688019" cy="3448372"/>
            </a:xfrm>
            <a:custGeom>
              <a:avLst/>
              <a:pathLst>
                <a:path w="5688019" h="3448372">
                  <a:moveTo>
                    <a:pt x="5688019" y="3448372"/>
                  </a:moveTo>
                  <a:lnTo>
                    <a:pt x="5616397" y="3444680"/>
                  </a:lnTo>
                  <a:lnTo>
                    <a:pt x="5544774" y="3440602"/>
                  </a:lnTo>
                  <a:lnTo>
                    <a:pt x="5473152" y="3436098"/>
                  </a:lnTo>
                  <a:lnTo>
                    <a:pt x="5401529" y="3431124"/>
                  </a:lnTo>
                  <a:lnTo>
                    <a:pt x="5329907" y="3425631"/>
                  </a:lnTo>
                  <a:lnTo>
                    <a:pt x="5258284" y="3419565"/>
                  </a:lnTo>
                  <a:lnTo>
                    <a:pt x="5186662" y="3412866"/>
                  </a:lnTo>
                  <a:lnTo>
                    <a:pt x="5115039" y="3405467"/>
                  </a:lnTo>
                  <a:lnTo>
                    <a:pt x="5043417" y="3397296"/>
                  </a:lnTo>
                  <a:lnTo>
                    <a:pt x="4971794" y="3388271"/>
                  </a:lnTo>
                  <a:lnTo>
                    <a:pt x="4900172" y="3378305"/>
                  </a:lnTo>
                  <a:lnTo>
                    <a:pt x="4828549" y="3367299"/>
                  </a:lnTo>
                  <a:lnTo>
                    <a:pt x="4756927" y="3355144"/>
                  </a:lnTo>
                  <a:lnTo>
                    <a:pt x="4685304" y="3341720"/>
                  </a:lnTo>
                  <a:lnTo>
                    <a:pt x="4613681" y="3326894"/>
                  </a:lnTo>
                  <a:lnTo>
                    <a:pt x="4542059" y="3310522"/>
                  </a:lnTo>
                  <a:lnTo>
                    <a:pt x="4470436" y="3292440"/>
                  </a:lnTo>
                  <a:lnTo>
                    <a:pt x="4398814" y="3272470"/>
                  </a:lnTo>
                  <a:lnTo>
                    <a:pt x="4327191" y="3250416"/>
                  </a:lnTo>
                  <a:lnTo>
                    <a:pt x="4255569" y="3226060"/>
                  </a:lnTo>
                  <a:lnTo>
                    <a:pt x="4183946" y="3199162"/>
                  </a:lnTo>
                  <a:lnTo>
                    <a:pt x="4112324" y="3169456"/>
                  </a:lnTo>
                  <a:lnTo>
                    <a:pt x="4040701" y="3136649"/>
                  </a:lnTo>
                  <a:lnTo>
                    <a:pt x="3969079" y="3100418"/>
                  </a:lnTo>
                  <a:lnTo>
                    <a:pt x="3897456" y="3060404"/>
                  </a:lnTo>
                  <a:lnTo>
                    <a:pt x="3825834" y="3016214"/>
                  </a:lnTo>
                  <a:lnTo>
                    <a:pt x="3754211" y="2967411"/>
                  </a:lnTo>
                  <a:lnTo>
                    <a:pt x="3682589" y="2913514"/>
                  </a:lnTo>
                  <a:lnTo>
                    <a:pt x="3610966" y="2853991"/>
                  </a:lnTo>
                  <a:lnTo>
                    <a:pt x="3539344" y="2788254"/>
                  </a:lnTo>
                  <a:lnTo>
                    <a:pt x="3467721" y="2715656"/>
                  </a:lnTo>
                  <a:lnTo>
                    <a:pt x="3396099" y="2648623"/>
                  </a:lnTo>
                  <a:lnTo>
                    <a:pt x="3324476" y="2623087"/>
                  </a:lnTo>
                  <a:lnTo>
                    <a:pt x="3252853" y="2596770"/>
                  </a:lnTo>
                  <a:lnTo>
                    <a:pt x="3181231" y="2569648"/>
                  </a:lnTo>
                  <a:lnTo>
                    <a:pt x="3109608" y="2541697"/>
                  </a:lnTo>
                  <a:lnTo>
                    <a:pt x="3037986" y="2512891"/>
                  </a:lnTo>
                  <a:lnTo>
                    <a:pt x="2966363" y="2483204"/>
                  </a:lnTo>
                  <a:lnTo>
                    <a:pt x="2894741" y="2452610"/>
                  </a:lnTo>
                  <a:lnTo>
                    <a:pt x="2823118" y="2421080"/>
                  </a:lnTo>
                  <a:lnTo>
                    <a:pt x="2751496" y="2388586"/>
                  </a:lnTo>
                  <a:lnTo>
                    <a:pt x="2679873" y="2355098"/>
                  </a:lnTo>
                  <a:lnTo>
                    <a:pt x="2608251" y="2320586"/>
                  </a:lnTo>
                  <a:lnTo>
                    <a:pt x="2536628" y="2285019"/>
                  </a:lnTo>
                  <a:lnTo>
                    <a:pt x="2465006" y="2248365"/>
                  </a:lnTo>
                  <a:lnTo>
                    <a:pt x="2393383" y="2210590"/>
                  </a:lnTo>
                  <a:lnTo>
                    <a:pt x="2321761" y="2171659"/>
                  </a:lnTo>
                  <a:lnTo>
                    <a:pt x="2250138" y="2131538"/>
                  </a:lnTo>
                  <a:lnTo>
                    <a:pt x="2178516" y="2090191"/>
                  </a:lnTo>
                  <a:lnTo>
                    <a:pt x="2106893" y="2047579"/>
                  </a:lnTo>
                  <a:lnTo>
                    <a:pt x="2035271" y="2003664"/>
                  </a:lnTo>
                  <a:lnTo>
                    <a:pt x="1963648" y="1958406"/>
                  </a:lnTo>
                  <a:lnTo>
                    <a:pt x="1892025" y="1911764"/>
                  </a:lnTo>
                  <a:lnTo>
                    <a:pt x="1820403" y="1863696"/>
                  </a:lnTo>
                  <a:lnTo>
                    <a:pt x="1748780" y="1814159"/>
                  </a:lnTo>
                  <a:lnTo>
                    <a:pt x="1677158" y="1763106"/>
                  </a:lnTo>
                  <a:lnTo>
                    <a:pt x="1605535" y="1710493"/>
                  </a:lnTo>
                  <a:lnTo>
                    <a:pt x="1533913" y="1656270"/>
                  </a:lnTo>
                  <a:lnTo>
                    <a:pt x="1462290" y="1600390"/>
                  </a:lnTo>
                  <a:lnTo>
                    <a:pt x="1390668" y="1542801"/>
                  </a:lnTo>
                  <a:lnTo>
                    <a:pt x="1319045" y="1483451"/>
                  </a:lnTo>
                  <a:lnTo>
                    <a:pt x="1247423" y="1422286"/>
                  </a:lnTo>
                  <a:lnTo>
                    <a:pt x="1175800" y="1359251"/>
                  </a:lnTo>
                  <a:lnTo>
                    <a:pt x="1104178" y="1294289"/>
                  </a:lnTo>
                  <a:lnTo>
                    <a:pt x="1032555" y="1227340"/>
                  </a:lnTo>
                  <a:lnTo>
                    <a:pt x="960933" y="1158344"/>
                  </a:lnTo>
                  <a:lnTo>
                    <a:pt x="889310" y="1087238"/>
                  </a:lnTo>
                  <a:lnTo>
                    <a:pt x="817688" y="1013958"/>
                  </a:lnTo>
                  <a:lnTo>
                    <a:pt x="746065" y="938437"/>
                  </a:lnTo>
                  <a:lnTo>
                    <a:pt x="674443" y="860607"/>
                  </a:lnTo>
                  <a:lnTo>
                    <a:pt x="602820" y="780397"/>
                  </a:lnTo>
                  <a:lnTo>
                    <a:pt x="531198" y="697734"/>
                  </a:lnTo>
                  <a:lnTo>
                    <a:pt x="459575" y="612544"/>
                  </a:lnTo>
                  <a:lnTo>
                    <a:pt x="387952" y="524748"/>
                  </a:lnTo>
                  <a:lnTo>
                    <a:pt x="316330" y="434269"/>
                  </a:lnTo>
                  <a:lnTo>
                    <a:pt x="244707" y="341022"/>
                  </a:lnTo>
                  <a:lnTo>
                    <a:pt x="173085" y="244924"/>
                  </a:lnTo>
                  <a:lnTo>
                    <a:pt x="101462" y="145888"/>
                  </a:lnTo>
                  <a:lnTo>
                    <a:pt x="29840" y="4382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98493" y="2073503"/>
              <a:ext cx="3864185" cy="3377595"/>
            </a:xfrm>
            <a:custGeom>
              <a:avLst/>
              <a:pathLst>
                <a:path w="3864185" h="3377595">
                  <a:moveTo>
                    <a:pt x="0" y="0"/>
                  </a:moveTo>
                  <a:lnTo>
                    <a:pt x="68191" y="208443"/>
                  </a:lnTo>
                  <a:lnTo>
                    <a:pt x="139814" y="413657"/>
                  </a:lnTo>
                  <a:lnTo>
                    <a:pt x="211436" y="606013"/>
                  </a:lnTo>
                  <a:lnTo>
                    <a:pt x="283059" y="786317"/>
                  </a:lnTo>
                  <a:lnTo>
                    <a:pt x="354681" y="955324"/>
                  </a:lnTo>
                  <a:lnTo>
                    <a:pt x="426304" y="1113742"/>
                  </a:lnTo>
                  <a:lnTo>
                    <a:pt x="497926" y="1262234"/>
                  </a:lnTo>
                  <a:lnTo>
                    <a:pt x="569549" y="1401423"/>
                  </a:lnTo>
                  <a:lnTo>
                    <a:pt x="641171" y="1531891"/>
                  </a:lnTo>
                  <a:lnTo>
                    <a:pt x="712794" y="1654184"/>
                  </a:lnTo>
                  <a:lnTo>
                    <a:pt x="784416" y="1768815"/>
                  </a:lnTo>
                  <a:lnTo>
                    <a:pt x="856039" y="1876264"/>
                  </a:lnTo>
                  <a:lnTo>
                    <a:pt x="927662" y="1976980"/>
                  </a:lnTo>
                  <a:lnTo>
                    <a:pt x="999284" y="2071387"/>
                  </a:lnTo>
                  <a:lnTo>
                    <a:pt x="1070907" y="2159878"/>
                  </a:lnTo>
                  <a:lnTo>
                    <a:pt x="1142529" y="2242825"/>
                  </a:lnTo>
                  <a:lnTo>
                    <a:pt x="1214152" y="2320574"/>
                  </a:lnTo>
                  <a:lnTo>
                    <a:pt x="1285774" y="2393453"/>
                  </a:lnTo>
                  <a:lnTo>
                    <a:pt x="1357397" y="2461765"/>
                  </a:lnTo>
                  <a:lnTo>
                    <a:pt x="1429019" y="2525797"/>
                  </a:lnTo>
                  <a:lnTo>
                    <a:pt x="1500642" y="2585817"/>
                  </a:lnTo>
                  <a:lnTo>
                    <a:pt x="1572264" y="2642077"/>
                  </a:lnTo>
                  <a:lnTo>
                    <a:pt x="1643887" y="2694812"/>
                  </a:lnTo>
                  <a:lnTo>
                    <a:pt x="1715509" y="2744242"/>
                  </a:lnTo>
                  <a:lnTo>
                    <a:pt x="1787132" y="2790576"/>
                  </a:lnTo>
                  <a:lnTo>
                    <a:pt x="1858754" y="2834006"/>
                  </a:lnTo>
                  <a:lnTo>
                    <a:pt x="1930377" y="2874716"/>
                  </a:lnTo>
                  <a:lnTo>
                    <a:pt x="2001999" y="2912874"/>
                  </a:lnTo>
                  <a:lnTo>
                    <a:pt x="2073622" y="2948642"/>
                  </a:lnTo>
                  <a:lnTo>
                    <a:pt x="2145244" y="2982169"/>
                  </a:lnTo>
                  <a:lnTo>
                    <a:pt x="2216867" y="3013596"/>
                  </a:lnTo>
                  <a:lnTo>
                    <a:pt x="2288490" y="3043053"/>
                  </a:lnTo>
                  <a:lnTo>
                    <a:pt x="2360112" y="3070664"/>
                  </a:lnTo>
                  <a:lnTo>
                    <a:pt x="2431735" y="3096546"/>
                  </a:lnTo>
                  <a:lnTo>
                    <a:pt x="2503357" y="3120806"/>
                  </a:lnTo>
                  <a:lnTo>
                    <a:pt x="2574980" y="3143546"/>
                  </a:lnTo>
                  <a:lnTo>
                    <a:pt x="2646602" y="3164861"/>
                  </a:lnTo>
                  <a:lnTo>
                    <a:pt x="2718225" y="3184841"/>
                  </a:lnTo>
                  <a:lnTo>
                    <a:pt x="2789847" y="3203569"/>
                  </a:lnTo>
                  <a:lnTo>
                    <a:pt x="2861470" y="3221123"/>
                  </a:lnTo>
                  <a:lnTo>
                    <a:pt x="2933092" y="3237578"/>
                  </a:lnTo>
                  <a:lnTo>
                    <a:pt x="3004715" y="3253002"/>
                  </a:lnTo>
                  <a:lnTo>
                    <a:pt x="3076337" y="3267459"/>
                  </a:lnTo>
                  <a:lnTo>
                    <a:pt x="3147960" y="3281010"/>
                  </a:lnTo>
                  <a:lnTo>
                    <a:pt x="3219582" y="3293713"/>
                  </a:lnTo>
                  <a:lnTo>
                    <a:pt x="3291205" y="3305619"/>
                  </a:lnTo>
                  <a:lnTo>
                    <a:pt x="3362827" y="3316780"/>
                  </a:lnTo>
                  <a:lnTo>
                    <a:pt x="3434450" y="3327241"/>
                  </a:lnTo>
                  <a:lnTo>
                    <a:pt x="3506072" y="3337047"/>
                  </a:lnTo>
                  <a:lnTo>
                    <a:pt x="3577695" y="3346238"/>
                  </a:lnTo>
                  <a:lnTo>
                    <a:pt x="3649318" y="3354854"/>
                  </a:lnTo>
                  <a:lnTo>
                    <a:pt x="3720940" y="3362930"/>
                  </a:lnTo>
                  <a:lnTo>
                    <a:pt x="3792563" y="3370499"/>
                  </a:lnTo>
                  <a:lnTo>
                    <a:pt x="3864185" y="337759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2105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mL/min decline: 2.19 (1.44-3.34), p = &lt;0.001  |  per IQR decline (Δ = 22.8): 6.00 (2.30-15.62)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3462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2026-06-08T09:57:05Z</dcterms:modified>
  <cp:category/>
</cp:coreProperties>
</file>