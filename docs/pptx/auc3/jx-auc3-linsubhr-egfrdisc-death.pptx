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0.92 (0.89-0.96)  |  per IQR (Δ = 22.8): 0.17 (0.06-0.43)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2026-05-21T09:06:51Z</dcterms:modified>
  <cp:category/>
</cp:coreProperties>
</file>