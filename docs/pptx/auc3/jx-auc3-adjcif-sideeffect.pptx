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8741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70139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411538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52936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294335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1575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0894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0214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9533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99440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440839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382237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323635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2874" y="265034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6916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6235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25554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34873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0344" y="4376722"/>
              <a:ext cx="6949396" cy="1170388"/>
            </a:xfrm>
            <a:custGeom>
              <a:avLst/>
              <a:pathLst>
                <a:path w="6949396" h="1170388">
                  <a:moveTo>
                    <a:pt x="0" y="1170388"/>
                  </a:moveTo>
                  <a:lnTo>
                    <a:pt x="167455" y="1170388"/>
                  </a:lnTo>
                  <a:lnTo>
                    <a:pt x="167455" y="1153581"/>
                  </a:lnTo>
                  <a:lnTo>
                    <a:pt x="251183" y="1153581"/>
                  </a:lnTo>
                  <a:lnTo>
                    <a:pt x="251183" y="1102914"/>
                  </a:lnTo>
                  <a:lnTo>
                    <a:pt x="334910" y="1102914"/>
                  </a:lnTo>
                  <a:lnTo>
                    <a:pt x="334910" y="1018779"/>
                  </a:lnTo>
                  <a:lnTo>
                    <a:pt x="418638" y="1018779"/>
                  </a:lnTo>
                  <a:lnTo>
                    <a:pt x="418638" y="1001449"/>
                  </a:lnTo>
                  <a:lnTo>
                    <a:pt x="502366" y="1001449"/>
                  </a:lnTo>
                  <a:lnTo>
                    <a:pt x="502366" y="932105"/>
                  </a:lnTo>
                  <a:lnTo>
                    <a:pt x="586093" y="932105"/>
                  </a:lnTo>
                  <a:lnTo>
                    <a:pt x="586093" y="914595"/>
                  </a:lnTo>
                  <a:lnTo>
                    <a:pt x="669821" y="914595"/>
                  </a:lnTo>
                  <a:lnTo>
                    <a:pt x="669821" y="897116"/>
                  </a:lnTo>
                  <a:lnTo>
                    <a:pt x="753549" y="897116"/>
                  </a:lnTo>
                  <a:lnTo>
                    <a:pt x="753549" y="879653"/>
                  </a:lnTo>
                  <a:lnTo>
                    <a:pt x="837276" y="879653"/>
                  </a:lnTo>
                  <a:lnTo>
                    <a:pt x="837276" y="844477"/>
                  </a:lnTo>
                  <a:lnTo>
                    <a:pt x="921004" y="844477"/>
                  </a:lnTo>
                  <a:lnTo>
                    <a:pt x="921004" y="826886"/>
                  </a:lnTo>
                  <a:lnTo>
                    <a:pt x="1004732" y="826886"/>
                  </a:lnTo>
                  <a:lnTo>
                    <a:pt x="1004732" y="774362"/>
                  </a:lnTo>
                  <a:lnTo>
                    <a:pt x="1172187" y="774362"/>
                  </a:lnTo>
                  <a:lnTo>
                    <a:pt x="1172187" y="756538"/>
                  </a:lnTo>
                  <a:lnTo>
                    <a:pt x="1255915" y="756538"/>
                  </a:lnTo>
                  <a:lnTo>
                    <a:pt x="1255915" y="738678"/>
                  </a:lnTo>
                  <a:lnTo>
                    <a:pt x="1339642" y="738678"/>
                  </a:lnTo>
                  <a:lnTo>
                    <a:pt x="1339642" y="702981"/>
                  </a:lnTo>
                  <a:lnTo>
                    <a:pt x="1423370" y="702981"/>
                  </a:lnTo>
                  <a:lnTo>
                    <a:pt x="1423370" y="685073"/>
                  </a:lnTo>
                  <a:lnTo>
                    <a:pt x="1507098" y="685073"/>
                  </a:lnTo>
                  <a:lnTo>
                    <a:pt x="1507098" y="667182"/>
                  </a:lnTo>
                  <a:lnTo>
                    <a:pt x="1758281" y="667182"/>
                  </a:lnTo>
                  <a:lnTo>
                    <a:pt x="1758281" y="631470"/>
                  </a:lnTo>
                  <a:lnTo>
                    <a:pt x="1842008" y="631470"/>
                  </a:lnTo>
                  <a:lnTo>
                    <a:pt x="1842008" y="613604"/>
                  </a:lnTo>
                  <a:lnTo>
                    <a:pt x="2009464" y="613604"/>
                  </a:lnTo>
                  <a:lnTo>
                    <a:pt x="2009464" y="577995"/>
                  </a:lnTo>
                  <a:lnTo>
                    <a:pt x="2093191" y="577995"/>
                  </a:lnTo>
                  <a:lnTo>
                    <a:pt x="2093191" y="542018"/>
                  </a:lnTo>
                  <a:lnTo>
                    <a:pt x="2176919" y="542018"/>
                  </a:lnTo>
                  <a:lnTo>
                    <a:pt x="2176919" y="505408"/>
                  </a:lnTo>
                  <a:lnTo>
                    <a:pt x="2344374" y="505408"/>
                  </a:lnTo>
                  <a:lnTo>
                    <a:pt x="2344374" y="468673"/>
                  </a:lnTo>
                  <a:lnTo>
                    <a:pt x="2595557" y="468673"/>
                  </a:lnTo>
                  <a:lnTo>
                    <a:pt x="2595557" y="450081"/>
                  </a:lnTo>
                  <a:lnTo>
                    <a:pt x="2846740" y="450081"/>
                  </a:lnTo>
                  <a:lnTo>
                    <a:pt x="2846740" y="431520"/>
                  </a:lnTo>
                  <a:lnTo>
                    <a:pt x="2930468" y="431520"/>
                  </a:lnTo>
                  <a:lnTo>
                    <a:pt x="2930468" y="412927"/>
                  </a:lnTo>
                  <a:lnTo>
                    <a:pt x="3097923" y="412927"/>
                  </a:lnTo>
                  <a:lnTo>
                    <a:pt x="3097923" y="394330"/>
                  </a:lnTo>
                  <a:lnTo>
                    <a:pt x="3181651" y="394330"/>
                  </a:lnTo>
                  <a:lnTo>
                    <a:pt x="3181651" y="375741"/>
                  </a:lnTo>
                  <a:lnTo>
                    <a:pt x="3265379" y="375741"/>
                  </a:lnTo>
                  <a:lnTo>
                    <a:pt x="3265379" y="338520"/>
                  </a:lnTo>
                  <a:lnTo>
                    <a:pt x="3349106" y="338520"/>
                  </a:lnTo>
                  <a:lnTo>
                    <a:pt x="3349106" y="319835"/>
                  </a:lnTo>
                  <a:lnTo>
                    <a:pt x="3516562" y="319835"/>
                  </a:lnTo>
                  <a:lnTo>
                    <a:pt x="3516562" y="301181"/>
                  </a:lnTo>
                  <a:lnTo>
                    <a:pt x="3600289" y="301181"/>
                  </a:lnTo>
                  <a:lnTo>
                    <a:pt x="3600289" y="263916"/>
                  </a:lnTo>
                  <a:lnTo>
                    <a:pt x="4102655" y="263916"/>
                  </a:lnTo>
                  <a:lnTo>
                    <a:pt x="4102655" y="226338"/>
                  </a:lnTo>
                  <a:lnTo>
                    <a:pt x="4353838" y="226338"/>
                  </a:lnTo>
                  <a:lnTo>
                    <a:pt x="4353838" y="188750"/>
                  </a:lnTo>
                  <a:lnTo>
                    <a:pt x="5442298" y="188750"/>
                  </a:lnTo>
                  <a:lnTo>
                    <a:pt x="5442298" y="151255"/>
                  </a:lnTo>
                  <a:lnTo>
                    <a:pt x="5693481" y="151255"/>
                  </a:lnTo>
                  <a:lnTo>
                    <a:pt x="5693481" y="132499"/>
                  </a:lnTo>
                  <a:lnTo>
                    <a:pt x="5777209" y="132499"/>
                  </a:lnTo>
                  <a:lnTo>
                    <a:pt x="5777209" y="113785"/>
                  </a:lnTo>
                  <a:lnTo>
                    <a:pt x="5944664" y="113785"/>
                  </a:lnTo>
                  <a:lnTo>
                    <a:pt x="5944664" y="95015"/>
                  </a:lnTo>
                  <a:lnTo>
                    <a:pt x="6028392" y="95015"/>
                  </a:lnTo>
                  <a:lnTo>
                    <a:pt x="6028392" y="76282"/>
                  </a:lnTo>
                  <a:lnTo>
                    <a:pt x="6279575" y="76282"/>
                  </a:lnTo>
                  <a:lnTo>
                    <a:pt x="6279575" y="57552"/>
                  </a:lnTo>
                  <a:lnTo>
                    <a:pt x="6447030" y="57552"/>
                  </a:lnTo>
                  <a:lnTo>
                    <a:pt x="6447030" y="38422"/>
                  </a:lnTo>
                  <a:lnTo>
                    <a:pt x="6614486" y="38422"/>
                  </a:lnTo>
                  <a:lnTo>
                    <a:pt x="6614486" y="19230"/>
                  </a:lnTo>
                  <a:lnTo>
                    <a:pt x="6949396" y="19230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20344" y="2861938"/>
              <a:ext cx="6949396" cy="2633312"/>
            </a:xfrm>
            <a:custGeom>
              <a:avLst/>
              <a:pathLst>
                <a:path w="6949396" h="2633312">
                  <a:moveTo>
                    <a:pt x="0" y="2633312"/>
                  </a:moveTo>
                  <a:lnTo>
                    <a:pt x="167455" y="2633312"/>
                  </a:lnTo>
                  <a:lnTo>
                    <a:pt x="167455" y="2590580"/>
                  </a:lnTo>
                  <a:lnTo>
                    <a:pt x="251183" y="2590580"/>
                  </a:lnTo>
                  <a:lnTo>
                    <a:pt x="251183" y="2462725"/>
                  </a:lnTo>
                  <a:lnTo>
                    <a:pt x="334910" y="2462725"/>
                  </a:lnTo>
                  <a:lnTo>
                    <a:pt x="334910" y="2253581"/>
                  </a:lnTo>
                  <a:lnTo>
                    <a:pt x="418638" y="2253581"/>
                  </a:lnTo>
                  <a:lnTo>
                    <a:pt x="418638" y="2210986"/>
                  </a:lnTo>
                  <a:lnTo>
                    <a:pt x="502366" y="2210986"/>
                  </a:lnTo>
                  <a:lnTo>
                    <a:pt x="502366" y="2042159"/>
                  </a:lnTo>
                  <a:lnTo>
                    <a:pt x="586093" y="2042159"/>
                  </a:lnTo>
                  <a:lnTo>
                    <a:pt x="586093" y="1999932"/>
                  </a:lnTo>
                  <a:lnTo>
                    <a:pt x="669821" y="1999932"/>
                  </a:lnTo>
                  <a:lnTo>
                    <a:pt x="669821" y="1957943"/>
                  </a:lnTo>
                  <a:lnTo>
                    <a:pt x="753549" y="1957943"/>
                  </a:lnTo>
                  <a:lnTo>
                    <a:pt x="753549" y="1916153"/>
                  </a:lnTo>
                  <a:lnTo>
                    <a:pt x="837276" y="1916153"/>
                  </a:lnTo>
                  <a:lnTo>
                    <a:pt x="837276" y="1832455"/>
                  </a:lnTo>
                  <a:lnTo>
                    <a:pt x="921004" y="1832455"/>
                  </a:lnTo>
                  <a:lnTo>
                    <a:pt x="921004" y="1790838"/>
                  </a:lnTo>
                  <a:lnTo>
                    <a:pt x="1004732" y="1790838"/>
                  </a:lnTo>
                  <a:lnTo>
                    <a:pt x="1004732" y="1667522"/>
                  </a:lnTo>
                  <a:lnTo>
                    <a:pt x="1172187" y="1667522"/>
                  </a:lnTo>
                  <a:lnTo>
                    <a:pt x="1172187" y="1625990"/>
                  </a:lnTo>
                  <a:lnTo>
                    <a:pt x="1255915" y="1625990"/>
                  </a:lnTo>
                  <a:lnTo>
                    <a:pt x="1255915" y="1584537"/>
                  </a:lnTo>
                  <a:lnTo>
                    <a:pt x="1339642" y="1584537"/>
                  </a:lnTo>
                  <a:lnTo>
                    <a:pt x="1339642" y="1502157"/>
                  </a:lnTo>
                  <a:lnTo>
                    <a:pt x="1423370" y="1502157"/>
                  </a:lnTo>
                  <a:lnTo>
                    <a:pt x="1423370" y="1461069"/>
                  </a:lnTo>
                  <a:lnTo>
                    <a:pt x="1507098" y="1461069"/>
                  </a:lnTo>
                  <a:lnTo>
                    <a:pt x="1507098" y="1420176"/>
                  </a:lnTo>
                  <a:lnTo>
                    <a:pt x="1758281" y="1420176"/>
                  </a:lnTo>
                  <a:lnTo>
                    <a:pt x="1758281" y="1339018"/>
                  </a:lnTo>
                  <a:lnTo>
                    <a:pt x="1842008" y="1339018"/>
                  </a:lnTo>
                  <a:lnTo>
                    <a:pt x="1842008" y="1298646"/>
                  </a:lnTo>
                  <a:lnTo>
                    <a:pt x="2009464" y="1298646"/>
                  </a:lnTo>
                  <a:lnTo>
                    <a:pt x="2009464" y="1218641"/>
                  </a:lnTo>
                  <a:lnTo>
                    <a:pt x="2093191" y="1218641"/>
                  </a:lnTo>
                  <a:lnTo>
                    <a:pt x="2093191" y="1138419"/>
                  </a:lnTo>
                  <a:lnTo>
                    <a:pt x="2176919" y="1138419"/>
                  </a:lnTo>
                  <a:lnTo>
                    <a:pt x="2176919" y="1057412"/>
                  </a:lnTo>
                  <a:lnTo>
                    <a:pt x="2344374" y="1057412"/>
                  </a:lnTo>
                  <a:lnTo>
                    <a:pt x="2344374" y="976755"/>
                  </a:lnTo>
                  <a:lnTo>
                    <a:pt x="2595557" y="976755"/>
                  </a:lnTo>
                  <a:lnTo>
                    <a:pt x="2595557" y="936170"/>
                  </a:lnTo>
                  <a:lnTo>
                    <a:pt x="2846740" y="936170"/>
                  </a:lnTo>
                  <a:lnTo>
                    <a:pt x="2846740" y="895812"/>
                  </a:lnTo>
                  <a:lnTo>
                    <a:pt x="2930468" y="895812"/>
                  </a:lnTo>
                  <a:lnTo>
                    <a:pt x="2930468" y="855541"/>
                  </a:lnTo>
                  <a:lnTo>
                    <a:pt x="3097923" y="855541"/>
                  </a:lnTo>
                  <a:lnTo>
                    <a:pt x="3097923" y="815417"/>
                  </a:lnTo>
                  <a:lnTo>
                    <a:pt x="3181651" y="815417"/>
                  </a:lnTo>
                  <a:lnTo>
                    <a:pt x="3181651" y="775466"/>
                  </a:lnTo>
                  <a:lnTo>
                    <a:pt x="3265379" y="775466"/>
                  </a:lnTo>
                  <a:lnTo>
                    <a:pt x="3265379" y="695938"/>
                  </a:lnTo>
                  <a:lnTo>
                    <a:pt x="3349106" y="695938"/>
                  </a:lnTo>
                  <a:lnTo>
                    <a:pt x="3349106" y="656245"/>
                  </a:lnTo>
                  <a:lnTo>
                    <a:pt x="3516562" y="656245"/>
                  </a:lnTo>
                  <a:lnTo>
                    <a:pt x="3516562" y="616774"/>
                  </a:lnTo>
                  <a:lnTo>
                    <a:pt x="3600289" y="616774"/>
                  </a:lnTo>
                  <a:lnTo>
                    <a:pt x="3600289" y="538374"/>
                  </a:lnTo>
                  <a:lnTo>
                    <a:pt x="4102655" y="538374"/>
                  </a:lnTo>
                  <a:lnTo>
                    <a:pt x="4102655" y="459927"/>
                  </a:lnTo>
                  <a:lnTo>
                    <a:pt x="4353838" y="459927"/>
                  </a:lnTo>
                  <a:lnTo>
                    <a:pt x="4353838" y="382063"/>
                  </a:lnTo>
                  <a:lnTo>
                    <a:pt x="5442298" y="382063"/>
                  </a:lnTo>
                  <a:lnTo>
                    <a:pt x="5442298" y="304989"/>
                  </a:lnTo>
                  <a:lnTo>
                    <a:pt x="5693481" y="304989"/>
                  </a:lnTo>
                  <a:lnTo>
                    <a:pt x="5693481" y="266658"/>
                  </a:lnTo>
                  <a:lnTo>
                    <a:pt x="5777209" y="266658"/>
                  </a:lnTo>
                  <a:lnTo>
                    <a:pt x="5777209" y="228557"/>
                  </a:lnTo>
                  <a:lnTo>
                    <a:pt x="5944664" y="228557"/>
                  </a:lnTo>
                  <a:lnTo>
                    <a:pt x="5944664" y="190490"/>
                  </a:lnTo>
                  <a:lnTo>
                    <a:pt x="6028392" y="190490"/>
                  </a:lnTo>
                  <a:lnTo>
                    <a:pt x="6028392" y="152640"/>
                  </a:lnTo>
                  <a:lnTo>
                    <a:pt x="6279575" y="152640"/>
                  </a:lnTo>
                  <a:lnTo>
                    <a:pt x="6279575" y="114943"/>
                  </a:lnTo>
                  <a:lnTo>
                    <a:pt x="6447030" y="114943"/>
                  </a:lnTo>
                  <a:lnTo>
                    <a:pt x="6447030" y="76587"/>
                  </a:lnTo>
                  <a:lnTo>
                    <a:pt x="6614486" y="76587"/>
                  </a:lnTo>
                  <a:lnTo>
                    <a:pt x="6614486" y="38258"/>
                  </a:lnTo>
                  <a:lnTo>
                    <a:pt x="6949396" y="38258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95435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36833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8232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19630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61029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0380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001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19336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2865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2.57 (95% CI 1.35-4.86), p = 0.004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972874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2026-05-28T20:46:39Z</dcterms:modified>
  <cp:category/>
</cp:coreProperties>
</file>