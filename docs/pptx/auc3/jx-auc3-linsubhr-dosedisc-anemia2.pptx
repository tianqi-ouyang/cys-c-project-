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645336"/>
              <a:ext cx="7090630" cy="1459774"/>
            </a:xfrm>
            <a:custGeom>
              <a:avLst/>
              <a:pathLst>
                <a:path w="7090630" h="1459774">
                  <a:moveTo>
                    <a:pt x="0" y="1061520"/>
                  </a:moveTo>
                  <a:lnTo>
                    <a:pt x="71622" y="1060931"/>
                  </a:lnTo>
                  <a:lnTo>
                    <a:pt x="143245" y="1060342"/>
                  </a:lnTo>
                  <a:lnTo>
                    <a:pt x="214867" y="1059753"/>
                  </a:lnTo>
                  <a:lnTo>
                    <a:pt x="286490" y="1059163"/>
                  </a:lnTo>
                  <a:lnTo>
                    <a:pt x="358112" y="1058573"/>
                  </a:lnTo>
                  <a:lnTo>
                    <a:pt x="429735" y="1057982"/>
                  </a:lnTo>
                  <a:lnTo>
                    <a:pt x="501357" y="1057391"/>
                  </a:lnTo>
                  <a:lnTo>
                    <a:pt x="572980" y="1056800"/>
                  </a:lnTo>
                  <a:lnTo>
                    <a:pt x="644602" y="1056208"/>
                  </a:lnTo>
                  <a:lnTo>
                    <a:pt x="716225" y="1055616"/>
                  </a:lnTo>
                  <a:lnTo>
                    <a:pt x="787847" y="1055023"/>
                  </a:lnTo>
                  <a:lnTo>
                    <a:pt x="859470" y="1054430"/>
                  </a:lnTo>
                  <a:lnTo>
                    <a:pt x="931092" y="1053836"/>
                  </a:lnTo>
                  <a:lnTo>
                    <a:pt x="1002715" y="1053243"/>
                  </a:lnTo>
                  <a:lnTo>
                    <a:pt x="1074337" y="1052648"/>
                  </a:lnTo>
                  <a:lnTo>
                    <a:pt x="1145960" y="1052053"/>
                  </a:lnTo>
                  <a:lnTo>
                    <a:pt x="1217582" y="1051458"/>
                  </a:lnTo>
                  <a:lnTo>
                    <a:pt x="1289205" y="1050863"/>
                  </a:lnTo>
                  <a:lnTo>
                    <a:pt x="1360827" y="1050267"/>
                  </a:lnTo>
                  <a:lnTo>
                    <a:pt x="1432450" y="1049670"/>
                  </a:lnTo>
                  <a:lnTo>
                    <a:pt x="1504073" y="1049074"/>
                  </a:lnTo>
                  <a:lnTo>
                    <a:pt x="1575695" y="1048476"/>
                  </a:lnTo>
                  <a:lnTo>
                    <a:pt x="1647318" y="1047879"/>
                  </a:lnTo>
                  <a:lnTo>
                    <a:pt x="1718940" y="1047281"/>
                  </a:lnTo>
                  <a:lnTo>
                    <a:pt x="1790563" y="1046682"/>
                  </a:lnTo>
                  <a:lnTo>
                    <a:pt x="1862185" y="1046083"/>
                  </a:lnTo>
                  <a:lnTo>
                    <a:pt x="1933808" y="1045484"/>
                  </a:lnTo>
                  <a:lnTo>
                    <a:pt x="2005430" y="1044884"/>
                  </a:lnTo>
                  <a:lnTo>
                    <a:pt x="2077053" y="1044284"/>
                  </a:lnTo>
                  <a:lnTo>
                    <a:pt x="2148675" y="1043683"/>
                  </a:lnTo>
                  <a:lnTo>
                    <a:pt x="2220298" y="1043082"/>
                  </a:lnTo>
                  <a:lnTo>
                    <a:pt x="2291920" y="1042481"/>
                  </a:lnTo>
                  <a:lnTo>
                    <a:pt x="2363543" y="1041879"/>
                  </a:lnTo>
                  <a:lnTo>
                    <a:pt x="2435165" y="1041277"/>
                  </a:lnTo>
                  <a:lnTo>
                    <a:pt x="2506788" y="1040674"/>
                  </a:lnTo>
                  <a:lnTo>
                    <a:pt x="2578410" y="1040071"/>
                  </a:lnTo>
                  <a:lnTo>
                    <a:pt x="2650033" y="1039468"/>
                  </a:lnTo>
                  <a:lnTo>
                    <a:pt x="2721655" y="1038864"/>
                  </a:lnTo>
                  <a:lnTo>
                    <a:pt x="2793278" y="1038259"/>
                  </a:lnTo>
                  <a:lnTo>
                    <a:pt x="2864901" y="1037655"/>
                  </a:lnTo>
                  <a:lnTo>
                    <a:pt x="2936523" y="1037049"/>
                  </a:lnTo>
                  <a:lnTo>
                    <a:pt x="3008146" y="1036444"/>
                  </a:lnTo>
                  <a:lnTo>
                    <a:pt x="3079768" y="1035838"/>
                  </a:lnTo>
                  <a:lnTo>
                    <a:pt x="3151391" y="1035231"/>
                  </a:lnTo>
                  <a:lnTo>
                    <a:pt x="3223013" y="1034624"/>
                  </a:lnTo>
                  <a:lnTo>
                    <a:pt x="3294636" y="1030480"/>
                  </a:lnTo>
                  <a:lnTo>
                    <a:pt x="3366258" y="1017544"/>
                  </a:lnTo>
                  <a:lnTo>
                    <a:pt x="3437881" y="1004416"/>
                  </a:lnTo>
                  <a:lnTo>
                    <a:pt x="3509503" y="991093"/>
                  </a:lnTo>
                  <a:lnTo>
                    <a:pt x="3581126" y="977574"/>
                  </a:lnTo>
                  <a:lnTo>
                    <a:pt x="3652748" y="963854"/>
                  </a:lnTo>
                  <a:lnTo>
                    <a:pt x="3724371" y="949930"/>
                  </a:lnTo>
                  <a:lnTo>
                    <a:pt x="3795993" y="935801"/>
                  </a:lnTo>
                  <a:lnTo>
                    <a:pt x="3867616" y="921462"/>
                  </a:lnTo>
                  <a:lnTo>
                    <a:pt x="3939238" y="906911"/>
                  </a:lnTo>
                  <a:lnTo>
                    <a:pt x="4010861" y="892144"/>
                  </a:lnTo>
                  <a:lnTo>
                    <a:pt x="4082483" y="877159"/>
                  </a:lnTo>
                  <a:lnTo>
                    <a:pt x="4154106" y="861952"/>
                  </a:lnTo>
                  <a:lnTo>
                    <a:pt x="4225729" y="846519"/>
                  </a:lnTo>
                  <a:lnTo>
                    <a:pt x="4297351" y="830858"/>
                  </a:lnTo>
                  <a:lnTo>
                    <a:pt x="4368974" y="814965"/>
                  </a:lnTo>
                  <a:lnTo>
                    <a:pt x="4440596" y="798836"/>
                  </a:lnTo>
                  <a:lnTo>
                    <a:pt x="4512219" y="782469"/>
                  </a:lnTo>
                  <a:lnTo>
                    <a:pt x="4583841" y="765859"/>
                  </a:lnTo>
                  <a:lnTo>
                    <a:pt x="4655464" y="749003"/>
                  </a:lnTo>
                  <a:lnTo>
                    <a:pt x="4727086" y="731898"/>
                  </a:lnTo>
                  <a:lnTo>
                    <a:pt x="4798709" y="714539"/>
                  </a:lnTo>
                  <a:lnTo>
                    <a:pt x="4870331" y="696923"/>
                  </a:lnTo>
                  <a:lnTo>
                    <a:pt x="4941954" y="679046"/>
                  </a:lnTo>
                  <a:lnTo>
                    <a:pt x="5013576" y="660904"/>
                  </a:lnTo>
                  <a:lnTo>
                    <a:pt x="5085199" y="642494"/>
                  </a:lnTo>
                  <a:lnTo>
                    <a:pt x="5156821" y="623811"/>
                  </a:lnTo>
                  <a:lnTo>
                    <a:pt x="5228444" y="604851"/>
                  </a:lnTo>
                  <a:lnTo>
                    <a:pt x="5300066" y="585610"/>
                  </a:lnTo>
                  <a:lnTo>
                    <a:pt x="5371689" y="566085"/>
                  </a:lnTo>
                  <a:lnTo>
                    <a:pt x="5443311" y="546270"/>
                  </a:lnTo>
                  <a:lnTo>
                    <a:pt x="5514934" y="526162"/>
                  </a:lnTo>
                  <a:lnTo>
                    <a:pt x="5586557" y="505755"/>
                  </a:lnTo>
                  <a:lnTo>
                    <a:pt x="5658179" y="485047"/>
                  </a:lnTo>
                  <a:lnTo>
                    <a:pt x="5729802" y="464032"/>
                  </a:lnTo>
                  <a:lnTo>
                    <a:pt x="5801424" y="442705"/>
                  </a:lnTo>
                  <a:lnTo>
                    <a:pt x="5873047" y="421063"/>
                  </a:lnTo>
                  <a:lnTo>
                    <a:pt x="5944669" y="399100"/>
                  </a:lnTo>
                  <a:lnTo>
                    <a:pt x="6016292" y="376812"/>
                  </a:lnTo>
                  <a:lnTo>
                    <a:pt x="6087914" y="354194"/>
                  </a:lnTo>
                  <a:lnTo>
                    <a:pt x="6159537" y="331240"/>
                  </a:lnTo>
                  <a:lnTo>
                    <a:pt x="6231159" y="307947"/>
                  </a:lnTo>
                  <a:lnTo>
                    <a:pt x="6302782" y="284309"/>
                  </a:lnTo>
                  <a:lnTo>
                    <a:pt x="6374404" y="260320"/>
                  </a:lnTo>
                  <a:lnTo>
                    <a:pt x="6446027" y="235977"/>
                  </a:lnTo>
                  <a:lnTo>
                    <a:pt x="6517649" y="211272"/>
                  </a:lnTo>
                  <a:lnTo>
                    <a:pt x="6589272" y="186202"/>
                  </a:lnTo>
                  <a:lnTo>
                    <a:pt x="6660894" y="160761"/>
                  </a:lnTo>
                  <a:lnTo>
                    <a:pt x="6732517" y="134942"/>
                  </a:lnTo>
                  <a:lnTo>
                    <a:pt x="6804139" y="108741"/>
                  </a:lnTo>
                  <a:lnTo>
                    <a:pt x="6875762" y="82152"/>
                  </a:lnTo>
                  <a:lnTo>
                    <a:pt x="6947385" y="55170"/>
                  </a:lnTo>
                  <a:lnTo>
                    <a:pt x="7019007" y="27787"/>
                  </a:lnTo>
                  <a:lnTo>
                    <a:pt x="7090630" y="0"/>
                  </a:lnTo>
                  <a:lnTo>
                    <a:pt x="7090630" y="1001214"/>
                  </a:lnTo>
                  <a:lnTo>
                    <a:pt x="7019007" y="1001844"/>
                  </a:lnTo>
                  <a:lnTo>
                    <a:pt x="6947385" y="1002474"/>
                  </a:lnTo>
                  <a:lnTo>
                    <a:pt x="6875762" y="1003103"/>
                  </a:lnTo>
                  <a:lnTo>
                    <a:pt x="6804139" y="1003732"/>
                  </a:lnTo>
                  <a:lnTo>
                    <a:pt x="6732517" y="1004361"/>
                  </a:lnTo>
                  <a:lnTo>
                    <a:pt x="6660894" y="1004989"/>
                  </a:lnTo>
                  <a:lnTo>
                    <a:pt x="6589272" y="1005616"/>
                  </a:lnTo>
                  <a:lnTo>
                    <a:pt x="6517649" y="1006244"/>
                  </a:lnTo>
                  <a:lnTo>
                    <a:pt x="6446027" y="1006870"/>
                  </a:lnTo>
                  <a:lnTo>
                    <a:pt x="6374404" y="1007497"/>
                  </a:lnTo>
                  <a:lnTo>
                    <a:pt x="6302782" y="1008122"/>
                  </a:lnTo>
                  <a:lnTo>
                    <a:pt x="6231159" y="1008748"/>
                  </a:lnTo>
                  <a:lnTo>
                    <a:pt x="6159537" y="1009373"/>
                  </a:lnTo>
                  <a:lnTo>
                    <a:pt x="6087914" y="1009997"/>
                  </a:lnTo>
                  <a:lnTo>
                    <a:pt x="6016292" y="1010621"/>
                  </a:lnTo>
                  <a:lnTo>
                    <a:pt x="5944669" y="1011245"/>
                  </a:lnTo>
                  <a:lnTo>
                    <a:pt x="5873047" y="1011868"/>
                  </a:lnTo>
                  <a:lnTo>
                    <a:pt x="5801424" y="1012491"/>
                  </a:lnTo>
                  <a:lnTo>
                    <a:pt x="5729802" y="1013113"/>
                  </a:lnTo>
                  <a:lnTo>
                    <a:pt x="5658179" y="1013735"/>
                  </a:lnTo>
                  <a:lnTo>
                    <a:pt x="5586557" y="1014357"/>
                  </a:lnTo>
                  <a:lnTo>
                    <a:pt x="5514934" y="1014978"/>
                  </a:lnTo>
                  <a:lnTo>
                    <a:pt x="5443311" y="1015599"/>
                  </a:lnTo>
                  <a:lnTo>
                    <a:pt x="5371689" y="1016219"/>
                  </a:lnTo>
                  <a:lnTo>
                    <a:pt x="5300066" y="1016839"/>
                  </a:lnTo>
                  <a:lnTo>
                    <a:pt x="5228444" y="1017458"/>
                  </a:lnTo>
                  <a:lnTo>
                    <a:pt x="5156821" y="1018077"/>
                  </a:lnTo>
                  <a:lnTo>
                    <a:pt x="5085199" y="1018695"/>
                  </a:lnTo>
                  <a:lnTo>
                    <a:pt x="5013576" y="1019313"/>
                  </a:lnTo>
                  <a:lnTo>
                    <a:pt x="4941954" y="1019931"/>
                  </a:lnTo>
                  <a:lnTo>
                    <a:pt x="4870331" y="1020548"/>
                  </a:lnTo>
                  <a:lnTo>
                    <a:pt x="4798709" y="1021165"/>
                  </a:lnTo>
                  <a:lnTo>
                    <a:pt x="4727086" y="1021781"/>
                  </a:lnTo>
                  <a:lnTo>
                    <a:pt x="4655464" y="1022397"/>
                  </a:lnTo>
                  <a:lnTo>
                    <a:pt x="4583841" y="1023012"/>
                  </a:lnTo>
                  <a:lnTo>
                    <a:pt x="4512219" y="1023627"/>
                  </a:lnTo>
                  <a:lnTo>
                    <a:pt x="4440596" y="1024242"/>
                  </a:lnTo>
                  <a:lnTo>
                    <a:pt x="4368974" y="1024856"/>
                  </a:lnTo>
                  <a:lnTo>
                    <a:pt x="4297351" y="1025470"/>
                  </a:lnTo>
                  <a:lnTo>
                    <a:pt x="4225729" y="1026083"/>
                  </a:lnTo>
                  <a:lnTo>
                    <a:pt x="4154106" y="1026696"/>
                  </a:lnTo>
                  <a:lnTo>
                    <a:pt x="4082483" y="1027308"/>
                  </a:lnTo>
                  <a:lnTo>
                    <a:pt x="4010861" y="1027920"/>
                  </a:lnTo>
                  <a:lnTo>
                    <a:pt x="3939238" y="1028532"/>
                  </a:lnTo>
                  <a:lnTo>
                    <a:pt x="3867616" y="1029143"/>
                  </a:lnTo>
                  <a:lnTo>
                    <a:pt x="3795993" y="1029754"/>
                  </a:lnTo>
                  <a:lnTo>
                    <a:pt x="3724371" y="1030364"/>
                  </a:lnTo>
                  <a:lnTo>
                    <a:pt x="3652748" y="1030974"/>
                  </a:lnTo>
                  <a:lnTo>
                    <a:pt x="3581126" y="1031583"/>
                  </a:lnTo>
                  <a:lnTo>
                    <a:pt x="3509503" y="1032192"/>
                  </a:lnTo>
                  <a:lnTo>
                    <a:pt x="3437881" y="1032801"/>
                  </a:lnTo>
                  <a:lnTo>
                    <a:pt x="3366258" y="1033409"/>
                  </a:lnTo>
                  <a:lnTo>
                    <a:pt x="3294636" y="1034017"/>
                  </a:lnTo>
                  <a:lnTo>
                    <a:pt x="3223013" y="1043228"/>
                  </a:lnTo>
                  <a:lnTo>
                    <a:pt x="3151391" y="1055789"/>
                  </a:lnTo>
                  <a:lnTo>
                    <a:pt x="3079768" y="1068167"/>
                  </a:lnTo>
                  <a:lnTo>
                    <a:pt x="3008146" y="1080365"/>
                  </a:lnTo>
                  <a:lnTo>
                    <a:pt x="2936523" y="1092384"/>
                  </a:lnTo>
                  <a:lnTo>
                    <a:pt x="2864901" y="1104228"/>
                  </a:lnTo>
                  <a:lnTo>
                    <a:pt x="2793278" y="1115900"/>
                  </a:lnTo>
                  <a:lnTo>
                    <a:pt x="2721655" y="1127400"/>
                  </a:lnTo>
                  <a:lnTo>
                    <a:pt x="2650033" y="1138733"/>
                  </a:lnTo>
                  <a:lnTo>
                    <a:pt x="2578410" y="1149901"/>
                  </a:lnTo>
                  <a:lnTo>
                    <a:pt x="2506788" y="1160905"/>
                  </a:lnTo>
                  <a:lnTo>
                    <a:pt x="2435165" y="1171749"/>
                  </a:lnTo>
                  <a:lnTo>
                    <a:pt x="2363543" y="1182435"/>
                  </a:lnTo>
                  <a:lnTo>
                    <a:pt x="2291920" y="1192965"/>
                  </a:lnTo>
                  <a:lnTo>
                    <a:pt x="2220298" y="1203341"/>
                  </a:lnTo>
                  <a:lnTo>
                    <a:pt x="2148675" y="1213565"/>
                  </a:lnTo>
                  <a:lnTo>
                    <a:pt x="2077053" y="1223641"/>
                  </a:lnTo>
                  <a:lnTo>
                    <a:pt x="2005430" y="1233569"/>
                  </a:lnTo>
                  <a:lnTo>
                    <a:pt x="1933808" y="1243352"/>
                  </a:lnTo>
                  <a:lnTo>
                    <a:pt x="1862185" y="1252993"/>
                  </a:lnTo>
                  <a:lnTo>
                    <a:pt x="1790563" y="1262493"/>
                  </a:lnTo>
                  <a:lnTo>
                    <a:pt x="1718940" y="1271854"/>
                  </a:lnTo>
                  <a:lnTo>
                    <a:pt x="1647318" y="1281079"/>
                  </a:lnTo>
                  <a:lnTo>
                    <a:pt x="1575695" y="1290169"/>
                  </a:lnTo>
                  <a:lnTo>
                    <a:pt x="1504073" y="1299126"/>
                  </a:lnTo>
                  <a:lnTo>
                    <a:pt x="1432450" y="1307952"/>
                  </a:lnTo>
                  <a:lnTo>
                    <a:pt x="1360827" y="1316650"/>
                  </a:lnTo>
                  <a:lnTo>
                    <a:pt x="1289205" y="1325221"/>
                  </a:lnTo>
                  <a:lnTo>
                    <a:pt x="1217582" y="1333667"/>
                  </a:lnTo>
                  <a:lnTo>
                    <a:pt x="1145960" y="1341989"/>
                  </a:lnTo>
                  <a:lnTo>
                    <a:pt x="1074337" y="1350190"/>
                  </a:lnTo>
                  <a:lnTo>
                    <a:pt x="1002715" y="1358271"/>
                  </a:lnTo>
                  <a:lnTo>
                    <a:pt x="931092" y="1366234"/>
                  </a:lnTo>
                  <a:lnTo>
                    <a:pt x="859470" y="1374081"/>
                  </a:lnTo>
                  <a:lnTo>
                    <a:pt x="787847" y="1381814"/>
                  </a:lnTo>
                  <a:lnTo>
                    <a:pt x="716225" y="1389434"/>
                  </a:lnTo>
                  <a:lnTo>
                    <a:pt x="644602" y="1396942"/>
                  </a:lnTo>
                  <a:lnTo>
                    <a:pt x="572980" y="1404341"/>
                  </a:lnTo>
                  <a:lnTo>
                    <a:pt x="501357" y="1411632"/>
                  </a:lnTo>
                  <a:lnTo>
                    <a:pt x="429735" y="1418816"/>
                  </a:lnTo>
                  <a:lnTo>
                    <a:pt x="358112" y="1425896"/>
                  </a:lnTo>
                  <a:lnTo>
                    <a:pt x="286490" y="1432872"/>
                  </a:lnTo>
                  <a:lnTo>
                    <a:pt x="214867" y="1439747"/>
                  </a:lnTo>
                  <a:lnTo>
                    <a:pt x="143245" y="1446521"/>
                  </a:lnTo>
                  <a:lnTo>
                    <a:pt x="71622" y="1453196"/>
                  </a:lnTo>
                  <a:lnTo>
                    <a:pt x="0" y="145977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645336"/>
              <a:ext cx="7090630" cy="1061520"/>
            </a:xfrm>
            <a:custGeom>
              <a:avLst/>
              <a:pathLst>
                <a:path w="7090630" h="1061520">
                  <a:moveTo>
                    <a:pt x="0" y="1061520"/>
                  </a:moveTo>
                  <a:lnTo>
                    <a:pt x="71622" y="1060931"/>
                  </a:lnTo>
                  <a:lnTo>
                    <a:pt x="143245" y="1060342"/>
                  </a:lnTo>
                  <a:lnTo>
                    <a:pt x="214867" y="1059753"/>
                  </a:lnTo>
                  <a:lnTo>
                    <a:pt x="286490" y="1059163"/>
                  </a:lnTo>
                  <a:lnTo>
                    <a:pt x="358112" y="1058573"/>
                  </a:lnTo>
                  <a:lnTo>
                    <a:pt x="429735" y="1057982"/>
                  </a:lnTo>
                  <a:lnTo>
                    <a:pt x="501357" y="1057391"/>
                  </a:lnTo>
                  <a:lnTo>
                    <a:pt x="572980" y="1056800"/>
                  </a:lnTo>
                  <a:lnTo>
                    <a:pt x="644602" y="1056208"/>
                  </a:lnTo>
                  <a:lnTo>
                    <a:pt x="716225" y="1055616"/>
                  </a:lnTo>
                  <a:lnTo>
                    <a:pt x="787847" y="1055023"/>
                  </a:lnTo>
                  <a:lnTo>
                    <a:pt x="859470" y="1054430"/>
                  </a:lnTo>
                  <a:lnTo>
                    <a:pt x="931092" y="1053836"/>
                  </a:lnTo>
                  <a:lnTo>
                    <a:pt x="1002715" y="1053243"/>
                  </a:lnTo>
                  <a:lnTo>
                    <a:pt x="1074337" y="1052648"/>
                  </a:lnTo>
                  <a:lnTo>
                    <a:pt x="1145960" y="1052053"/>
                  </a:lnTo>
                  <a:lnTo>
                    <a:pt x="1217582" y="1051458"/>
                  </a:lnTo>
                  <a:lnTo>
                    <a:pt x="1289205" y="1050863"/>
                  </a:lnTo>
                  <a:lnTo>
                    <a:pt x="1360827" y="1050267"/>
                  </a:lnTo>
                  <a:lnTo>
                    <a:pt x="1432450" y="1049670"/>
                  </a:lnTo>
                  <a:lnTo>
                    <a:pt x="1504073" y="1049074"/>
                  </a:lnTo>
                  <a:lnTo>
                    <a:pt x="1575695" y="1048476"/>
                  </a:lnTo>
                  <a:lnTo>
                    <a:pt x="1647318" y="1047879"/>
                  </a:lnTo>
                  <a:lnTo>
                    <a:pt x="1718940" y="1047281"/>
                  </a:lnTo>
                  <a:lnTo>
                    <a:pt x="1790563" y="1046682"/>
                  </a:lnTo>
                  <a:lnTo>
                    <a:pt x="1862185" y="1046083"/>
                  </a:lnTo>
                  <a:lnTo>
                    <a:pt x="1933808" y="1045484"/>
                  </a:lnTo>
                  <a:lnTo>
                    <a:pt x="2005430" y="1044884"/>
                  </a:lnTo>
                  <a:lnTo>
                    <a:pt x="2077053" y="1044284"/>
                  </a:lnTo>
                  <a:lnTo>
                    <a:pt x="2148675" y="1043683"/>
                  </a:lnTo>
                  <a:lnTo>
                    <a:pt x="2220298" y="1043082"/>
                  </a:lnTo>
                  <a:lnTo>
                    <a:pt x="2291920" y="1042481"/>
                  </a:lnTo>
                  <a:lnTo>
                    <a:pt x="2363543" y="1041879"/>
                  </a:lnTo>
                  <a:lnTo>
                    <a:pt x="2435165" y="1041277"/>
                  </a:lnTo>
                  <a:lnTo>
                    <a:pt x="2506788" y="1040674"/>
                  </a:lnTo>
                  <a:lnTo>
                    <a:pt x="2578410" y="1040071"/>
                  </a:lnTo>
                  <a:lnTo>
                    <a:pt x="2650033" y="1039468"/>
                  </a:lnTo>
                  <a:lnTo>
                    <a:pt x="2721655" y="1038864"/>
                  </a:lnTo>
                  <a:lnTo>
                    <a:pt x="2793278" y="1038259"/>
                  </a:lnTo>
                  <a:lnTo>
                    <a:pt x="2864901" y="1037655"/>
                  </a:lnTo>
                  <a:lnTo>
                    <a:pt x="2936523" y="1037049"/>
                  </a:lnTo>
                  <a:lnTo>
                    <a:pt x="3008146" y="1036444"/>
                  </a:lnTo>
                  <a:lnTo>
                    <a:pt x="3079768" y="1035838"/>
                  </a:lnTo>
                  <a:lnTo>
                    <a:pt x="3151391" y="1035231"/>
                  </a:lnTo>
                  <a:lnTo>
                    <a:pt x="3223013" y="1034624"/>
                  </a:lnTo>
                  <a:lnTo>
                    <a:pt x="3294636" y="1030480"/>
                  </a:lnTo>
                  <a:lnTo>
                    <a:pt x="3366258" y="1017544"/>
                  </a:lnTo>
                  <a:lnTo>
                    <a:pt x="3437881" y="1004416"/>
                  </a:lnTo>
                  <a:lnTo>
                    <a:pt x="3509503" y="991093"/>
                  </a:lnTo>
                  <a:lnTo>
                    <a:pt x="3581126" y="977574"/>
                  </a:lnTo>
                  <a:lnTo>
                    <a:pt x="3652748" y="963854"/>
                  </a:lnTo>
                  <a:lnTo>
                    <a:pt x="3724371" y="949930"/>
                  </a:lnTo>
                  <a:lnTo>
                    <a:pt x="3795993" y="935801"/>
                  </a:lnTo>
                  <a:lnTo>
                    <a:pt x="3867616" y="921462"/>
                  </a:lnTo>
                  <a:lnTo>
                    <a:pt x="3939238" y="906911"/>
                  </a:lnTo>
                  <a:lnTo>
                    <a:pt x="4010861" y="892144"/>
                  </a:lnTo>
                  <a:lnTo>
                    <a:pt x="4082483" y="877159"/>
                  </a:lnTo>
                  <a:lnTo>
                    <a:pt x="4154106" y="861952"/>
                  </a:lnTo>
                  <a:lnTo>
                    <a:pt x="4225729" y="846519"/>
                  </a:lnTo>
                  <a:lnTo>
                    <a:pt x="4297351" y="830858"/>
                  </a:lnTo>
                  <a:lnTo>
                    <a:pt x="4368974" y="814965"/>
                  </a:lnTo>
                  <a:lnTo>
                    <a:pt x="4440596" y="798836"/>
                  </a:lnTo>
                  <a:lnTo>
                    <a:pt x="4512219" y="782469"/>
                  </a:lnTo>
                  <a:lnTo>
                    <a:pt x="4583841" y="765859"/>
                  </a:lnTo>
                  <a:lnTo>
                    <a:pt x="4655464" y="749003"/>
                  </a:lnTo>
                  <a:lnTo>
                    <a:pt x="4727086" y="731898"/>
                  </a:lnTo>
                  <a:lnTo>
                    <a:pt x="4798709" y="714539"/>
                  </a:lnTo>
                  <a:lnTo>
                    <a:pt x="4870331" y="696923"/>
                  </a:lnTo>
                  <a:lnTo>
                    <a:pt x="4941954" y="679046"/>
                  </a:lnTo>
                  <a:lnTo>
                    <a:pt x="5013576" y="660904"/>
                  </a:lnTo>
                  <a:lnTo>
                    <a:pt x="5085199" y="642494"/>
                  </a:lnTo>
                  <a:lnTo>
                    <a:pt x="5156821" y="623811"/>
                  </a:lnTo>
                  <a:lnTo>
                    <a:pt x="5228444" y="604851"/>
                  </a:lnTo>
                  <a:lnTo>
                    <a:pt x="5300066" y="585610"/>
                  </a:lnTo>
                  <a:lnTo>
                    <a:pt x="5371689" y="566085"/>
                  </a:lnTo>
                  <a:lnTo>
                    <a:pt x="5443311" y="546270"/>
                  </a:lnTo>
                  <a:lnTo>
                    <a:pt x="5514934" y="526162"/>
                  </a:lnTo>
                  <a:lnTo>
                    <a:pt x="5586557" y="505755"/>
                  </a:lnTo>
                  <a:lnTo>
                    <a:pt x="5658179" y="485047"/>
                  </a:lnTo>
                  <a:lnTo>
                    <a:pt x="5729802" y="464032"/>
                  </a:lnTo>
                  <a:lnTo>
                    <a:pt x="5801424" y="442705"/>
                  </a:lnTo>
                  <a:lnTo>
                    <a:pt x="5873047" y="421063"/>
                  </a:lnTo>
                  <a:lnTo>
                    <a:pt x="5944669" y="399100"/>
                  </a:lnTo>
                  <a:lnTo>
                    <a:pt x="6016292" y="376812"/>
                  </a:lnTo>
                  <a:lnTo>
                    <a:pt x="6087914" y="354194"/>
                  </a:lnTo>
                  <a:lnTo>
                    <a:pt x="6159537" y="331240"/>
                  </a:lnTo>
                  <a:lnTo>
                    <a:pt x="6231159" y="307947"/>
                  </a:lnTo>
                  <a:lnTo>
                    <a:pt x="6302782" y="284309"/>
                  </a:lnTo>
                  <a:lnTo>
                    <a:pt x="6374404" y="260320"/>
                  </a:lnTo>
                  <a:lnTo>
                    <a:pt x="6446027" y="235977"/>
                  </a:lnTo>
                  <a:lnTo>
                    <a:pt x="6517649" y="211272"/>
                  </a:lnTo>
                  <a:lnTo>
                    <a:pt x="6589272" y="186202"/>
                  </a:lnTo>
                  <a:lnTo>
                    <a:pt x="6660894" y="160761"/>
                  </a:lnTo>
                  <a:lnTo>
                    <a:pt x="6732517" y="134942"/>
                  </a:lnTo>
                  <a:lnTo>
                    <a:pt x="6804139" y="108741"/>
                  </a:lnTo>
                  <a:lnTo>
                    <a:pt x="6875762" y="82152"/>
                  </a:lnTo>
                  <a:lnTo>
                    <a:pt x="6947385" y="55170"/>
                  </a:lnTo>
                  <a:lnTo>
                    <a:pt x="7019007" y="27787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46551"/>
              <a:ext cx="7090630" cy="458559"/>
            </a:xfrm>
            <a:custGeom>
              <a:avLst/>
              <a:pathLst>
                <a:path w="7090630" h="458559">
                  <a:moveTo>
                    <a:pt x="7090630" y="0"/>
                  </a:moveTo>
                  <a:lnTo>
                    <a:pt x="7019007" y="630"/>
                  </a:lnTo>
                  <a:lnTo>
                    <a:pt x="6947385" y="1260"/>
                  </a:lnTo>
                  <a:lnTo>
                    <a:pt x="6875762" y="1889"/>
                  </a:lnTo>
                  <a:lnTo>
                    <a:pt x="6804139" y="2518"/>
                  </a:lnTo>
                  <a:lnTo>
                    <a:pt x="6732517" y="3146"/>
                  </a:lnTo>
                  <a:lnTo>
                    <a:pt x="6660894" y="3774"/>
                  </a:lnTo>
                  <a:lnTo>
                    <a:pt x="6589272" y="4402"/>
                  </a:lnTo>
                  <a:lnTo>
                    <a:pt x="6517649" y="5029"/>
                  </a:lnTo>
                  <a:lnTo>
                    <a:pt x="6446027" y="5656"/>
                  </a:lnTo>
                  <a:lnTo>
                    <a:pt x="6374404" y="6282"/>
                  </a:lnTo>
                  <a:lnTo>
                    <a:pt x="6302782" y="6908"/>
                  </a:lnTo>
                  <a:lnTo>
                    <a:pt x="6231159" y="7533"/>
                  </a:lnTo>
                  <a:lnTo>
                    <a:pt x="6159537" y="8158"/>
                  </a:lnTo>
                  <a:lnTo>
                    <a:pt x="6087914" y="8783"/>
                  </a:lnTo>
                  <a:lnTo>
                    <a:pt x="6016292" y="9407"/>
                  </a:lnTo>
                  <a:lnTo>
                    <a:pt x="5944669" y="10031"/>
                  </a:lnTo>
                  <a:lnTo>
                    <a:pt x="5873047" y="10654"/>
                  </a:lnTo>
                  <a:lnTo>
                    <a:pt x="5801424" y="11277"/>
                  </a:lnTo>
                  <a:lnTo>
                    <a:pt x="5729802" y="11899"/>
                  </a:lnTo>
                  <a:lnTo>
                    <a:pt x="5658179" y="12521"/>
                  </a:lnTo>
                  <a:lnTo>
                    <a:pt x="5586557" y="13142"/>
                  </a:lnTo>
                  <a:lnTo>
                    <a:pt x="5514934" y="13763"/>
                  </a:lnTo>
                  <a:lnTo>
                    <a:pt x="5443311" y="14384"/>
                  </a:lnTo>
                  <a:lnTo>
                    <a:pt x="5371689" y="15004"/>
                  </a:lnTo>
                  <a:lnTo>
                    <a:pt x="5300066" y="15624"/>
                  </a:lnTo>
                  <a:lnTo>
                    <a:pt x="5228444" y="16243"/>
                  </a:lnTo>
                  <a:lnTo>
                    <a:pt x="5156821" y="16862"/>
                  </a:lnTo>
                  <a:lnTo>
                    <a:pt x="5085199" y="17481"/>
                  </a:lnTo>
                  <a:lnTo>
                    <a:pt x="5013576" y="18099"/>
                  </a:lnTo>
                  <a:lnTo>
                    <a:pt x="4941954" y="18716"/>
                  </a:lnTo>
                  <a:lnTo>
                    <a:pt x="4870331" y="19333"/>
                  </a:lnTo>
                  <a:lnTo>
                    <a:pt x="4798709" y="19950"/>
                  </a:lnTo>
                  <a:lnTo>
                    <a:pt x="4727086" y="20566"/>
                  </a:lnTo>
                  <a:lnTo>
                    <a:pt x="4655464" y="21182"/>
                  </a:lnTo>
                  <a:lnTo>
                    <a:pt x="4583841" y="21798"/>
                  </a:lnTo>
                  <a:lnTo>
                    <a:pt x="4512219" y="22413"/>
                  </a:lnTo>
                  <a:lnTo>
                    <a:pt x="4440596" y="23027"/>
                  </a:lnTo>
                  <a:lnTo>
                    <a:pt x="4368974" y="23641"/>
                  </a:lnTo>
                  <a:lnTo>
                    <a:pt x="4297351" y="24255"/>
                  </a:lnTo>
                  <a:lnTo>
                    <a:pt x="4225729" y="24868"/>
                  </a:lnTo>
                  <a:lnTo>
                    <a:pt x="4154106" y="25481"/>
                  </a:lnTo>
                  <a:lnTo>
                    <a:pt x="4082483" y="26094"/>
                  </a:lnTo>
                  <a:lnTo>
                    <a:pt x="4010861" y="26706"/>
                  </a:lnTo>
                  <a:lnTo>
                    <a:pt x="3939238" y="27317"/>
                  </a:lnTo>
                  <a:lnTo>
                    <a:pt x="3867616" y="27928"/>
                  </a:lnTo>
                  <a:lnTo>
                    <a:pt x="3795993" y="28539"/>
                  </a:lnTo>
                  <a:lnTo>
                    <a:pt x="3724371" y="29150"/>
                  </a:lnTo>
                  <a:lnTo>
                    <a:pt x="3652748" y="29759"/>
                  </a:lnTo>
                  <a:lnTo>
                    <a:pt x="3581126" y="30369"/>
                  </a:lnTo>
                  <a:lnTo>
                    <a:pt x="3509503" y="30978"/>
                  </a:lnTo>
                  <a:lnTo>
                    <a:pt x="3437881" y="31586"/>
                  </a:lnTo>
                  <a:lnTo>
                    <a:pt x="3366258" y="32195"/>
                  </a:lnTo>
                  <a:lnTo>
                    <a:pt x="3294636" y="32802"/>
                  </a:lnTo>
                  <a:lnTo>
                    <a:pt x="3223013" y="42013"/>
                  </a:lnTo>
                  <a:lnTo>
                    <a:pt x="3151391" y="54575"/>
                  </a:lnTo>
                  <a:lnTo>
                    <a:pt x="3079768" y="66953"/>
                  </a:lnTo>
                  <a:lnTo>
                    <a:pt x="3008146" y="79150"/>
                  </a:lnTo>
                  <a:lnTo>
                    <a:pt x="2936523" y="91170"/>
                  </a:lnTo>
                  <a:lnTo>
                    <a:pt x="2864901" y="103014"/>
                  </a:lnTo>
                  <a:lnTo>
                    <a:pt x="2793278" y="114685"/>
                  </a:lnTo>
                  <a:lnTo>
                    <a:pt x="2721655" y="126186"/>
                  </a:lnTo>
                  <a:lnTo>
                    <a:pt x="2650033" y="137519"/>
                  </a:lnTo>
                  <a:lnTo>
                    <a:pt x="2578410" y="148686"/>
                  </a:lnTo>
                  <a:lnTo>
                    <a:pt x="2506788" y="159691"/>
                  </a:lnTo>
                  <a:lnTo>
                    <a:pt x="2435165" y="170535"/>
                  </a:lnTo>
                  <a:lnTo>
                    <a:pt x="2363543" y="181220"/>
                  </a:lnTo>
                  <a:lnTo>
                    <a:pt x="2291920" y="191750"/>
                  </a:lnTo>
                  <a:lnTo>
                    <a:pt x="2220298" y="202126"/>
                  </a:lnTo>
                  <a:lnTo>
                    <a:pt x="2148675" y="212351"/>
                  </a:lnTo>
                  <a:lnTo>
                    <a:pt x="2077053" y="222426"/>
                  </a:lnTo>
                  <a:lnTo>
                    <a:pt x="2005430" y="232354"/>
                  </a:lnTo>
                  <a:lnTo>
                    <a:pt x="1933808" y="242138"/>
                  </a:lnTo>
                  <a:lnTo>
                    <a:pt x="1862185" y="251778"/>
                  </a:lnTo>
                  <a:lnTo>
                    <a:pt x="1790563" y="261278"/>
                  </a:lnTo>
                  <a:lnTo>
                    <a:pt x="1718940" y="270639"/>
                  </a:lnTo>
                  <a:lnTo>
                    <a:pt x="1647318" y="279864"/>
                  </a:lnTo>
                  <a:lnTo>
                    <a:pt x="1575695" y="288954"/>
                  </a:lnTo>
                  <a:lnTo>
                    <a:pt x="1504073" y="297911"/>
                  </a:lnTo>
                  <a:lnTo>
                    <a:pt x="1432450" y="306738"/>
                  </a:lnTo>
                  <a:lnTo>
                    <a:pt x="1360827" y="315436"/>
                  </a:lnTo>
                  <a:lnTo>
                    <a:pt x="1289205" y="324006"/>
                  </a:lnTo>
                  <a:lnTo>
                    <a:pt x="1217582" y="332452"/>
                  </a:lnTo>
                  <a:lnTo>
                    <a:pt x="1145960" y="340774"/>
                  </a:lnTo>
                  <a:lnTo>
                    <a:pt x="1074337" y="348975"/>
                  </a:lnTo>
                  <a:lnTo>
                    <a:pt x="1002715" y="357057"/>
                  </a:lnTo>
                  <a:lnTo>
                    <a:pt x="931092" y="365020"/>
                  </a:lnTo>
                  <a:lnTo>
                    <a:pt x="859470" y="372867"/>
                  </a:lnTo>
                  <a:lnTo>
                    <a:pt x="787847" y="380599"/>
                  </a:lnTo>
                  <a:lnTo>
                    <a:pt x="716225" y="388219"/>
                  </a:lnTo>
                  <a:lnTo>
                    <a:pt x="644602" y="395728"/>
                  </a:lnTo>
                  <a:lnTo>
                    <a:pt x="572980" y="403126"/>
                  </a:lnTo>
                  <a:lnTo>
                    <a:pt x="501357" y="410417"/>
                  </a:lnTo>
                  <a:lnTo>
                    <a:pt x="429735" y="417602"/>
                  </a:lnTo>
                  <a:lnTo>
                    <a:pt x="358112" y="424681"/>
                  </a:lnTo>
                  <a:lnTo>
                    <a:pt x="286490" y="431658"/>
                  </a:lnTo>
                  <a:lnTo>
                    <a:pt x="214867" y="438532"/>
                  </a:lnTo>
                  <a:lnTo>
                    <a:pt x="143245" y="445306"/>
                  </a:lnTo>
                  <a:lnTo>
                    <a:pt x="71622" y="451981"/>
                  </a:lnTo>
                  <a:lnTo>
                    <a:pt x="0" y="4585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238276"/>
              <a:ext cx="7090630" cy="699306"/>
            </a:xfrm>
            <a:custGeom>
              <a:avLst/>
              <a:pathLst>
                <a:path w="7090630" h="699306">
                  <a:moveTo>
                    <a:pt x="0" y="699306"/>
                  </a:moveTo>
                  <a:lnTo>
                    <a:pt x="71622" y="694578"/>
                  </a:lnTo>
                  <a:lnTo>
                    <a:pt x="143245" y="689813"/>
                  </a:lnTo>
                  <a:lnTo>
                    <a:pt x="214867" y="685011"/>
                  </a:lnTo>
                  <a:lnTo>
                    <a:pt x="286490" y="680173"/>
                  </a:lnTo>
                  <a:lnTo>
                    <a:pt x="358112" y="675297"/>
                  </a:lnTo>
                  <a:lnTo>
                    <a:pt x="429735" y="670383"/>
                  </a:lnTo>
                  <a:lnTo>
                    <a:pt x="501357" y="665431"/>
                  </a:lnTo>
                  <a:lnTo>
                    <a:pt x="572980" y="660441"/>
                  </a:lnTo>
                  <a:lnTo>
                    <a:pt x="644602" y="655413"/>
                  </a:lnTo>
                  <a:lnTo>
                    <a:pt x="716225" y="650345"/>
                  </a:lnTo>
                  <a:lnTo>
                    <a:pt x="787847" y="645239"/>
                  </a:lnTo>
                  <a:lnTo>
                    <a:pt x="859470" y="640092"/>
                  </a:lnTo>
                  <a:lnTo>
                    <a:pt x="931092" y="634907"/>
                  </a:lnTo>
                  <a:lnTo>
                    <a:pt x="1002715" y="629681"/>
                  </a:lnTo>
                  <a:lnTo>
                    <a:pt x="1074337" y="624414"/>
                  </a:lnTo>
                  <a:lnTo>
                    <a:pt x="1145960" y="619107"/>
                  </a:lnTo>
                  <a:lnTo>
                    <a:pt x="1217582" y="613759"/>
                  </a:lnTo>
                  <a:lnTo>
                    <a:pt x="1289205" y="608370"/>
                  </a:lnTo>
                  <a:lnTo>
                    <a:pt x="1360827" y="602938"/>
                  </a:lnTo>
                  <a:lnTo>
                    <a:pt x="1432450" y="597465"/>
                  </a:lnTo>
                  <a:lnTo>
                    <a:pt x="1504073" y="591950"/>
                  </a:lnTo>
                  <a:lnTo>
                    <a:pt x="1575695" y="586392"/>
                  </a:lnTo>
                  <a:lnTo>
                    <a:pt x="1647318" y="580791"/>
                  </a:lnTo>
                  <a:lnTo>
                    <a:pt x="1718940" y="575146"/>
                  </a:lnTo>
                  <a:lnTo>
                    <a:pt x="1790563" y="569458"/>
                  </a:lnTo>
                  <a:lnTo>
                    <a:pt x="1862185" y="563727"/>
                  </a:lnTo>
                  <a:lnTo>
                    <a:pt x="1933808" y="557950"/>
                  </a:lnTo>
                  <a:lnTo>
                    <a:pt x="2005430" y="552129"/>
                  </a:lnTo>
                  <a:lnTo>
                    <a:pt x="2077053" y="546263"/>
                  </a:lnTo>
                  <a:lnTo>
                    <a:pt x="2148675" y="540352"/>
                  </a:lnTo>
                  <a:lnTo>
                    <a:pt x="2220298" y="534395"/>
                  </a:lnTo>
                  <a:lnTo>
                    <a:pt x="2291920" y="528392"/>
                  </a:lnTo>
                  <a:lnTo>
                    <a:pt x="2363543" y="522343"/>
                  </a:lnTo>
                  <a:lnTo>
                    <a:pt x="2435165" y="516247"/>
                  </a:lnTo>
                  <a:lnTo>
                    <a:pt x="2506788" y="510103"/>
                  </a:lnTo>
                  <a:lnTo>
                    <a:pt x="2578410" y="503913"/>
                  </a:lnTo>
                  <a:lnTo>
                    <a:pt x="2650033" y="497674"/>
                  </a:lnTo>
                  <a:lnTo>
                    <a:pt x="2721655" y="491387"/>
                  </a:lnTo>
                  <a:lnTo>
                    <a:pt x="2793278" y="485052"/>
                  </a:lnTo>
                  <a:lnTo>
                    <a:pt x="2864901" y="478667"/>
                  </a:lnTo>
                  <a:lnTo>
                    <a:pt x="2936523" y="472234"/>
                  </a:lnTo>
                  <a:lnTo>
                    <a:pt x="3008146" y="465750"/>
                  </a:lnTo>
                  <a:lnTo>
                    <a:pt x="3079768" y="459216"/>
                  </a:lnTo>
                  <a:lnTo>
                    <a:pt x="3151391" y="452632"/>
                  </a:lnTo>
                  <a:lnTo>
                    <a:pt x="3223013" y="445997"/>
                  </a:lnTo>
                  <a:lnTo>
                    <a:pt x="3294636" y="439311"/>
                  </a:lnTo>
                  <a:lnTo>
                    <a:pt x="3366258" y="432573"/>
                  </a:lnTo>
                  <a:lnTo>
                    <a:pt x="3437881" y="425783"/>
                  </a:lnTo>
                  <a:lnTo>
                    <a:pt x="3509503" y="418940"/>
                  </a:lnTo>
                  <a:lnTo>
                    <a:pt x="3581126" y="412045"/>
                  </a:lnTo>
                  <a:lnTo>
                    <a:pt x="3652748" y="405096"/>
                  </a:lnTo>
                  <a:lnTo>
                    <a:pt x="3724371" y="398093"/>
                  </a:lnTo>
                  <a:lnTo>
                    <a:pt x="3795993" y="391037"/>
                  </a:lnTo>
                  <a:lnTo>
                    <a:pt x="3867616" y="383925"/>
                  </a:lnTo>
                  <a:lnTo>
                    <a:pt x="3939238" y="376759"/>
                  </a:lnTo>
                  <a:lnTo>
                    <a:pt x="4010861" y="369538"/>
                  </a:lnTo>
                  <a:lnTo>
                    <a:pt x="4082483" y="362260"/>
                  </a:lnTo>
                  <a:lnTo>
                    <a:pt x="4154106" y="354926"/>
                  </a:lnTo>
                  <a:lnTo>
                    <a:pt x="4225729" y="347536"/>
                  </a:lnTo>
                  <a:lnTo>
                    <a:pt x="4297351" y="340089"/>
                  </a:lnTo>
                  <a:lnTo>
                    <a:pt x="4368974" y="332584"/>
                  </a:lnTo>
                  <a:lnTo>
                    <a:pt x="4440596" y="325020"/>
                  </a:lnTo>
                  <a:lnTo>
                    <a:pt x="4512219" y="317399"/>
                  </a:lnTo>
                  <a:lnTo>
                    <a:pt x="4583841" y="309718"/>
                  </a:lnTo>
                  <a:lnTo>
                    <a:pt x="4655464" y="301979"/>
                  </a:lnTo>
                  <a:lnTo>
                    <a:pt x="4727086" y="294179"/>
                  </a:lnTo>
                  <a:lnTo>
                    <a:pt x="4798709" y="286319"/>
                  </a:lnTo>
                  <a:lnTo>
                    <a:pt x="4870331" y="278398"/>
                  </a:lnTo>
                  <a:lnTo>
                    <a:pt x="4941954" y="270416"/>
                  </a:lnTo>
                  <a:lnTo>
                    <a:pt x="5013576" y="262373"/>
                  </a:lnTo>
                  <a:lnTo>
                    <a:pt x="5085199" y="254267"/>
                  </a:lnTo>
                  <a:lnTo>
                    <a:pt x="5156821" y="246098"/>
                  </a:lnTo>
                  <a:lnTo>
                    <a:pt x="5228444" y="237866"/>
                  </a:lnTo>
                  <a:lnTo>
                    <a:pt x="5300066" y="229571"/>
                  </a:lnTo>
                  <a:lnTo>
                    <a:pt x="5371689" y="221212"/>
                  </a:lnTo>
                  <a:lnTo>
                    <a:pt x="5443311" y="212788"/>
                  </a:lnTo>
                  <a:lnTo>
                    <a:pt x="5514934" y="204299"/>
                  </a:lnTo>
                  <a:lnTo>
                    <a:pt x="5586557" y="195744"/>
                  </a:lnTo>
                  <a:lnTo>
                    <a:pt x="5658179" y="187123"/>
                  </a:lnTo>
                  <a:lnTo>
                    <a:pt x="5729802" y="178435"/>
                  </a:lnTo>
                  <a:lnTo>
                    <a:pt x="5801424" y="169681"/>
                  </a:lnTo>
                  <a:lnTo>
                    <a:pt x="5873047" y="160858"/>
                  </a:lnTo>
                  <a:lnTo>
                    <a:pt x="5944669" y="151968"/>
                  </a:lnTo>
                  <a:lnTo>
                    <a:pt x="6016292" y="143008"/>
                  </a:lnTo>
                  <a:lnTo>
                    <a:pt x="6087914" y="133980"/>
                  </a:lnTo>
                  <a:lnTo>
                    <a:pt x="6159537" y="124881"/>
                  </a:lnTo>
                  <a:lnTo>
                    <a:pt x="6231159" y="115713"/>
                  </a:lnTo>
                  <a:lnTo>
                    <a:pt x="6302782" y="106473"/>
                  </a:lnTo>
                  <a:lnTo>
                    <a:pt x="6374404" y="97162"/>
                  </a:lnTo>
                  <a:lnTo>
                    <a:pt x="6446027" y="87779"/>
                  </a:lnTo>
                  <a:lnTo>
                    <a:pt x="6517649" y="78323"/>
                  </a:lnTo>
                  <a:lnTo>
                    <a:pt x="6589272" y="68795"/>
                  </a:lnTo>
                  <a:lnTo>
                    <a:pt x="6660894" y="59192"/>
                  </a:lnTo>
                  <a:lnTo>
                    <a:pt x="6732517" y="49516"/>
                  </a:lnTo>
                  <a:lnTo>
                    <a:pt x="6804139" y="39765"/>
                  </a:lnTo>
                  <a:lnTo>
                    <a:pt x="6875762" y="29938"/>
                  </a:lnTo>
                  <a:lnTo>
                    <a:pt x="6947385" y="20035"/>
                  </a:lnTo>
                  <a:lnTo>
                    <a:pt x="7019007" y="1005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2026-07-19T08:45:39Z</dcterms:modified>
  <cp:category/>
</cp:coreProperties>
</file>