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501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1506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512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351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452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6004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00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801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901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719296"/>
              <a:ext cx="6964104" cy="575772"/>
            </a:xfrm>
            <a:custGeom>
              <a:avLst/>
              <a:pathLst>
                <a:path w="6964104" h="575772">
                  <a:moveTo>
                    <a:pt x="0" y="0"/>
                  </a:moveTo>
                  <a:lnTo>
                    <a:pt x="70344" y="12725"/>
                  </a:lnTo>
                  <a:lnTo>
                    <a:pt x="140688" y="25212"/>
                  </a:lnTo>
                  <a:lnTo>
                    <a:pt x="211033" y="37467"/>
                  </a:lnTo>
                  <a:lnTo>
                    <a:pt x="281377" y="49492"/>
                  </a:lnTo>
                  <a:lnTo>
                    <a:pt x="351722" y="61293"/>
                  </a:lnTo>
                  <a:lnTo>
                    <a:pt x="422066" y="72873"/>
                  </a:lnTo>
                  <a:lnTo>
                    <a:pt x="492411" y="84236"/>
                  </a:lnTo>
                  <a:lnTo>
                    <a:pt x="562755" y="95388"/>
                  </a:lnTo>
                  <a:lnTo>
                    <a:pt x="633100" y="106330"/>
                  </a:lnTo>
                  <a:lnTo>
                    <a:pt x="703444" y="117069"/>
                  </a:lnTo>
                  <a:lnTo>
                    <a:pt x="773789" y="127607"/>
                  </a:lnTo>
                  <a:lnTo>
                    <a:pt x="844133" y="137948"/>
                  </a:lnTo>
                  <a:lnTo>
                    <a:pt x="914478" y="148095"/>
                  </a:lnTo>
                  <a:lnTo>
                    <a:pt x="984822" y="158053"/>
                  </a:lnTo>
                  <a:lnTo>
                    <a:pt x="1055167" y="167825"/>
                  </a:lnTo>
                  <a:lnTo>
                    <a:pt x="1125511" y="177414"/>
                  </a:lnTo>
                  <a:lnTo>
                    <a:pt x="1195856" y="186825"/>
                  </a:lnTo>
                  <a:lnTo>
                    <a:pt x="1266200" y="196059"/>
                  </a:lnTo>
                  <a:lnTo>
                    <a:pt x="1336545" y="205121"/>
                  </a:lnTo>
                  <a:lnTo>
                    <a:pt x="1406889" y="214013"/>
                  </a:lnTo>
                  <a:lnTo>
                    <a:pt x="1477234" y="222739"/>
                  </a:lnTo>
                  <a:lnTo>
                    <a:pt x="1547578" y="231303"/>
                  </a:lnTo>
                  <a:lnTo>
                    <a:pt x="1617923" y="239706"/>
                  </a:lnTo>
                  <a:lnTo>
                    <a:pt x="1688267" y="247952"/>
                  </a:lnTo>
                  <a:lnTo>
                    <a:pt x="1758612" y="256044"/>
                  </a:lnTo>
                  <a:lnTo>
                    <a:pt x="1828956" y="263985"/>
                  </a:lnTo>
                  <a:lnTo>
                    <a:pt x="1899301" y="271777"/>
                  </a:lnTo>
                  <a:lnTo>
                    <a:pt x="1969645" y="279424"/>
                  </a:lnTo>
                  <a:lnTo>
                    <a:pt x="2039990" y="286928"/>
                  </a:lnTo>
                  <a:lnTo>
                    <a:pt x="2110334" y="294292"/>
                  </a:lnTo>
                  <a:lnTo>
                    <a:pt x="2180679" y="301518"/>
                  </a:lnTo>
                  <a:lnTo>
                    <a:pt x="2251023" y="308609"/>
                  </a:lnTo>
                  <a:lnTo>
                    <a:pt x="2321368" y="315568"/>
                  </a:lnTo>
                  <a:lnTo>
                    <a:pt x="2391712" y="322396"/>
                  </a:lnTo>
                  <a:lnTo>
                    <a:pt x="2462057" y="329097"/>
                  </a:lnTo>
                  <a:lnTo>
                    <a:pt x="2532401" y="335673"/>
                  </a:lnTo>
                  <a:lnTo>
                    <a:pt x="2602746" y="342126"/>
                  </a:lnTo>
                  <a:lnTo>
                    <a:pt x="2673090" y="348458"/>
                  </a:lnTo>
                  <a:lnTo>
                    <a:pt x="2743435" y="354672"/>
                  </a:lnTo>
                  <a:lnTo>
                    <a:pt x="2813779" y="360770"/>
                  </a:lnTo>
                  <a:lnTo>
                    <a:pt x="2884124" y="366754"/>
                  </a:lnTo>
                  <a:lnTo>
                    <a:pt x="2954468" y="372626"/>
                  </a:lnTo>
                  <a:lnTo>
                    <a:pt x="3024813" y="378388"/>
                  </a:lnTo>
                  <a:lnTo>
                    <a:pt x="3095157" y="381926"/>
                  </a:lnTo>
                  <a:lnTo>
                    <a:pt x="3165502" y="382545"/>
                  </a:lnTo>
                  <a:lnTo>
                    <a:pt x="3235846" y="383163"/>
                  </a:lnTo>
                  <a:lnTo>
                    <a:pt x="3306191" y="383779"/>
                  </a:lnTo>
                  <a:lnTo>
                    <a:pt x="3376535" y="384394"/>
                  </a:lnTo>
                  <a:lnTo>
                    <a:pt x="3446880" y="385008"/>
                  </a:lnTo>
                  <a:lnTo>
                    <a:pt x="3517224" y="385621"/>
                  </a:lnTo>
                  <a:lnTo>
                    <a:pt x="3587569" y="386232"/>
                  </a:lnTo>
                  <a:lnTo>
                    <a:pt x="3657913" y="386842"/>
                  </a:lnTo>
                  <a:lnTo>
                    <a:pt x="3728257" y="387451"/>
                  </a:lnTo>
                  <a:lnTo>
                    <a:pt x="3798602" y="388058"/>
                  </a:lnTo>
                  <a:lnTo>
                    <a:pt x="3868946" y="388665"/>
                  </a:lnTo>
                  <a:lnTo>
                    <a:pt x="3939291" y="389270"/>
                  </a:lnTo>
                  <a:lnTo>
                    <a:pt x="4009635" y="389873"/>
                  </a:lnTo>
                  <a:lnTo>
                    <a:pt x="4079980" y="390476"/>
                  </a:lnTo>
                  <a:lnTo>
                    <a:pt x="4150324" y="391077"/>
                  </a:lnTo>
                  <a:lnTo>
                    <a:pt x="4220669" y="391677"/>
                  </a:lnTo>
                  <a:lnTo>
                    <a:pt x="4291013" y="392276"/>
                  </a:lnTo>
                  <a:lnTo>
                    <a:pt x="4361358" y="392873"/>
                  </a:lnTo>
                  <a:lnTo>
                    <a:pt x="4431702" y="393470"/>
                  </a:lnTo>
                  <a:lnTo>
                    <a:pt x="4502047" y="394065"/>
                  </a:lnTo>
                  <a:lnTo>
                    <a:pt x="4572391" y="394659"/>
                  </a:lnTo>
                  <a:lnTo>
                    <a:pt x="4642736" y="395251"/>
                  </a:lnTo>
                  <a:lnTo>
                    <a:pt x="4713080" y="395843"/>
                  </a:lnTo>
                  <a:lnTo>
                    <a:pt x="4783425" y="396433"/>
                  </a:lnTo>
                  <a:lnTo>
                    <a:pt x="4853769" y="397022"/>
                  </a:lnTo>
                  <a:lnTo>
                    <a:pt x="4924114" y="397609"/>
                  </a:lnTo>
                  <a:lnTo>
                    <a:pt x="4994458" y="398196"/>
                  </a:lnTo>
                  <a:lnTo>
                    <a:pt x="5064803" y="398781"/>
                  </a:lnTo>
                  <a:lnTo>
                    <a:pt x="5135147" y="399365"/>
                  </a:lnTo>
                  <a:lnTo>
                    <a:pt x="5205492" y="399948"/>
                  </a:lnTo>
                  <a:lnTo>
                    <a:pt x="5275836" y="400530"/>
                  </a:lnTo>
                  <a:lnTo>
                    <a:pt x="5346181" y="401110"/>
                  </a:lnTo>
                  <a:lnTo>
                    <a:pt x="5416525" y="401690"/>
                  </a:lnTo>
                  <a:lnTo>
                    <a:pt x="5486870" y="402268"/>
                  </a:lnTo>
                  <a:lnTo>
                    <a:pt x="5557214" y="402844"/>
                  </a:lnTo>
                  <a:lnTo>
                    <a:pt x="5627559" y="403420"/>
                  </a:lnTo>
                  <a:lnTo>
                    <a:pt x="5697903" y="403995"/>
                  </a:lnTo>
                  <a:lnTo>
                    <a:pt x="5768248" y="404568"/>
                  </a:lnTo>
                  <a:lnTo>
                    <a:pt x="5838592" y="405140"/>
                  </a:lnTo>
                  <a:lnTo>
                    <a:pt x="5908937" y="405711"/>
                  </a:lnTo>
                  <a:lnTo>
                    <a:pt x="5979281" y="406281"/>
                  </a:lnTo>
                  <a:lnTo>
                    <a:pt x="6049626" y="406849"/>
                  </a:lnTo>
                  <a:lnTo>
                    <a:pt x="6119970" y="407417"/>
                  </a:lnTo>
                  <a:lnTo>
                    <a:pt x="6190315" y="407983"/>
                  </a:lnTo>
                  <a:lnTo>
                    <a:pt x="6260659" y="408548"/>
                  </a:lnTo>
                  <a:lnTo>
                    <a:pt x="6331004" y="409112"/>
                  </a:lnTo>
                  <a:lnTo>
                    <a:pt x="6401348" y="409674"/>
                  </a:lnTo>
                  <a:lnTo>
                    <a:pt x="6471693" y="410236"/>
                  </a:lnTo>
                  <a:lnTo>
                    <a:pt x="6542037" y="410796"/>
                  </a:lnTo>
                  <a:lnTo>
                    <a:pt x="6612382" y="411355"/>
                  </a:lnTo>
                  <a:lnTo>
                    <a:pt x="6682726" y="411914"/>
                  </a:lnTo>
                  <a:lnTo>
                    <a:pt x="6753071" y="412470"/>
                  </a:lnTo>
                  <a:lnTo>
                    <a:pt x="6823415" y="413026"/>
                  </a:lnTo>
                  <a:lnTo>
                    <a:pt x="6893760" y="413581"/>
                  </a:lnTo>
                  <a:lnTo>
                    <a:pt x="6964104" y="414134"/>
                  </a:lnTo>
                  <a:lnTo>
                    <a:pt x="6964104" y="575772"/>
                  </a:lnTo>
                  <a:lnTo>
                    <a:pt x="6893760" y="573768"/>
                  </a:lnTo>
                  <a:lnTo>
                    <a:pt x="6823415" y="571727"/>
                  </a:lnTo>
                  <a:lnTo>
                    <a:pt x="6753071" y="569646"/>
                  </a:lnTo>
                  <a:lnTo>
                    <a:pt x="6682726" y="567525"/>
                  </a:lnTo>
                  <a:lnTo>
                    <a:pt x="6612382" y="565365"/>
                  </a:lnTo>
                  <a:lnTo>
                    <a:pt x="6542037" y="563163"/>
                  </a:lnTo>
                  <a:lnTo>
                    <a:pt x="6471693" y="560919"/>
                  </a:lnTo>
                  <a:lnTo>
                    <a:pt x="6401348" y="558632"/>
                  </a:lnTo>
                  <a:lnTo>
                    <a:pt x="6331004" y="556302"/>
                  </a:lnTo>
                  <a:lnTo>
                    <a:pt x="6260659" y="553928"/>
                  </a:lnTo>
                  <a:lnTo>
                    <a:pt x="6190315" y="551508"/>
                  </a:lnTo>
                  <a:lnTo>
                    <a:pt x="6119970" y="549042"/>
                  </a:lnTo>
                  <a:lnTo>
                    <a:pt x="6049626" y="546530"/>
                  </a:lnTo>
                  <a:lnTo>
                    <a:pt x="5979281" y="543969"/>
                  </a:lnTo>
                  <a:lnTo>
                    <a:pt x="5908937" y="541360"/>
                  </a:lnTo>
                  <a:lnTo>
                    <a:pt x="5838592" y="538701"/>
                  </a:lnTo>
                  <a:lnTo>
                    <a:pt x="5768248" y="535991"/>
                  </a:lnTo>
                  <a:lnTo>
                    <a:pt x="5697903" y="533230"/>
                  </a:lnTo>
                  <a:lnTo>
                    <a:pt x="5627559" y="530416"/>
                  </a:lnTo>
                  <a:lnTo>
                    <a:pt x="5557214" y="527549"/>
                  </a:lnTo>
                  <a:lnTo>
                    <a:pt x="5486870" y="524627"/>
                  </a:lnTo>
                  <a:lnTo>
                    <a:pt x="5416525" y="521649"/>
                  </a:lnTo>
                  <a:lnTo>
                    <a:pt x="5346181" y="518615"/>
                  </a:lnTo>
                  <a:lnTo>
                    <a:pt x="5275836" y="515522"/>
                  </a:lnTo>
                  <a:lnTo>
                    <a:pt x="5205492" y="512371"/>
                  </a:lnTo>
                  <a:lnTo>
                    <a:pt x="5135147" y="509160"/>
                  </a:lnTo>
                  <a:lnTo>
                    <a:pt x="5064803" y="505888"/>
                  </a:lnTo>
                  <a:lnTo>
                    <a:pt x="4994458" y="502554"/>
                  </a:lnTo>
                  <a:lnTo>
                    <a:pt x="4924114" y="499156"/>
                  </a:lnTo>
                  <a:lnTo>
                    <a:pt x="4853769" y="495693"/>
                  </a:lnTo>
                  <a:lnTo>
                    <a:pt x="4783425" y="492164"/>
                  </a:lnTo>
                  <a:lnTo>
                    <a:pt x="4713080" y="488569"/>
                  </a:lnTo>
                  <a:lnTo>
                    <a:pt x="4642736" y="484904"/>
                  </a:lnTo>
                  <a:lnTo>
                    <a:pt x="4572391" y="481170"/>
                  </a:lnTo>
                  <a:lnTo>
                    <a:pt x="4502047" y="477365"/>
                  </a:lnTo>
                  <a:lnTo>
                    <a:pt x="4431702" y="473488"/>
                  </a:lnTo>
                  <a:lnTo>
                    <a:pt x="4361358" y="469536"/>
                  </a:lnTo>
                  <a:lnTo>
                    <a:pt x="4291013" y="465509"/>
                  </a:lnTo>
                  <a:lnTo>
                    <a:pt x="4220669" y="461406"/>
                  </a:lnTo>
                  <a:lnTo>
                    <a:pt x="4150324" y="457225"/>
                  </a:lnTo>
                  <a:lnTo>
                    <a:pt x="4079980" y="452963"/>
                  </a:lnTo>
                  <a:lnTo>
                    <a:pt x="4009635" y="448621"/>
                  </a:lnTo>
                  <a:lnTo>
                    <a:pt x="3939291" y="444196"/>
                  </a:lnTo>
                  <a:lnTo>
                    <a:pt x="3868946" y="439687"/>
                  </a:lnTo>
                  <a:lnTo>
                    <a:pt x="3798602" y="435092"/>
                  </a:lnTo>
                  <a:lnTo>
                    <a:pt x="3728257" y="430409"/>
                  </a:lnTo>
                  <a:lnTo>
                    <a:pt x="3657913" y="425638"/>
                  </a:lnTo>
                  <a:lnTo>
                    <a:pt x="3587569" y="420775"/>
                  </a:lnTo>
                  <a:lnTo>
                    <a:pt x="3517224" y="415820"/>
                  </a:lnTo>
                  <a:lnTo>
                    <a:pt x="3446880" y="410770"/>
                  </a:lnTo>
                  <a:lnTo>
                    <a:pt x="3376535" y="405624"/>
                  </a:lnTo>
                  <a:lnTo>
                    <a:pt x="3306191" y="400381"/>
                  </a:lnTo>
                  <a:lnTo>
                    <a:pt x="3235846" y="395037"/>
                  </a:lnTo>
                  <a:lnTo>
                    <a:pt x="3165502" y="389592"/>
                  </a:lnTo>
                  <a:lnTo>
                    <a:pt x="3095157" y="384043"/>
                  </a:lnTo>
                  <a:lnTo>
                    <a:pt x="3024813" y="381306"/>
                  </a:lnTo>
                  <a:lnTo>
                    <a:pt x="2954468" y="380684"/>
                  </a:lnTo>
                  <a:lnTo>
                    <a:pt x="2884124" y="380062"/>
                  </a:lnTo>
                  <a:lnTo>
                    <a:pt x="2813779" y="379437"/>
                  </a:lnTo>
                  <a:lnTo>
                    <a:pt x="2743435" y="378812"/>
                  </a:lnTo>
                  <a:lnTo>
                    <a:pt x="2673090" y="378185"/>
                  </a:lnTo>
                  <a:lnTo>
                    <a:pt x="2602746" y="377557"/>
                  </a:lnTo>
                  <a:lnTo>
                    <a:pt x="2532401" y="376928"/>
                  </a:lnTo>
                  <a:lnTo>
                    <a:pt x="2462057" y="376297"/>
                  </a:lnTo>
                  <a:lnTo>
                    <a:pt x="2391712" y="375665"/>
                  </a:lnTo>
                  <a:lnTo>
                    <a:pt x="2321368" y="375032"/>
                  </a:lnTo>
                  <a:lnTo>
                    <a:pt x="2251023" y="374398"/>
                  </a:lnTo>
                  <a:lnTo>
                    <a:pt x="2180679" y="373762"/>
                  </a:lnTo>
                  <a:lnTo>
                    <a:pt x="2110334" y="373125"/>
                  </a:lnTo>
                  <a:lnTo>
                    <a:pt x="2039990" y="372486"/>
                  </a:lnTo>
                  <a:lnTo>
                    <a:pt x="1969645" y="371846"/>
                  </a:lnTo>
                  <a:lnTo>
                    <a:pt x="1899301" y="371205"/>
                  </a:lnTo>
                  <a:lnTo>
                    <a:pt x="1828956" y="370563"/>
                  </a:lnTo>
                  <a:lnTo>
                    <a:pt x="1758612" y="369919"/>
                  </a:lnTo>
                  <a:lnTo>
                    <a:pt x="1688267" y="369274"/>
                  </a:lnTo>
                  <a:lnTo>
                    <a:pt x="1617923" y="368627"/>
                  </a:lnTo>
                  <a:lnTo>
                    <a:pt x="1547578" y="367980"/>
                  </a:lnTo>
                  <a:lnTo>
                    <a:pt x="1477234" y="367330"/>
                  </a:lnTo>
                  <a:lnTo>
                    <a:pt x="1406889" y="366680"/>
                  </a:lnTo>
                  <a:lnTo>
                    <a:pt x="1336545" y="366028"/>
                  </a:lnTo>
                  <a:lnTo>
                    <a:pt x="1266200" y="365375"/>
                  </a:lnTo>
                  <a:lnTo>
                    <a:pt x="1195856" y="364720"/>
                  </a:lnTo>
                  <a:lnTo>
                    <a:pt x="1125511" y="364064"/>
                  </a:lnTo>
                  <a:lnTo>
                    <a:pt x="1055167" y="363407"/>
                  </a:lnTo>
                  <a:lnTo>
                    <a:pt x="984822" y="362748"/>
                  </a:lnTo>
                  <a:lnTo>
                    <a:pt x="914478" y="362088"/>
                  </a:lnTo>
                  <a:lnTo>
                    <a:pt x="844133" y="361427"/>
                  </a:lnTo>
                  <a:lnTo>
                    <a:pt x="773789" y="360764"/>
                  </a:lnTo>
                  <a:lnTo>
                    <a:pt x="703444" y="360100"/>
                  </a:lnTo>
                  <a:lnTo>
                    <a:pt x="633100" y="359435"/>
                  </a:lnTo>
                  <a:lnTo>
                    <a:pt x="562755" y="358768"/>
                  </a:lnTo>
                  <a:lnTo>
                    <a:pt x="492411" y="358099"/>
                  </a:lnTo>
                  <a:lnTo>
                    <a:pt x="422066" y="357430"/>
                  </a:lnTo>
                  <a:lnTo>
                    <a:pt x="351722" y="356759"/>
                  </a:lnTo>
                  <a:lnTo>
                    <a:pt x="281377" y="356086"/>
                  </a:lnTo>
                  <a:lnTo>
                    <a:pt x="211033" y="355412"/>
                  </a:lnTo>
                  <a:lnTo>
                    <a:pt x="140688" y="354737"/>
                  </a:lnTo>
                  <a:lnTo>
                    <a:pt x="70344" y="354061"/>
                  </a:lnTo>
                  <a:lnTo>
                    <a:pt x="0" y="3533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719296"/>
              <a:ext cx="6964104" cy="414134"/>
            </a:xfrm>
            <a:custGeom>
              <a:avLst/>
              <a:pathLst>
                <a:path w="6964104" h="414134">
                  <a:moveTo>
                    <a:pt x="0" y="0"/>
                  </a:moveTo>
                  <a:lnTo>
                    <a:pt x="70344" y="12725"/>
                  </a:lnTo>
                  <a:lnTo>
                    <a:pt x="140688" y="25212"/>
                  </a:lnTo>
                  <a:lnTo>
                    <a:pt x="211033" y="37467"/>
                  </a:lnTo>
                  <a:lnTo>
                    <a:pt x="281377" y="49492"/>
                  </a:lnTo>
                  <a:lnTo>
                    <a:pt x="351722" y="61293"/>
                  </a:lnTo>
                  <a:lnTo>
                    <a:pt x="422066" y="72873"/>
                  </a:lnTo>
                  <a:lnTo>
                    <a:pt x="492411" y="84236"/>
                  </a:lnTo>
                  <a:lnTo>
                    <a:pt x="562755" y="95388"/>
                  </a:lnTo>
                  <a:lnTo>
                    <a:pt x="633100" y="106330"/>
                  </a:lnTo>
                  <a:lnTo>
                    <a:pt x="703444" y="117069"/>
                  </a:lnTo>
                  <a:lnTo>
                    <a:pt x="773789" y="127607"/>
                  </a:lnTo>
                  <a:lnTo>
                    <a:pt x="844133" y="137948"/>
                  </a:lnTo>
                  <a:lnTo>
                    <a:pt x="914478" y="148095"/>
                  </a:lnTo>
                  <a:lnTo>
                    <a:pt x="984822" y="158053"/>
                  </a:lnTo>
                  <a:lnTo>
                    <a:pt x="1055167" y="167825"/>
                  </a:lnTo>
                  <a:lnTo>
                    <a:pt x="1125511" y="177414"/>
                  </a:lnTo>
                  <a:lnTo>
                    <a:pt x="1195856" y="186825"/>
                  </a:lnTo>
                  <a:lnTo>
                    <a:pt x="1266200" y="196059"/>
                  </a:lnTo>
                  <a:lnTo>
                    <a:pt x="1336545" y="205121"/>
                  </a:lnTo>
                  <a:lnTo>
                    <a:pt x="1406889" y="214013"/>
                  </a:lnTo>
                  <a:lnTo>
                    <a:pt x="1477234" y="222739"/>
                  </a:lnTo>
                  <a:lnTo>
                    <a:pt x="1547578" y="231303"/>
                  </a:lnTo>
                  <a:lnTo>
                    <a:pt x="1617923" y="239706"/>
                  </a:lnTo>
                  <a:lnTo>
                    <a:pt x="1688267" y="247952"/>
                  </a:lnTo>
                  <a:lnTo>
                    <a:pt x="1758612" y="256044"/>
                  </a:lnTo>
                  <a:lnTo>
                    <a:pt x="1828956" y="263985"/>
                  </a:lnTo>
                  <a:lnTo>
                    <a:pt x="1899301" y="271777"/>
                  </a:lnTo>
                  <a:lnTo>
                    <a:pt x="1969645" y="279424"/>
                  </a:lnTo>
                  <a:lnTo>
                    <a:pt x="2039990" y="286928"/>
                  </a:lnTo>
                  <a:lnTo>
                    <a:pt x="2110334" y="294292"/>
                  </a:lnTo>
                  <a:lnTo>
                    <a:pt x="2180679" y="301518"/>
                  </a:lnTo>
                  <a:lnTo>
                    <a:pt x="2251023" y="308609"/>
                  </a:lnTo>
                  <a:lnTo>
                    <a:pt x="2321368" y="315568"/>
                  </a:lnTo>
                  <a:lnTo>
                    <a:pt x="2391712" y="322396"/>
                  </a:lnTo>
                  <a:lnTo>
                    <a:pt x="2462057" y="329097"/>
                  </a:lnTo>
                  <a:lnTo>
                    <a:pt x="2532401" y="335673"/>
                  </a:lnTo>
                  <a:lnTo>
                    <a:pt x="2602746" y="342126"/>
                  </a:lnTo>
                  <a:lnTo>
                    <a:pt x="2673090" y="348458"/>
                  </a:lnTo>
                  <a:lnTo>
                    <a:pt x="2743435" y="354672"/>
                  </a:lnTo>
                  <a:lnTo>
                    <a:pt x="2813779" y="360770"/>
                  </a:lnTo>
                  <a:lnTo>
                    <a:pt x="2884124" y="366754"/>
                  </a:lnTo>
                  <a:lnTo>
                    <a:pt x="2954468" y="372626"/>
                  </a:lnTo>
                  <a:lnTo>
                    <a:pt x="3024813" y="378388"/>
                  </a:lnTo>
                  <a:lnTo>
                    <a:pt x="3095157" y="381926"/>
                  </a:lnTo>
                  <a:lnTo>
                    <a:pt x="3165502" y="382545"/>
                  </a:lnTo>
                  <a:lnTo>
                    <a:pt x="3235846" y="383163"/>
                  </a:lnTo>
                  <a:lnTo>
                    <a:pt x="3306191" y="383779"/>
                  </a:lnTo>
                  <a:lnTo>
                    <a:pt x="3376535" y="384394"/>
                  </a:lnTo>
                  <a:lnTo>
                    <a:pt x="3446880" y="385008"/>
                  </a:lnTo>
                  <a:lnTo>
                    <a:pt x="3517224" y="385621"/>
                  </a:lnTo>
                  <a:lnTo>
                    <a:pt x="3587569" y="386232"/>
                  </a:lnTo>
                  <a:lnTo>
                    <a:pt x="3657913" y="386842"/>
                  </a:lnTo>
                  <a:lnTo>
                    <a:pt x="3728257" y="387451"/>
                  </a:lnTo>
                  <a:lnTo>
                    <a:pt x="3798602" y="388058"/>
                  </a:lnTo>
                  <a:lnTo>
                    <a:pt x="3868946" y="388665"/>
                  </a:lnTo>
                  <a:lnTo>
                    <a:pt x="3939291" y="389270"/>
                  </a:lnTo>
                  <a:lnTo>
                    <a:pt x="4009635" y="389873"/>
                  </a:lnTo>
                  <a:lnTo>
                    <a:pt x="4079980" y="390476"/>
                  </a:lnTo>
                  <a:lnTo>
                    <a:pt x="4150324" y="391077"/>
                  </a:lnTo>
                  <a:lnTo>
                    <a:pt x="4220669" y="391677"/>
                  </a:lnTo>
                  <a:lnTo>
                    <a:pt x="4291013" y="392276"/>
                  </a:lnTo>
                  <a:lnTo>
                    <a:pt x="4361358" y="392873"/>
                  </a:lnTo>
                  <a:lnTo>
                    <a:pt x="4431702" y="393470"/>
                  </a:lnTo>
                  <a:lnTo>
                    <a:pt x="4502047" y="394065"/>
                  </a:lnTo>
                  <a:lnTo>
                    <a:pt x="4572391" y="394659"/>
                  </a:lnTo>
                  <a:lnTo>
                    <a:pt x="4642736" y="395251"/>
                  </a:lnTo>
                  <a:lnTo>
                    <a:pt x="4713080" y="395843"/>
                  </a:lnTo>
                  <a:lnTo>
                    <a:pt x="4783425" y="396433"/>
                  </a:lnTo>
                  <a:lnTo>
                    <a:pt x="4853769" y="397022"/>
                  </a:lnTo>
                  <a:lnTo>
                    <a:pt x="4924114" y="397609"/>
                  </a:lnTo>
                  <a:lnTo>
                    <a:pt x="4994458" y="398196"/>
                  </a:lnTo>
                  <a:lnTo>
                    <a:pt x="5064803" y="398781"/>
                  </a:lnTo>
                  <a:lnTo>
                    <a:pt x="5135147" y="399365"/>
                  </a:lnTo>
                  <a:lnTo>
                    <a:pt x="5205492" y="399948"/>
                  </a:lnTo>
                  <a:lnTo>
                    <a:pt x="5275836" y="400530"/>
                  </a:lnTo>
                  <a:lnTo>
                    <a:pt x="5346181" y="401110"/>
                  </a:lnTo>
                  <a:lnTo>
                    <a:pt x="5416525" y="401690"/>
                  </a:lnTo>
                  <a:lnTo>
                    <a:pt x="5486870" y="402268"/>
                  </a:lnTo>
                  <a:lnTo>
                    <a:pt x="5557214" y="402844"/>
                  </a:lnTo>
                  <a:lnTo>
                    <a:pt x="5627559" y="403420"/>
                  </a:lnTo>
                  <a:lnTo>
                    <a:pt x="5697903" y="403995"/>
                  </a:lnTo>
                  <a:lnTo>
                    <a:pt x="5768248" y="404568"/>
                  </a:lnTo>
                  <a:lnTo>
                    <a:pt x="5838592" y="405140"/>
                  </a:lnTo>
                  <a:lnTo>
                    <a:pt x="5908937" y="405711"/>
                  </a:lnTo>
                  <a:lnTo>
                    <a:pt x="5979281" y="406281"/>
                  </a:lnTo>
                  <a:lnTo>
                    <a:pt x="6049626" y="406849"/>
                  </a:lnTo>
                  <a:lnTo>
                    <a:pt x="6119970" y="407417"/>
                  </a:lnTo>
                  <a:lnTo>
                    <a:pt x="6190315" y="407983"/>
                  </a:lnTo>
                  <a:lnTo>
                    <a:pt x="6260659" y="408548"/>
                  </a:lnTo>
                  <a:lnTo>
                    <a:pt x="6331004" y="409112"/>
                  </a:lnTo>
                  <a:lnTo>
                    <a:pt x="6401348" y="409674"/>
                  </a:lnTo>
                  <a:lnTo>
                    <a:pt x="6471693" y="410236"/>
                  </a:lnTo>
                  <a:lnTo>
                    <a:pt x="6542037" y="410796"/>
                  </a:lnTo>
                  <a:lnTo>
                    <a:pt x="6612382" y="411355"/>
                  </a:lnTo>
                  <a:lnTo>
                    <a:pt x="6682726" y="411914"/>
                  </a:lnTo>
                  <a:lnTo>
                    <a:pt x="6753071" y="412470"/>
                  </a:lnTo>
                  <a:lnTo>
                    <a:pt x="6823415" y="413026"/>
                  </a:lnTo>
                  <a:lnTo>
                    <a:pt x="6893760" y="413581"/>
                  </a:lnTo>
                  <a:lnTo>
                    <a:pt x="6964104" y="414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72679"/>
              <a:ext cx="6964104" cy="222389"/>
            </a:xfrm>
            <a:custGeom>
              <a:avLst/>
              <a:pathLst>
                <a:path w="6964104" h="222389">
                  <a:moveTo>
                    <a:pt x="6964104" y="222389"/>
                  </a:moveTo>
                  <a:lnTo>
                    <a:pt x="6893760" y="220385"/>
                  </a:lnTo>
                  <a:lnTo>
                    <a:pt x="6823415" y="218344"/>
                  </a:lnTo>
                  <a:lnTo>
                    <a:pt x="6753071" y="216263"/>
                  </a:lnTo>
                  <a:lnTo>
                    <a:pt x="6682726" y="214142"/>
                  </a:lnTo>
                  <a:lnTo>
                    <a:pt x="6612382" y="211982"/>
                  </a:lnTo>
                  <a:lnTo>
                    <a:pt x="6542037" y="209780"/>
                  </a:lnTo>
                  <a:lnTo>
                    <a:pt x="6471693" y="207536"/>
                  </a:lnTo>
                  <a:lnTo>
                    <a:pt x="6401348" y="205249"/>
                  </a:lnTo>
                  <a:lnTo>
                    <a:pt x="6331004" y="202919"/>
                  </a:lnTo>
                  <a:lnTo>
                    <a:pt x="6260659" y="200545"/>
                  </a:lnTo>
                  <a:lnTo>
                    <a:pt x="6190315" y="198125"/>
                  </a:lnTo>
                  <a:lnTo>
                    <a:pt x="6119970" y="195659"/>
                  </a:lnTo>
                  <a:lnTo>
                    <a:pt x="6049626" y="193147"/>
                  </a:lnTo>
                  <a:lnTo>
                    <a:pt x="5979281" y="190586"/>
                  </a:lnTo>
                  <a:lnTo>
                    <a:pt x="5908937" y="187977"/>
                  </a:lnTo>
                  <a:lnTo>
                    <a:pt x="5838592" y="185318"/>
                  </a:lnTo>
                  <a:lnTo>
                    <a:pt x="5768248" y="182608"/>
                  </a:lnTo>
                  <a:lnTo>
                    <a:pt x="5697903" y="179847"/>
                  </a:lnTo>
                  <a:lnTo>
                    <a:pt x="5627559" y="177033"/>
                  </a:lnTo>
                  <a:lnTo>
                    <a:pt x="5557214" y="174165"/>
                  </a:lnTo>
                  <a:lnTo>
                    <a:pt x="5486870" y="171243"/>
                  </a:lnTo>
                  <a:lnTo>
                    <a:pt x="5416525" y="168266"/>
                  </a:lnTo>
                  <a:lnTo>
                    <a:pt x="5346181" y="165231"/>
                  </a:lnTo>
                  <a:lnTo>
                    <a:pt x="5275836" y="162139"/>
                  </a:lnTo>
                  <a:lnTo>
                    <a:pt x="5205492" y="158988"/>
                  </a:lnTo>
                  <a:lnTo>
                    <a:pt x="5135147" y="155777"/>
                  </a:lnTo>
                  <a:lnTo>
                    <a:pt x="5064803" y="152505"/>
                  </a:lnTo>
                  <a:lnTo>
                    <a:pt x="4994458" y="149171"/>
                  </a:lnTo>
                  <a:lnTo>
                    <a:pt x="4924114" y="145773"/>
                  </a:lnTo>
                  <a:lnTo>
                    <a:pt x="4853769" y="142310"/>
                  </a:lnTo>
                  <a:lnTo>
                    <a:pt x="4783425" y="138781"/>
                  </a:lnTo>
                  <a:lnTo>
                    <a:pt x="4713080" y="135186"/>
                  </a:lnTo>
                  <a:lnTo>
                    <a:pt x="4642736" y="131521"/>
                  </a:lnTo>
                  <a:lnTo>
                    <a:pt x="4572391" y="127787"/>
                  </a:lnTo>
                  <a:lnTo>
                    <a:pt x="4502047" y="123982"/>
                  </a:lnTo>
                  <a:lnTo>
                    <a:pt x="4431702" y="120105"/>
                  </a:lnTo>
                  <a:lnTo>
                    <a:pt x="4361358" y="116153"/>
                  </a:lnTo>
                  <a:lnTo>
                    <a:pt x="4291013" y="112126"/>
                  </a:lnTo>
                  <a:lnTo>
                    <a:pt x="4220669" y="108023"/>
                  </a:lnTo>
                  <a:lnTo>
                    <a:pt x="4150324" y="103842"/>
                  </a:lnTo>
                  <a:lnTo>
                    <a:pt x="4079980" y="99580"/>
                  </a:lnTo>
                  <a:lnTo>
                    <a:pt x="4009635" y="95238"/>
                  </a:lnTo>
                  <a:lnTo>
                    <a:pt x="3939291" y="90813"/>
                  </a:lnTo>
                  <a:lnTo>
                    <a:pt x="3868946" y="86304"/>
                  </a:lnTo>
                  <a:lnTo>
                    <a:pt x="3798602" y="81709"/>
                  </a:lnTo>
                  <a:lnTo>
                    <a:pt x="3728257" y="77026"/>
                  </a:lnTo>
                  <a:lnTo>
                    <a:pt x="3657913" y="72254"/>
                  </a:lnTo>
                  <a:lnTo>
                    <a:pt x="3587569" y="67392"/>
                  </a:lnTo>
                  <a:lnTo>
                    <a:pt x="3517224" y="62437"/>
                  </a:lnTo>
                  <a:lnTo>
                    <a:pt x="3446880" y="57387"/>
                  </a:lnTo>
                  <a:lnTo>
                    <a:pt x="3376535" y="52241"/>
                  </a:lnTo>
                  <a:lnTo>
                    <a:pt x="3306191" y="46998"/>
                  </a:lnTo>
                  <a:lnTo>
                    <a:pt x="3235846" y="41654"/>
                  </a:lnTo>
                  <a:lnTo>
                    <a:pt x="3165502" y="36209"/>
                  </a:lnTo>
                  <a:lnTo>
                    <a:pt x="3095157" y="30660"/>
                  </a:lnTo>
                  <a:lnTo>
                    <a:pt x="3024813" y="27923"/>
                  </a:lnTo>
                  <a:lnTo>
                    <a:pt x="2954468" y="27301"/>
                  </a:lnTo>
                  <a:lnTo>
                    <a:pt x="2884124" y="26678"/>
                  </a:lnTo>
                  <a:lnTo>
                    <a:pt x="2813779" y="26054"/>
                  </a:lnTo>
                  <a:lnTo>
                    <a:pt x="2743435" y="25429"/>
                  </a:lnTo>
                  <a:lnTo>
                    <a:pt x="2673090" y="24802"/>
                  </a:lnTo>
                  <a:lnTo>
                    <a:pt x="2602746" y="24174"/>
                  </a:lnTo>
                  <a:lnTo>
                    <a:pt x="2532401" y="23545"/>
                  </a:lnTo>
                  <a:lnTo>
                    <a:pt x="2462057" y="22914"/>
                  </a:lnTo>
                  <a:lnTo>
                    <a:pt x="2391712" y="22282"/>
                  </a:lnTo>
                  <a:lnTo>
                    <a:pt x="2321368" y="21649"/>
                  </a:lnTo>
                  <a:lnTo>
                    <a:pt x="2251023" y="21015"/>
                  </a:lnTo>
                  <a:lnTo>
                    <a:pt x="2180679" y="20379"/>
                  </a:lnTo>
                  <a:lnTo>
                    <a:pt x="2110334" y="19742"/>
                  </a:lnTo>
                  <a:lnTo>
                    <a:pt x="2039990" y="19103"/>
                  </a:lnTo>
                  <a:lnTo>
                    <a:pt x="1969645" y="18463"/>
                  </a:lnTo>
                  <a:lnTo>
                    <a:pt x="1899301" y="17822"/>
                  </a:lnTo>
                  <a:lnTo>
                    <a:pt x="1828956" y="17180"/>
                  </a:lnTo>
                  <a:lnTo>
                    <a:pt x="1758612" y="16536"/>
                  </a:lnTo>
                  <a:lnTo>
                    <a:pt x="1688267" y="15891"/>
                  </a:lnTo>
                  <a:lnTo>
                    <a:pt x="1617923" y="15244"/>
                  </a:lnTo>
                  <a:lnTo>
                    <a:pt x="1547578" y="14596"/>
                  </a:lnTo>
                  <a:lnTo>
                    <a:pt x="1477234" y="13947"/>
                  </a:lnTo>
                  <a:lnTo>
                    <a:pt x="1406889" y="13297"/>
                  </a:lnTo>
                  <a:lnTo>
                    <a:pt x="1336545" y="12645"/>
                  </a:lnTo>
                  <a:lnTo>
                    <a:pt x="1266200" y="11992"/>
                  </a:lnTo>
                  <a:lnTo>
                    <a:pt x="1195856" y="11337"/>
                  </a:lnTo>
                  <a:lnTo>
                    <a:pt x="1125511" y="10681"/>
                  </a:lnTo>
                  <a:lnTo>
                    <a:pt x="1055167" y="10024"/>
                  </a:lnTo>
                  <a:lnTo>
                    <a:pt x="984822" y="9365"/>
                  </a:lnTo>
                  <a:lnTo>
                    <a:pt x="914478" y="8705"/>
                  </a:lnTo>
                  <a:lnTo>
                    <a:pt x="844133" y="8044"/>
                  </a:lnTo>
                  <a:lnTo>
                    <a:pt x="773789" y="7381"/>
                  </a:lnTo>
                  <a:lnTo>
                    <a:pt x="703444" y="6717"/>
                  </a:lnTo>
                  <a:lnTo>
                    <a:pt x="633100" y="6051"/>
                  </a:lnTo>
                  <a:lnTo>
                    <a:pt x="562755" y="5385"/>
                  </a:lnTo>
                  <a:lnTo>
                    <a:pt x="492411" y="4716"/>
                  </a:lnTo>
                  <a:lnTo>
                    <a:pt x="422066" y="4047"/>
                  </a:lnTo>
                  <a:lnTo>
                    <a:pt x="351722" y="3376"/>
                  </a:lnTo>
                  <a:lnTo>
                    <a:pt x="281377" y="2703"/>
                  </a:lnTo>
                  <a:lnTo>
                    <a:pt x="211033" y="2029"/>
                  </a:lnTo>
                  <a:lnTo>
                    <a:pt x="140688" y="1354"/>
                  </a:lnTo>
                  <a:lnTo>
                    <a:pt x="70344" y="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927954"/>
              <a:ext cx="6964104" cy="304766"/>
            </a:xfrm>
            <a:custGeom>
              <a:avLst/>
              <a:pathLst>
                <a:path w="6964104" h="304766">
                  <a:moveTo>
                    <a:pt x="0" y="0"/>
                  </a:moveTo>
                  <a:lnTo>
                    <a:pt x="70344" y="4918"/>
                  </a:lnTo>
                  <a:lnTo>
                    <a:pt x="140688" y="9785"/>
                  </a:lnTo>
                  <a:lnTo>
                    <a:pt x="211033" y="14602"/>
                  </a:lnTo>
                  <a:lnTo>
                    <a:pt x="281377" y="19368"/>
                  </a:lnTo>
                  <a:lnTo>
                    <a:pt x="351722" y="24085"/>
                  </a:lnTo>
                  <a:lnTo>
                    <a:pt x="422066" y="28752"/>
                  </a:lnTo>
                  <a:lnTo>
                    <a:pt x="492411" y="33371"/>
                  </a:lnTo>
                  <a:lnTo>
                    <a:pt x="562755" y="37942"/>
                  </a:lnTo>
                  <a:lnTo>
                    <a:pt x="633100" y="42466"/>
                  </a:lnTo>
                  <a:lnTo>
                    <a:pt x="703444" y="46942"/>
                  </a:lnTo>
                  <a:lnTo>
                    <a:pt x="773789" y="51371"/>
                  </a:lnTo>
                  <a:lnTo>
                    <a:pt x="844133" y="55755"/>
                  </a:lnTo>
                  <a:lnTo>
                    <a:pt x="914478" y="60093"/>
                  </a:lnTo>
                  <a:lnTo>
                    <a:pt x="984822" y="64385"/>
                  </a:lnTo>
                  <a:lnTo>
                    <a:pt x="1055167" y="68633"/>
                  </a:lnTo>
                  <a:lnTo>
                    <a:pt x="1125511" y="72837"/>
                  </a:lnTo>
                  <a:lnTo>
                    <a:pt x="1195856" y="76997"/>
                  </a:lnTo>
                  <a:lnTo>
                    <a:pt x="1266200" y="81114"/>
                  </a:lnTo>
                  <a:lnTo>
                    <a:pt x="1336545" y="85188"/>
                  </a:lnTo>
                  <a:lnTo>
                    <a:pt x="1406889" y="89219"/>
                  </a:lnTo>
                  <a:lnTo>
                    <a:pt x="1477234" y="93208"/>
                  </a:lnTo>
                  <a:lnTo>
                    <a:pt x="1547578" y="97156"/>
                  </a:lnTo>
                  <a:lnTo>
                    <a:pt x="1617923" y="101063"/>
                  </a:lnTo>
                  <a:lnTo>
                    <a:pt x="1688267" y="104929"/>
                  </a:lnTo>
                  <a:lnTo>
                    <a:pt x="1758612" y="108755"/>
                  </a:lnTo>
                  <a:lnTo>
                    <a:pt x="1828956" y="112541"/>
                  </a:lnTo>
                  <a:lnTo>
                    <a:pt x="1899301" y="116287"/>
                  </a:lnTo>
                  <a:lnTo>
                    <a:pt x="1969645" y="119995"/>
                  </a:lnTo>
                  <a:lnTo>
                    <a:pt x="2039990" y="123664"/>
                  </a:lnTo>
                  <a:lnTo>
                    <a:pt x="2110334" y="127294"/>
                  </a:lnTo>
                  <a:lnTo>
                    <a:pt x="2180679" y="130887"/>
                  </a:lnTo>
                  <a:lnTo>
                    <a:pt x="2251023" y="134443"/>
                  </a:lnTo>
                  <a:lnTo>
                    <a:pt x="2321368" y="137961"/>
                  </a:lnTo>
                  <a:lnTo>
                    <a:pt x="2391712" y="141443"/>
                  </a:lnTo>
                  <a:lnTo>
                    <a:pt x="2462057" y="144889"/>
                  </a:lnTo>
                  <a:lnTo>
                    <a:pt x="2532401" y="148298"/>
                  </a:lnTo>
                  <a:lnTo>
                    <a:pt x="2602746" y="151673"/>
                  </a:lnTo>
                  <a:lnTo>
                    <a:pt x="2673090" y="155012"/>
                  </a:lnTo>
                  <a:lnTo>
                    <a:pt x="2743435" y="158316"/>
                  </a:lnTo>
                  <a:lnTo>
                    <a:pt x="2813779" y="161586"/>
                  </a:lnTo>
                  <a:lnTo>
                    <a:pt x="2884124" y="164822"/>
                  </a:lnTo>
                  <a:lnTo>
                    <a:pt x="2954468" y="168024"/>
                  </a:lnTo>
                  <a:lnTo>
                    <a:pt x="3024813" y="171193"/>
                  </a:lnTo>
                  <a:lnTo>
                    <a:pt x="3095157" y="174328"/>
                  </a:lnTo>
                  <a:lnTo>
                    <a:pt x="3165502" y="177432"/>
                  </a:lnTo>
                  <a:lnTo>
                    <a:pt x="3235846" y="180502"/>
                  </a:lnTo>
                  <a:lnTo>
                    <a:pt x="3306191" y="183541"/>
                  </a:lnTo>
                  <a:lnTo>
                    <a:pt x="3376535" y="186548"/>
                  </a:lnTo>
                  <a:lnTo>
                    <a:pt x="3446880" y="189524"/>
                  </a:lnTo>
                  <a:lnTo>
                    <a:pt x="3517224" y="192469"/>
                  </a:lnTo>
                  <a:lnTo>
                    <a:pt x="3587569" y="195384"/>
                  </a:lnTo>
                  <a:lnTo>
                    <a:pt x="3657913" y="198267"/>
                  </a:lnTo>
                  <a:lnTo>
                    <a:pt x="3728257" y="201121"/>
                  </a:lnTo>
                  <a:lnTo>
                    <a:pt x="3798602" y="203945"/>
                  </a:lnTo>
                  <a:lnTo>
                    <a:pt x="3868946" y="206740"/>
                  </a:lnTo>
                  <a:lnTo>
                    <a:pt x="3939291" y="209506"/>
                  </a:lnTo>
                  <a:lnTo>
                    <a:pt x="4009635" y="212243"/>
                  </a:lnTo>
                  <a:lnTo>
                    <a:pt x="4079980" y="214951"/>
                  </a:lnTo>
                  <a:lnTo>
                    <a:pt x="4150324" y="217631"/>
                  </a:lnTo>
                  <a:lnTo>
                    <a:pt x="4220669" y="220283"/>
                  </a:lnTo>
                  <a:lnTo>
                    <a:pt x="4291013" y="222908"/>
                  </a:lnTo>
                  <a:lnTo>
                    <a:pt x="4361358" y="225505"/>
                  </a:lnTo>
                  <a:lnTo>
                    <a:pt x="4431702" y="228076"/>
                  </a:lnTo>
                  <a:lnTo>
                    <a:pt x="4502047" y="230619"/>
                  </a:lnTo>
                  <a:lnTo>
                    <a:pt x="4572391" y="233136"/>
                  </a:lnTo>
                  <a:lnTo>
                    <a:pt x="4642736" y="235627"/>
                  </a:lnTo>
                  <a:lnTo>
                    <a:pt x="4713080" y="238092"/>
                  </a:lnTo>
                  <a:lnTo>
                    <a:pt x="4783425" y="240531"/>
                  </a:lnTo>
                  <a:lnTo>
                    <a:pt x="4853769" y="242945"/>
                  </a:lnTo>
                  <a:lnTo>
                    <a:pt x="4924114" y="245333"/>
                  </a:lnTo>
                  <a:lnTo>
                    <a:pt x="4994458" y="247697"/>
                  </a:lnTo>
                  <a:lnTo>
                    <a:pt x="5064803" y="250036"/>
                  </a:lnTo>
                  <a:lnTo>
                    <a:pt x="5135147" y="252351"/>
                  </a:lnTo>
                  <a:lnTo>
                    <a:pt x="5205492" y="254642"/>
                  </a:lnTo>
                  <a:lnTo>
                    <a:pt x="5275836" y="256909"/>
                  </a:lnTo>
                  <a:lnTo>
                    <a:pt x="5346181" y="259152"/>
                  </a:lnTo>
                  <a:lnTo>
                    <a:pt x="5416525" y="261372"/>
                  </a:lnTo>
                  <a:lnTo>
                    <a:pt x="5486870" y="263569"/>
                  </a:lnTo>
                  <a:lnTo>
                    <a:pt x="5557214" y="265743"/>
                  </a:lnTo>
                  <a:lnTo>
                    <a:pt x="5627559" y="267894"/>
                  </a:lnTo>
                  <a:lnTo>
                    <a:pt x="5697903" y="270023"/>
                  </a:lnTo>
                  <a:lnTo>
                    <a:pt x="5768248" y="272129"/>
                  </a:lnTo>
                  <a:lnTo>
                    <a:pt x="5838592" y="274214"/>
                  </a:lnTo>
                  <a:lnTo>
                    <a:pt x="5908937" y="276277"/>
                  </a:lnTo>
                  <a:lnTo>
                    <a:pt x="5979281" y="278319"/>
                  </a:lnTo>
                  <a:lnTo>
                    <a:pt x="6049626" y="280339"/>
                  </a:lnTo>
                  <a:lnTo>
                    <a:pt x="6119970" y="282338"/>
                  </a:lnTo>
                  <a:lnTo>
                    <a:pt x="6190315" y="284317"/>
                  </a:lnTo>
                  <a:lnTo>
                    <a:pt x="6260659" y="286275"/>
                  </a:lnTo>
                  <a:lnTo>
                    <a:pt x="6331004" y="288212"/>
                  </a:lnTo>
                  <a:lnTo>
                    <a:pt x="6401348" y="290130"/>
                  </a:lnTo>
                  <a:lnTo>
                    <a:pt x="6471693" y="292027"/>
                  </a:lnTo>
                  <a:lnTo>
                    <a:pt x="6542037" y="293904"/>
                  </a:lnTo>
                  <a:lnTo>
                    <a:pt x="6612382" y="295762"/>
                  </a:lnTo>
                  <a:lnTo>
                    <a:pt x="6682726" y="297601"/>
                  </a:lnTo>
                  <a:lnTo>
                    <a:pt x="6753071" y="299421"/>
                  </a:lnTo>
                  <a:lnTo>
                    <a:pt x="6823415" y="301221"/>
                  </a:lnTo>
                  <a:lnTo>
                    <a:pt x="6893760" y="303003"/>
                  </a:lnTo>
                  <a:lnTo>
                    <a:pt x="6964104" y="3047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30071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037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428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7925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89308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9057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28020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(1.03-1.26), p_Bonf = 0.087 (n = 6)  |  per IQR decline (Δ = 28.1 %): 1.43 (1.07-1.90)  |  IQR: [-30.1, -2.1]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775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325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875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425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39760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2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766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6268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1771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0501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6004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1506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00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512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801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351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901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452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912688"/>
              <a:ext cx="6964104" cy="575772"/>
            </a:xfrm>
            <a:custGeom>
              <a:avLst/>
              <a:pathLst>
                <a:path w="6964104" h="575772">
                  <a:moveTo>
                    <a:pt x="0" y="0"/>
                  </a:moveTo>
                  <a:lnTo>
                    <a:pt x="70344" y="12725"/>
                  </a:lnTo>
                  <a:lnTo>
                    <a:pt x="140688" y="25212"/>
                  </a:lnTo>
                  <a:lnTo>
                    <a:pt x="211033" y="37467"/>
                  </a:lnTo>
                  <a:lnTo>
                    <a:pt x="281377" y="49492"/>
                  </a:lnTo>
                  <a:lnTo>
                    <a:pt x="351722" y="61293"/>
                  </a:lnTo>
                  <a:lnTo>
                    <a:pt x="422066" y="72873"/>
                  </a:lnTo>
                  <a:lnTo>
                    <a:pt x="492411" y="84236"/>
                  </a:lnTo>
                  <a:lnTo>
                    <a:pt x="562755" y="95388"/>
                  </a:lnTo>
                  <a:lnTo>
                    <a:pt x="633100" y="106330"/>
                  </a:lnTo>
                  <a:lnTo>
                    <a:pt x="703444" y="117069"/>
                  </a:lnTo>
                  <a:lnTo>
                    <a:pt x="773789" y="127607"/>
                  </a:lnTo>
                  <a:lnTo>
                    <a:pt x="844133" y="137948"/>
                  </a:lnTo>
                  <a:lnTo>
                    <a:pt x="914478" y="148095"/>
                  </a:lnTo>
                  <a:lnTo>
                    <a:pt x="984822" y="158053"/>
                  </a:lnTo>
                  <a:lnTo>
                    <a:pt x="1055167" y="167825"/>
                  </a:lnTo>
                  <a:lnTo>
                    <a:pt x="1125511" y="177414"/>
                  </a:lnTo>
                  <a:lnTo>
                    <a:pt x="1195856" y="186825"/>
                  </a:lnTo>
                  <a:lnTo>
                    <a:pt x="1266200" y="196059"/>
                  </a:lnTo>
                  <a:lnTo>
                    <a:pt x="1336545" y="205121"/>
                  </a:lnTo>
                  <a:lnTo>
                    <a:pt x="1406889" y="214013"/>
                  </a:lnTo>
                  <a:lnTo>
                    <a:pt x="1477234" y="222739"/>
                  </a:lnTo>
                  <a:lnTo>
                    <a:pt x="1547578" y="231303"/>
                  </a:lnTo>
                  <a:lnTo>
                    <a:pt x="1617923" y="239706"/>
                  </a:lnTo>
                  <a:lnTo>
                    <a:pt x="1688267" y="247952"/>
                  </a:lnTo>
                  <a:lnTo>
                    <a:pt x="1758612" y="256044"/>
                  </a:lnTo>
                  <a:lnTo>
                    <a:pt x="1828956" y="263985"/>
                  </a:lnTo>
                  <a:lnTo>
                    <a:pt x="1899301" y="271777"/>
                  </a:lnTo>
                  <a:lnTo>
                    <a:pt x="1969645" y="279424"/>
                  </a:lnTo>
                  <a:lnTo>
                    <a:pt x="2039990" y="286928"/>
                  </a:lnTo>
                  <a:lnTo>
                    <a:pt x="2110334" y="294292"/>
                  </a:lnTo>
                  <a:lnTo>
                    <a:pt x="2180679" y="301518"/>
                  </a:lnTo>
                  <a:lnTo>
                    <a:pt x="2251023" y="308609"/>
                  </a:lnTo>
                  <a:lnTo>
                    <a:pt x="2321368" y="315568"/>
                  </a:lnTo>
                  <a:lnTo>
                    <a:pt x="2391712" y="322396"/>
                  </a:lnTo>
                  <a:lnTo>
                    <a:pt x="2462057" y="329097"/>
                  </a:lnTo>
                  <a:lnTo>
                    <a:pt x="2532401" y="335673"/>
                  </a:lnTo>
                  <a:lnTo>
                    <a:pt x="2602746" y="342126"/>
                  </a:lnTo>
                  <a:lnTo>
                    <a:pt x="2673090" y="348458"/>
                  </a:lnTo>
                  <a:lnTo>
                    <a:pt x="2743435" y="354672"/>
                  </a:lnTo>
                  <a:lnTo>
                    <a:pt x="2813779" y="360770"/>
                  </a:lnTo>
                  <a:lnTo>
                    <a:pt x="2884124" y="366754"/>
                  </a:lnTo>
                  <a:lnTo>
                    <a:pt x="2954468" y="372626"/>
                  </a:lnTo>
                  <a:lnTo>
                    <a:pt x="3024813" y="378388"/>
                  </a:lnTo>
                  <a:lnTo>
                    <a:pt x="3095157" y="381926"/>
                  </a:lnTo>
                  <a:lnTo>
                    <a:pt x="3165502" y="382545"/>
                  </a:lnTo>
                  <a:lnTo>
                    <a:pt x="3235846" y="383163"/>
                  </a:lnTo>
                  <a:lnTo>
                    <a:pt x="3306191" y="383779"/>
                  </a:lnTo>
                  <a:lnTo>
                    <a:pt x="3376535" y="384394"/>
                  </a:lnTo>
                  <a:lnTo>
                    <a:pt x="3446880" y="385008"/>
                  </a:lnTo>
                  <a:lnTo>
                    <a:pt x="3517224" y="385621"/>
                  </a:lnTo>
                  <a:lnTo>
                    <a:pt x="3587569" y="386232"/>
                  </a:lnTo>
                  <a:lnTo>
                    <a:pt x="3657913" y="386842"/>
                  </a:lnTo>
                  <a:lnTo>
                    <a:pt x="3728257" y="387451"/>
                  </a:lnTo>
                  <a:lnTo>
                    <a:pt x="3798602" y="388058"/>
                  </a:lnTo>
                  <a:lnTo>
                    <a:pt x="3868946" y="388665"/>
                  </a:lnTo>
                  <a:lnTo>
                    <a:pt x="3939291" y="389270"/>
                  </a:lnTo>
                  <a:lnTo>
                    <a:pt x="4009635" y="389873"/>
                  </a:lnTo>
                  <a:lnTo>
                    <a:pt x="4079980" y="390476"/>
                  </a:lnTo>
                  <a:lnTo>
                    <a:pt x="4150324" y="391077"/>
                  </a:lnTo>
                  <a:lnTo>
                    <a:pt x="4220669" y="391677"/>
                  </a:lnTo>
                  <a:lnTo>
                    <a:pt x="4291013" y="392276"/>
                  </a:lnTo>
                  <a:lnTo>
                    <a:pt x="4361358" y="392873"/>
                  </a:lnTo>
                  <a:lnTo>
                    <a:pt x="4431702" y="393470"/>
                  </a:lnTo>
                  <a:lnTo>
                    <a:pt x="4502047" y="394065"/>
                  </a:lnTo>
                  <a:lnTo>
                    <a:pt x="4572391" y="394659"/>
                  </a:lnTo>
                  <a:lnTo>
                    <a:pt x="4642736" y="395251"/>
                  </a:lnTo>
                  <a:lnTo>
                    <a:pt x="4713080" y="395843"/>
                  </a:lnTo>
                  <a:lnTo>
                    <a:pt x="4783425" y="396433"/>
                  </a:lnTo>
                  <a:lnTo>
                    <a:pt x="4853769" y="397022"/>
                  </a:lnTo>
                  <a:lnTo>
                    <a:pt x="4924114" y="397609"/>
                  </a:lnTo>
                  <a:lnTo>
                    <a:pt x="4994458" y="398196"/>
                  </a:lnTo>
                  <a:lnTo>
                    <a:pt x="5064803" y="398781"/>
                  </a:lnTo>
                  <a:lnTo>
                    <a:pt x="5135147" y="399365"/>
                  </a:lnTo>
                  <a:lnTo>
                    <a:pt x="5205492" y="399948"/>
                  </a:lnTo>
                  <a:lnTo>
                    <a:pt x="5275836" y="400530"/>
                  </a:lnTo>
                  <a:lnTo>
                    <a:pt x="5346181" y="401110"/>
                  </a:lnTo>
                  <a:lnTo>
                    <a:pt x="5416525" y="401690"/>
                  </a:lnTo>
                  <a:lnTo>
                    <a:pt x="5486870" y="402268"/>
                  </a:lnTo>
                  <a:lnTo>
                    <a:pt x="5557214" y="402844"/>
                  </a:lnTo>
                  <a:lnTo>
                    <a:pt x="5627559" y="403420"/>
                  </a:lnTo>
                  <a:lnTo>
                    <a:pt x="5697903" y="403995"/>
                  </a:lnTo>
                  <a:lnTo>
                    <a:pt x="5768248" y="404568"/>
                  </a:lnTo>
                  <a:lnTo>
                    <a:pt x="5838592" y="405140"/>
                  </a:lnTo>
                  <a:lnTo>
                    <a:pt x="5908937" y="405711"/>
                  </a:lnTo>
                  <a:lnTo>
                    <a:pt x="5979281" y="406281"/>
                  </a:lnTo>
                  <a:lnTo>
                    <a:pt x="6049626" y="406849"/>
                  </a:lnTo>
                  <a:lnTo>
                    <a:pt x="6119970" y="407417"/>
                  </a:lnTo>
                  <a:lnTo>
                    <a:pt x="6190315" y="407983"/>
                  </a:lnTo>
                  <a:lnTo>
                    <a:pt x="6260659" y="408548"/>
                  </a:lnTo>
                  <a:lnTo>
                    <a:pt x="6331004" y="409112"/>
                  </a:lnTo>
                  <a:lnTo>
                    <a:pt x="6401348" y="409674"/>
                  </a:lnTo>
                  <a:lnTo>
                    <a:pt x="6471693" y="410236"/>
                  </a:lnTo>
                  <a:lnTo>
                    <a:pt x="6542037" y="410796"/>
                  </a:lnTo>
                  <a:lnTo>
                    <a:pt x="6612382" y="411355"/>
                  </a:lnTo>
                  <a:lnTo>
                    <a:pt x="6682726" y="411914"/>
                  </a:lnTo>
                  <a:lnTo>
                    <a:pt x="6753071" y="412470"/>
                  </a:lnTo>
                  <a:lnTo>
                    <a:pt x="6823415" y="413026"/>
                  </a:lnTo>
                  <a:lnTo>
                    <a:pt x="6893760" y="413581"/>
                  </a:lnTo>
                  <a:lnTo>
                    <a:pt x="6964104" y="414134"/>
                  </a:lnTo>
                  <a:lnTo>
                    <a:pt x="6964104" y="575772"/>
                  </a:lnTo>
                  <a:lnTo>
                    <a:pt x="6893760" y="573768"/>
                  </a:lnTo>
                  <a:lnTo>
                    <a:pt x="6823415" y="571727"/>
                  </a:lnTo>
                  <a:lnTo>
                    <a:pt x="6753071" y="569646"/>
                  </a:lnTo>
                  <a:lnTo>
                    <a:pt x="6682726" y="567525"/>
                  </a:lnTo>
                  <a:lnTo>
                    <a:pt x="6612382" y="565365"/>
                  </a:lnTo>
                  <a:lnTo>
                    <a:pt x="6542037" y="563163"/>
                  </a:lnTo>
                  <a:lnTo>
                    <a:pt x="6471693" y="560919"/>
                  </a:lnTo>
                  <a:lnTo>
                    <a:pt x="6401348" y="558632"/>
                  </a:lnTo>
                  <a:lnTo>
                    <a:pt x="6331004" y="556302"/>
                  </a:lnTo>
                  <a:lnTo>
                    <a:pt x="6260659" y="553928"/>
                  </a:lnTo>
                  <a:lnTo>
                    <a:pt x="6190315" y="551508"/>
                  </a:lnTo>
                  <a:lnTo>
                    <a:pt x="6119970" y="549042"/>
                  </a:lnTo>
                  <a:lnTo>
                    <a:pt x="6049626" y="546530"/>
                  </a:lnTo>
                  <a:lnTo>
                    <a:pt x="5979281" y="543969"/>
                  </a:lnTo>
                  <a:lnTo>
                    <a:pt x="5908937" y="541360"/>
                  </a:lnTo>
                  <a:lnTo>
                    <a:pt x="5838592" y="538701"/>
                  </a:lnTo>
                  <a:lnTo>
                    <a:pt x="5768248" y="535991"/>
                  </a:lnTo>
                  <a:lnTo>
                    <a:pt x="5697903" y="533230"/>
                  </a:lnTo>
                  <a:lnTo>
                    <a:pt x="5627559" y="530416"/>
                  </a:lnTo>
                  <a:lnTo>
                    <a:pt x="5557214" y="527549"/>
                  </a:lnTo>
                  <a:lnTo>
                    <a:pt x="5486870" y="524627"/>
                  </a:lnTo>
                  <a:lnTo>
                    <a:pt x="5416525" y="521649"/>
                  </a:lnTo>
                  <a:lnTo>
                    <a:pt x="5346181" y="518615"/>
                  </a:lnTo>
                  <a:lnTo>
                    <a:pt x="5275836" y="515522"/>
                  </a:lnTo>
                  <a:lnTo>
                    <a:pt x="5205492" y="512371"/>
                  </a:lnTo>
                  <a:lnTo>
                    <a:pt x="5135147" y="509160"/>
                  </a:lnTo>
                  <a:lnTo>
                    <a:pt x="5064803" y="505888"/>
                  </a:lnTo>
                  <a:lnTo>
                    <a:pt x="4994458" y="502554"/>
                  </a:lnTo>
                  <a:lnTo>
                    <a:pt x="4924114" y="499156"/>
                  </a:lnTo>
                  <a:lnTo>
                    <a:pt x="4853769" y="495693"/>
                  </a:lnTo>
                  <a:lnTo>
                    <a:pt x="4783425" y="492164"/>
                  </a:lnTo>
                  <a:lnTo>
                    <a:pt x="4713080" y="488569"/>
                  </a:lnTo>
                  <a:lnTo>
                    <a:pt x="4642736" y="484904"/>
                  </a:lnTo>
                  <a:lnTo>
                    <a:pt x="4572391" y="481170"/>
                  </a:lnTo>
                  <a:lnTo>
                    <a:pt x="4502047" y="477365"/>
                  </a:lnTo>
                  <a:lnTo>
                    <a:pt x="4431702" y="473488"/>
                  </a:lnTo>
                  <a:lnTo>
                    <a:pt x="4361358" y="469536"/>
                  </a:lnTo>
                  <a:lnTo>
                    <a:pt x="4291013" y="465509"/>
                  </a:lnTo>
                  <a:lnTo>
                    <a:pt x="4220669" y="461406"/>
                  </a:lnTo>
                  <a:lnTo>
                    <a:pt x="4150324" y="457225"/>
                  </a:lnTo>
                  <a:lnTo>
                    <a:pt x="4079980" y="452963"/>
                  </a:lnTo>
                  <a:lnTo>
                    <a:pt x="4009635" y="448621"/>
                  </a:lnTo>
                  <a:lnTo>
                    <a:pt x="3939291" y="444196"/>
                  </a:lnTo>
                  <a:lnTo>
                    <a:pt x="3868946" y="439687"/>
                  </a:lnTo>
                  <a:lnTo>
                    <a:pt x="3798602" y="435092"/>
                  </a:lnTo>
                  <a:lnTo>
                    <a:pt x="3728257" y="430409"/>
                  </a:lnTo>
                  <a:lnTo>
                    <a:pt x="3657913" y="425638"/>
                  </a:lnTo>
                  <a:lnTo>
                    <a:pt x="3587569" y="420775"/>
                  </a:lnTo>
                  <a:lnTo>
                    <a:pt x="3517224" y="415820"/>
                  </a:lnTo>
                  <a:lnTo>
                    <a:pt x="3446880" y="410770"/>
                  </a:lnTo>
                  <a:lnTo>
                    <a:pt x="3376535" y="405624"/>
                  </a:lnTo>
                  <a:lnTo>
                    <a:pt x="3306191" y="400381"/>
                  </a:lnTo>
                  <a:lnTo>
                    <a:pt x="3235846" y="395037"/>
                  </a:lnTo>
                  <a:lnTo>
                    <a:pt x="3165502" y="389592"/>
                  </a:lnTo>
                  <a:lnTo>
                    <a:pt x="3095157" y="384043"/>
                  </a:lnTo>
                  <a:lnTo>
                    <a:pt x="3024813" y="381306"/>
                  </a:lnTo>
                  <a:lnTo>
                    <a:pt x="2954468" y="380684"/>
                  </a:lnTo>
                  <a:lnTo>
                    <a:pt x="2884124" y="380062"/>
                  </a:lnTo>
                  <a:lnTo>
                    <a:pt x="2813779" y="379437"/>
                  </a:lnTo>
                  <a:lnTo>
                    <a:pt x="2743435" y="378812"/>
                  </a:lnTo>
                  <a:lnTo>
                    <a:pt x="2673090" y="378185"/>
                  </a:lnTo>
                  <a:lnTo>
                    <a:pt x="2602746" y="377557"/>
                  </a:lnTo>
                  <a:lnTo>
                    <a:pt x="2532401" y="376928"/>
                  </a:lnTo>
                  <a:lnTo>
                    <a:pt x="2462057" y="376297"/>
                  </a:lnTo>
                  <a:lnTo>
                    <a:pt x="2391712" y="375665"/>
                  </a:lnTo>
                  <a:lnTo>
                    <a:pt x="2321368" y="375032"/>
                  </a:lnTo>
                  <a:lnTo>
                    <a:pt x="2251023" y="374398"/>
                  </a:lnTo>
                  <a:lnTo>
                    <a:pt x="2180679" y="373762"/>
                  </a:lnTo>
                  <a:lnTo>
                    <a:pt x="2110334" y="373125"/>
                  </a:lnTo>
                  <a:lnTo>
                    <a:pt x="2039990" y="372486"/>
                  </a:lnTo>
                  <a:lnTo>
                    <a:pt x="1969645" y="371846"/>
                  </a:lnTo>
                  <a:lnTo>
                    <a:pt x="1899301" y="371205"/>
                  </a:lnTo>
                  <a:lnTo>
                    <a:pt x="1828956" y="370563"/>
                  </a:lnTo>
                  <a:lnTo>
                    <a:pt x="1758612" y="369919"/>
                  </a:lnTo>
                  <a:lnTo>
                    <a:pt x="1688267" y="369274"/>
                  </a:lnTo>
                  <a:lnTo>
                    <a:pt x="1617923" y="368627"/>
                  </a:lnTo>
                  <a:lnTo>
                    <a:pt x="1547578" y="367980"/>
                  </a:lnTo>
                  <a:lnTo>
                    <a:pt x="1477234" y="367330"/>
                  </a:lnTo>
                  <a:lnTo>
                    <a:pt x="1406889" y="366680"/>
                  </a:lnTo>
                  <a:lnTo>
                    <a:pt x="1336545" y="366028"/>
                  </a:lnTo>
                  <a:lnTo>
                    <a:pt x="1266200" y="365375"/>
                  </a:lnTo>
                  <a:lnTo>
                    <a:pt x="1195856" y="364720"/>
                  </a:lnTo>
                  <a:lnTo>
                    <a:pt x="1125511" y="364064"/>
                  </a:lnTo>
                  <a:lnTo>
                    <a:pt x="1055167" y="363407"/>
                  </a:lnTo>
                  <a:lnTo>
                    <a:pt x="984822" y="362748"/>
                  </a:lnTo>
                  <a:lnTo>
                    <a:pt x="914478" y="362088"/>
                  </a:lnTo>
                  <a:lnTo>
                    <a:pt x="844133" y="361427"/>
                  </a:lnTo>
                  <a:lnTo>
                    <a:pt x="773789" y="360764"/>
                  </a:lnTo>
                  <a:lnTo>
                    <a:pt x="703444" y="360100"/>
                  </a:lnTo>
                  <a:lnTo>
                    <a:pt x="633100" y="359435"/>
                  </a:lnTo>
                  <a:lnTo>
                    <a:pt x="562755" y="358768"/>
                  </a:lnTo>
                  <a:lnTo>
                    <a:pt x="492411" y="358099"/>
                  </a:lnTo>
                  <a:lnTo>
                    <a:pt x="422066" y="357430"/>
                  </a:lnTo>
                  <a:lnTo>
                    <a:pt x="351722" y="356759"/>
                  </a:lnTo>
                  <a:lnTo>
                    <a:pt x="281377" y="356086"/>
                  </a:lnTo>
                  <a:lnTo>
                    <a:pt x="211033" y="355412"/>
                  </a:lnTo>
                  <a:lnTo>
                    <a:pt x="140688" y="354737"/>
                  </a:lnTo>
                  <a:lnTo>
                    <a:pt x="70344" y="354061"/>
                  </a:lnTo>
                  <a:lnTo>
                    <a:pt x="0" y="3533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912688"/>
              <a:ext cx="6964104" cy="414134"/>
            </a:xfrm>
            <a:custGeom>
              <a:avLst/>
              <a:pathLst>
                <a:path w="6964104" h="414134">
                  <a:moveTo>
                    <a:pt x="0" y="0"/>
                  </a:moveTo>
                  <a:lnTo>
                    <a:pt x="70344" y="12725"/>
                  </a:lnTo>
                  <a:lnTo>
                    <a:pt x="140688" y="25212"/>
                  </a:lnTo>
                  <a:lnTo>
                    <a:pt x="211033" y="37467"/>
                  </a:lnTo>
                  <a:lnTo>
                    <a:pt x="281377" y="49492"/>
                  </a:lnTo>
                  <a:lnTo>
                    <a:pt x="351722" y="61293"/>
                  </a:lnTo>
                  <a:lnTo>
                    <a:pt x="422066" y="72873"/>
                  </a:lnTo>
                  <a:lnTo>
                    <a:pt x="492411" y="84236"/>
                  </a:lnTo>
                  <a:lnTo>
                    <a:pt x="562755" y="95388"/>
                  </a:lnTo>
                  <a:lnTo>
                    <a:pt x="633100" y="106330"/>
                  </a:lnTo>
                  <a:lnTo>
                    <a:pt x="703444" y="117069"/>
                  </a:lnTo>
                  <a:lnTo>
                    <a:pt x="773789" y="127607"/>
                  </a:lnTo>
                  <a:lnTo>
                    <a:pt x="844133" y="137948"/>
                  </a:lnTo>
                  <a:lnTo>
                    <a:pt x="914478" y="148095"/>
                  </a:lnTo>
                  <a:lnTo>
                    <a:pt x="984822" y="158053"/>
                  </a:lnTo>
                  <a:lnTo>
                    <a:pt x="1055167" y="167825"/>
                  </a:lnTo>
                  <a:lnTo>
                    <a:pt x="1125511" y="177414"/>
                  </a:lnTo>
                  <a:lnTo>
                    <a:pt x="1195856" y="186825"/>
                  </a:lnTo>
                  <a:lnTo>
                    <a:pt x="1266200" y="196059"/>
                  </a:lnTo>
                  <a:lnTo>
                    <a:pt x="1336545" y="205121"/>
                  </a:lnTo>
                  <a:lnTo>
                    <a:pt x="1406889" y="214013"/>
                  </a:lnTo>
                  <a:lnTo>
                    <a:pt x="1477234" y="222739"/>
                  </a:lnTo>
                  <a:lnTo>
                    <a:pt x="1547578" y="231303"/>
                  </a:lnTo>
                  <a:lnTo>
                    <a:pt x="1617923" y="239706"/>
                  </a:lnTo>
                  <a:lnTo>
                    <a:pt x="1688267" y="247952"/>
                  </a:lnTo>
                  <a:lnTo>
                    <a:pt x="1758612" y="256044"/>
                  </a:lnTo>
                  <a:lnTo>
                    <a:pt x="1828956" y="263985"/>
                  </a:lnTo>
                  <a:lnTo>
                    <a:pt x="1899301" y="271777"/>
                  </a:lnTo>
                  <a:lnTo>
                    <a:pt x="1969645" y="279424"/>
                  </a:lnTo>
                  <a:lnTo>
                    <a:pt x="2039990" y="286928"/>
                  </a:lnTo>
                  <a:lnTo>
                    <a:pt x="2110334" y="294292"/>
                  </a:lnTo>
                  <a:lnTo>
                    <a:pt x="2180679" y="301518"/>
                  </a:lnTo>
                  <a:lnTo>
                    <a:pt x="2251023" y="308609"/>
                  </a:lnTo>
                  <a:lnTo>
                    <a:pt x="2321368" y="315568"/>
                  </a:lnTo>
                  <a:lnTo>
                    <a:pt x="2391712" y="322396"/>
                  </a:lnTo>
                  <a:lnTo>
                    <a:pt x="2462057" y="329097"/>
                  </a:lnTo>
                  <a:lnTo>
                    <a:pt x="2532401" y="335673"/>
                  </a:lnTo>
                  <a:lnTo>
                    <a:pt x="2602746" y="342126"/>
                  </a:lnTo>
                  <a:lnTo>
                    <a:pt x="2673090" y="348458"/>
                  </a:lnTo>
                  <a:lnTo>
                    <a:pt x="2743435" y="354672"/>
                  </a:lnTo>
                  <a:lnTo>
                    <a:pt x="2813779" y="360770"/>
                  </a:lnTo>
                  <a:lnTo>
                    <a:pt x="2884124" y="366754"/>
                  </a:lnTo>
                  <a:lnTo>
                    <a:pt x="2954468" y="372626"/>
                  </a:lnTo>
                  <a:lnTo>
                    <a:pt x="3024813" y="378388"/>
                  </a:lnTo>
                  <a:lnTo>
                    <a:pt x="3095157" y="381926"/>
                  </a:lnTo>
                  <a:lnTo>
                    <a:pt x="3165502" y="382545"/>
                  </a:lnTo>
                  <a:lnTo>
                    <a:pt x="3235846" y="383163"/>
                  </a:lnTo>
                  <a:lnTo>
                    <a:pt x="3306191" y="383779"/>
                  </a:lnTo>
                  <a:lnTo>
                    <a:pt x="3376535" y="384394"/>
                  </a:lnTo>
                  <a:lnTo>
                    <a:pt x="3446880" y="385008"/>
                  </a:lnTo>
                  <a:lnTo>
                    <a:pt x="3517224" y="385621"/>
                  </a:lnTo>
                  <a:lnTo>
                    <a:pt x="3587569" y="386232"/>
                  </a:lnTo>
                  <a:lnTo>
                    <a:pt x="3657913" y="386842"/>
                  </a:lnTo>
                  <a:lnTo>
                    <a:pt x="3728257" y="387451"/>
                  </a:lnTo>
                  <a:lnTo>
                    <a:pt x="3798602" y="388058"/>
                  </a:lnTo>
                  <a:lnTo>
                    <a:pt x="3868946" y="388665"/>
                  </a:lnTo>
                  <a:lnTo>
                    <a:pt x="3939291" y="389270"/>
                  </a:lnTo>
                  <a:lnTo>
                    <a:pt x="4009635" y="389873"/>
                  </a:lnTo>
                  <a:lnTo>
                    <a:pt x="4079980" y="390476"/>
                  </a:lnTo>
                  <a:lnTo>
                    <a:pt x="4150324" y="391077"/>
                  </a:lnTo>
                  <a:lnTo>
                    <a:pt x="4220669" y="391677"/>
                  </a:lnTo>
                  <a:lnTo>
                    <a:pt x="4291013" y="392276"/>
                  </a:lnTo>
                  <a:lnTo>
                    <a:pt x="4361358" y="392873"/>
                  </a:lnTo>
                  <a:lnTo>
                    <a:pt x="4431702" y="393470"/>
                  </a:lnTo>
                  <a:lnTo>
                    <a:pt x="4502047" y="394065"/>
                  </a:lnTo>
                  <a:lnTo>
                    <a:pt x="4572391" y="394659"/>
                  </a:lnTo>
                  <a:lnTo>
                    <a:pt x="4642736" y="395251"/>
                  </a:lnTo>
                  <a:lnTo>
                    <a:pt x="4713080" y="395843"/>
                  </a:lnTo>
                  <a:lnTo>
                    <a:pt x="4783425" y="396433"/>
                  </a:lnTo>
                  <a:lnTo>
                    <a:pt x="4853769" y="397022"/>
                  </a:lnTo>
                  <a:lnTo>
                    <a:pt x="4924114" y="397609"/>
                  </a:lnTo>
                  <a:lnTo>
                    <a:pt x="4994458" y="398196"/>
                  </a:lnTo>
                  <a:lnTo>
                    <a:pt x="5064803" y="398781"/>
                  </a:lnTo>
                  <a:lnTo>
                    <a:pt x="5135147" y="399365"/>
                  </a:lnTo>
                  <a:lnTo>
                    <a:pt x="5205492" y="399948"/>
                  </a:lnTo>
                  <a:lnTo>
                    <a:pt x="5275836" y="400530"/>
                  </a:lnTo>
                  <a:lnTo>
                    <a:pt x="5346181" y="401110"/>
                  </a:lnTo>
                  <a:lnTo>
                    <a:pt x="5416525" y="401690"/>
                  </a:lnTo>
                  <a:lnTo>
                    <a:pt x="5486870" y="402268"/>
                  </a:lnTo>
                  <a:lnTo>
                    <a:pt x="5557214" y="402844"/>
                  </a:lnTo>
                  <a:lnTo>
                    <a:pt x="5627559" y="403420"/>
                  </a:lnTo>
                  <a:lnTo>
                    <a:pt x="5697903" y="403995"/>
                  </a:lnTo>
                  <a:lnTo>
                    <a:pt x="5768248" y="404568"/>
                  </a:lnTo>
                  <a:lnTo>
                    <a:pt x="5838592" y="405140"/>
                  </a:lnTo>
                  <a:lnTo>
                    <a:pt x="5908937" y="405711"/>
                  </a:lnTo>
                  <a:lnTo>
                    <a:pt x="5979281" y="406281"/>
                  </a:lnTo>
                  <a:lnTo>
                    <a:pt x="6049626" y="406849"/>
                  </a:lnTo>
                  <a:lnTo>
                    <a:pt x="6119970" y="407417"/>
                  </a:lnTo>
                  <a:lnTo>
                    <a:pt x="6190315" y="407983"/>
                  </a:lnTo>
                  <a:lnTo>
                    <a:pt x="6260659" y="408548"/>
                  </a:lnTo>
                  <a:lnTo>
                    <a:pt x="6331004" y="409112"/>
                  </a:lnTo>
                  <a:lnTo>
                    <a:pt x="6401348" y="409674"/>
                  </a:lnTo>
                  <a:lnTo>
                    <a:pt x="6471693" y="410236"/>
                  </a:lnTo>
                  <a:lnTo>
                    <a:pt x="6542037" y="410796"/>
                  </a:lnTo>
                  <a:lnTo>
                    <a:pt x="6612382" y="411355"/>
                  </a:lnTo>
                  <a:lnTo>
                    <a:pt x="6682726" y="411914"/>
                  </a:lnTo>
                  <a:lnTo>
                    <a:pt x="6753071" y="412470"/>
                  </a:lnTo>
                  <a:lnTo>
                    <a:pt x="6823415" y="413026"/>
                  </a:lnTo>
                  <a:lnTo>
                    <a:pt x="6893760" y="413581"/>
                  </a:lnTo>
                  <a:lnTo>
                    <a:pt x="6964104" y="414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266071"/>
              <a:ext cx="6964104" cy="222389"/>
            </a:xfrm>
            <a:custGeom>
              <a:avLst/>
              <a:pathLst>
                <a:path w="6964104" h="222389">
                  <a:moveTo>
                    <a:pt x="6964104" y="222389"/>
                  </a:moveTo>
                  <a:lnTo>
                    <a:pt x="6893760" y="220385"/>
                  </a:lnTo>
                  <a:lnTo>
                    <a:pt x="6823415" y="218344"/>
                  </a:lnTo>
                  <a:lnTo>
                    <a:pt x="6753071" y="216263"/>
                  </a:lnTo>
                  <a:lnTo>
                    <a:pt x="6682726" y="214142"/>
                  </a:lnTo>
                  <a:lnTo>
                    <a:pt x="6612382" y="211982"/>
                  </a:lnTo>
                  <a:lnTo>
                    <a:pt x="6542037" y="209780"/>
                  </a:lnTo>
                  <a:lnTo>
                    <a:pt x="6471693" y="207536"/>
                  </a:lnTo>
                  <a:lnTo>
                    <a:pt x="6401348" y="205249"/>
                  </a:lnTo>
                  <a:lnTo>
                    <a:pt x="6331004" y="202919"/>
                  </a:lnTo>
                  <a:lnTo>
                    <a:pt x="6260659" y="200545"/>
                  </a:lnTo>
                  <a:lnTo>
                    <a:pt x="6190315" y="198125"/>
                  </a:lnTo>
                  <a:lnTo>
                    <a:pt x="6119970" y="195659"/>
                  </a:lnTo>
                  <a:lnTo>
                    <a:pt x="6049626" y="193147"/>
                  </a:lnTo>
                  <a:lnTo>
                    <a:pt x="5979281" y="190586"/>
                  </a:lnTo>
                  <a:lnTo>
                    <a:pt x="5908937" y="187977"/>
                  </a:lnTo>
                  <a:lnTo>
                    <a:pt x="5838592" y="185318"/>
                  </a:lnTo>
                  <a:lnTo>
                    <a:pt x="5768248" y="182608"/>
                  </a:lnTo>
                  <a:lnTo>
                    <a:pt x="5697903" y="179847"/>
                  </a:lnTo>
                  <a:lnTo>
                    <a:pt x="5627559" y="177033"/>
                  </a:lnTo>
                  <a:lnTo>
                    <a:pt x="5557214" y="174165"/>
                  </a:lnTo>
                  <a:lnTo>
                    <a:pt x="5486870" y="171243"/>
                  </a:lnTo>
                  <a:lnTo>
                    <a:pt x="5416525" y="168266"/>
                  </a:lnTo>
                  <a:lnTo>
                    <a:pt x="5346181" y="165231"/>
                  </a:lnTo>
                  <a:lnTo>
                    <a:pt x="5275836" y="162139"/>
                  </a:lnTo>
                  <a:lnTo>
                    <a:pt x="5205492" y="158988"/>
                  </a:lnTo>
                  <a:lnTo>
                    <a:pt x="5135147" y="155777"/>
                  </a:lnTo>
                  <a:lnTo>
                    <a:pt x="5064803" y="152505"/>
                  </a:lnTo>
                  <a:lnTo>
                    <a:pt x="4994458" y="149171"/>
                  </a:lnTo>
                  <a:lnTo>
                    <a:pt x="4924114" y="145773"/>
                  </a:lnTo>
                  <a:lnTo>
                    <a:pt x="4853769" y="142310"/>
                  </a:lnTo>
                  <a:lnTo>
                    <a:pt x="4783425" y="138781"/>
                  </a:lnTo>
                  <a:lnTo>
                    <a:pt x="4713080" y="135186"/>
                  </a:lnTo>
                  <a:lnTo>
                    <a:pt x="4642736" y="131521"/>
                  </a:lnTo>
                  <a:lnTo>
                    <a:pt x="4572391" y="127787"/>
                  </a:lnTo>
                  <a:lnTo>
                    <a:pt x="4502047" y="123982"/>
                  </a:lnTo>
                  <a:lnTo>
                    <a:pt x="4431702" y="120105"/>
                  </a:lnTo>
                  <a:lnTo>
                    <a:pt x="4361358" y="116153"/>
                  </a:lnTo>
                  <a:lnTo>
                    <a:pt x="4291013" y="112126"/>
                  </a:lnTo>
                  <a:lnTo>
                    <a:pt x="4220669" y="108023"/>
                  </a:lnTo>
                  <a:lnTo>
                    <a:pt x="4150324" y="103842"/>
                  </a:lnTo>
                  <a:lnTo>
                    <a:pt x="4079980" y="99580"/>
                  </a:lnTo>
                  <a:lnTo>
                    <a:pt x="4009635" y="95238"/>
                  </a:lnTo>
                  <a:lnTo>
                    <a:pt x="3939291" y="90813"/>
                  </a:lnTo>
                  <a:lnTo>
                    <a:pt x="3868946" y="86304"/>
                  </a:lnTo>
                  <a:lnTo>
                    <a:pt x="3798602" y="81709"/>
                  </a:lnTo>
                  <a:lnTo>
                    <a:pt x="3728257" y="77026"/>
                  </a:lnTo>
                  <a:lnTo>
                    <a:pt x="3657913" y="72254"/>
                  </a:lnTo>
                  <a:lnTo>
                    <a:pt x="3587569" y="67392"/>
                  </a:lnTo>
                  <a:lnTo>
                    <a:pt x="3517224" y="62437"/>
                  </a:lnTo>
                  <a:lnTo>
                    <a:pt x="3446880" y="57387"/>
                  </a:lnTo>
                  <a:lnTo>
                    <a:pt x="3376535" y="52241"/>
                  </a:lnTo>
                  <a:lnTo>
                    <a:pt x="3306191" y="46998"/>
                  </a:lnTo>
                  <a:lnTo>
                    <a:pt x="3235846" y="41654"/>
                  </a:lnTo>
                  <a:lnTo>
                    <a:pt x="3165502" y="36209"/>
                  </a:lnTo>
                  <a:lnTo>
                    <a:pt x="3095157" y="30660"/>
                  </a:lnTo>
                  <a:lnTo>
                    <a:pt x="3024813" y="27923"/>
                  </a:lnTo>
                  <a:lnTo>
                    <a:pt x="2954468" y="27301"/>
                  </a:lnTo>
                  <a:lnTo>
                    <a:pt x="2884124" y="26678"/>
                  </a:lnTo>
                  <a:lnTo>
                    <a:pt x="2813779" y="26054"/>
                  </a:lnTo>
                  <a:lnTo>
                    <a:pt x="2743435" y="25429"/>
                  </a:lnTo>
                  <a:lnTo>
                    <a:pt x="2673090" y="24802"/>
                  </a:lnTo>
                  <a:lnTo>
                    <a:pt x="2602746" y="24174"/>
                  </a:lnTo>
                  <a:lnTo>
                    <a:pt x="2532401" y="23545"/>
                  </a:lnTo>
                  <a:lnTo>
                    <a:pt x="2462057" y="22914"/>
                  </a:lnTo>
                  <a:lnTo>
                    <a:pt x="2391712" y="22282"/>
                  </a:lnTo>
                  <a:lnTo>
                    <a:pt x="2321368" y="21649"/>
                  </a:lnTo>
                  <a:lnTo>
                    <a:pt x="2251023" y="21015"/>
                  </a:lnTo>
                  <a:lnTo>
                    <a:pt x="2180679" y="20379"/>
                  </a:lnTo>
                  <a:lnTo>
                    <a:pt x="2110334" y="19742"/>
                  </a:lnTo>
                  <a:lnTo>
                    <a:pt x="2039990" y="19103"/>
                  </a:lnTo>
                  <a:lnTo>
                    <a:pt x="1969645" y="18463"/>
                  </a:lnTo>
                  <a:lnTo>
                    <a:pt x="1899301" y="17822"/>
                  </a:lnTo>
                  <a:lnTo>
                    <a:pt x="1828956" y="17180"/>
                  </a:lnTo>
                  <a:lnTo>
                    <a:pt x="1758612" y="16536"/>
                  </a:lnTo>
                  <a:lnTo>
                    <a:pt x="1688267" y="15891"/>
                  </a:lnTo>
                  <a:lnTo>
                    <a:pt x="1617923" y="15244"/>
                  </a:lnTo>
                  <a:lnTo>
                    <a:pt x="1547578" y="14596"/>
                  </a:lnTo>
                  <a:lnTo>
                    <a:pt x="1477234" y="13947"/>
                  </a:lnTo>
                  <a:lnTo>
                    <a:pt x="1406889" y="13297"/>
                  </a:lnTo>
                  <a:lnTo>
                    <a:pt x="1336545" y="12645"/>
                  </a:lnTo>
                  <a:lnTo>
                    <a:pt x="1266200" y="11992"/>
                  </a:lnTo>
                  <a:lnTo>
                    <a:pt x="1195856" y="11337"/>
                  </a:lnTo>
                  <a:lnTo>
                    <a:pt x="1125511" y="10681"/>
                  </a:lnTo>
                  <a:lnTo>
                    <a:pt x="1055167" y="10024"/>
                  </a:lnTo>
                  <a:lnTo>
                    <a:pt x="984822" y="9365"/>
                  </a:lnTo>
                  <a:lnTo>
                    <a:pt x="914478" y="8705"/>
                  </a:lnTo>
                  <a:lnTo>
                    <a:pt x="844133" y="8044"/>
                  </a:lnTo>
                  <a:lnTo>
                    <a:pt x="773789" y="7381"/>
                  </a:lnTo>
                  <a:lnTo>
                    <a:pt x="703444" y="6717"/>
                  </a:lnTo>
                  <a:lnTo>
                    <a:pt x="633100" y="6051"/>
                  </a:lnTo>
                  <a:lnTo>
                    <a:pt x="562755" y="5385"/>
                  </a:lnTo>
                  <a:lnTo>
                    <a:pt x="492411" y="4716"/>
                  </a:lnTo>
                  <a:lnTo>
                    <a:pt x="422066" y="4047"/>
                  </a:lnTo>
                  <a:lnTo>
                    <a:pt x="351722" y="3376"/>
                  </a:lnTo>
                  <a:lnTo>
                    <a:pt x="281377" y="2703"/>
                  </a:lnTo>
                  <a:lnTo>
                    <a:pt x="211033" y="2029"/>
                  </a:lnTo>
                  <a:lnTo>
                    <a:pt x="140688" y="1354"/>
                  </a:lnTo>
                  <a:lnTo>
                    <a:pt x="70344" y="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5121346"/>
              <a:ext cx="6964104" cy="304766"/>
            </a:xfrm>
            <a:custGeom>
              <a:avLst/>
              <a:pathLst>
                <a:path w="6964104" h="304766">
                  <a:moveTo>
                    <a:pt x="0" y="0"/>
                  </a:moveTo>
                  <a:lnTo>
                    <a:pt x="70344" y="4918"/>
                  </a:lnTo>
                  <a:lnTo>
                    <a:pt x="140688" y="9785"/>
                  </a:lnTo>
                  <a:lnTo>
                    <a:pt x="211033" y="14602"/>
                  </a:lnTo>
                  <a:lnTo>
                    <a:pt x="281377" y="19368"/>
                  </a:lnTo>
                  <a:lnTo>
                    <a:pt x="351722" y="24085"/>
                  </a:lnTo>
                  <a:lnTo>
                    <a:pt x="422066" y="28752"/>
                  </a:lnTo>
                  <a:lnTo>
                    <a:pt x="492411" y="33371"/>
                  </a:lnTo>
                  <a:lnTo>
                    <a:pt x="562755" y="37942"/>
                  </a:lnTo>
                  <a:lnTo>
                    <a:pt x="633100" y="42466"/>
                  </a:lnTo>
                  <a:lnTo>
                    <a:pt x="703444" y="46942"/>
                  </a:lnTo>
                  <a:lnTo>
                    <a:pt x="773789" y="51371"/>
                  </a:lnTo>
                  <a:lnTo>
                    <a:pt x="844133" y="55755"/>
                  </a:lnTo>
                  <a:lnTo>
                    <a:pt x="914478" y="60093"/>
                  </a:lnTo>
                  <a:lnTo>
                    <a:pt x="984822" y="64385"/>
                  </a:lnTo>
                  <a:lnTo>
                    <a:pt x="1055167" y="68633"/>
                  </a:lnTo>
                  <a:lnTo>
                    <a:pt x="1125511" y="72837"/>
                  </a:lnTo>
                  <a:lnTo>
                    <a:pt x="1195856" y="76997"/>
                  </a:lnTo>
                  <a:lnTo>
                    <a:pt x="1266200" y="81114"/>
                  </a:lnTo>
                  <a:lnTo>
                    <a:pt x="1336545" y="85188"/>
                  </a:lnTo>
                  <a:lnTo>
                    <a:pt x="1406889" y="89219"/>
                  </a:lnTo>
                  <a:lnTo>
                    <a:pt x="1477234" y="93208"/>
                  </a:lnTo>
                  <a:lnTo>
                    <a:pt x="1547578" y="97156"/>
                  </a:lnTo>
                  <a:lnTo>
                    <a:pt x="1617923" y="101063"/>
                  </a:lnTo>
                  <a:lnTo>
                    <a:pt x="1688267" y="104929"/>
                  </a:lnTo>
                  <a:lnTo>
                    <a:pt x="1758612" y="108755"/>
                  </a:lnTo>
                  <a:lnTo>
                    <a:pt x="1828956" y="112541"/>
                  </a:lnTo>
                  <a:lnTo>
                    <a:pt x="1899301" y="116287"/>
                  </a:lnTo>
                  <a:lnTo>
                    <a:pt x="1969645" y="119995"/>
                  </a:lnTo>
                  <a:lnTo>
                    <a:pt x="2039990" y="123664"/>
                  </a:lnTo>
                  <a:lnTo>
                    <a:pt x="2110334" y="127294"/>
                  </a:lnTo>
                  <a:lnTo>
                    <a:pt x="2180679" y="130887"/>
                  </a:lnTo>
                  <a:lnTo>
                    <a:pt x="2251023" y="134443"/>
                  </a:lnTo>
                  <a:lnTo>
                    <a:pt x="2321368" y="137961"/>
                  </a:lnTo>
                  <a:lnTo>
                    <a:pt x="2391712" y="141443"/>
                  </a:lnTo>
                  <a:lnTo>
                    <a:pt x="2462057" y="144889"/>
                  </a:lnTo>
                  <a:lnTo>
                    <a:pt x="2532401" y="148298"/>
                  </a:lnTo>
                  <a:lnTo>
                    <a:pt x="2602746" y="151673"/>
                  </a:lnTo>
                  <a:lnTo>
                    <a:pt x="2673090" y="155012"/>
                  </a:lnTo>
                  <a:lnTo>
                    <a:pt x="2743435" y="158316"/>
                  </a:lnTo>
                  <a:lnTo>
                    <a:pt x="2813779" y="161586"/>
                  </a:lnTo>
                  <a:lnTo>
                    <a:pt x="2884124" y="164822"/>
                  </a:lnTo>
                  <a:lnTo>
                    <a:pt x="2954468" y="168024"/>
                  </a:lnTo>
                  <a:lnTo>
                    <a:pt x="3024813" y="171193"/>
                  </a:lnTo>
                  <a:lnTo>
                    <a:pt x="3095157" y="174328"/>
                  </a:lnTo>
                  <a:lnTo>
                    <a:pt x="3165502" y="177432"/>
                  </a:lnTo>
                  <a:lnTo>
                    <a:pt x="3235846" y="180502"/>
                  </a:lnTo>
                  <a:lnTo>
                    <a:pt x="3306191" y="183541"/>
                  </a:lnTo>
                  <a:lnTo>
                    <a:pt x="3376535" y="186548"/>
                  </a:lnTo>
                  <a:lnTo>
                    <a:pt x="3446880" y="189524"/>
                  </a:lnTo>
                  <a:lnTo>
                    <a:pt x="3517224" y="192469"/>
                  </a:lnTo>
                  <a:lnTo>
                    <a:pt x="3587569" y="195384"/>
                  </a:lnTo>
                  <a:lnTo>
                    <a:pt x="3657913" y="198267"/>
                  </a:lnTo>
                  <a:lnTo>
                    <a:pt x="3728257" y="201121"/>
                  </a:lnTo>
                  <a:lnTo>
                    <a:pt x="3798602" y="203945"/>
                  </a:lnTo>
                  <a:lnTo>
                    <a:pt x="3868946" y="206740"/>
                  </a:lnTo>
                  <a:lnTo>
                    <a:pt x="3939291" y="209506"/>
                  </a:lnTo>
                  <a:lnTo>
                    <a:pt x="4009635" y="212243"/>
                  </a:lnTo>
                  <a:lnTo>
                    <a:pt x="4079980" y="214951"/>
                  </a:lnTo>
                  <a:lnTo>
                    <a:pt x="4150324" y="217631"/>
                  </a:lnTo>
                  <a:lnTo>
                    <a:pt x="4220669" y="220283"/>
                  </a:lnTo>
                  <a:lnTo>
                    <a:pt x="4291013" y="222908"/>
                  </a:lnTo>
                  <a:lnTo>
                    <a:pt x="4361358" y="225505"/>
                  </a:lnTo>
                  <a:lnTo>
                    <a:pt x="4431702" y="228076"/>
                  </a:lnTo>
                  <a:lnTo>
                    <a:pt x="4502047" y="230619"/>
                  </a:lnTo>
                  <a:lnTo>
                    <a:pt x="4572391" y="233136"/>
                  </a:lnTo>
                  <a:lnTo>
                    <a:pt x="4642736" y="235627"/>
                  </a:lnTo>
                  <a:lnTo>
                    <a:pt x="4713080" y="238092"/>
                  </a:lnTo>
                  <a:lnTo>
                    <a:pt x="4783425" y="240531"/>
                  </a:lnTo>
                  <a:lnTo>
                    <a:pt x="4853769" y="242945"/>
                  </a:lnTo>
                  <a:lnTo>
                    <a:pt x="4924114" y="245333"/>
                  </a:lnTo>
                  <a:lnTo>
                    <a:pt x="4994458" y="247697"/>
                  </a:lnTo>
                  <a:lnTo>
                    <a:pt x="5064803" y="250036"/>
                  </a:lnTo>
                  <a:lnTo>
                    <a:pt x="5135147" y="252351"/>
                  </a:lnTo>
                  <a:lnTo>
                    <a:pt x="5205492" y="254642"/>
                  </a:lnTo>
                  <a:lnTo>
                    <a:pt x="5275836" y="256909"/>
                  </a:lnTo>
                  <a:lnTo>
                    <a:pt x="5346181" y="259152"/>
                  </a:lnTo>
                  <a:lnTo>
                    <a:pt x="5416525" y="261372"/>
                  </a:lnTo>
                  <a:lnTo>
                    <a:pt x="5486870" y="263569"/>
                  </a:lnTo>
                  <a:lnTo>
                    <a:pt x="5557214" y="265743"/>
                  </a:lnTo>
                  <a:lnTo>
                    <a:pt x="5627559" y="267894"/>
                  </a:lnTo>
                  <a:lnTo>
                    <a:pt x="5697903" y="270023"/>
                  </a:lnTo>
                  <a:lnTo>
                    <a:pt x="5768248" y="272129"/>
                  </a:lnTo>
                  <a:lnTo>
                    <a:pt x="5838592" y="274214"/>
                  </a:lnTo>
                  <a:lnTo>
                    <a:pt x="5908937" y="276277"/>
                  </a:lnTo>
                  <a:lnTo>
                    <a:pt x="5979281" y="278319"/>
                  </a:lnTo>
                  <a:lnTo>
                    <a:pt x="6049626" y="280339"/>
                  </a:lnTo>
                  <a:lnTo>
                    <a:pt x="6119970" y="282338"/>
                  </a:lnTo>
                  <a:lnTo>
                    <a:pt x="6190315" y="284317"/>
                  </a:lnTo>
                  <a:lnTo>
                    <a:pt x="6260659" y="286275"/>
                  </a:lnTo>
                  <a:lnTo>
                    <a:pt x="6331004" y="288212"/>
                  </a:lnTo>
                  <a:lnTo>
                    <a:pt x="6401348" y="290130"/>
                  </a:lnTo>
                  <a:lnTo>
                    <a:pt x="6471693" y="292027"/>
                  </a:lnTo>
                  <a:lnTo>
                    <a:pt x="6542037" y="293904"/>
                  </a:lnTo>
                  <a:lnTo>
                    <a:pt x="6612382" y="295762"/>
                  </a:lnTo>
                  <a:lnTo>
                    <a:pt x="6682726" y="297601"/>
                  </a:lnTo>
                  <a:lnTo>
                    <a:pt x="6753071" y="299421"/>
                  </a:lnTo>
                  <a:lnTo>
                    <a:pt x="6823415" y="301221"/>
                  </a:lnTo>
                  <a:lnTo>
                    <a:pt x="6893760" y="303003"/>
                  </a:lnTo>
                  <a:lnTo>
                    <a:pt x="6964104" y="3047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300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037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42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24230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7925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3428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8930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433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9057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7299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2802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830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(1.03-1.26), p_Bonf = 0.087 (n = 6)  |  per IQR decline (Δ = 28.1 %): 1.43 (1.07-1.90)  |  IQR: [-30.1, -2.1]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2026-07-22T08:00:24Z</dcterms:modified>
  <cp:category/>
</cp:coreProperties>
</file>