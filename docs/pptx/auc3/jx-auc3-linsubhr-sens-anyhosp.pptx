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1.14 (1.03-1.26), p_Bonf = 0.087 (n = 6)  |  per IQR decline (Δ = 0.28): 1.43 (1.07-1.90)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2026-07-01T09:37:05Z</dcterms:modified>
  <cp:category/>
</cp:coreProperties>
</file>