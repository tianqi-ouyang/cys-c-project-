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83289"/>
            </a:xfrm>
            <a:custGeom>
              <a:avLst/>
              <a:pathLst>
                <a:path w="7090630" h="3483289">
                  <a:moveTo>
                    <a:pt x="2571041" y="0"/>
                  </a:moveTo>
                  <a:lnTo>
                    <a:pt x="2578410" y="53695"/>
                  </a:lnTo>
                  <a:lnTo>
                    <a:pt x="2650033" y="506626"/>
                  </a:lnTo>
                  <a:lnTo>
                    <a:pt x="2721655" y="899749"/>
                  </a:lnTo>
                  <a:lnTo>
                    <a:pt x="2793278" y="1240960"/>
                  </a:lnTo>
                  <a:lnTo>
                    <a:pt x="2864901" y="1537115"/>
                  </a:lnTo>
                  <a:lnTo>
                    <a:pt x="2936523" y="1794164"/>
                  </a:lnTo>
                  <a:lnTo>
                    <a:pt x="3008146" y="2017270"/>
                  </a:lnTo>
                  <a:lnTo>
                    <a:pt x="3079768" y="2210915"/>
                  </a:lnTo>
                  <a:lnTo>
                    <a:pt x="3151391" y="2378990"/>
                  </a:lnTo>
                  <a:lnTo>
                    <a:pt x="3223013" y="2524870"/>
                  </a:lnTo>
                  <a:lnTo>
                    <a:pt x="3294636" y="2651488"/>
                  </a:lnTo>
                  <a:lnTo>
                    <a:pt x="3366258" y="2671916"/>
                  </a:lnTo>
                  <a:lnTo>
                    <a:pt x="3437881" y="2689589"/>
                  </a:lnTo>
                  <a:lnTo>
                    <a:pt x="3509503" y="2706878"/>
                  </a:lnTo>
                  <a:lnTo>
                    <a:pt x="3581126" y="2723791"/>
                  </a:lnTo>
                  <a:lnTo>
                    <a:pt x="3652748" y="2740335"/>
                  </a:lnTo>
                  <a:lnTo>
                    <a:pt x="3724371" y="2756519"/>
                  </a:lnTo>
                  <a:lnTo>
                    <a:pt x="3795993" y="2772351"/>
                  </a:lnTo>
                  <a:lnTo>
                    <a:pt x="3867616" y="2787838"/>
                  </a:lnTo>
                  <a:lnTo>
                    <a:pt x="3939238" y="2802988"/>
                  </a:lnTo>
                  <a:lnTo>
                    <a:pt x="4010861" y="2817808"/>
                  </a:lnTo>
                  <a:lnTo>
                    <a:pt x="4082483" y="2832305"/>
                  </a:lnTo>
                  <a:lnTo>
                    <a:pt x="4154106" y="2846487"/>
                  </a:lnTo>
                  <a:lnTo>
                    <a:pt x="4225729" y="2860360"/>
                  </a:lnTo>
                  <a:lnTo>
                    <a:pt x="4297351" y="2873931"/>
                  </a:lnTo>
                  <a:lnTo>
                    <a:pt x="4368974" y="2887207"/>
                  </a:lnTo>
                  <a:lnTo>
                    <a:pt x="4440596" y="2900194"/>
                  </a:lnTo>
                  <a:lnTo>
                    <a:pt x="4512219" y="2912898"/>
                  </a:lnTo>
                  <a:lnTo>
                    <a:pt x="4583841" y="2925325"/>
                  </a:lnTo>
                  <a:lnTo>
                    <a:pt x="4655464" y="2937482"/>
                  </a:lnTo>
                  <a:lnTo>
                    <a:pt x="4727086" y="2949374"/>
                  </a:lnTo>
                  <a:lnTo>
                    <a:pt x="4798709" y="2961007"/>
                  </a:lnTo>
                  <a:lnTo>
                    <a:pt x="4870331" y="2972387"/>
                  </a:lnTo>
                  <a:lnTo>
                    <a:pt x="4941954" y="2983520"/>
                  </a:lnTo>
                  <a:lnTo>
                    <a:pt x="5013576" y="2994410"/>
                  </a:lnTo>
                  <a:lnTo>
                    <a:pt x="5085199" y="3005062"/>
                  </a:lnTo>
                  <a:lnTo>
                    <a:pt x="5156821" y="3015483"/>
                  </a:lnTo>
                  <a:lnTo>
                    <a:pt x="5228444" y="3025677"/>
                  </a:lnTo>
                  <a:lnTo>
                    <a:pt x="5300066" y="3035650"/>
                  </a:lnTo>
                  <a:lnTo>
                    <a:pt x="5371689" y="3045405"/>
                  </a:lnTo>
                  <a:lnTo>
                    <a:pt x="5443311" y="3054947"/>
                  </a:lnTo>
                  <a:lnTo>
                    <a:pt x="5514934" y="3064282"/>
                  </a:lnTo>
                  <a:lnTo>
                    <a:pt x="5586557" y="3073414"/>
                  </a:lnTo>
                  <a:lnTo>
                    <a:pt x="5658179" y="3082347"/>
                  </a:lnTo>
                  <a:lnTo>
                    <a:pt x="5729802" y="3091085"/>
                  </a:lnTo>
                  <a:lnTo>
                    <a:pt x="5801424" y="3099634"/>
                  </a:lnTo>
                  <a:lnTo>
                    <a:pt x="5873047" y="3107996"/>
                  </a:lnTo>
                  <a:lnTo>
                    <a:pt x="5944669" y="3116176"/>
                  </a:lnTo>
                  <a:lnTo>
                    <a:pt x="6016292" y="3124178"/>
                  </a:lnTo>
                  <a:lnTo>
                    <a:pt x="6087914" y="3132006"/>
                  </a:lnTo>
                  <a:lnTo>
                    <a:pt x="6159537" y="3139663"/>
                  </a:lnTo>
                  <a:lnTo>
                    <a:pt x="6231159" y="3147154"/>
                  </a:lnTo>
                  <a:lnTo>
                    <a:pt x="6302782" y="3154481"/>
                  </a:lnTo>
                  <a:lnTo>
                    <a:pt x="6374404" y="3161649"/>
                  </a:lnTo>
                  <a:lnTo>
                    <a:pt x="6446027" y="3168661"/>
                  </a:lnTo>
                  <a:lnTo>
                    <a:pt x="6517649" y="3175521"/>
                  </a:lnTo>
                  <a:lnTo>
                    <a:pt x="6589272" y="3182231"/>
                  </a:lnTo>
                  <a:lnTo>
                    <a:pt x="6660894" y="3188795"/>
                  </a:lnTo>
                  <a:lnTo>
                    <a:pt x="6732517" y="3195216"/>
                  </a:lnTo>
                  <a:lnTo>
                    <a:pt x="6804139" y="3201497"/>
                  </a:lnTo>
                  <a:lnTo>
                    <a:pt x="6875762" y="3207642"/>
                  </a:lnTo>
                  <a:lnTo>
                    <a:pt x="6947385" y="3213653"/>
                  </a:lnTo>
                  <a:lnTo>
                    <a:pt x="7019007" y="3219533"/>
                  </a:lnTo>
                  <a:lnTo>
                    <a:pt x="7090630" y="3225285"/>
                  </a:lnTo>
                  <a:lnTo>
                    <a:pt x="7090630" y="3483289"/>
                  </a:lnTo>
                  <a:lnTo>
                    <a:pt x="7019007" y="3483219"/>
                  </a:lnTo>
                  <a:lnTo>
                    <a:pt x="6947385" y="3483139"/>
                  </a:lnTo>
                  <a:lnTo>
                    <a:pt x="6875762" y="3483046"/>
                  </a:lnTo>
                  <a:lnTo>
                    <a:pt x="6804139" y="3482940"/>
                  </a:lnTo>
                  <a:lnTo>
                    <a:pt x="6732517" y="3482817"/>
                  </a:lnTo>
                  <a:lnTo>
                    <a:pt x="6660894" y="3482676"/>
                  </a:lnTo>
                  <a:lnTo>
                    <a:pt x="6589272" y="3482513"/>
                  </a:lnTo>
                  <a:lnTo>
                    <a:pt x="6517649" y="3482325"/>
                  </a:lnTo>
                  <a:lnTo>
                    <a:pt x="6446027" y="3482109"/>
                  </a:lnTo>
                  <a:lnTo>
                    <a:pt x="6374404" y="3481860"/>
                  </a:lnTo>
                  <a:lnTo>
                    <a:pt x="6302782" y="3481573"/>
                  </a:lnTo>
                  <a:lnTo>
                    <a:pt x="6231159" y="3481243"/>
                  </a:lnTo>
                  <a:lnTo>
                    <a:pt x="6159537" y="3480862"/>
                  </a:lnTo>
                  <a:lnTo>
                    <a:pt x="6087914" y="3480423"/>
                  </a:lnTo>
                  <a:lnTo>
                    <a:pt x="6016292" y="3479917"/>
                  </a:lnTo>
                  <a:lnTo>
                    <a:pt x="5944669" y="3479335"/>
                  </a:lnTo>
                  <a:lnTo>
                    <a:pt x="5873047" y="3478664"/>
                  </a:lnTo>
                  <a:lnTo>
                    <a:pt x="5801424" y="3477890"/>
                  </a:lnTo>
                  <a:lnTo>
                    <a:pt x="5729802" y="3476999"/>
                  </a:lnTo>
                  <a:lnTo>
                    <a:pt x="5658179" y="3475973"/>
                  </a:lnTo>
                  <a:lnTo>
                    <a:pt x="5586557" y="3474790"/>
                  </a:lnTo>
                  <a:lnTo>
                    <a:pt x="5514934" y="3473428"/>
                  </a:lnTo>
                  <a:lnTo>
                    <a:pt x="5443311" y="3471858"/>
                  </a:lnTo>
                  <a:lnTo>
                    <a:pt x="5371689" y="3470049"/>
                  </a:lnTo>
                  <a:lnTo>
                    <a:pt x="5300066" y="3467965"/>
                  </a:lnTo>
                  <a:lnTo>
                    <a:pt x="5228444" y="3465564"/>
                  </a:lnTo>
                  <a:lnTo>
                    <a:pt x="5156821" y="3462798"/>
                  </a:lnTo>
                  <a:lnTo>
                    <a:pt x="5085199" y="3459611"/>
                  </a:lnTo>
                  <a:lnTo>
                    <a:pt x="5013576" y="3455939"/>
                  </a:lnTo>
                  <a:lnTo>
                    <a:pt x="4941954" y="3451709"/>
                  </a:lnTo>
                  <a:lnTo>
                    <a:pt x="4870331" y="3446835"/>
                  </a:lnTo>
                  <a:lnTo>
                    <a:pt x="4798709" y="3441219"/>
                  </a:lnTo>
                  <a:lnTo>
                    <a:pt x="4727086" y="3434749"/>
                  </a:lnTo>
                  <a:lnTo>
                    <a:pt x="4655464" y="3427295"/>
                  </a:lnTo>
                  <a:lnTo>
                    <a:pt x="4583841" y="3418706"/>
                  </a:lnTo>
                  <a:lnTo>
                    <a:pt x="4512219" y="3408811"/>
                  </a:lnTo>
                  <a:lnTo>
                    <a:pt x="4440596" y="3397411"/>
                  </a:lnTo>
                  <a:lnTo>
                    <a:pt x="4368974" y="3384276"/>
                  </a:lnTo>
                  <a:lnTo>
                    <a:pt x="4297351" y="3369143"/>
                  </a:lnTo>
                  <a:lnTo>
                    <a:pt x="4225729" y="3351707"/>
                  </a:lnTo>
                  <a:lnTo>
                    <a:pt x="4154106" y="3331619"/>
                  </a:lnTo>
                  <a:lnTo>
                    <a:pt x="4082483" y="3308475"/>
                  </a:lnTo>
                  <a:lnTo>
                    <a:pt x="4010861" y="3281810"/>
                  </a:lnTo>
                  <a:lnTo>
                    <a:pt x="3939238" y="3251087"/>
                  </a:lnTo>
                  <a:lnTo>
                    <a:pt x="3867616" y="3215691"/>
                  </a:lnTo>
                  <a:lnTo>
                    <a:pt x="3795993" y="3174910"/>
                  </a:lnTo>
                  <a:lnTo>
                    <a:pt x="3724371" y="3127925"/>
                  </a:lnTo>
                  <a:lnTo>
                    <a:pt x="3652748" y="3073791"/>
                  </a:lnTo>
                  <a:lnTo>
                    <a:pt x="3581126" y="3011421"/>
                  </a:lnTo>
                  <a:lnTo>
                    <a:pt x="3509503" y="2939563"/>
                  </a:lnTo>
                  <a:lnTo>
                    <a:pt x="3437881" y="2856772"/>
                  </a:lnTo>
                  <a:lnTo>
                    <a:pt x="3366258" y="2761386"/>
                  </a:lnTo>
                  <a:lnTo>
                    <a:pt x="3294636" y="2653849"/>
                  </a:lnTo>
                  <a:lnTo>
                    <a:pt x="3223013" y="2635380"/>
                  </a:lnTo>
                  <a:lnTo>
                    <a:pt x="3151391" y="2616500"/>
                  </a:lnTo>
                  <a:lnTo>
                    <a:pt x="3079768" y="2597200"/>
                  </a:lnTo>
                  <a:lnTo>
                    <a:pt x="3008146" y="2577471"/>
                  </a:lnTo>
                  <a:lnTo>
                    <a:pt x="2936523" y="2557302"/>
                  </a:lnTo>
                  <a:lnTo>
                    <a:pt x="2864901" y="2536684"/>
                  </a:lnTo>
                  <a:lnTo>
                    <a:pt x="2793278" y="2515608"/>
                  </a:lnTo>
                  <a:lnTo>
                    <a:pt x="2721655" y="2494063"/>
                  </a:lnTo>
                  <a:lnTo>
                    <a:pt x="2650033" y="2472038"/>
                  </a:lnTo>
                  <a:lnTo>
                    <a:pt x="2578410" y="2449523"/>
                  </a:lnTo>
                  <a:lnTo>
                    <a:pt x="2506788" y="2426507"/>
                  </a:lnTo>
                  <a:lnTo>
                    <a:pt x="2435165" y="2402978"/>
                  </a:lnTo>
                  <a:lnTo>
                    <a:pt x="2363543" y="2378926"/>
                  </a:lnTo>
                  <a:lnTo>
                    <a:pt x="2291920" y="2354339"/>
                  </a:lnTo>
                  <a:lnTo>
                    <a:pt x="2220298" y="2329205"/>
                  </a:lnTo>
                  <a:lnTo>
                    <a:pt x="2148675" y="2303511"/>
                  </a:lnTo>
                  <a:lnTo>
                    <a:pt x="2077053" y="2277246"/>
                  </a:lnTo>
                  <a:lnTo>
                    <a:pt x="2005430" y="2250396"/>
                  </a:lnTo>
                  <a:lnTo>
                    <a:pt x="1933808" y="2222948"/>
                  </a:lnTo>
                  <a:lnTo>
                    <a:pt x="1862185" y="2194890"/>
                  </a:lnTo>
                  <a:lnTo>
                    <a:pt x="1790563" y="2166207"/>
                  </a:lnTo>
                  <a:lnTo>
                    <a:pt x="1718940" y="2136886"/>
                  </a:lnTo>
                  <a:lnTo>
                    <a:pt x="1647318" y="2106912"/>
                  </a:lnTo>
                  <a:lnTo>
                    <a:pt x="1575695" y="2076271"/>
                  </a:lnTo>
                  <a:lnTo>
                    <a:pt x="1504073" y="2044949"/>
                  </a:lnTo>
                  <a:lnTo>
                    <a:pt x="1432450" y="2012929"/>
                  </a:lnTo>
                  <a:lnTo>
                    <a:pt x="1360827" y="1980197"/>
                  </a:lnTo>
                  <a:lnTo>
                    <a:pt x="1289205" y="1946736"/>
                  </a:lnTo>
                  <a:lnTo>
                    <a:pt x="1217582" y="1912531"/>
                  </a:lnTo>
                  <a:lnTo>
                    <a:pt x="1145960" y="1877564"/>
                  </a:lnTo>
                  <a:lnTo>
                    <a:pt x="1074337" y="1841819"/>
                  </a:lnTo>
                  <a:lnTo>
                    <a:pt x="1002715" y="1805279"/>
                  </a:lnTo>
                  <a:lnTo>
                    <a:pt x="931092" y="1767926"/>
                  </a:lnTo>
                  <a:lnTo>
                    <a:pt x="859470" y="1729741"/>
                  </a:lnTo>
                  <a:lnTo>
                    <a:pt x="787847" y="1690707"/>
                  </a:lnTo>
                  <a:lnTo>
                    <a:pt x="716225" y="1650804"/>
                  </a:lnTo>
                  <a:lnTo>
                    <a:pt x="644602" y="1610012"/>
                  </a:lnTo>
                  <a:lnTo>
                    <a:pt x="572980" y="1568313"/>
                  </a:lnTo>
                  <a:lnTo>
                    <a:pt x="501357" y="1525686"/>
                  </a:lnTo>
                  <a:lnTo>
                    <a:pt x="429735" y="1482111"/>
                  </a:lnTo>
                  <a:lnTo>
                    <a:pt x="358112" y="1437566"/>
                  </a:lnTo>
                  <a:lnTo>
                    <a:pt x="286490" y="1392029"/>
                  </a:lnTo>
                  <a:lnTo>
                    <a:pt x="214867" y="1345479"/>
                  </a:lnTo>
                  <a:lnTo>
                    <a:pt x="143245" y="1297893"/>
                  </a:lnTo>
                  <a:lnTo>
                    <a:pt x="71622" y="1249248"/>
                  </a:lnTo>
                  <a:lnTo>
                    <a:pt x="0" y="1199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43090" y="2073503"/>
              <a:ext cx="4519588" cy="3225285"/>
            </a:xfrm>
            <a:custGeom>
              <a:avLst/>
              <a:pathLst>
                <a:path w="4519588" h="3225285">
                  <a:moveTo>
                    <a:pt x="0" y="0"/>
                  </a:moveTo>
                  <a:lnTo>
                    <a:pt x="7369" y="53695"/>
                  </a:lnTo>
                  <a:lnTo>
                    <a:pt x="78992" y="506626"/>
                  </a:lnTo>
                  <a:lnTo>
                    <a:pt x="150614" y="899749"/>
                  </a:lnTo>
                  <a:lnTo>
                    <a:pt x="222237" y="1240960"/>
                  </a:lnTo>
                  <a:lnTo>
                    <a:pt x="293859" y="1537115"/>
                  </a:lnTo>
                  <a:lnTo>
                    <a:pt x="365482" y="1794164"/>
                  </a:lnTo>
                  <a:lnTo>
                    <a:pt x="437104" y="2017270"/>
                  </a:lnTo>
                  <a:lnTo>
                    <a:pt x="508727" y="2210915"/>
                  </a:lnTo>
                  <a:lnTo>
                    <a:pt x="580349" y="2378990"/>
                  </a:lnTo>
                  <a:lnTo>
                    <a:pt x="651972" y="2524870"/>
                  </a:lnTo>
                  <a:lnTo>
                    <a:pt x="723594" y="2651488"/>
                  </a:lnTo>
                  <a:lnTo>
                    <a:pt x="795217" y="2671916"/>
                  </a:lnTo>
                  <a:lnTo>
                    <a:pt x="866840" y="2689589"/>
                  </a:lnTo>
                  <a:lnTo>
                    <a:pt x="938462" y="2706878"/>
                  </a:lnTo>
                  <a:lnTo>
                    <a:pt x="1010085" y="2723791"/>
                  </a:lnTo>
                  <a:lnTo>
                    <a:pt x="1081707" y="2740335"/>
                  </a:lnTo>
                  <a:lnTo>
                    <a:pt x="1153330" y="2756519"/>
                  </a:lnTo>
                  <a:lnTo>
                    <a:pt x="1224952" y="2772351"/>
                  </a:lnTo>
                  <a:lnTo>
                    <a:pt x="1296575" y="2787838"/>
                  </a:lnTo>
                  <a:lnTo>
                    <a:pt x="1368197" y="2802988"/>
                  </a:lnTo>
                  <a:lnTo>
                    <a:pt x="1439820" y="2817808"/>
                  </a:lnTo>
                  <a:lnTo>
                    <a:pt x="1511442" y="2832305"/>
                  </a:lnTo>
                  <a:lnTo>
                    <a:pt x="1583065" y="2846487"/>
                  </a:lnTo>
                  <a:lnTo>
                    <a:pt x="1654687" y="2860360"/>
                  </a:lnTo>
                  <a:lnTo>
                    <a:pt x="1726310" y="2873931"/>
                  </a:lnTo>
                  <a:lnTo>
                    <a:pt x="1797932" y="2887207"/>
                  </a:lnTo>
                  <a:lnTo>
                    <a:pt x="1869555" y="2900194"/>
                  </a:lnTo>
                  <a:lnTo>
                    <a:pt x="1941177" y="2912898"/>
                  </a:lnTo>
                  <a:lnTo>
                    <a:pt x="2012800" y="2925325"/>
                  </a:lnTo>
                  <a:lnTo>
                    <a:pt x="2084422" y="2937482"/>
                  </a:lnTo>
                  <a:lnTo>
                    <a:pt x="2156045" y="2949374"/>
                  </a:lnTo>
                  <a:lnTo>
                    <a:pt x="2227668" y="2961007"/>
                  </a:lnTo>
                  <a:lnTo>
                    <a:pt x="2299290" y="2972387"/>
                  </a:lnTo>
                  <a:lnTo>
                    <a:pt x="2370913" y="2983520"/>
                  </a:lnTo>
                  <a:lnTo>
                    <a:pt x="2442535" y="2994410"/>
                  </a:lnTo>
                  <a:lnTo>
                    <a:pt x="2514158" y="3005062"/>
                  </a:lnTo>
                  <a:lnTo>
                    <a:pt x="2585780" y="3015483"/>
                  </a:lnTo>
                  <a:lnTo>
                    <a:pt x="2657403" y="3025677"/>
                  </a:lnTo>
                  <a:lnTo>
                    <a:pt x="2729025" y="3035650"/>
                  </a:lnTo>
                  <a:lnTo>
                    <a:pt x="2800648" y="3045405"/>
                  </a:lnTo>
                  <a:lnTo>
                    <a:pt x="2872270" y="3054947"/>
                  </a:lnTo>
                  <a:lnTo>
                    <a:pt x="2943893" y="3064282"/>
                  </a:lnTo>
                  <a:lnTo>
                    <a:pt x="3015515" y="3073414"/>
                  </a:lnTo>
                  <a:lnTo>
                    <a:pt x="3087138" y="3082347"/>
                  </a:lnTo>
                  <a:lnTo>
                    <a:pt x="3158760" y="3091085"/>
                  </a:lnTo>
                  <a:lnTo>
                    <a:pt x="3230383" y="3099634"/>
                  </a:lnTo>
                  <a:lnTo>
                    <a:pt x="3302005" y="3107996"/>
                  </a:lnTo>
                  <a:lnTo>
                    <a:pt x="3373628" y="3116176"/>
                  </a:lnTo>
                  <a:lnTo>
                    <a:pt x="3445250" y="3124178"/>
                  </a:lnTo>
                  <a:lnTo>
                    <a:pt x="3516873" y="3132006"/>
                  </a:lnTo>
                  <a:lnTo>
                    <a:pt x="3588496" y="3139663"/>
                  </a:lnTo>
                  <a:lnTo>
                    <a:pt x="3660118" y="3147154"/>
                  </a:lnTo>
                  <a:lnTo>
                    <a:pt x="3731741" y="3154481"/>
                  </a:lnTo>
                  <a:lnTo>
                    <a:pt x="3803363" y="3161649"/>
                  </a:lnTo>
                  <a:lnTo>
                    <a:pt x="3874986" y="3168661"/>
                  </a:lnTo>
                  <a:lnTo>
                    <a:pt x="3946608" y="3175521"/>
                  </a:lnTo>
                  <a:lnTo>
                    <a:pt x="4018231" y="3182231"/>
                  </a:lnTo>
                  <a:lnTo>
                    <a:pt x="4089853" y="3188795"/>
                  </a:lnTo>
                  <a:lnTo>
                    <a:pt x="4161476" y="3195216"/>
                  </a:lnTo>
                  <a:lnTo>
                    <a:pt x="4233098" y="3201497"/>
                  </a:lnTo>
                  <a:lnTo>
                    <a:pt x="4304721" y="3207642"/>
                  </a:lnTo>
                  <a:lnTo>
                    <a:pt x="4376343" y="3213653"/>
                  </a:lnTo>
                  <a:lnTo>
                    <a:pt x="4447966" y="3219533"/>
                  </a:lnTo>
                  <a:lnTo>
                    <a:pt x="4519588" y="32252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273023"/>
              <a:ext cx="7090630" cy="2283768"/>
            </a:xfrm>
            <a:custGeom>
              <a:avLst/>
              <a:pathLst>
                <a:path w="7090630" h="2283768">
                  <a:moveTo>
                    <a:pt x="7090630" y="2283768"/>
                  </a:moveTo>
                  <a:lnTo>
                    <a:pt x="7019007" y="2283698"/>
                  </a:lnTo>
                  <a:lnTo>
                    <a:pt x="6947385" y="2283618"/>
                  </a:lnTo>
                  <a:lnTo>
                    <a:pt x="6875762" y="2283526"/>
                  </a:lnTo>
                  <a:lnTo>
                    <a:pt x="6804139" y="2283419"/>
                  </a:lnTo>
                  <a:lnTo>
                    <a:pt x="6732517" y="2283297"/>
                  </a:lnTo>
                  <a:lnTo>
                    <a:pt x="6660894" y="2283155"/>
                  </a:lnTo>
                  <a:lnTo>
                    <a:pt x="6589272" y="2282992"/>
                  </a:lnTo>
                  <a:lnTo>
                    <a:pt x="6517649" y="2282805"/>
                  </a:lnTo>
                  <a:lnTo>
                    <a:pt x="6446027" y="2282589"/>
                  </a:lnTo>
                  <a:lnTo>
                    <a:pt x="6374404" y="2282339"/>
                  </a:lnTo>
                  <a:lnTo>
                    <a:pt x="6302782" y="2282053"/>
                  </a:lnTo>
                  <a:lnTo>
                    <a:pt x="6231159" y="2281722"/>
                  </a:lnTo>
                  <a:lnTo>
                    <a:pt x="6159537" y="2281341"/>
                  </a:lnTo>
                  <a:lnTo>
                    <a:pt x="6087914" y="2280902"/>
                  </a:lnTo>
                  <a:lnTo>
                    <a:pt x="6016292" y="2280397"/>
                  </a:lnTo>
                  <a:lnTo>
                    <a:pt x="5944669" y="2279814"/>
                  </a:lnTo>
                  <a:lnTo>
                    <a:pt x="5873047" y="2279143"/>
                  </a:lnTo>
                  <a:lnTo>
                    <a:pt x="5801424" y="2278369"/>
                  </a:lnTo>
                  <a:lnTo>
                    <a:pt x="5729802" y="2277479"/>
                  </a:lnTo>
                  <a:lnTo>
                    <a:pt x="5658179" y="2276452"/>
                  </a:lnTo>
                  <a:lnTo>
                    <a:pt x="5586557" y="2275269"/>
                  </a:lnTo>
                  <a:lnTo>
                    <a:pt x="5514934" y="2273907"/>
                  </a:lnTo>
                  <a:lnTo>
                    <a:pt x="5443311" y="2272337"/>
                  </a:lnTo>
                  <a:lnTo>
                    <a:pt x="5371689" y="2270528"/>
                  </a:lnTo>
                  <a:lnTo>
                    <a:pt x="5300066" y="2268444"/>
                  </a:lnTo>
                  <a:lnTo>
                    <a:pt x="5228444" y="2266044"/>
                  </a:lnTo>
                  <a:lnTo>
                    <a:pt x="5156821" y="2263277"/>
                  </a:lnTo>
                  <a:lnTo>
                    <a:pt x="5085199" y="2260090"/>
                  </a:lnTo>
                  <a:lnTo>
                    <a:pt x="5013576" y="2256418"/>
                  </a:lnTo>
                  <a:lnTo>
                    <a:pt x="4941954" y="2252188"/>
                  </a:lnTo>
                  <a:lnTo>
                    <a:pt x="4870331" y="2247314"/>
                  </a:lnTo>
                  <a:lnTo>
                    <a:pt x="4798709" y="2241698"/>
                  </a:lnTo>
                  <a:lnTo>
                    <a:pt x="4727086" y="2235228"/>
                  </a:lnTo>
                  <a:lnTo>
                    <a:pt x="4655464" y="2227774"/>
                  </a:lnTo>
                  <a:lnTo>
                    <a:pt x="4583841" y="2219185"/>
                  </a:lnTo>
                  <a:lnTo>
                    <a:pt x="4512219" y="2209290"/>
                  </a:lnTo>
                  <a:lnTo>
                    <a:pt x="4440596" y="2197890"/>
                  </a:lnTo>
                  <a:lnTo>
                    <a:pt x="4368974" y="2184755"/>
                  </a:lnTo>
                  <a:lnTo>
                    <a:pt x="4297351" y="2169622"/>
                  </a:lnTo>
                  <a:lnTo>
                    <a:pt x="4225729" y="2152186"/>
                  </a:lnTo>
                  <a:lnTo>
                    <a:pt x="4154106" y="2132098"/>
                  </a:lnTo>
                  <a:lnTo>
                    <a:pt x="4082483" y="2108954"/>
                  </a:lnTo>
                  <a:lnTo>
                    <a:pt x="4010861" y="2082289"/>
                  </a:lnTo>
                  <a:lnTo>
                    <a:pt x="3939238" y="2051567"/>
                  </a:lnTo>
                  <a:lnTo>
                    <a:pt x="3867616" y="2016170"/>
                  </a:lnTo>
                  <a:lnTo>
                    <a:pt x="3795993" y="1975389"/>
                  </a:lnTo>
                  <a:lnTo>
                    <a:pt x="3724371" y="1928404"/>
                  </a:lnTo>
                  <a:lnTo>
                    <a:pt x="3652748" y="1874270"/>
                  </a:lnTo>
                  <a:lnTo>
                    <a:pt x="3581126" y="1811900"/>
                  </a:lnTo>
                  <a:lnTo>
                    <a:pt x="3509503" y="1740042"/>
                  </a:lnTo>
                  <a:lnTo>
                    <a:pt x="3437881" y="1657251"/>
                  </a:lnTo>
                  <a:lnTo>
                    <a:pt x="3366258" y="1561865"/>
                  </a:lnTo>
                  <a:lnTo>
                    <a:pt x="3294636" y="1454328"/>
                  </a:lnTo>
                  <a:lnTo>
                    <a:pt x="3223013" y="1435859"/>
                  </a:lnTo>
                  <a:lnTo>
                    <a:pt x="3151391" y="1416979"/>
                  </a:lnTo>
                  <a:lnTo>
                    <a:pt x="3079768" y="1397679"/>
                  </a:lnTo>
                  <a:lnTo>
                    <a:pt x="3008146" y="1377950"/>
                  </a:lnTo>
                  <a:lnTo>
                    <a:pt x="2936523" y="1357781"/>
                  </a:lnTo>
                  <a:lnTo>
                    <a:pt x="2864901" y="1337164"/>
                  </a:lnTo>
                  <a:lnTo>
                    <a:pt x="2793278" y="1316087"/>
                  </a:lnTo>
                  <a:lnTo>
                    <a:pt x="2721655" y="1294542"/>
                  </a:lnTo>
                  <a:lnTo>
                    <a:pt x="2650033" y="1272517"/>
                  </a:lnTo>
                  <a:lnTo>
                    <a:pt x="2578410" y="1250002"/>
                  </a:lnTo>
                  <a:lnTo>
                    <a:pt x="2506788" y="1226986"/>
                  </a:lnTo>
                  <a:lnTo>
                    <a:pt x="2435165" y="1203457"/>
                  </a:lnTo>
                  <a:lnTo>
                    <a:pt x="2363543" y="1179406"/>
                  </a:lnTo>
                  <a:lnTo>
                    <a:pt x="2291920" y="1154818"/>
                  </a:lnTo>
                  <a:lnTo>
                    <a:pt x="2220298" y="1129684"/>
                  </a:lnTo>
                  <a:lnTo>
                    <a:pt x="2148675" y="1103990"/>
                  </a:lnTo>
                  <a:lnTo>
                    <a:pt x="2077053" y="1077725"/>
                  </a:lnTo>
                  <a:lnTo>
                    <a:pt x="2005430" y="1050875"/>
                  </a:lnTo>
                  <a:lnTo>
                    <a:pt x="1933808" y="1023427"/>
                  </a:lnTo>
                  <a:lnTo>
                    <a:pt x="1862185" y="995369"/>
                  </a:lnTo>
                  <a:lnTo>
                    <a:pt x="1790563" y="966686"/>
                  </a:lnTo>
                  <a:lnTo>
                    <a:pt x="1718940" y="937365"/>
                  </a:lnTo>
                  <a:lnTo>
                    <a:pt x="1647318" y="907391"/>
                  </a:lnTo>
                  <a:lnTo>
                    <a:pt x="1575695" y="876750"/>
                  </a:lnTo>
                  <a:lnTo>
                    <a:pt x="1504073" y="845428"/>
                  </a:lnTo>
                  <a:lnTo>
                    <a:pt x="1432450" y="813408"/>
                  </a:lnTo>
                  <a:lnTo>
                    <a:pt x="1360827" y="780676"/>
                  </a:lnTo>
                  <a:lnTo>
                    <a:pt x="1289205" y="747215"/>
                  </a:lnTo>
                  <a:lnTo>
                    <a:pt x="1217582" y="713010"/>
                  </a:lnTo>
                  <a:lnTo>
                    <a:pt x="1145960" y="678043"/>
                  </a:lnTo>
                  <a:lnTo>
                    <a:pt x="1074337" y="642299"/>
                  </a:lnTo>
                  <a:lnTo>
                    <a:pt x="1002715" y="605758"/>
                  </a:lnTo>
                  <a:lnTo>
                    <a:pt x="931092" y="568405"/>
                  </a:lnTo>
                  <a:lnTo>
                    <a:pt x="859470" y="530220"/>
                  </a:lnTo>
                  <a:lnTo>
                    <a:pt x="787847" y="491186"/>
                  </a:lnTo>
                  <a:lnTo>
                    <a:pt x="716225" y="451283"/>
                  </a:lnTo>
                  <a:lnTo>
                    <a:pt x="644602" y="410492"/>
                  </a:lnTo>
                  <a:lnTo>
                    <a:pt x="572980" y="368793"/>
                  </a:lnTo>
                  <a:lnTo>
                    <a:pt x="501357" y="326166"/>
                  </a:lnTo>
                  <a:lnTo>
                    <a:pt x="429735" y="282590"/>
                  </a:lnTo>
                  <a:lnTo>
                    <a:pt x="358112" y="238045"/>
                  </a:lnTo>
                  <a:lnTo>
                    <a:pt x="286490" y="192508"/>
                  </a:lnTo>
                  <a:lnTo>
                    <a:pt x="214867" y="145958"/>
                  </a:lnTo>
                  <a:lnTo>
                    <a:pt x="143245" y="98372"/>
                  </a:lnTo>
                  <a:lnTo>
                    <a:pt x="71622" y="497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212810" y="2073503"/>
              <a:ext cx="5049869" cy="3472871"/>
            </a:xfrm>
            <a:custGeom>
              <a:avLst/>
              <a:pathLst>
                <a:path w="5049869" h="3472871">
                  <a:moveTo>
                    <a:pt x="0" y="0"/>
                  </a:moveTo>
                  <a:lnTo>
                    <a:pt x="36292" y="144265"/>
                  </a:lnTo>
                  <a:lnTo>
                    <a:pt x="107914" y="406606"/>
                  </a:lnTo>
                  <a:lnTo>
                    <a:pt x="179537" y="648337"/>
                  </a:lnTo>
                  <a:lnTo>
                    <a:pt x="251160" y="871079"/>
                  </a:lnTo>
                  <a:lnTo>
                    <a:pt x="322782" y="1076323"/>
                  </a:lnTo>
                  <a:lnTo>
                    <a:pt x="394405" y="1265444"/>
                  </a:lnTo>
                  <a:lnTo>
                    <a:pt x="466027" y="1439707"/>
                  </a:lnTo>
                  <a:lnTo>
                    <a:pt x="537650" y="1600281"/>
                  </a:lnTo>
                  <a:lnTo>
                    <a:pt x="609272" y="1748241"/>
                  </a:lnTo>
                  <a:lnTo>
                    <a:pt x="680895" y="1884578"/>
                  </a:lnTo>
                  <a:lnTo>
                    <a:pt x="752517" y="2010204"/>
                  </a:lnTo>
                  <a:lnTo>
                    <a:pt x="824140" y="2125961"/>
                  </a:lnTo>
                  <a:lnTo>
                    <a:pt x="895762" y="2232625"/>
                  </a:lnTo>
                  <a:lnTo>
                    <a:pt x="967385" y="2330910"/>
                  </a:lnTo>
                  <a:lnTo>
                    <a:pt x="1039007" y="2421473"/>
                  </a:lnTo>
                  <a:lnTo>
                    <a:pt x="1110630" y="2504923"/>
                  </a:lnTo>
                  <a:lnTo>
                    <a:pt x="1182252" y="2581816"/>
                  </a:lnTo>
                  <a:lnTo>
                    <a:pt x="1253875" y="2652669"/>
                  </a:lnTo>
                  <a:lnTo>
                    <a:pt x="1325497" y="2717957"/>
                  </a:lnTo>
                  <a:lnTo>
                    <a:pt x="1397120" y="2778115"/>
                  </a:lnTo>
                  <a:lnTo>
                    <a:pt x="1468742" y="2833547"/>
                  </a:lnTo>
                  <a:lnTo>
                    <a:pt x="1540365" y="2884625"/>
                  </a:lnTo>
                  <a:lnTo>
                    <a:pt x="1611988" y="2931690"/>
                  </a:lnTo>
                  <a:lnTo>
                    <a:pt x="1683610" y="2975058"/>
                  </a:lnTo>
                  <a:lnTo>
                    <a:pt x="1755233" y="3015020"/>
                  </a:lnTo>
                  <a:lnTo>
                    <a:pt x="1826855" y="3051841"/>
                  </a:lnTo>
                  <a:lnTo>
                    <a:pt x="1898478" y="3085771"/>
                  </a:lnTo>
                  <a:lnTo>
                    <a:pt x="1970100" y="3117035"/>
                  </a:lnTo>
                  <a:lnTo>
                    <a:pt x="2041723" y="3145842"/>
                  </a:lnTo>
                  <a:lnTo>
                    <a:pt x="2113345" y="3172387"/>
                  </a:lnTo>
                  <a:lnTo>
                    <a:pt x="2184968" y="3196847"/>
                  </a:lnTo>
                  <a:lnTo>
                    <a:pt x="2256590" y="3219385"/>
                  </a:lnTo>
                  <a:lnTo>
                    <a:pt x="2328213" y="3240152"/>
                  </a:lnTo>
                  <a:lnTo>
                    <a:pt x="2399835" y="3259288"/>
                  </a:lnTo>
                  <a:lnTo>
                    <a:pt x="2471458" y="3276921"/>
                  </a:lnTo>
                  <a:lnTo>
                    <a:pt x="2543080" y="3293169"/>
                  </a:lnTo>
                  <a:lnTo>
                    <a:pt x="2614703" y="3308140"/>
                  </a:lnTo>
                  <a:lnTo>
                    <a:pt x="2686325" y="3321935"/>
                  </a:lnTo>
                  <a:lnTo>
                    <a:pt x="2757948" y="3334647"/>
                  </a:lnTo>
                  <a:lnTo>
                    <a:pt x="2829570" y="3346359"/>
                  </a:lnTo>
                  <a:lnTo>
                    <a:pt x="2901193" y="3357152"/>
                  </a:lnTo>
                  <a:lnTo>
                    <a:pt x="2972815" y="3367097"/>
                  </a:lnTo>
                  <a:lnTo>
                    <a:pt x="3044438" y="3376261"/>
                  </a:lnTo>
                  <a:lnTo>
                    <a:pt x="3116061" y="3384705"/>
                  </a:lnTo>
                  <a:lnTo>
                    <a:pt x="3187683" y="3392485"/>
                  </a:lnTo>
                  <a:lnTo>
                    <a:pt x="3259306" y="3399654"/>
                  </a:lnTo>
                  <a:lnTo>
                    <a:pt x="3330928" y="3406260"/>
                  </a:lnTo>
                  <a:lnTo>
                    <a:pt x="3402551" y="3412347"/>
                  </a:lnTo>
                  <a:lnTo>
                    <a:pt x="3474173" y="3417956"/>
                  </a:lnTo>
                  <a:lnTo>
                    <a:pt x="3545796" y="3423125"/>
                  </a:lnTo>
                  <a:lnTo>
                    <a:pt x="3617418" y="3427887"/>
                  </a:lnTo>
                  <a:lnTo>
                    <a:pt x="3689041" y="3432275"/>
                  </a:lnTo>
                  <a:lnTo>
                    <a:pt x="3760663" y="3436318"/>
                  </a:lnTo>
                  <a:lnTo>
                    <a:pt x="3832286" y="3440044"/>
                  </a:lnTo>
                  <a:lnTo>
                    <a:pt x="3903908" y="3443477"/>
                  </a:lnTo>
                  <a:lnTo>
                    <a:pt x="3975531" y="3446641"/>
                  </a:lnTo>
                  <a:lnTo>
                    <a:pt x="4047153" y="3449556"/>
                  </a:lnTo>
                  <a:lnTo>
                    <a:pt x="4118776" y="3452242"/>
                  </a:lnTo>
                  <a:lnTo>
                    <a:pt x="4190398" y="3454717"/>
                  </a:lnTo>
                  <a:lnTo>
                    <a:pt x="4262021" y="3456997"/>
                  </a:lnTo>
                  <a:lnTo>
                    <a:pt x="4333643" y="3459098"/>
                  </a:lnTo>
                  <a:lnTo>
                    <a:pt x="4405266" y="3461035"/>
                  </a:lnTo>
                  <a:lnTo>
                    <a:pt x="4476889" y="3462819"/>
                  </a:lnTo>
                  <a:lnTo>
                    <a:pt x="4548511" y="3464463"/>
                  </a:lnTo>
                  <a:lnTo>
                    <a:pt x="4620134" y="3465978"/>
                  </a:lnTo>
                  <a:lnTo>
                    <a:pt x="4691756" y="3467374"/>
                  </a:lnTo>
                  <a:lnTo>
                    <a:pt x="4763379" y="3468660"/>
                  </a:lnTo>
                  <a:lnTo>
                    <a:pt x="4835001" y="3469845"/>
                  </a:lnTo>
                  <a:lnTo>
                    <a:pt x="4906624" y="3470937"/>
                  </a:lnTo>
                  <a:lnTo>
                    <a:pt x="4978246" y="3471943"/>
                  </a:lnTo>
                  <a:lnTo>
                    <a:pt x="5049869" y="34728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5122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2.56 (1.29-5.08), p = 0.007  |  per IQR decline (Δ = 29.5 %): 16.00 (2.11-121.46)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96330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2026-07-22T14:13:30Z</dcterms:modified>
  <cp:category/>
</cp:coreProperties>
</file>