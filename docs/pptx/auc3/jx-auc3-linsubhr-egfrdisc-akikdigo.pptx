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7665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045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2425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806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97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6355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3735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1115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84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073503"/>
              <a:ext cx="7090630" cy="3082494"/>
            </a:xfrm>
            <a:custGeom>
              <a:avLst/>
              <a:pathLst>
                <a:path w="7090630" h="3082494">
                  <a:moveTo>
                    <a:pt x="317774" y="0"/>
                  </a:moveTo>
                  <a:lnTo>
                    <a:pt x="358112" y="44775"/>
                  </a:lnTo>
                  <a:lnTo>
                    <a:pt x="429735" y="122480"/>
                  </a:lnTo>
                  <a:lnTo>
                    <a:pt x="501357" y="198429"/>
                  </a:lnTo>
                  <a:lnTo>
                    <a:pt x="572980" y="272662"/>
                  </a:lnTo>
                  <a:lnTo>
                    <a:pt x="644602" y="345218"/>
                  </a:lnTo>
                  <a:lnTo>
                    <a:pt x="716225" y="416135"/>
                  </a:lnTo>
                  <a:lnTo>
                    <a:pt x="787847" y="485449"/>
                  </a:lnTo>
                  <a:lnTo>
                    <a:pt x="859470" y="553197"/>
                  </a:lnTo>
                  <a:lnTo>
                    <a:pt x="931092" y="619414"/>
                  </a:lnTo>
                  <a:lnTo>
                    <a:pt x="1002715" y="684135"/>
                  </a:lnTo>
                  <a:lnTo>
                    <a:pt x="1074337" y="747394"/>
                  </a:lnTo>
                  <a:lnTo>
                    <a:pt x="1145960" y="809223"/>
                  </a:lnTo>
                  <a:lnTo>
                    <a:pt x="1217582" y="869655"/>
                  </a:lnTo>
                  <a:lnTo>
                    <a:pt x="1289205" y="928721"/>
                  </a:lnTo>
                  <a:lnTo>
                    <a:pt x="1360827" y="986453"/>
                  </a:lnTo>
                  <a:lnTo>
                    <a:pt x="1432450" y="1042881"/>
                  </a:lnTo>
                  <a:lnTo>
                    <a:pt x="1504073" y="1098033"/>
                  </a:lnTo>
                  <a:lnTo>
                    <a:pt x="1575695" y="1151940"/>
                  </a:lnTo>
                  <a:lnTo>
                    <a:pt x="1647318" y="1204628"/>
                  </a:lnTo>
                  <a:lnTo>
                    <a:pt x="1718940" y="1256126"/>
                  </a:lnTo>
                  <a:lnTo>
                    <a:pt x="1790563" y="1306460"/>
                  </a:lnTo>
                  <a:lnTo>
                    <a:pt x="1862185" y="1355657"/>
                  </a:lnTo>
                  <a:lnTo>
                    <a:pt x="1933808" y="1403742"/>
                  </a:lnTo>
                  <a:lnTo>
                    <a:pt x="2005430" y="1450741"/>
                  </a:lnTo>
                  <a:lnTo>
                    <a:pt x="2077053" y="1496677"/>
                  </a:lnTo>
                  <a:lnTo>
                    <a:pt x="2148675" y="1541576"/>
                  </a:lnTo>
                  <a:lnTo>
                    <a:pt x="2220298" y="1585460"/>
                  </a:lnTo>
                  <a:lnTo>
                    <a:pt x="2291920" y="1628353"/>
                  </a:lnTo>
                  <a:lnTo>
                    <a:pt x="2363543" y="1670276"/>
                  </a:lnTo>
                  <a:lnTo>
                    <a:pt x="2435165" y="1711253"/>
                  </a:lnTo>
                  <a:lnTo>
                    <a:pt x="2506788" y="1751303"/>
                  </a:lnTo>
                  <a:lnTo>
                    <a:pt x="2578410" y="1790448"/>
                  </a:lnTo>
                  <a:lnTo>
                    <a:pt x="2650033" y="1828709"/>
                  </a:lnTo>
                  <a:lnTo>
                    <a:pt x="2721655" y="1866106"/>
                  </a:lnTo>
                  <a:lnTo>
                    <a:pt x="2793278" y="1902657"/>
                  </a:lnTo>
                  <a:lnTo>
                    <a:pt x="2864901" y="1938382"/>
                  </a:lnTo>
                  <a:lnTo>
                    <a:pt x="2936523" y="1973301"/>
                  </a:lnTo>
                  <a:lnTo>
                    <a:pt x="3008146" y="2007430"/>
                  </a:lnTo>
                  <a:lnTo>
                    <a:pt x="3079768" y="2040788"/>
                  </a:lnTo>
                  <a:lnTo>
                    <a:pt x="3151391" y="2073392"/>
                  </a:lnTo>
                  <a:lnTo>
                    <a:pt x="3223013" y="2105260"/>
                  </a:lnTo>
                  <a:lnTo>
                    <a:pt x="3294636" y="2136407"/>
                  </a:lnTo>
                  <a:lnTo>
                    <a:pt x="3366258" y="2166851"/>
                  </a:lnTo>
                  <a:lnTo>
                    <a:pt x="3437881" y="2196607"/>
                  </a:lnTo>
                  <a:lnTo>
                    <a:pt x="3509503" y="2225690"/>
                  </a:lnTo>
                  <a:lnTo>
                    <a:pt x="3581126" y="2254117"/>
                  </a:lnTo>
                  <a:lnTo>
                    <a:pt x="3652748" y="2281901"/>
                  </a:lnTo>
                  <a:lnTo>
                    <a:pt x="3724371" y="2309057"/>
                  </a:lnTo>
                  <a:lnTo>
                    <a:pt x="3795993" y="2335600"/>
                  </a:lnTo>
                  <a:lnTo>
                    <a:pt x="3867616" y="2361543"/>
                  </a:lnTo>
                  <a:lnTo>
                    <a:pt x="3939238" y="2386899"/>
                  </a:lnTo>
                  <a:lnTo>
                    <a:pt x="4010861" y="2411683"/>
                  </a:lnTo>
                  <a:lnTo>
                    <a:pt x="4082483" y="2435907"/>
                  </a:lnTo>
                  <a:lnTo>
                    <a:pt x="4154106" y="2459583"/>
                  </a:lnTo>
                  <a:lnTo>
                    <a:pt x="4225729" y="2482725"/>
                  </a:lnTo>
                  <a:lnTo>
                    <a:pt x="4297351" y="2505343"/>
                  </a:lnTo>
                  <a:lnTo>
                    <a:pt x="4368974" y="2527451"/>
                  </a:lnTo>
                  <a:lnTo>
                    <a:pt x="4440596" y="2549059"/>
                  </a:lnTo>
                  <a:lnTo>
                    <a:pt x="4512219" y="2570179"/>
                  </a:lnTo>
                  <a:lnTo>
                    <a:pt x="4583841" y="2590821"/>
                  </a:lnTo>
                  <a:lnTo>
                    <a:pt x="4655464" y="2610997"/>
                  </a:lnTo>
                  <a:lnTo>
                    <a:pt x="4727086" y="2630717"/>
                  </a:lnTo>
                  <a:lnTo>
                    <a:pt x="4798709" y="2649992"/>
                  </a:lnTo>
                  <a:lnTo>
                    <a:pt x="4870331" y="2652272"/>
                  </a:lnTo>
                  <a:lnTo>
                    <a:pt x="4941954" y="2649668"/>
                  </a:lnTo>
                  <a:lnTo>
                    <a:pt x="5013576" y="2647056"/>
                  </a:lnTo>
                  <a:lnTo>
                    <a:pt x="5085199" y="2644435"/>
                  </a:lnTo>
                  <a:lnTo>
                    <a:pt x="5156821" y="2641807"/>
                  </a:lnTo>
                  <a:lnTo>
                    <a:pt x="5228444" y="2639170"/>
                  </a:lnTo>
                  <a:lnTo>
                    <a:pt x="5300066" y="2636525"/>
                  </a:lnTo>
                  <a:lnTo>
                    <a:pt x="5371689" y="2633871"/>
                  </a:lnTo>
                  <a:lnTo>
                    <a:pt x="5443311" y="2631209"/>
                  </a:lnTo>
                  <a:lnTo>
                    <a:pt x="5514934" y="2628539"/>
                  </a:lnTo>
                  <a:lnTo>
                    <a:pt x="5586557" y="2625861"/>
                  </a:lnTo>
                  <a:lnTo>
                    <a:pt x="5658179" y="2623174"/>
                  </a:lnTo>
                  <a:lnTo>
                    <a:pt x="5729802" y="2620479"/>
                  </a:lnTo>
                  <a:lnTo>
                    <a:pt x="5801424" y="2617775"/>
                  </a:lnTo>
                  <a:lnTo>
                    <a:pt x="5873047" y="2615063"/>
                  </a:lnTo>
                  <a:lnTo>
                    <a:pt x="5944669" y="2612342"/>
                  </a:lnTo>
                  <a:lnTo>
                    <a:pt x="6016292" y="2609613"/>
                  </a:lnTo>
                  <a:lnTo>
                    <a:pt x="6087914" y="2606875"/>
                  </a:lnTo>
                  <a:lnTo>
                    <a:pt x="6159537" y="2604129"/>
                  </a:lnTo>
                  <a:lnTo>
                    <a:pt x="6231159" y="2601374"/>
                  </a:lnTo>
                  <a:lnTo>
                    <a:pt x="6302782" y="2598610"/>
                  </a:lnTo>
                  <a:lnTo>
                    <a:pt x="6374404" y="2595838"/>
                  </a:lnTo>
                  <a:lnTo>
                    <a:pt x="6446027" y="2593057"/>
                  </a:lnTo>
                  <a:lnTo>
                    <a:pt x="6517649" y="2590268"/>
                  </a:lnTo>
                  <a:lnTo>
                    <a:pt x="6589272" y="2587470"/>
                  </a:lnTo>
                  <a:lnTo>
                    <a:pt x="6660894" y="2584662"/>
                  </a:lnTo>
                  <a:lnTo>
                    <a:pt x="6732517" y="2581847"/>
                  </a:lnTo>
                  <a:lnTo>
                    <a:pt x="6804139" y="2579022"/>
                  </a:lnTo>
                  <a:lnTo>
                    <a:pt x="6875762" y="2576188"/>
                  </a:lnTo>
                  <a:lnTo>
                    <a:pt x="6947385" y="2573346"/>
                  </a:lnTo>
                  <a:lnTo>
                    <a:pt x="7019007" y="2570495"/>
                  </a:lnTo>
                  <a:lnTo>
                    <a:pt x="7090630" y="2567634"/>
                  </a:lnTo>
                  <a:lnTo>
                    <a:pt x="7090630" y="3082494"/>
                  </a:lnTo>
                  <a:lnTo>
                    <a:pt x="7019007" y="3073218"/>
                  </a:lnTo>
                  <a:lnTo>
                    <a:pt x="6947385" y="3063728"/>
                  </a:lnTo>
                  <a:lnTo>
                    <a:pt x="6875762" y="3054018"/>
                  </a:lnTo>
                  <a:lnTo>
                    <a:pt x="6804139" y="3044083"/>
                  </a:lnTo>
                  <a:lnTo>
                    <a:pt x="6732517" y="3033919"/>
                  </a:lnTo>
                  <a:lnTo>
                    <a:pt x="6660894" y="3023520"/>
                  </a:lnTo>
                  <a:lnTo>
                    <a:pt x="6589272" y="3012881"/>
                  </a:lnTo>
                  <a:lnTo>
                    <a:pt x="6517649" y="3001995"/>
                  </a:lnTo>
                  <a:lnTo>
                    <a:pt x="6446027" y="2990858"/>
                  </a:lnTo>
                  <a:lnTo>
                    <a:pt x="6374404" y="2979464"/>
                  </a:lnTo>
                  <a:lnTo>
                    <a:pt x="6302782" y="2967806"/>
                  </a:lnTo>
                  <a:lnTo>
                    <a:pt x="6231159" y="2955879"/>
                  </a:lnTo>
                  <a:lnTo>
                    <a:pt x="6159537" y="2943675"/>
                  </a:lnTo>
                  <a:lnTo>
                    <a:pt x="6087914" y="2931190"/>
                  </a:lnTo>
                  <a:lnTo>
                    <a:pt x="6016292" y="2918416"/>
                  </a:lnTo>
                  <a:lnTo>
                    <a:pt x="5944669" y="2905347"/>
                  </a:lnTo>
                  <a:lnTo>
                    <a:pt x="5873047" y="2891976"/>
                  </a:lnTo>
                  <a:lnTo>
                    <a:pt x="5801424" y="2878295"/>
                  </a:lnTo>
                  <a:lnTo>
                    <a:pt x="5729802" y="2864299"/>
                  </a:lnTo>
                  <a:lnTo>
                    <a:pt x="5658179" y="2849978"/>
                  </a:lnTo>
                  <a:lnTo>
                    <a:pt x="5586557" y="2835327"/>
                  </a:lnTo>
                  <a:lnTo>
                    <a:pt x="5514934" y="2820337"/>
                  </a:lnTo>
                  <a:lnTo>
                    <a:pt x="5443311" y="2805000"/>
                  </a:lnTo>
                  <a:lnTo>
                    <a:pt x="5371689" y="2789309"/>
                  </a:lnTo>
                  <a:lnTo>
                    <a:pt x="5300066" y="2773255"/>
                  </a:lnTo>
                  <a:lnTo>
                    <a:pt x="5228444" y="2756830"/>
                  </a:lnTo>
                  <a:lnTo>
                    <a:pt x="5156821" y="2740026"/>
                  </a:lnTo>
                  <a:lnTo>
                    <a:pt x="5085199" y="2722832"/>
                  </a:lnTo>
                  <a:lnTo>
                    <a:pt x="5013576" y="2705242"/>
                  </a:lnTo>
                  <a:lnTo>
                    <a:pt x="4941954" y="2687244"/>
                  </a:lnTo>
                  <a:lnTo>
                    <a:pt x="4870331" y="2668831"/>
                  </a:lnTo>
                  <a:lnTo>
                    <a:pt x="4798709" y="2654868"/>
                  </a:lnTo>
                  <a:lnTo>
                    <a:pt x="4727086" y="2657456"/>
                  </a:lnTo>
                  <a:lnTo>
                    <a:pt x="4655464" y="2660036"/>
                  </a:lnTo>
                  <a:lnTo>
                    <a:pt x="4583841" y="2662608"/>
                  </a:lnTo>
                  <a:lnTo>
                    <a:pt x="4512219" y="2665171"/>
                  </a:lnTo>
                  <a:lnTo>
                    <a:pt x="4440596" y="2667727"/>
                  </a:lnTo>
                  <a:lnTo>
                    <a:pt x="4368974" y="2670275"/>
                  </a:lnTo>
                  <a:lnTo>
                    <a:pt x="4297351" y="2672815"/>
                  </a:lnTo>
                  <a:lnTo>
                    <a:pt x="4225729" y="2675347"/>
                  </a:lnTo>
                  <a:lnTo>
                    <a:pt x="4154106" y="2677871"/>
                  </a:lnTo>
                  <a:lnTo>
                    <a:pt x="4082483" y="2680387"/>
                  </a:lnTo>
                  <a:lnTo>
                    <a:pt x="4010861" y="2682895"/>
                  </a:lnTo>
                  <a:lnTo>
                    <a:pt x="3939238" y="2685395"/>
                  </a:lnTo>
                  <a:lnTo>
                    <a:pt x="3867616" y="2687888"/>
                  </a:lnTo>
                  <a:lnTo>
                    <a:pt x="3795993" y="2690373"/>
                  </a:lnTo>
                  <a:lnTo>
                    <a:pt x="3724371" y="2692850"/>
                  </a:lnTo>
                  <a:lnTo>
                    <a:pt x="3652748" y="2695319"/>
                  </a:lnTo>
                  <a:lnTo>
                    <a:pt x="3581126" y="2697781"/>
                  </a:lnTo>
                  <a:lnTo>
                    <a:pt x="3509503" y="2700234"/>
                  </a:lnTo>
                  <a:lnTo>
                    <a:pt x="3437881" y="2702681"/>
                  </a:lnTo>
                  <a:lnTo>
                    <a:pt x="3366258" y="2705119"/>
                  </a:lnTo>
                  <a:lnTo>
                    <a:pt x="3294636" y="2707550"/>
                  </a:lnTo>
                  <a:lnTo>
                    <a:pt x="3223013" y="2709974"/>
                  </a:lnTo>
                  <a:lnTo>
                    <a:pt x="3151391" y="2712390"/>
                  </a:lnTo>
                  <a:lnTo>
                    <a:pt x="3079768" y="2714798"/>
                  </a:lnTo>
                  <a:lnTo>
                    <a:pt x="3008146" y="2717199"/>
                  </a:lnTo>
                  <a:lnTo>
                    <a:pt x="2936523" y="2719592"/>
                  </a:lnTo>
                  <a:lnTo>
                    <a:pt x="2864901" y="2721978"/>
                  </a:lnTo>
                  <a:lnTo>
                    <a:pt x="2793278" y="2724356"/>
                  </a:lnTo>
                  <a:lnTo>
                    <a:pt x="2721655" y="2726727"/>
                  </a:lnTo>
                  <a:lnTo>
                    <a:pt x="2650033" y="2729091"/>
                  </a:lnTo>
                  <a:lnTo>
                    <a:pt x="2578410" y="2731447"/>
                  </a:lnTo>
                  <a:lnTo>
                    <a:pt x="2506788" y="2733796"/>
                  </a:lnTo>
                  <a:lnTo>
                    <a:pt x="2435165" y="2736137"/>
                  </a:lnTo>
                  <a:lnTo>
                    <a:pt x="2363543" y="2738471"/>
                  </a:lnTo>
                  <a:lnTo>
                    <a:pt x="2291920" y="2740798"/>
                  </a:lnTo>
                  <a:lnTo>
                    <a:pt x="2220298" y="2743118"/>
                  </a:lnTo>
                  <a:lnTo>
                    <a:pt x="2148675" y="2745430"/>
                  </a:lnTo>
                  <a:lnTo>
                    <a:pt x="2077053" y="2747735"/>
                  </a:lnTo>
                  <a:lnTo>
                    <a:pt x="2005430" y="2750033"/>
                  </a:lnTo>
                  <a:lnTo>
                    <a:pt x="1933808" y="2752324"/>
                  </a:lnTo>
                  <a:lnTo>
                    <a:pt x="1862185" y="2754608"/>
                  </a:lnTo>
                  <a:lnTo>
                    <a:pt x="1790563" y="2756884"/>
                  </a:lnTo>
                  <a:lnTo>
                    <a:pt x="1718940" y="2759153"/>
                  </a:lnTo>
                  <a:lnTo>
                    <a:pt x="1647318" y="2761416"/>
                  </a:lnTo>
                  <a:lnTo>
                    <a:pt x="1575695" y="2763671"/>
                  </a:lnTo>
                  <a:lnTo>
                    <a:pt x="1504073" y="2765919"/>
                  </a:lnTo>
                  <a:lnTo>
                    <a:pt x="1432450" y="2768160"/>
                  </a:lnTo>
                  <a:lnTo>
                    <a:pt x="1360827" y="2770395"/>
                  </a:lnTo>
                  <a:lnTo>
                    <a:pt x="1289205" y="2772622"/>
                  </a:lnTo>
                  <a:lnTo>
                    <a:pt x="1217582" y="2774842"/>
                  </a:lnTo>
                  <a:lnTo>
                    <a:pt x="1145960" y="2777055"/>
                  </a:lnTo>
                  <a:lnTo>
                    <a:pt x="1074337" y="2779262"/>
                  </a:lnTo>
                  <a:lnTo>
                    <a:pt x="1002715" y="2781461"/>
                  </a:lnTo>
                  <a:lnTo>
                    <a:pt x="931092" y="2783654"/>
                  </a:lnTo>
                  <a:lnTo>
                    <a:pt x="859470" y="2785840"/>
                  </a:lnTo>
                  <a:lnTo>
                    <a:pt x="787847" y="2788019"/>
                  </a:lnTo>
                  <a:lnTo>
                    <a:pt x="716225" y="2790191"/>
                  </a:lnTo>
                  <a:lnTo>
                    <a:pt x="644602" y="2792356"/>
                  </a:lnTo>
                  <a:lnTo>
                    <a:pt x="572980" y="2794515"/>
                  </a:lnTo>
                  <a:lnTo>
                    <a:pt x="501357" y="2796667"/>
                  </a:lnTo>
                  <a:lnTo>
                    <a:pt x="429735" y="2798812"/>
                  </a:lnTo>
                  <a:lnTo>
                    <a:pt x="358112" y="2800950"/>
                  </a:lnTo>
                  <a:lnTo>
                    <a:pt x="286490" y="2803082"/>
                  </a:lnTo>
                  <a:lnTo>
                    <a:pt x="214867" y="2805207"/>
                  </a:lnTo>
                  <a:lnTo>
                    <a:pt x="143245" y="2807326"/>
                  </a:lnTo>
                  <a:lnTo>
                    <a:pt x="71622" y="2809438"/>
                  </a:lnTo>
                  <a:lnTo>
                    <a:pt x="0" y="281154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489824" y="2073503"/>
              <a:ext cx="6772855" cy="2652272"/>
            </a:xfrm>
            <a:custGeom>
              <a:avLst/>
              <a:pathLst>
                <a:path w="6772855" h="2652272">
                  <a:moveTo>
                    <a:pt x="0" y="0"/>
                  </a:moveTo>
                  <a:lnTo>
                    <a:pt x="40337" y="44775"/>
                  </a:lnTo>
                  <a:lnTo>
                    <a:pt x="111960" y="122480"/>
                  </a:lnTo>
                  <a:lnTo>
                    <a:pt x="183582" y="198429"/>
                  </a:lnTo>
                  <a:lnTo>
                    <a:pt x="255205" y="272662"/>
                  </a:lnTo>
                  <a:lnTo>
                    <a:pt x="326827" y="345218"/>
                  </a:lnTo>
                  <a:lnTo>
                    <a:pt x="398450" y="416135"/>
                  </a:lnTo>
                  <a:lnTo>
                    <a:pt x="470072" y="485449"/>
                  </a:lnTo>
                  <a:lnTo>
                    <a:pt x="541695" y="553197"/>
                  </a:lnTo>
                  <a:lnTo>
                    <a:pt x="613317" y="619414"/>
                  </a:lnTo>
                  <a:lnTo>
                    <a:pt x="684940" y="684135"/>
                  </a:lnTo>
                  <a:lnTo>
                    <a:pt x="756562" y="747394"/>
                  </a:lnTo>
                  <a:lnTo>
                    <a:pt x="828185" y="809223"/>
                  </a:lnTo>
                  <a:lnTo>
                    <a:pt x="899807" y="869655"/>
                  </a:lnTo>
                  <a:lnTo>
                    <a:pt x="971430" y="928721"/>
                  </a:lnTo>
                  <a:lnTo>
                    <a:pt x="1043053" y="986453"/>
                  </a:lnTo>
                  <a:lnTo>
                    <a:pt x="1114675" y="1042881"/>
                  </a:lnTo>
                  <a:lnTo>
                    <a:pt x="1186298" y="1098033"/>
                  </a:lnTo>
                  <a:lnTo>
                    <a:pt x="1257920" y="1151940"/>
                  </a:lnTo>
                  <a:lnTo>
                    <a:pt x="1329543" y="1204628"/>
                  </a:lnTo>
                  <a:lnTo>
                    <a:pt x="1401165" y="1256126"/>
                  </a:lnTo>
                  <a:lnTo>
                    <a:pt x="1472788" y="1306460"/>
                  </a:lnTo>
                  <a:lnTo>
                    <a:pt x="1544410" y="1355657"/>
                  </a:lnTo>
                  <a:lnTo>
                    <a:pt x="1616033" y="1403742"/>
                  </a:lnTo>
                  <a:lnTo>
                    <a:pt x="1687655" y="1450741"/>
                  </a:lnTo>
                  <a:lnTo>
                    <a:pt x="1759278" y="1496677"/>
                  </a:lnTo>
                  <a:lnTo>
                    <a:pt x="1830900" y="1541576"/>
                  </a:lnTo>
                  <a:lnTo>
                    <a:pt x="1902523" y="1585460"/>
                  </a:lnTo>
                  <a:lnTo>
                    <a:pt x="1974145" y="1628353"/>
                  </a:lnTo>
                  <a:lnTo>
                    <a:pt x="2045768" y="1670276"/>
                  </a:lnTo>
                  <a:lnTo>
                    <a:pt x="2117390" y="1711253"/>
                  </a:lnTo>
                  <a:lnTo>
                    <a:pt x="2189013" y="1751303"/>
                  </a:lnTo>
                  <a:lnTo>
                    <a:pt x="2260635" y="1790448"/>
                  </a:lnTo>
                  <a:lnTo>
                    <a:pt x="2332258" y="1828709"/>
                  </a:lnTo>
                  <a:lnTo>
                    <a:pt x="2403881" y="1866106"/>
                  </a:lnTo>
                  <a:lnTo>
                    <a:pt x="2475503" y="1902657"/>
                  </a:lnTo>
                  <a:lnTo>
                    <a:pt x="2547126" y="1938382"/>
                  </a:lnTo>
                  <a:lnTo>
                    <a:pt x="2618748" y="1973301"/>
                  </a:lnTo>
                  <a:lnTo>
                    <a:pt x="2690371" y="2007430"/>
                  </a:lnTo>
                  <a:lnTo>
                    <a:pt x="2761993" y="2040788"/>
                  </a:lnTo>
                  <a:lnTo>
                    <a:pt x="2833616" y="2073392"/>
                  </a:lnTo>
                  <a:lnTo>
                    <a:pt x="2905238" y="2105260"/>
                  </a:lnTo>
                  <a:lnTo>
                    <a:pt x="2976861" y="2136407"/>
                  </a:lnTo>
                  <a:lnTo>
                    <a:pt x="3048483" y="2166851"/>
                  </a:lnTo>
                  <a:lnTo>
                    <a:pt x="3120106" y="2196607"/>
                  </a:lnTo>
                  <a:lnTo>
                    <a:pt x="3191728" y="2225690"/>
                  </a:lnTo>
                  <a:lnTo>
                    <a:pt x="3263351" y="2254117"/>
                  </a:lnTo>
                  <a:lnTo>
                    <a:pt x="3334973" y="2281901"/>
                  </a:lnTo>
                  <a:lnTo>
                    <a:pt x="3406596" y="2309057"/>
                  </a:lnTo>
                  <a:lnTo>
                    <a:pt x="3478218" y="2335600"/>
                  </a:lnTo>
                  <a:lnTo>
                    <a:pt x="3549841" y="2361543"/>
                  </a:lnTo>
                  <a:lnTo>
                    <a:pt x="3621463" y="2386899"/>
                  </a:lnTo>
                  <a:lnTo>
                    <a:pt x="3693086" y="2411683"/>
                  </a:lnTo>
                  <a:lnTo>
                    <a:pt x="3764709" y="2435907"/>
                  </a:lnTo>
                  <a:lnTo>
                    <a:pt x="3836331" y="2459583"/>
                  </a:lnTo>
                  <a:lnTo>
                    <a:pt x="3907954" y="2482725"/>
                  </a:lnTo>
                  <a:lnTo>
                    <a:pt x="3979576" y="2505343"/>
                  </a:lnTo>
                  <a:lnTo>
                    <a:pt x="4051199" y="2527451"/>
                  </a:lnTo>
                  <a:lnTo>
                    <a:pt x="4122821" y="2549059"/>
                  </a:lnTo>
                  <a:lnTo>
                    <a:pt x="4194444" y="2570179"/>
                  </a:lnTo>
                  <a:lnTo>
                    <a:pt x="4266066" y="2590821"/>
                  </a:lnTo>
                  <a:lnTo>
                    <a:pt x="4337689" y="2610997"/>
                  </a:lnTo>
                  <a:lnTo>
                    <a:pt x="4409311" y="2630717"/>
                  </a:lnTo>
                  <a:lnTo>
                    <a:pt x="4480934" y="2649992"/>
                  </a:lnTo>
                  <a:lnTo>
                    <a:pt x="4552556" y="2652272"/>
                  </a:lnTo>
                  <a:lnTo>
                    <a:pt x="4624179" y="2649668"/>
                  </a:lnTo>
                  <a:lnTo>
                    <a:pt x="4695801" y="2647056"/>
                  </a:lnTo>
                  <a:lnTo>
                    <a:pt x="4767424" y="2644435"/>
                  </a:lnTo>
                  <a:lnTo>
                    <a:pt x="4839046" y="2641807"/>
                  </a:lnTo>
                  <a:lnTo>
                    <a:pt x="4910669" y="2639170"/>
                  </a:lnTo>
                  <a:lnTo>
                    <a:pt x="4982291" y="2636525"/>
                  </a:lnTo>
                  <a:lnTo>
                    <a:pt x="5053914" y="2633871"/>
                  </a:lnTo>
                  <a:lnTo>
                    <a:pt x="5125537" y="2631209"/>
                  </a:lnTo>
                  <a:lnTo>
                    <a:pt x="5197159" y="2628539"/>
                  </a:lnTo>
                  <a:lnTo>
                    <a:pt x="5268782" y="2625861"/>
                  </a:lnTo>
                  <a:lnTo>
                    <a:pt x="5340404" y="2623174"/>
                  </a:lnTo>
                  <a:lnTo>
                    <a:pt x="5412027" y="2620479"/>
                  </a:lnTo>
                  <a:lnTo>
                    <a:pt x="5483649" y="2617775"/>
                  </a:lnTo>
                  <a:lnTo>
                    <a:pt x="5555272" y="2615063"/>
                  </a:lnTo>
                  <a:lnTo>
                    <a:pt x="5626894" y="2612342"/>
                  </a:lnTo>
                  <a:lnTo>
                    <a:pt x="5698517" y="2609613"/>
                  </a:lnTo>
                  <a:lnTo>
                    <a:pt x="5770139" y="2606875"/>
                  </a:lnTo>
                  <a:lnTo>
                    <a:pt x="5841762" y="2604129"/>
                  </a:lnTo>
                  <a:lnTo>
                    <a:pt x="5913384" y="2601374"/>
                  </a:lnTo>
                  <a:lnTo>
                    <a:pt x="5985007" y="2598610"/>
                  </a:lnTo>
                  <a:lnTo>
                    <a:pt x="6056629" y="2595838"/>
                  </a:lnTo>
                  <a:lnTo>
                    <a:pt x="6128252" y="2593057"/>
                  </a:lnTo>
                  <a:lnTo>
                    <a:pt x="6199874" y="2590268"/>
                  </a:lnTo>
                  <a:lnTo>
                    <a:pt x="6271497" y="2587470"/>
                  </a:lnTo>
                  <a:lnTo>
                    <a:pt x="6343119" y="2584662"/>
                  </a:lnTo>
                  <a:lnTo>
                    <a:pt x="6414742" y="2581847"/>
                  </a:lnTo>
                  <a:lnTo>
                    <a:pt x="6486365" y="2579022"/>
                  </a:lnTo>
                  <a:lnTo>
                    <a:pt x="6557987" y="2576188"/>
                  </a:lnTo>
                  <a:lnTo>
                    <a:pt x="6629610" y="2573346"/>
                  </a:lnTo>
                  <a:lnTo>
                    <a:pt x="6701232" y="2570495"/>
                  </a:lnTo>
                  <a:lnTo>
                    <a:pt x="6772855" y="256763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28371"/>
              <a:ext cx="7090630" cy="427626"/>
            </a:xfrm>
            <a:custGeom>
              <a:avLst/>
              <a:pathLst>
                <a:path w="7090630" h="427626">
                  <a:moveTo>
                    <a:pt x="7090630" y="427626"/>
                  </a:moveTo>
                  <a:lnTo>
                    <a:pt x="7019007" y="418349"/>
                  </a:lnTo>
                  <a:lnTo>
                    <a:pt x="6947385" y="408859"/>
                  </a:lnTo>
                  <a:lnTo>
                    <a:pt x="6875762" y="399149"/>
                  </a:lnTo>
                  <a:lnTo>
                    <a:pt x="6804139" y="389215"/>
                  </a:lnTo>
                  <a:lnTo>
                    <a:pt x="6732517" y="379051"/>
                  </a:lnTo>
                  <a:lnTo>
                    <a:pt x="6660894" y="368652"/>
                  </a:lnTo>
                  <a:lnTo>
                    <a:pt x="6589272" y="358012"/>
                  </a:lnTo>
                  <a:lnTo>
                    <a:pt x="6517649" y="347127"/>
                  </a:lnTo>
                  <a:lnTo>
                    <a:pt x="6446027" y="335990"/>
                  </a:lnTo>
                  <a:lnTo>
                    <a:pt x="6374404" y="324595"/>
                  </a:lnTo>
                  <a:lnTo>
                    <a:pt x="6302782" y="312937"/>
                  </a:lnTo>
                  <a:lnTo>
                    <a:pt x="6231159" y="301010"/>
                  </a:lnTo>
                  <a:lnTo>
                    <a:pt x="6159537" y="288807"/>
                  </a:lnTo>
                  <a:lnTo>
                    <a:pt x="6087914" y="276321"/>
                  </a:lnTo>
                  <a:lnTo>
                    <a:pt x="6016292" y="263548"/>
                  </a:lnTo>
                  <a:lnTo>
                    <a:pt x="5944669" y="250478"/>
                  </a:lnTo>
                  <a:lnTo>
                    <a:pt x="5873047" y="237107"/>
                  </a:lnTo>
                  <a:lnTo>
                    <a:pt x="5801424" y="223427"/>
                  </a:lnTo>
                  <a:lnTo>
                    <a:pt x="5729802" y="209430"/>
                  </a:lnTo>
                  <a:lnTo>
                    <a:pt x="5658179" y="195110"/>
                  </a:lnTo>
                  <a:lnTo>
                    <a:pt x="5586557" y="180458"/>
                  </a:lnTo>
                  <a:lnTo>
                    <a:pt x="5514934" y="165468"/>
                  </a:lnTo>
                  <a:lnTo>
                    <a:pt x="5443311" y="150132"/>
                  </a:lnTo>
                  <a:lnTo>
                    <a:pt x="5371689" y="134440"/>
                  </a:lnTo>
                  <a:lnTo>
                    <a:pt x="5300066" y="118387"/>
                  </a:lnTo>
                  <a:lnTo>
                    <a:pt x="5228444" y="101962"/>
                  </a:lnTo>
                  <a:lnTo>
                    <a:pt x="5156821" y="85157"/>
                  </a:lnTo>
                  <a:lnTo>
                    <a:pt x="5085199" y="67964"/>
                  </a:lnTo>
                  <a:lnTo>
                    <a:pt x="5013576" y="50373"/>
                  </a:lnTo>
                  <a:lnTo>
                    <a:pt x="4941954" y="32376"/>
                  </a:lnTo>
                  <a:lnTo>
                    <a:pt x="4870331" y="13962"/>
                  </a:lnTo>
                  <a:lnTo>
                    <a:pt x="4798709" y="0"/>
                  </a:lnTo>
                  <a:lnTo>
                    <a:pt x="4727086" y="2587"/>
                  </a:lnTo>
                  <a:lnTo>
                    <a:pt x="4655464" y="5167"/>
                  </a:lnTo>
                  <a:lnTo>
                    <a:pt x="4583841" y="7739"/>
                  </a:lnTo>
                  <a:lnTo>
                    <a:pt x="4512219" y="10303"/>
                  </a:lnTo>
                  <a:lnTo>
                    <a:pt x="4440596" y="12858"/>
                  </a:lnTo>
                  <a:lnTo>
                    <a:pt x="4368974" y="15406"/>
                  </a:lnTo>
                  <a:lnTo>
                    <a:pt x="4297351" y="17946"/>
                  </a:lnTo>
                  <a:lnTo>
                    <a:pt x="4225729" y="20478"/>
                  </a:lnTo>
                  <a:lnTo>
                    <a:pt x="4154106" y="23002"/>
                  </a:lnTo>
                  <a:lnTo>
                    <a:pt x="4082483" y="25518"/>
                  </a:lnTo>
                  <a:lnTo>
                    <a:pt x="4010861" y="28026"/>
                  </a:lnTo>
                  <a:lnTo>
                    <a:pt x="3939238" y="30526"/>
                  </a:lnTo>
                  <a:lnTo>
                    <a:pt x="3867616" y="33019"/>
                  </a:lnTo>
                  <a:lnTo>
                    <a:pt x="3795993" y="35504"/>
                  </a:lnTo>
                  <a:lnTo>
                    <a:pt x="3724371" y="37981"/>
                  </a:lnTo>
                  <a:lnTo>
                    <a:pt x="3652748" y="40450"/>
                  </a:lnTo>
                  <a:lnTo>
                    <a:pt x="3581126" y="42912"/>
                  </a:lnTo>
                  <a:lnTo>
                    <a:pt x="3509503" y="45366"/>
                  </a:lnTo>
                  <a:lnTo>
                    <a:pt x="3437881" y="47812"/>
                  </a:lnTo>
                  <a:lnTo>
                    <a:pt x="3366258" y="50251"/>
                  </a:lnTo>
                  <a:lnTo>
                    <a:pt x="3294636" y="52682"/>
                  </a:lnTo>
                  <a:lnTo>
                    <a:pt x="3223013" y="55105"/>
                  </a:lnTo>
                  <a:lnTo>
                    <a:pt x="3151391" y="57521"/>
                  </a:lnTo>
                  <a:lnTo>
                    <a:pt x="3079768" y="59929"/>
                  </a:lnTo>
                  <a:lnTo>
                    <a:pt x="3008146" y="62330"/>
                  </a:lnTo>
                  <a:lnTo>
                    <a:pt x="2936523" y="64723"/>
                  </a:lnTo>
                  <a:lnTo>
                    <a:pt x="2864901" y="67109"/>
                  </a:lnTo>
                  <a:lnTo>
                    <a:pt x="2793278" y="69487"/>
                  </a:lnTo>
                  <a:lnTo>
                    <a:pt x="2721655" y="71858"/>
                  </a:lnTo>
                  <a:lnTo>
                    <a:pt x="2650033" y="74222"/>
                  </a:lnTo>
                  <a:lnTo>
                    <a:pt x="2578410" y="76578"/>
                  </a:lnTo>
                  <a:lnTo>
                    <a:pt x="2506788" y="78927"/>
                  </a:lnTo>
                  <a:lnTo>
                    <a:pt x="2435165" y="81268"/>
                  </a:lnTo>
                  <a:lnTo>
                    <a:pt x="2363543" y="83603"/>
                  </a:lnTo>
                  <a:lnTo>
                    <a:pt x="2291920" y="85929"/>
                  </a:lnTo>
                  <a:lnTo>
                    <a:pt x="2220298" y="88249"/>
                  </a:lnTo>
                  <a:lnTo>
                    <a:pt x="2148675" y="90561"/>
                  </a:lnTo>
                  <a:lnTo>
                    <a:pt x="2077053" y="92866"/>
                  </a:lnTo>
                  <a:lnTo>
                    <a:pt x="2005430" y="95164"/>
                  </a:lnTo>
                  <a:lnTo>
                    <a:pt x="1933808" y="97455"/>
                  </a:lnTo>
                  <a:lnTo>
                    <a:pt x="1862185" y="99739"/>
                  </a:lnTo>
                  <a:lnTo>
                    <a:pt x="1790563" y="102015"/>
                  </a:lnTo>
                  <a:lnTo>
                    <a:pt x="1718940" y="104285"/>
                  </a:lnTo>
                  <a:lnTo>
                    <a:pt x="1647318" y="106547"/>
                  </a:lnTo>
                  <a:lnTo>
                    <a:pt x="1575695" y="108802"/>
                  </a:lnTo>
                  <a:lnTo>
                    <a:pt x="1504073" y="111050"/>
                  </a:lnTo>
                  <a:lnTo>
                    <a:pt x="1432450" y="113292"/>
                  </a:lnTo>
                  <a:lnTo>
                    <a:pt x="1360827" y="115526"/>
                  </a:lnTo>
                  <a:lnTo>
                    <a:pt x="1289205" y="117753"/>
                  </a:lnTo>
                  <a:lnTo>
                    <a:pt x="1217582" y="119973"/>
                  </a:lnTo>
                  <a:lnTo>
                    <a:pt x="1145960" y="122187"/>
                  </a:lnTo>
                  <a:lnTo>
                    <a:pt x="1074337" y="124393"/>
                  </a:lnTo>
                  <a:lnTo>
                    <a:pt x="1002715" y="126592"/>
                  </a:lnTo>
                  <a:lnTo>
                    <a:pt x="931092" y="128785"/>
                  </a:lnTo>
                  <a:lnTo>
                    <a:pt x="859470" y="130971"/>
                  </a:lnTo>
                  <a:lnTo>
                    <a:pt x="787847" y="133150"/>
                  </a:lnTo>
                  <a:lnTo>
                    <a:pt x="716225" y="135322"/>
                  </a:lnTo>
                  <a:lnTo>
                    <a:pt x="644602" y="137487"/>
                  </a:lnTo>
                  <a:lnTo>
                    <a:pt x="572980" y="139646"/>
                  </a:lnTo>
                  <a:lnTo>
                    <a:pt x="501357" y="141798"/>
                  </a:lnTo>
                  <a:lnTo>
                    <a:pt x="429735" y="143943"/>
                  </a:lnTo>
                  <a:lnTo>
                    <a:pt x="358112" y="146082"/>
                  </a:lnTo>
                  <a:lnTo>
                    <a:pt x="286490" y="148213"/>
                  </a:lnTo>
                  <a:lnTo>
                    <a:pt x="214867" y="150339"/>
                  </a:lnTo>
                  <a:lnTo>
                    <a:pt x="143245" y="152457"/>
                  </a:lnTo>
                  <a:lnTo>
                    <a:pt x="71622" y="154569"/>
                  </a:lnTo>
                  <a:lnTo>
                    <a:pt x="0" y="15667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947424"/>
              <a:ext cx="7090630" cy="1003531"/>
            </a:xfrm>
            <a:custGeom>
              <a:avLst/>
              <a:pathLst>
                <a:path w="7090630" h="1003531">
                  <a:moveTo>
                    <a:pt x="0" y="0"/>
                  </a:moveTo>
                  <a:lnTo>
                    <a:pt x="71622" y="15800"/>
                  </a:lnTo>
                  <a:lnTo>
                    <a:pt x="143245" y="31446"/>
                  </a:lnTo>
                  <a:lnTo>
                    <a:pt x="214867" y="46939"/>
                  </a:lnTo>
                  <a:lnTo>
                    <a:pt x="286490" y="62279"/>
                  </a:lnTo>
                  <a:lnTo>
                    <a:pt x="358112" y="77468"/>
                  </a:lnTo>
                  <a:lnTo>
                    <a:pt x="429735" y="92509"/>
                  </a:lnTo>
                  <a:lnTo>
                    <a:pt x="501357" y="107402"/>
                  </a:lnTo>
                  <a:lnTo>
                    <a:pt x="572980" y="122149"/>
                  </a:lnTo>
                  <a:lnTo>
                    <a:pt x="644602" y="136751"/>
                  </a:lnTo>
                  <a:lnTo>
                    <a:pt x="716225" y="151209"/>
                  </a:lnTo>
                  <a:lnTo>
                    <a:pt x="787847" y="165526"/>
                  </a:lnTo>
                  <a:lnTo>
                    <a:pt x="859470" y="179702"/>
                  </a:lnTo>
                  <a:lnTo>
                    <a:pt x="931092" y="193740"/>
                  </a:lnTo>
                  <a:lnTo>
                    <a:pt x="1002715" y="207639"/>
                  </a:lnTo>
                  <a:lnTo>
                    <a:pt x="1074337" y="221402"/>
                  </a:lnTo>
                  <a:lnTo>
                    <a:pt x="1145960" y="235030"/>
                  </a:lnTo>
                  <a:lnTo>
                    <a:pt x="1217582" y="248524"/>
                  </a:lnTo>
                  <a:lnTo>
                    <a:pt x="1289205" y="261885"/>
                  </a:lnTo>
                  <a:lnTo>
                    <a:pt x="1360827" y="275116"/>
                  </a:lnTo>
                  <a:lnTo>
                    <a:pt x="1432450" y="288216"/>
                  </a:lnTo>
                  <a:lnTo>
                    <a:pt x="1504073" y="301188"/>
                  </a:lnTo>
                  <a:lnTo>
                    <a:pt x="1575695" y="314033"/>
                  </a:lnTo>
                  <a:lnTo>
                    <a:pt x="1647318" y="326752"/>
                  </a:lnTo>
                  <a:lnTo>
                    <a:pt x="1718940" y="339345"/>
                  </a:lnTo>
                  <a:lnTo>
                    <a:pt x="1790563" y="351815"/>
                  </a:lnTo>
                  <a:lnTo>
                    <a:pt x="1862185" y="364163"/>
                  </a:lnTo>
                  <a:lnTo>
                    <a:pt x="1933808" y="376390"/>
                  </a:lnTo>
                  <a:lnTo>
                    <a:pt x="2005430" y="388496"/>
                  </a:lnTo>
                  <a:lnTo>
                    <a:pt x="2077053" y="400484"/>
                  </a:lnTo>
                  <a:lnTo>
                    <a:pt x="2148675" y="412354"/>
                  </a:lnTo>
                  <a:lnTo>
                    <a:pt x="2220298" y="424108"/>
                  </a:lnTo>
                  <a:lnTo>
                    <a:pt x="2291920" y="435746"/>
                  </a:lnTo>
                  <a:lnTo>
                    <a:pt x="2363543" y="447270"/>
                  </a:lnTo>
                  <a:lnTo>
                    <a:pt x="2435165" y="458681"/>
                  </a:lnTo>
                  <a:lnTo>
                    <a:pt x="2506788" y="469980"/>
                  </a:lnTo>
                  <a:lnTo>
                    <a:pt x="2578410" y="481167"/>
                  </a:lnTo>
                  <a:lnTo>
                    <a:pt x="2650033" y="492246"/>
                  </a:lnTo>
                  <a:lnTo>
                    <a:pt x="2721655" y="503215"/>
                  </a:lnTo>
                  <a:lnTo>
                    <a:pt x="2793278" y="514077"/>
                  </a:lnTo>
                  <a:lnTo>
                    <a:pt x="2864901" y="524832"/>
                  </a:lnTo>
                  <a:lnTo>
                    <a:pt x="2936523" y="535481"/>
                  </a:lnTo>
                  <a:lnTo>
                    <a:pt x="3008146" y="546026"/>
                  </a:lnTo>
                  <a:lnTo>
                    <a:pt x="3079768" y="556468"/>
                  </a:lnTo>
                  <a:lnTo>
                    <a:pt x="3151391" y="566807"/>
                  </a:lnTo>
                  <a:lnTo>
                    <a:pt x="3223013" y="577045"/>
                  </a:lnTo>
                  <a:lnTo>
                    <a:pt x="3294636" y="587182"/>
                  </a:lnTo>
                  <a:lnTo>
                    <a:pt x="3366258" y="597219"/>
                  </a:lnTo>
                  <a:lnTo>
                    <a:pt x="3437881" y="607158"/>
                  </a:lnTo>
                  <a:lnTo>
                    <a:pt x="3509503" y="617000"/>
                  </a:lnTo>
                  <a:lnTo>
                    <a:pt x="3581126" y="626745"/>
                  </a:lnTo>
                  <a:lnTo>
                    <a:pt x="3652748" y="636394"/>
                  </a:lnTo>
                  <a:lnTo>
                    <a:pt x="3724371" y="645948"/>
                  </a:lnTo>
                  <a:lnTo>
                    <a:pt x="3795993" y="655409"/>
                  </a:lnTo>
                  <a:lnTo>
                    <a:pt x="3867616" y="664777"/>
                  </a:lnTo>
                  <a:lnTo>
                    <a:pt x="3939238" y="674053"/>
                  </a:lnTo>
                  <a:lnTo>
                    <a:pt x="4010861" y="683238"/>
                  </a:lnTo>
                  <a:lnTo>
                    <a:pt x="4082483" y="692333"/>
                  </a:lnTo>
                  <a:lnTo>
                    <a:pt x="4154106" y="701338"/>
                  </a:lnTo>
                  <a:lnTo>
                    <a:pt x="4225729" y="710255"/>
                  </a:lnTo>
                  <a:lnTo>
                    <a:pt x="4297351" y="719085"/>
                  </a:lnTo>
                  <a:lnTo>
                    <a:pt x="4368974" y="727828"/>
                  </a:lnTo>
                  <a:lnTo>
                    <a:pt x="4440596" y="736485"/>
                  </a:lnTo>
                  <a:lnTo>
                    <a:pt x="4512219" y="745057"/>
                  </a:lnTo>
                  <a:lnTo>
                    <a:pt x="4583841" y="753545"/>
                  </a:lnTo>
                  <a:lnTo>
                    <a:pt x="4655464" y="761949"/>
                  </a:lnTo>
                  <a:lnTo>
                    <a:pt x="4727086" y="770272"/>
                  </a:lnTo>
                  <a:lnTo>
                    <a:pt x="4798709" y="778512"/>
                  </a:lnTo>
                  <a:lnTo>
                    <a:pt x="4870331" y="786672"/>
                  </a:lnTo>
                  <a:lnTo>
                    <a:pt x="4941954" y="794751"/>
                  </a:lnTo>
                  <a:lnTo>
                    <a:pt x="5013576" y="802751"/>
                  </a:lnTo>
                  <a:lnTo>
                    <a:pt x="5085199" y="810673"/>
                  </a:lnTo>
                  <a:lnTo>
                    <a:pt x="5156821" y="818517"/>
                  </a:lnTo>
                  <a:lnTo>
                    <a:pt x="5228444" y="826284"/>
                  </a:lnTo>
                  <a:lnTo>
                    <a:pt x="5300066" y="833975"/>
                  </a:lnTo>
                  <a:lnTo>
                    <a:pt x="5371689" y="841590"/>
                  </a:lnTo>
                  <a:lnTo>
                    <a:pt x="5443311" y="849130"/>
                  </a:lnTo>
                  <a:lnTo>
                    <a:pt x="5514934" y="856597"/>
                  </a:lnTo>
                  <a:lnTo>
                    <a:pt x="5586557" y="863990"/>
                  </a:lnTo>
                  <a:lnTo>
                    <a:pt x="5658179" y="871311"/>
                  </a:lnTo>
                  <a:lnTo>
                    <a:pt x="5729802" y="878559"/>
                  </a:lnTo>
                  <a:lnTo>
                    <a:pt x="5801424" y="885737"/>
                  </a:lnTo>
                  <a:lnTo>
                    <a:pt x="5873047" y="892844"/>
                  </a:lnTo>
                  <a:lnTo>
                    <a:pt x="5944669" y="899881"/>
                  </a:lnTo>
                  <a:lnTo>
                    <a:pt x="6016292" y="906850"/>
                  </a:lnTo>
                  <a:lnTo>
                    <a:pt x="6087914" y="913750"/>
                  </a:lnTo>
                  <a:lnTo>
                    <a:pt x="6159537" y="920582"/>
                  </a:lnTo>
                  <a:lnTo>
                    <a:pt x="6231159" y="927347"/>
                  </a:lnTo>
                  <a:lnTo>
                    <a:pt x="6302782" y="934046"/>
                  </a:lnTo>
                  <a:lnTo>
                    <a:pt x="6374404" y="940679"/>
                  </a:lnTo>
                  <a:lnTo>
                    <a:pt x="6446027" y="947247"/>
                  </a:lnTo>
                  <a:lnTo>
                    <a:pt x="6517649" y="953750"/>
                  </a:lnTo>
                  <a:lnTo>
                    <a:pt x="6589272" y="960190"/>
                  </a:lnTo>
                  <a:lnTo>
                    <a:pt x="6660894" y="966566"/>
                  </a:lnTo>
                  <a:lnTo>
                    <a:pt x="6732517" y="972880"/>
                  </a:lnTo>
                  <a:lnTo>
                    <a:pt x="6804139" y="979132"/>
                  </a:lnTo>
                  <a:lnTo>
                    <a:pt x="6875762" y="985322"/>
                  </a:lnTo>
                  <a:lnTo>
                    <a:pt x="6947385" y="991452"/>
                  </a:lnTo>
                  <a:lnTo>
                    <a:pt x="7019007" y="997521"/>
                  </a:lnTo>
                  <a:lnTo>
                    <a:pt x="7090630" y="100353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869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9553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380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81674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55476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2927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0805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78744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1" name="tx41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896563"/>
              <a:ext cx="626446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1.13 (0.96-1.32), p = 0.137  |  per IQR decline (Δ = 22.8): 1.31 (0.92-1.88)  |  IQR: [-13.3, 9.5]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17517" y="1669789"/>
              <a:ext cx="266126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2026-06-08T10:33:15Z</dcterms:modified>
  <cp:category/>
</cp:coreProperties>
</file>