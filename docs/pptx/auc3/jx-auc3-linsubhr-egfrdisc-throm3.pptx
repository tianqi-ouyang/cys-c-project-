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665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045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2425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806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97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6355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3735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1115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84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342175"/>
            </a:xfrm>
            <a:custGeom>
              <a:avLst/>
              <a:pathLst>
                <a:path w="7090630" h="3342175">
                  <a:moveTo>
                    <a:pt x="2968117" y="0"/>
                  </a:moveTo>
                  <a:lnTo>
                    <a:pt x="3008146" y="107954"/>
                  </a:lnTo>
                  <a:lnTo>
                    <a:pt x="3079768" y="290659"/>
                  </a:lnTo>
                  <a:lnTo>
                    <a:pt x="3151391" y="463475"/>
                  </a:lnTo>
                  <a:lnTo>
                    <a:pt x="3223013" y="626939"/>
                  </a:lnTo>
                  <a:lnTo>
                    <a:pt x="3294636" y="781555"/>
                  </a:lnTo>
                  <a:lnTo>
                    <a:pt x="3366258" y="927803"/>
                  </a:lnTo>
                  <a:lnTo>
                    <a:pt x="3437881" y="1066136"/>
                  </a:lnTo>
                  <a:lnTo>
                    <a:pt x="3509503" y="1196982"/>
                  </a:lnTo>
                  <a:lnTo>
                    <a:pt x="3581126" y="1320747"/>
                  </a:lnTo>
                  <a:lnTo>
                    <a:pt x="3652748" y="1437813"/>
                  </a:lnTo>
                  <a:lnTo>
                    <a:pt x="3724371" y="1548543"/>
                  </a:lnTo>
                  <a:lnTo>
                    <a:pt x="3795993" y="1653280"/>
                  </a:lnTo>
                  <a:lnTo>
                    <a:pt x="3867616" y="1752349"/>
                  </a:lnTo>
                  <a:lnTo>
                    <a:pt x="3939238" y="1846056"/>
                  </a:lnTo>
                  <a:lnTo>
                    <a:pt x="4010861" y="1934691"/>
                  </a:lnTo>
                  <a:lnTo>
                    <a:pt x="4082483" y="2018529"/>
                  </a:lnTo>
                  <a:lnTo>
                    <a:pt x="4154106" y="2097829"/>
                  </a:lnTo>
                  <a:lnTo>
                    <a:pt x="4225729" y="2172838"/>
                  </a:lnTo>
                  <a:lnTo>
                    <a:pt x="4297351" y="2243787"/>
                  </a:lnTo>
                  <a:lnTo>
                    <a:pt x="4368974" y="2310896"/>
                  </a:lnTo>
                  <a:lnTo>
                    <a:pt x="4440596" y="2374374"/>
                  </a:lnTo>
                  <a:lnTo>
                    <a:pt x="4512219" y="2434415"/>
                  </a:lnTo>
                  <a:lnTo>
                    <a:pt x="4583841" y="2491207"/>
                  </a:lnTo>
                  <a:lnTo>
                    <a:pt x="4655464" y="2544925"/>
                  </a:lnTo>
                  <a:lnTo>
                    <a:pt x="4727086" y="2595736"/>
                  </a:lnTo>
                  <a:lnTo>
                    <a:pt x="4798709" y="2643797"/>
                  </a:lnTo>
                  <a:lnTo>
                    <a:pt x="4870331" y="2657562"/>
                  </a:lnTo>
                  <a:lnTo>
                    <a:pt x="4941954" y="2661777"/>
                  </a:lnTo>
                  <a:lnTo>
                    <a:pt x="5013576" y="2665972"/>
                  </a:lnTo>
                  <a:lnTo>
                    <a:pt x="5085199" y="2670144"/>
                  </a:lnTo>
                  <a:lnTo>
                    <a:pt x="5156821" y="2674296"/>
                  </a:lnTo>
                  <a:lnTo>
                    <a:pt x="5228444" y="2678426"/>
                  </a:lnTo>
                  <a:lnTo>
                    <a:pt x="5300066" y="2682536"/>
                  </a:lnTo>
                  <a:lnTo>
                    <a:pt x="5371689" y="2686624"/>
                  </a:lnTo>
                  <a:lnTo>
                    <a:pt x="5443311" y="2690691"/>
                  </a:lnTo>
                  <a:lnTo>
                    <a:pt x="5514934" y="2694738"/>
                  </a:lnTo>
                  <a:lnTo>
                    <a:pt x="5586557" y="2698764"/>
                  </a:lnTo>
                  <a:lnTo>
                    <a:pt x="5658179" y="2702770"/>
                  </a:lnTo>
                  <a:lnTo>
                    <a:pt x="5729802" y="2706755"/>
                  </a:lnTo>
                  <a:lnTo>
                    <a:pt x="5801424" y="2710719"/>
                  </a:lnTo>
                  <a:lnTo>
                    <a:pt x="5873047" y="2714664"/>
                  </a:lnTo>
                  <a:lnTo>
                    <a:pt x="5944669" y="2718588"/>
                  </a:lnTo>
                  <a:lnTo>
                    <a:pt x="6016292" y="2722493"/>
                  </a:lnTo>
                  <a:lnTo>
                    <a:pt x="6087914" y="2726377"/>
                  </a:lnTo>
                  <a:lnTo>
                    <a:pt x="6159537" y="2730242"/>
                  </a:lnTo>
                  <a:lnTo>
                    <a:pt x="6231159" y="2734086"/>
                  </a:lnTo>
                  <a:lnTo>
                    <a:pt x="6302782" y="2737912"/>
                  </a:lnTo>
                  <a:lnTo>
                    <a:pt x="6374404" y="2741717"/>
                  </a:lnTo>
                  <a:lnTo>
                    <a:pt x="6446027" y="2745504"/>
                  </a:lnTo>
                  <a:lnTo>
                    <a:pt x="6517649" y="2749271"/>
                  </a:lnTo>
                  <a:lnTo>
                    <a:pt x="6589272" y="2753019"/>
                  </a:lnTo>
                  <a:lnTo>
                    <a:pt x="6660894" y="2756747"/>
                  </a:lnTo>
                  <a:lnTo>
                    <a:pt x="6732517" y="2760457"/>
                  </a:lnTo>
                  <a:lnTo>
                    <a:pt x="6804139" y="2764148"/>
                  </a:lnTo>
                  <a:lnTo>
                    <a:pt x="6875762" y="2767819"/>
                  </a:lnTo>
                  <a:lnTo>
                    <a:pt x="6947385" y="2771473"/>
                  </a:lnTo>
                  <a:lnTo>
                    <a:pt x="7019007" y="2775107"/>
                  </a:lnTo>
                  <a:lnTo>
                    <a:pt x="7090630" y="2778723"/>
                  </a:lnTo>
                  <a:lnTo>
                    <a:pt x="7090630" y="3342175"/>
                  </a:lnTo>
                  <a:lnTo>
                    <a:pt x="7019007" y="3334074"/>
                  </a:lnTo>
                  <a:lnTo>
                    <a:pt x="6947385" y="3325510"/>
                  </a:lnTo>
                  <a:lnTo>
                    <a:pt x="6875762" y="3316456"/>
                  </a:lnTo>
                  <a:lnTo>
                    <a:pt x="6804139" y="3306884"/>
                  </a:lnTo>
                  <a:lnTo>
                    <a:pt x="6732517" y="3296764"/>
                  </a:lnTo>
                  <a:lnTo>
                    <a:pt x="6660894" y="3286065"/>
                  </a:lnTo>
                  <a:lnTo>
                    <a:pt x="6589272" y="3274754"/>
                  </a:lnTo>
                  <a:lnTo>
                    <a:pt x="6517649" y="3262796"/>
                  </a:lnTo>
                  <a:lnTo>
                    <a:pt x="6446027" y="3250153"/>
                  </a:lnTo>
                  <a:lnTo>
                    <a:pt x="6374404" y="3236787"/>
                  </a:lnTo>
                  <a:lnTo>
                    <a:pt x="6302782" y="3222657"/>
                  </a:lnTo>
                  <a:lnTo>
                    <a:pt x="6231159" y="3207717"/>
                  </a:lnTo>
                  <a:lnTo>
                    <a:pt x="6159537" y="3191923"/>
                  </a:lnTo>
                  <a:lnTo>
                    <a:pt x="6087914" y="3175225"/>
                  </a:lnTo>
                  <a:lnTo>
                    <a:pt x="6016292" y="3157572"/>
                  </a:lnTo>
                  <a:lnTo>
                    <a:pt x="5944669" y="3138909"/>
                  </a:lnTo>
                  <a:lnTo>
                    <a:pt x="5873047" y="3119178"/>
                  </a:lnTo>
                  <a:lnTo>
                    <a:pt x="5801424" y="3098318"/>
                  </a:lnTo>
                  <a:lnTo>
                    <a:pt x="5729802" y="3076264"/>
                  </a:lnTo>
                  <a:lnTo>
                    <a:pt x="5658179" y="3052948"/>
                  </a:lnTo>
                  <a:lnTo>
                    <a:pt x="5586557" y="3028298"/>
                  </a:lnTo>
                  <a:lnTo>
                    <a:pt x="5514934" y="3002238"/>
                  </a:lnTo>
                  <a:lnTo>
                    <a:pt x="5443311" y="2974687"/>
                  </a:lnTo>
                  <a:lnTo>
                    <a:pt x="5371689" y="2945559"/>
                  </a:lnTo>
                  <a:lnTo>
                    <a:pt x="5300066" y="2914764"/>
                  </a:lnTo>
                  <a:lnTo>
                    <a:pt x="5228444" y="2882208"/>
                  </a:lnTo>
                  <a:lnTo>
                    <a:pt x="5156821" y="2847788"/>
                  </a:lnTo>
                  <a:lnTo>
                    <a:pt x="5085199" y="2811400"/>
                  </a:lnTo>
                  <a:lnTo>
                    <a:pt x="5013576" y="2772929"/>
                  </a:lnTo>
                  <a:lnTo>
                    <a:pt x="4941954" y="2732256"/>
                  </a:lnTo>
                  <a:lnTo>
                    <a:pt x="4870331" y="2689257"/>
                  </a:lnTo>
                  <a:lnTo>
                    <a:pt x="4798709" y="2653324"/>
                  </a:lnTo>
                  <a:lnTo>
                    <a:pt x="4727086" y="2649065"/>
                  </a:lnTo>
                  <a:lnTo>
                    <a:pt x="4655464" y="2644784"/>
                  </a:lnTo>
                  <a:lnTo>
                    <a:pt x="4583841" y="2640481"/>
                  </a:lnTo>
                  <a:lnTo>
                    <a:pt x="4512219" y="2636156"/>
                  </a:lnTo>
                  <a:lnTo>
                    <a:pt x="4440596" y="2631809"/>
                  </a:lnTo>
                  <a:lnTo>
                    <a:pt x="4368974" y="2627440"/>
                  </a:lnTo>
                  <a:lnTo>
                    <a:pt x="4297351" y="2623048"/>
                  </a:lnTo>
                  <a:lnTo>
                    <a:pt x="4225729" y="2618634"/>
                  </a:lnTo>
                  <a:lnTo>
                    <a:pt x="4154106" y="2614197"/>
                  </a:lnTo>
                  <a:lnTo>
                    <a:pt x="4082483" y="2609737"/>
                  </a:lnTo>
                  <a:lnTo>
                    <a:pt x="4010861" y="2605254"/>
                  </a:lnTo>
                  <a:lnTo>
                    <a:pt x="3939238" y="2600749"/>
                  </a:lnTo>
                  <a:lnTo>
                    <a:pt x="3867616" y="2596220"/>
                  </a:lnTo>
                  <a:lnTo>
                    <a:pt x="3795993" y="2591668"/>
                  </a:lnTo>
                  <a:lnTo>
                    <a:pt x="3724371" y="2587092"/>
                  </a:lnTo>
                  <a:lnTo>
                    <a:pt x="3652748" y="2582494"/>
                  </a:lnTo>
                  <a:lnTo>
                    <a:pt x="3581126" y="2577871"/>
                  </a:lnTo>
                  <a:lnTo>
                    <a:pt x="3509503" y="2573225"/>
                  </a:lnTo>
                  <a:lnTo>
                    <a:pt x="3437881" y="2568555"/>
                  </a:lnTo>
                  <a:lnTo>
                    <a:pt x="3366258" y="2563861"/>
                  </a:lnTo>
                  <a:lnTo>
                    <a:pt x="3294636" y="2559144"/>
                  </a:lnTo>
                  <a:lnTo>
                    <a:pt x="3223013" y="2554401"/>
                  </a:lnTo>
                  <a:lnTo>
                    <a:pt x="3151391" y="2549635"/>
                  </a:lnTo>
                  <a:lnTo>
                    <a:pt x="3079768" y="2544844"/>
                  </a:lnTo>
                  <a:lnTo>
                    <a:pt x="3008146" y="2540029"/>
                  </a:lnTo>
                  <a:lnTo>
                    <a:pt x="2936523" y="2535188"/>
                  </a:lnTo>
                  <a:lnTo>
                    <a:pt x="2864901" y="2530323"/>
                  </a:lnTo>
                  <a:lnTo>
                    <a:pt x="2793278" y="2525434"/>
                  </a:lnTo>
                  <a:lnTo>
                    <a:pt x="2721655" y="2520518"/>
                  </a:lnTo>
                  <a:lnTo>
                    <a:pt x="2650033" y="2515578"/>
                  </a:lnTo>
                  <a:lnTo>
                    <a:pt x="2578410" y="2510613"/>
                  </a:lnTo>
                  <a:lnTo>
                    <a:pt x="2506788" y="2505622"/>
                  </a:lnTo>
                  <a:lnTo>
                    <a:pt x="2435165" y="2500605"/>
                  </a:lnTo>
                  <a:lnTo>
                    <a:pt x="2363543" y="2495563"/>
                  </a:lnTo>
                  <a:lnTo>
                    <a:pt x="2291920" y="2490494"/>
                  </a:lnTo>
                  <a:lnTo>
                    <a:pt x="2220298" y="2485400"/>
                  </a:lnTo>
                  <a:lnTo>
                    <a:pt x="2148675" y="2480280"/>
                  </a:lnTo>
                  <a:lnTo>
                    <a:pt x="2077053" y="2475133"/>
                  </a:lnTo>
                  <a:lnTo>
                    <a:pt x="2005430" y="2469960"/>
                  </a:lnTo>
                  <a:lnTo>
                    <a:pt x="1933808" y="2464761"/>
                  </a:lnTo>
                  <a:lnTo>
                    <a:pt x="1862185" y="2459535"/>
                  </a:lnTo>
                  <a:lnTo>
                    <a:pt x="1790563" y="2454281"/>
                  </a:lnTo>
                  <a:lnTo>
                    <a:pt x="1718940" y="2449002"/>
                  </a:lnTo>
                  <a:lnTo>
                    <a:pt x="1647318" y="2443695"/>
                  </a:lnTo>
                  <a:lnTo>
                    <a:pt x="1575695" y="2438360"/>
                  </a:lnTo>
                  <a:lnTo>
                    <a:pt x="1504073" y="2432999"/>
                  </a:lnTo>
                  <a:lnTo>
                    <a:pt x="1432450" y="2427610"/>
                  </a:lnTo>
                  <a:lnTo>
                    <a:pt x="1360827" y="2422193"/>
                  </a:lnTo>
                  <a:lnTo>
                    <a:pt x="1289205" y="2416748"/>
                  </a:lnTo>
                  <a:lnTo>
                    <a:pt x="1217582" y="2411276"/>
                  </a:lnTo>
                  <a:lnTo>
                    <a:pt x="1145960" y="2405775"/>
                  </a:lnTo>
                  <a:lnTo>
                    <a:pt x="1074337" y="2400247"/>
                  </a:lnTo>
                  <a:lnTo>
                    <a:pt x="1002715" y="2394690"/>
                  </a:lnTo>
                  <a:lnTo>
                    <a:pt x="931092" y="2389104"/>
                  </a:lnTo>
                  <a:lnTo>
                    <a:pt x="859470" y="2383490"/>
                  </a:lnTo>
                  <a:lnTo>
                    <a:pt x="787847" y="2377847"/>
                  </a:lnTo>
                  <a:lnTo>
                    <a:pt x="716225" y="2372175"/>
                  </a:lnTo>
                  <a:lnTo>
                    <a:pt x="644602" y="2366474"/>
                  </a:lnTo>
                  <a:lnTo>
                    <a:pt x="572980" y="2360743"/>
                  </a:lnTo>
                  <a:lnTo>
                    <a:pt x="501357" y="2354984"/>
                  </a:lnTo>
                  <a:lnTo>
                    <a:pt x="429735" y="2349194"/>
                  </a:lnTo>
                  <a:lnTo>
                    <a:pt x="358112" y="2343375"/>
                  </a:lnTo>
                  <a:lnTo>
                    <a:pt x="286490" y="2337527"/>
                  </a:lnTo>
                  <a:lnTo>
                    <a:pt x="214867" y="2331648"/>
                  </a:lnTo>
                  <a:lnTo>
                    <a:pt x="143245" y="2325739"/>
                  </a:lnTo>
                  <a:lnTo>
                    <a:pt x="71622" y="2319800"/>
                  </a:lnTo>
                  <a:lnTo>
                    <a:pt x="0" y="231383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140166" y="2073503"/>
              <a:ext cx="4122512" cy="2778723"/>
            </a:xfrm>
            <a:custGeom>
              <a:avLst/>
              <a:pathLst>
                <a:path w="4122512" h="2778723">
                  <a:moveTo>
                    <a:pt x="0" y="0"/>
                  </a:moveTo>
                  <a:lnTo>
                    <a:pt x="40029" y="107954"/>
                  </a:lnTo>
                  <a:lnTo>
                    <a:pt x="111651" y="290659"/>
                  </a:lnTo>
                  <a:lnTo>
                    <a:pt x="183274" y="463475"/>
                  </a:lnTo>
                  <a:lnTo>
                    <a:pt x="254896" y="626939"/>
                  </a:lnTo>
                  <a:lnTo>
                    <a:pt x="326519" y="781555"/>
                  </a:lnTo>
                  <a:lnTo>
                    <a:pt x="398141" y="927803"/>
                  </a:lnTo>
                  <a:lnTo>
                    <a:pt x="469764" y="1066136"/>
                  </a:lnTo>
                  <a:lnTo>
                    <a:pt x="541386" y="1196982"/>
                  </a:lnTo>
                  <a:lnTo>
                    <a:pt x="613009" y="1320747"/>
                  </a:lnTo>
                  <a:lnTo>
                    <a:pt x="684631" y="1437813"/>
                  </a:lnTo>
                  <a:lnTo>
                    <a:pt x="756254" y="1548543"/>
                  </a:lnTo>
                  <a:lnTo>
                    <a:pt x="827876" y="1653280"/>
                  </a:lnTo>
                  <a:lnTo>
                    <a:pt x="899499" y="1752349"/>
                  </a:lnTo>
                  <a:lnTo>
                    <a:pt x="971121" y="1846056"/>
                  </a:lnTo>
                  <a:lnTo>
                    <a:pt x="1042744" y="1934691"/>
                  </a:lnTo>
                  <a:lnTo>
                    <a:pt x="1114366" y="2018529"/>
                  </a:lnTo>
                  <a:lnTo>
                    <a:pt x="1185989" y="2097829"/>
                  </a:lnTo>
                  <a:lnTo>
                    <a:pt x="1257611" y="2172838"/>
                  </a:lnTo>
                  <a:lnTo>
                    <a:pt x="1329234" y="2243787"/>
                  </a:lnTo>
                  <a:lnTo>
                    <a:pt x="1400856" y="2310896"/>
                  </a:lnTo>
                  <a:lnTo>
                    <a:pt x="1472479" y="2374374"/>
                  </a:lnTo>
                  <a:lnTo>
                    <a:pt x="1544102" y="2434415"/>
                  </a:lnTo>
                  <a:lnTo>
                    <a:pt x="1615724" y="2491207"/>
                  </a:lnTo>
                  <a:lnTo>
                    <a:pt x="1687347" y="2544925"/>
                  </a:lnTo>
                  <a:lnTo>
                    <a:pt x="1758969" y="2595736"/>
                  </a:lnTo>
                  <a:lnTo>
                    <a:pt x="1830592" y="2643797"/>
                  </a:lnTo>
                  <a:lnTo>
                    <a:pt x="1902214" y="2657562"/>
                  </a:lnTo>
                  <a:lnTo>
                    <a:pt x="1973837" y="2661777"/>
                  </a:lnTo>
                  <a:lnTo>
                    <a:pt x="2045459" y="2665972"/>
                  </a:lnTo>
                  <a:lnTo>
                    <a:pt x="2117082" y="2670144"/>
                  </a:lnTo>
                  <a:lnTo>
                    <a:pt x="2188704" y="2674296"/>
                  </a:lnTo>
                  <a:lnTo>
                    <a:pt x="2260327" y="2678426"/>
                  </a:lnTo>
                  <a:lnTo>
                    <a:pt x="2331949" y="2682536"/>
                  </a:lnTo>
                  <a:lnTo>
                    <a:pt x="2403572" y="2686624"/>
                  </a:lnTo>
                  <a:lnTo>
                    <a:pt x="2475194" y="2690691"/>
                  </a:lnTo>
                  <a:lnTo>
                    <a:pt x="2546817" y="2694738"/>
                  </a:lnTo>
                  <a:lnTo>
                    <a:pt x="2618439" y="2698764"/>
                  </a:lnTo>
                  <a:lnTo>
                    <a:pt x="2690062" y="2702770"/>
                  </a:lnTo>
                  <a:lnTo>
                    <a:pt x="2761684" y="2706755"/>
                  </a:lnTo>
                  <a:lnTo>
                    <a:pt x="2833307" y="2710719"/>
                  </a:lnTo>
                  <a:lnTo>
                    <a:pt x="2904930" y="2714664"/>
                  </a:lnTo>
                  <a:lnTo>
                    <a:pt x="2976552" y="2718588"/>
                  </a:lnTo>
                  <a:lnTo>
                    <a:pt x="3048175" y="2722493"/>
                  </a:lnTo>
                  <a:lnTo>
                    <a:pt x="3119797" y="2726377"/>
                  </a:lnTo>
                  <a:lnTo>
                    <a:pt x="3191420" y="2730242"/>
                  </a:lnTo>
                  <a:lnTo>
                    <a:pt x="3263042" y="2734086"/>
                  </a:lnTo>
                  <a:lnTo>
                    <a:pt x="3334665" y="2737912"/>
                  </a:lnTo>
                  <a:lnTo>
                    <a:pt x="3406287" y="2741717"/>
                  </a:lnTo>
                  <a:lnTo>
                    <a:pt x="3477910" y="2745504"/>
                  </a:lnTo>
                  <a:lnTo>
                    <a:pt x="3549532" y="2749271"/>
                  </a:lnTo>
                  <a:lnTo>
                    <a:pt x="3621155" y="2753019"/>
                  </a:lnTo>
                  <a:lnTo>
                    <a:pt x="3692777" y="2756747"/>
                  </a:lnTo>
                  <a:lnTo>
                    <a:pt x="3764400" y="2760457"/>
                  </a:lnTo>
                  <a:lnTo>
                    <a:pt x="3836022" y="2764148"/>
                  </a:lnTo>
                  <a:lnTo>
                    <a:pt x="3907645" y="2767819"/>
                  </a:lnTo>
                  <a:lnTo>
                    <a:pt x="3979267" y="2771473"/>
                  </a:lnTo>
                  <a:lnTo>
                    <a:pt x="4050890" y="2775107"/>
                  </a:lnTo>
                  <a:lnTo>
                    <a:pt x="4122512" y="27787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387333"/>
              <a:ext cx="7090630" cy="1028344"/>
            </a:xfrm>
            <a:custGeom>
              <a:avLst/>
              <a:pathLst>
                <a:path w="7090630" h="1028344">
                  <a:moveTo>
                    <a:pt x="7090630" y="1028344"/>
                  </a:moveTo>
                  <a:lnTo>
                    <a:pt x="7019007" y="1020244"/>
                  </a:lnTo>
                  <a:lnTo>
                    <a:pt x="6947385" y="1011680"/>
                  </a:lnTo>
                  <a:lnTo>
                    <a:pt x="6875762" y="1002626"/>
                  </a:lnTo>
                  <a:lnTo>
                    <a:pt x="6804139" y="993053"/>
                  </a:lnTo>
                  <a:lnTo>
                    <a:pt x="6732517" y="982934"/>
                  </a:lnTo>
                  <a:lnTo>
                    <a:pt x="6660894" y="972235"/>
                  </a:lnTo>
                  <a:lnTo>
                    <a:pt x="6589272" y="960924"/>
                  </a:lnTo>
                  <a:lnTo>
                    <a:pt x="6517649" y="948965"/>
                  </a:lnTo>
                  <a:lnTo>
                    <a:pt x="6446027" y="936323"/>
                  </a:lnTo>
                  <a:lnTo>
                    <a:pt x="6374404" y="922957"/>
                  </a:lnTo>
                  <a:lnTo>
                    <a:pt x="6302782" y="908826"/>
                  </a:lnTo>
                  <a:lnTo>
                    <a:pt x="6231159" y="893887"/>
                  </a:lnTo>
                  <a:lnTo>
                    <a:pt x="6159537" y="878093"/>
                  </a:lnTo>
                  <a:lnTo>
                    <a:pt x="6087914" y="861395"/>
                  </a:lnTo>
                  <a:lnTo>
                    <a:pt x="6016292" y="843742"/>
                  </a:lnTo>
                  <a:lnTo>
                    <a:pt x="5944669" y="825078"/>
                  </a:lnTo>
                  <a:lnTo>
                    <a:pt x="5873047" y="805347"/>
                  </a:lnTo>
                  <a:lnTo>
                    <a:pt x="5801424" y="784487"/>
                  </a:lnTo>
                  <a:lnTo>
                    <a:pt x="5729802" y="762433"/>
                  </a:lnTo>
                  <a:lnTo>
                    <a:pt x="5658179" y="739117"/>
                  </a:lnTo>
                  <a:lnTo>
                    <a:pt x="5586557" y="714468"/>
                  </a:lnTo>
                  <a:lnTo>
                    <a:pt x="5514934" y="688407"/>
                  </a:lnTo>
                  <a:lnTo>
                    <a:pt x="5443311" y="660856"/>
                  </a:lnTo>
                  <a:lnTo>
                    <a:pt x="5371689" y="631728"/>
                  </a:lnTo>
                  <a:lnTo>
                    <a:pt x="5300066" y="600934"/>
                  </a:lnTo>
                  <a:lnTo>
                    <a:pt x="5228444" y="568377"/>
                  </a:lnTo>
                  <a:lnTo>
                    <a:pt x="5156821" y="533958"/>
                  </a:lnTo>
                  <a:lnTo>
                    <a:pt x="5085199" y="497569"/>
                  </a:lnTo>
                  <a:lnTo>
                    <a:pt x="5013576" y="459098"/>
                  </a:lnTo>
                  <a:lnTo>
                    <a:pt x="4941954" y="418426"/>
                  </a:lnTo>
                  <a:lnTo>
                    <a:pt x="4870331" y="375426"/>
                  </a:lnTo>
                  <a:lnTo>
                    <a:pt x="4798709" y="339494"/>
                  </a:lnTo>
                  <a:lnTo>
                    <a:pt x="4727086" y="335235"/>
                  </a:lnTo>
                  <a:lnTo>
                    <a:pt x="4655464" y="330954"/>
                  </a:lnTo>
                  <a:lnTo>
                    <a:pt x="4583841" y="326651"/>
                  </a:lnTo>
                  <a:lnTo>
                    <a:pt x="4512219" y="322326"/>
                  </a:lnTo>
                  <a:lnTo>
                    <a:pt x="4440596" y="317979"/>
                  </a:lnTo>
                  <a:lnTo>
                    <a:pt x="4368974" y="313609"/>
                  </a:lnTo>
                  <a:lnTo>
                    <a:pt x="4297351" y="309217"/>
                  </a:lnTo>
                  <a:lnTo>
                    <a:pt x="4225729" y="304803"/>
                  </a:lnTo>
                  <a:lnTo>
                    <a:pt x="4154106" y="300366"/>
                  </a:lnTo>
                  <a:lnTo>
                    <a:pt x="4082483" y="295906"/>
                  </a:lnTo>
                  <a:lnTo>
                    <a:pt x="4010861" y="291424"/>
                  </a:lnTo>
                  <a:lnTo>
                    <a:pt x="3939238" y="286918"/>
                  </a:lnTo>
                  <a:lnTo>
                    <a:pt x="3867616" y="282389"/>
                  </a:lnTo>
                  <a:lnTo>
                    <a:pt x="3795993" y="277837"/>
                  </a:lnTo>
                  <a:lnTo>
                    <a:pt x="3724371" y="273262"/>
                  </a:lnTo>
                  <a:lnTo>
                    <a:pt x="3652748" y="268663"/>
                  </a:lnTo>
                  <a:lnTo>
                    <a:pt x="3581126" y="264041"/>
                  </a:lnTo>
                  <a:lnTo>
                    <a:pt x="3509503" y="259395"/>
                  </a:lnTo>
                  <a:lnTo>
                    <a:pt x="3437881" y="254725"/>
                  </a:lnTo>
                  <a:lnTo>
                    <a:pt x="3366258" y="250031"/>
                  </a:lnTo>
                  <a:lnTo>
                    <a:pt x="3294636" y="245313"/>
                  </a:lnTo>
                  <a:lnTo>
                    <a:pt x="3223013" y="240571"/>
                  </a:lnTo>
                  <a:lnTo>
                    <a:pt x="3151391" y="235804"/>
                  </a:lnTo>
                  <a:lnTo>
                    <a:pt x="3079768" y="231013"/>
                  </a:lnTo>
                  <a:lnTo>
                    <a:pt x="3008146" y="226198"/>
                  </a:lnTo>
                  <a:lnTo>
                    <a:pt x="2936523" y="221358"/>
                  </a:lnTo>
                  <a:lnTo>
                    <a:pt x="2864901" y="216493"/>
                  </a:lnTo>
                  <a:lnTo>
                    <a:pt x="2793278" y="211603"/>
                  </a:lnTo>
                  <a:lnTo>
                    <a:pt x="2721655" y="206688"/>
                  </a:lnTo>
                  <a:lnTo>
                    <a:pt x="2650033" y="201748"/>
                  </a:lnTo>
                  <a:lnTo>
                    <a:pt x="2578410" y="196782"/>
                  </a:lnTo>
                  <a:lnTo>
                    <a:pt x="2506788" y="191791"/>
                  </a:lnTo>
                  <a:lnTo>
                    <a:pt x="2435165" y="186774"/>
                  </a:lnTo>
                  <a:lnTo>
                    <a:pt x="2363543" y="181732"/>
                  </a:lnTo>
                  <a:lnTo>
                    <a:pt x="2291920" y="176664"/>
                  </a:lnTo>
                  <a:lnTo>
                    <a:pt x="2220298" y="171570"/>
                  </a:lnTo>
                  <a:lnTo>
                    <a:pt x="2148675" y="166449"/>
                  </a:lnTo>
                  <a:lnTo>
                    <a:pt x="2077053" y="161303"/>
                  </a:lnTo>
                  <a:lnTo>
                    <a:pt x="2005430" y="156130"/>
                  </a:lnTo>
                  <a:lnTo>
                    <a:pt x="1933808" y="150930"/>
                  </a:lnTo>
                  <a:lnTo>
                    <a:pt x="1862185" y="145704"/>
                  </a:lnTo>
                  <a:lnTo>
                    <a:pt x="1790563" y="140451"/>
                  </a:lnTo>
                  <a:lnTo>
                    <a:pt x="1718940" y="135171"/>
                  </a:lnTo>
                  <a:lnTo>
                    <a:pt x="1647318" y="129864"/>
                  </a:lnTo>
                  <a:lnTo>
                    <a:pt x="1575695" y="124530"/>
                  </a:lnTo>
                  <a:lnTo>
                    <a:pt x="1504073" y="119168"/>
                  </a:lnTo>
                  <a:lnTo>
                    <a:pt x="1432450" y="113779"/>
                  </a:lnTo>
                  <a:lnTo>
                    <a:pt x="1360827" y="108362"/>
                  </a:lnTo>
                  <a:lnTo>
                    <a:pt x="1289205" y="102918"/>
                  </a:lnTo>
                  <a:lnTo>
                    <a:pt x="1217582" y="97445"/>
                  </a:lnTo>
                  <a:lnTo>
                    <a:pt x="1145960" y="91945"/>
                  </a:lnTo>
                  <a:lnTo>
                    <a:pt x="1074337" y="86416"/>
                  </a:lnTo>
                  <a:lnTo>
                    <a:pt x="1002715" y="80859"/>
                  </a:lnTo>
                  <a:lnTo>
                    <a:pt x="931092" y="75273"/>
                  </a:lnTo>
                  <a:lnTo>
                    <a:pt x="859470" y="69659"/>
                  </a:lnTo>
                  <a:lnTo>
                    <a:pt x="787847" y="64016"/>
                  </a:lnTo>
                  <a:lnTo>
                    <a:pt x="716225" y="58344"/>
                  </a:lnTo>
                  <a:lnTo>
                    <a:pt x="644602" y="52643"/>
                  </a:lnTo>
                  <a:lnTo>
                    <a:pt x="572980" y="46913"/>
                  </a:lnTo>
                  <a:lnTo>
                    <a:pt x="501357" y="41153"/>
                  </a:lnTo>
                  <a:lnTo>
                    <a:pt x="429735" y="35364"/>
                  </a:lnTo>
                  <a:lnTo>
                    <a:pt x="358112" y="29545"/>
                  </a:lnTo>
                  <a:lnTo>
                    <a:pt x="286490" y="23696"/>
                  </a:lnTo>
                  <a:lnTo>
                    <a:pt x="214867" y="17817"/>
                  </a:lnTo>
                  <a:lnTo>
                    <a:pt x="143245" y="11908"/>
                  </a:lnTo>
                  <a:lnTo>
                    <a:pt x="71622" y="596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03512" y="2073503"/>
              <a:ext cx="5659166" cy="3167817"/>
            </a:xfrm>
            <a:custGeom>
              <a:avLst/>
              <a:pathLst>
                <a:path w="5659166" h="3167817">
                  <a:moveTo>
                    <a:pt x="0" y="0"/>
                  </a:moveTo>
                  <a:lnTo>
                    <a:pt x="987" y="1480"/>
                  </a:lnTo>
                  <a:lnTo>
                    <a:pt x="72609" y="105676"/>
                  </a:lnTo>
                  <a:lnTo>
                    <a:pt x="144232" y="206755"/>
                  </a:lnTo>
                  <a:lnTo>
                    <a:pt x="215854" y="304809"/>
                  </a:lnTo>
                  <a:lnTo>
                    <a:pt x="287477" y="399929"/>
                  </a:lnTo>
                  <a:lnTo>
                    <a:pt x="359099" y="492203"/>
                  </a:lnTo>
                  <a:lnTo>
                    <a:pt x="430722" y="581715"/>
                  </a:lnTo>
                  <a:lnTo>
                    <a:pt x="502344" y="668550"/>
                  </a:lnTo>
                  <a:lnTo>
                    <a:pt x="573967" y="752786"/>
                  </a:lnTo>
                  <a:lnTo>
                    <a:pt x="645590" y="834502"/>
                  </a:lnTo>
                  <a:lnTo>
                    <a:pt x="717212" y="913772"/>
                  </a:lnTo>
                  <a:lnTo>
                    <a:pt x="788835" y="990671"/>
                  </a:lnTo>
                  <a:lnTo>
                    <a:pt x="860457" y="1065268"/>
                  </a:lnTo>
                  <a:lnTo>
                    <a:pt x="932080" y="1137634"/>
                  </a:lnTo>
                  <a:lnTo>
                    <a:pt x="1003702" y="1207834"/>
                  </a:lnTo>
                  <a:lnTo>
                    <a:pt x="1075325" y="1275934"/>
                  </a:lnTo>
                  <a:lnTo>
                    <a:pt x="1146947" y="1341996"/>
                  </a:lnTo>
                  <a:lnTo>
                    <a:pt x="1218570" y="1406081"/>
                  </a:lnTo>
                  <a:lnTo>
                    <a:pt x="1290192" y="1468249"/>
                  </a:lnTo>
                  <a:lnTo>
                    <a:pt x="1361815" y="1528557"/>
                  </a:lnTo>
                  <a:lnTo>
                    <a:pt x="1433437" y="1587060"/>
                  </a:lnTo>
                  <a:lnTo>
                    <a:pt x="1505060" y="1643812"/>
                  </a:lnTo>
                  <a:lnTo>
                    <a:pt x="1576682" y="1698867"/>
                  </a:lnTo>
                  <a:lnTo>
                    <a:pt x="1648305" y="1752274"/>
                  </a:lnTo>
                  <a:lnTo>
                    <a:pt x="1719927" y="1804083"/>
                  </a:lnTo>
                  <a:lnTo>
                    <a:pt x="1791550" y="1854342"/>
                  </a:lnTo>
                  <a:lnTo>
                    <a:pt x="1863172" y="1903097"/>
                  </a:lnTo>
                  <a:lnTo>
                    <a:pt x="1934795" y="1950393"/>
                  </a:lnTo>
                  <a:lnTo>
                    <a:pt x="2006418" y="1996274"/>
                  </a:lnTo>
                  <a:lnTo>
                    <a:pt x="2078040" y="2040782"/>
                  </a:lnTo>
                  <a:lnTo>
                    <a:pt x="2149663" y="2083958"/>
                  </a:lnTo>
                  <a:lnTo>
                    <a:pt x="2221285" y="2125842"/>
                  </a:lnTo>
                  <a:lnTo>
                    <a:pt x="2292908" y="2166474"/>
                  </a:lnTo>
                  <a:lnTo>
                    <a:pt x="2364530" y="2205889"/>
                  </a:lnTo>
                  <a:lnTo>
                    <a:pt x="2436153" y="2244125"/>
                  </a:lnTo>
                  <a:lnTo>
                    <a:pt x="2507775" y="2281217"/>
                  </a:lnTo>
                  <a:lnTo>
                    <a:pt x="2579398" y="2317199"/>
                  </a:lnTo>
                  <a:lnTo>
                    <a:pt x="2651020" y="2352104"/>
                  </a:lnTo>
                  <a:lnTo>
                    <a:pt x="2722643" y="2385965"/>
                  </a:lnTo>
                  <a:lnTo>
                    <a:pt x="2794265" y="2418813"/>
                  </a:lnTo>
                  <a:lnTo>
                    <a:pt x="2865888" y="2450678"/>
                  </a:lnTo>
                  <a:lnTo>
                    <a:pt x="2937510" y="2481589"/>
                  </a:lnTo>
                  <a:lnTo>
                    <a:pt x="3009133" y="2511576"/>
                  </a:lnTo>
                  <a:lnTo>
                    <a:pt x="3080755" y="2540665"/>
                  </a:lnTo>
                  <a:lnTo>
                    <a:pt x="3152378" y="2568884"/>
                  </a:lnTo>
                  <a:lnTo>
                    <a:pt x="3224000" y="2596258"/>
                  </a:lnTo>
                  <a:lnTo>
                    <a:pt x="3295623" y="2622814"/>
                  </a:lnTo>
                  <a:lnTo>
                    <a:pt x="3367246" y="2648574"/>
                  </a:lnTo>
                  <a:lnTo>
                    <a:pt x="3438868" y="2673564"/>
                  </a:lnTo>
                  <a:lnTo>
                    <a:pt x="3510491" y="2697807"/>
                  </a:lnTo>
                  <a:lnTo>
                    <a:pt x="3582113" y="2721323"/>
                  </a:lnTo>
                  <a:lnTo>
                    <a:pt x="3653736" y="2744137"/>
                  </a:lnTo>
                  <a:lnTo>
                    <a:pt x="3725358" y="2766267"/>
                  </a:lnTo>
                  <a:lnTo>
                    <a:pt x="3796981" y="2787736"/>
                  </a:lnTo>
                  <a:lnTo>
                    <a:pt x="3868603" y="2808562"/>
                  </a:lnTo>
                  <a:lnTo>
                    <a:pt x="3940226" y="2828764"/>
                  </a:lnTo>
                  <a:lnTo>
                    <a:pt x="4011848" y="2848363"/>
                  </a:lnTo>
                  <a:lnTo>
                    <a:pt x="4083471" y="2867375"/>
                  </a:lnTo>
                  <a:lnTo>
                    <a:pt x="4155093" y="2885818"/>
                  </a:lnTo>
                  <a:lnTo>
                    <a:pt x="4226716" y="2903709"/>
                  </a:lnTo>
                  <a:lnTo>
                    <a:pt x="4298338" y="2921065"/>
                  </a:lnTo>
                  <a:lnTo>
                    <a:pt x="4369961" y="2937901"/>
                  </a:lnTo>
                  <a:lnTo>
                    <a:pt x="4441583" y="2954234"/>
                  </a:lnTo>
                  <a:lnTo>
                    <a:pt x="4513206" y="2970078"/>
                  </a:lnTo>
                  <a:lnTo>
                    <a:pt x="4584828" y="2985448"/>
                  </a:lnTo>
                  <a:lnTo>
                    <a:pt x="4656451" y="3000358"/>
                  </a:lnTo>
                  <a:lnTo>
                    <a:pt x="4728074" y="3014822"/>
                  </a:lnTo>
                  <a:lnTo>
                    <a:pt x="4799696" y="3028853"/>
                  </a:lnTo>
                  <a:lnTo>
                    <a:pt x="4871319" y="3042464"/>
                  </a:lnTo>
                  <a:lnTo>
                    <a:pt x="4942941" y="3055668"/>
                  </a:lnTo>
                  <a:lnTo>
                    <a:pt x="5014564" y="3068477"/>
                  </a:lnTo>
                  <a:lnTo>
                    <a:pt x="5086186" y="3080903"/>
                  </a:lnTo>
                  <a:lnTo>
                    <a:pt x="5157809" y="3092957"/>
                  </a:lnTo>
                  <a:lnTo>
                    <a:pt x="5229431" y="3104650"/>
                  </a:lnTo>
                  <a:lnTo>
                    <a:pt x="5301054" y="3115993"/>
                  </a:lnTo>
                  <a:lnTo>
                    <a:pt x="5372676" y="3126997"/>
                  </a:lnTo>
                  <a:lnTo>
                    <a:pt x="5444299" y="3137672"/>
                  </a:lnTo>
                  <a:lnTo>
                    <a:pt x="5515921" y="3148027"/>
                  </a:lnTo>
                  <a:lnTo>
                    <a:pt x="5587544" y="3158072"/>
                  </a:lnTo>
                  <a:lnTo>
                    <a:pt x="5659166" y="316781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869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9553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380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81674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55476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927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0805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78744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896563"/>
              <a:ext cx="626446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1.45 (1.06-1.96), p = 0.018  |  per IQR decline (Δ = 22.8): 2.32 (1.15-4.67)  |  IQR: [-13.3, 9.5]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17517" y="1669789"/>
              <a:ext cx="373267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2026-06-08T09:57:04Z</dcterms:modified>
  <cp:category/>
</cp:coreProperties>
</file>