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35053" y="5207070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35053" y="4460366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35053" y="3713662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35053" y="2966958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4773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7516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0258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3001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35053" y="5580422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35053" y="4833718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35053" y="4087014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35053" y="3340310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35053" y="2593606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1144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03887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16630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79697" y="4234089"/>
              <a:ext cx="6892870" cy="1015852"/>
            </a:xfrm>
            <a:custGeom>
              <a:avLst/>
              <a:pathLst>
                <a:path w="6892870" h="1015852">
                  <a:moveTo>
                    <a:pt x="0" y="1015852"/>
                  </a:moveTo>
                  <a:lnTo>
                    <a:pt x="85097" y="1015852"/>
                  </a:lnTo>
                  <a:lnTo>
                    <a:pt x="85097" y="967953"/>
                  </a:lnTo>
                  <a:lnTo>
                    <a:pt x="255291" y="967953"/>
                  </a:lnTo>
                  <a:lnTo>
                    <a:pt x="255291" y="920144"/>
                  </a:lnTo>
                  <a:lnTo>
                    <a:pt x="340388" y="920144"/>
                  </a:lnTo>
                  <a:lnTo>
                    <a:pt x="340388" y="872336"/>
                  </a:lnTo>
                  <a:lnTo>
                    <a:pt x="936068" y="872336"/>
                  </a:lnTo>
                  <a:lnTo>
                    <a:pt x="936068" y="824351"/>
                  </a:lnTo>
                  <a:lnTo>
                    <a:pt x="1106263" y="824351"/>
                  </a:lnTo>
                  <a:lnTo>
                    <a:pt x="1106263" y="775769"/>
                  </a:lnTo>
                  <a:lnTo>
                    <a:pt x="1191360" y="775769"/>
                  </a:lnTo>
                  <a:lnTo>
                    <a:pt x="1191360" y="678799"/>
                  </a:lnTo>
                  <a:lnTo>
                    <a:pt x="3063497" y="678799"/>
                  </a:lnTo>
                  <a:lnTo>
                    <a:pt x="3063497" y="630328"/>
                  </a:lnTo>
                  <a:lnTo>
                    <a:pt x="3488983" y="630328"/>
                  </a:lnTo>
                  <a:lnTo>
                    <a:pt x="3488983" y="581863"/>
                  </a:lnTo>
                  <a:lnTo>
                    <a:pt x="3659178" y="581863"/>
                  </a:lnTo>
                  <a:lnTo>
                    <a:pt x="3659178" y="533387"/>
                  </a:lnTo>
                  <a:lnTo>
                    <a:pt x="4680344" y="533387"/>
                  </a:lnTo>
                  <a:lnTo>
                    <a:pt x="4680344" y="484855"/>
                  </a:lnTo>
                  <a:lnTo>
                    <a:pt x="4765441" y="484855"/>
                  </a:lnTo>
                  <a:lnTo>
                    <a:pt x="4765441" y="436392"/>
                  </a:lnTo>
                  <a:lnTo>
                    <a:pt x="5190927" y="436392"/>
                  </a:lnTo>
                  <a:lnTo>
                    <a:pt x="5190927" y="387975"/>
                  </a:lnTo>
                  <a:lnTo>
                    <a:pt x="5361121" y="387975"/>
                  </a:lnTo>
                  <a:lnTo>
                    <a:pt x="5361121" y="339561"/>
                  </a:lnTo>
                  <a:lnTo>
                    <a:pt x="5446218" y="339561"/>
                  </a:lnTo>
                  <a:lnTo>
                    <a:pt x="5446218" y="291208"/>
                  </a:lnTo>
                  <a:lnTo>
                    <a:pt x="5616412" y="291208"/>
                  </a:lnTo>
                  <a:lnTo>
                    <a:pt x="5616412" y="242891"/>
                  </a:lnTo>
                  <a:lnTo>
                    <a:pt x="5956801" y="242891"/>
                  </a:lnTo>
                  <a:lnTo>
                    <a:pt x="5956801" y="146446"/>
                  </a:lnTo>
                  <a:lnTo>
                    <a:pt x="6212092" y="146446"/>
                  </a:lnTo>
                  <a:lnTo>
                    <a:pt x="6212092" y="98045"/>
                  </a:lnTo>
                  <a:lnTo>
                    <a:pt x="6552481" y="98045"/>
                  </a:lnTo>
                  <a:lnTo>
                    <a:pt x="6552481" y="49303"/>
                  </a:lnTo>
                  <a:lnTo>
                    <a:pt x="6892870" y="49303"/>
                  </a:lnTo>
                  <a:lnTo>
                    <a:pt x="6892870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79697" y="2861938"/>
              <a:ext cx="6892870" cy="2029694"/>
            </a:xfrm>
            <a:custGeom>
              <a:avLst/>
              <a:pathLst>
                <a:path w="6892870" h="2029694">
                  <a:moveTo>
                    <a:pt x="0" y="2029694"/>
                  </a:moveTo>
                  <a:lnTo>
                    <a:pt x="85097" y="2029694"/>
                  </a:lnTo>
                  <a:lnTo>
                    <a:pt x="85097" y="1931081"/>
                  </a:lnTo>
                  <a:lnTo>
                    <a:pt x="255291" y="1931081"/>
                  </a:lnTo>
                  <a:lnTo>
                    <a:pt x="255291" y="1832955"/>
                  </a:lnTo>
                  <a:lnTo>
                    <a:pt x="340388" y="1832955"/>
                  </a:lnTo>
                  <a:lnTo>
                    <a:pt x="340388" y="1735128"/>
                  </a:lnTo>
                  <a:lnTo>
                    <a:pt x="936068" y="1735128"/>
                  </a:lnTo>
                  <a:lnTo>
                    <a:pt x="936068" y="1637237"/>
                  </a:lnTo>
                  <a:lnTo>
                    <a:pt x="1106263" y="1637237"/>
                  </a:lnTo>
                  <a:lnTo>
                    <a:pt x="1106263" y="1538429"/>
                  </a:lnTo>
                  <a:lnTo>
                    <a:pt x="1191360" y="1538429"/>
                  </a:lnTo>
                  <a:lnTo>
                    <a:pt x="1191360" y="1342105"/>
                  </a:lnTo>
                  <a:lnTo>
                    <a:pt x="3063497" y="1342105"/>
                  </a:lnTo>
                  <a:lnTo>
                    <a:pt x="3063497" y="1244417"/>
                  </a:lnTo>
                  <a:lnTo>
                    <a:pt x="3488983" y="1244417"/>
                  </a:lnTo>
                  <a:lnTo>
                    <a:pt x="3488983" y="1147032"/>
                  </a:lnTo>
                  <a:lnTo>
                    <a:pt x="3659178" y="1147032"/>
                  </a:lnTo>
                  <a:lnTo>
                    <a:pt x="3659178" y="1049918"/>
                  </a:lnTo>
                  <a:lnTo>
                    <a:pt x="4680344" y="1049918"/>
                  </a:lnTo>
                  <a:lnTo>
                    <a:pt x="4680344" y="952980"/>
                  </a:lnTo>
                  <a:lnTo>
                    <a:pt x="4765441" y="952980"/>
                  </a:lnTo>
                  <a:lnTo>
                    <a:pt x="4765441" y="856467"/>
                  </a:lnTo>
                  <a:lnTo>
                    <a:pt x="5190927" y="856467"/>
                  </a:lnTo>
                  <a:lnTo>
                    <a:pt x="5190927" y="760331"/>
                  </a:lnTo>
                  <a:lnTo>
                    <a:pt x="5361121" y="760331"/>
                  </a:lnTo>
                  <a:lnTo>
                    <a:pt x="5361121" y="664481"/>
                  </a:lnTo>
                  <a:lnTo>
                    <a:pt x="5446218" y="664481"/>
                  </a:lnTo>
                  <a:lnTo>
                    <a:pt x="5446218" y="569033"/>
                  </a:lnTo>
                  <a:lnTo>
                    <a:pt x="5616412" y="569033"/>
                  </a:lnTo>
                  <a:lnTo>
                    <a:pt x="5616412" y="473933"/>
                  </a:lnTo>
                  <a:lnTo>
                    <a:pt x="5956801" y="473933"/>
                  </a:lnTo>
                  <a:lnTo>
                    <a:pt x="5956801" y="284928"/>
                  </a:lnTo>
                  <a:lnTo>
                    <a:pt x="6212092" y="284928"/>
                  </a:lnTo>
                  <a:lnTo>
                    <a:pt x="6212092" y="190485"/>
                  </a:lnTo>
                  <a:lnTo>
                    <a:pt x="6552481" y="190485"/>
                  </a:lnTo>
                  <a:lnTo>
                    <a:pt x="6552481" y="95650"/>
                  </a:lnTo>
                  <a:lnTo>
                    <a:pt x="6892870" y="95650"/>
                  </a:lnTo>
                  <a:lnTo>
                    <a:pt x="6892870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692708" y="5540371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4793667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4046963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3300259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0.075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2553555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0.100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84926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9766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10412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228251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1" name="tx31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2" name="pl32"/>
            <p:cNvSpPr/>
            <p:nvPr/>
          </p:nvSpPr>
          <p:spPr>
            <a:xfrm>
              <a:off x="360965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85022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3876754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117327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035053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2.11 (95% CI 0.88-5.05), p = 0.095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035053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2026-05-21T09:06:56Z</dcterms:modified>
  <cp:category/>
</cp:coreProperties>
</file>