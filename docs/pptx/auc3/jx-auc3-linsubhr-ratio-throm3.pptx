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649811"/>
            </a:xfrm>
            <a:custGeom>
              <a:avLst/>
              <a:pathLst>
                <a:path w="7392041" h="3649811">
                  <a:moveTo>
                    <a:pt x="2275378" y="0"/>
                  </a:moveTo>
                  <a:lnTo>
                    <a:pt x="2293965" y="97661"/>
                  </a:lnTo>
                  <a:lnTo>
                    <a:pt x="2371209" y="461941"/>
                  </a:lnTo>
                  <a:lnTo>
                    <a:pt x="2448452" y="788892"/>
                  </a:lnTo>
                  <a:lnTo>
                    <a:pt x="2525696" y="1082341"/>
                  </a:lnTo>
                  <a:lnTo>
                    <a:pt x="2602939" y="1345720"/>
                  </a:lnTo>
                  <a:lnTo>
                    <a:pt x="2680183" y="1582111"/>
                  </a:lnTo>
                  <a:lnTo>
                    <a:pt x="2757426" y="1794279"/>
                  </a:lnTo>
                  <a:lnTo>
                    <a:pt x="2834670" y="1984706"/>
                  </a:lnTo>
                  <a:lnTo>
                    <a:pt x="2911914" y="2155620"/>
                  </a:lnTo>
                  <a:lnTo>
                    <a:pt x="2989157" y="2309020"/>
                  </a:lnTo>
                  <a:lnTo>
                    <a:pt x="3066401" y="2446701"/>
                  </a:lnTo>
                  <a:lnTo>
                    <a:pt x="3143644" y="2570274"/>
                  </a:lnTo>
                  <a:lnTo>
                    <a:pt x="3220888" y="2681185"/>
                  </a:lnTo>
                  <a:lnTo>
                    <a:pt x="3298131" y="2780730"/>
                  </a:lnTo>
                  <a:lnTo>
                    <a:pt x="3375375" y="2795703"/>
                  </a:lnTo>
                  <a:lnTo>
                    <a:pt x="3452619" y="2808556"/>
                  </a:lnTo>
                  <a:lnTo>
                    <a:pt x="3529862" y="2821216"/>
                  </a:lnTo>
                  <a:lnTo>
                    <a:pt x="3607106" y="2833687"/>
                  </a:lnTo>
                  <a:lnTo>
                    <a:pt x="3684349" y="2845970"/>
                  </a:lnTo>
                  <a:lnTo>
                    <a:pt x="3761593" y="2858070"/>
                  </a:lnTo>
                  <a:lnTo>
                    <a:pt x="3838836" y="2869987"/>
                  </a:lnTo>
                  <a:lnTo>
                    <a:pt x="3916080" y="2881726"/>
                  </a:lnTo>
                  <a:lnTo>
                    <a:pt x="3993324" y="2893289"/>
                  </a:lnTo>
                  <a:lnTo>
                    <a:pt x="4070567" y="2904679"/>
                  </a:lnTo>
                  <a:lnTo>
                    <a:pt x="4147811" y="2915897"/>
                  </a:lnTo>
                  <a:lnTo>
                    <a:pt x="4225054" y="2926948"/>
                  </a:lnTo>
                  <a:lnTo>
                    <a:pt x="4302298" y="2937832"/>
                  </a:lnTo>
                  <a:lnTo>
                    <a:pt x="4379541" y="2948554"/>
                  </a:lnTo>
                  <a:lnTo>
                    <a:pt x="4456785" y="2959114"/>
                  </a:lnTo>
                  <a:lnTo>
                    <a:pt x="4534029" y="2969516"/>
                  </a:lnTo>
                  <a:lnTo>
                    <a:pt x="4611272" y="2979763"/>
                  </a:lnTo>
                  <a:lnTo>
                    <a:pt x="4688516" y="2989855"/>
                  </a:lnTo>
                  <a:lnTo>
                    <a:pt x="4765759" y="2999796"/>
                  </a:lnTo>
                  <a:lnTo>
                    <a:pt x="4843003" y="3009588"/>
                  </a:lnTo>
                  <a:lnTo>
                    <a:pt x="4920246" y="3019233"/>
                  </a:lnTo>
                  <a:lnTo>
                    <a:pt x="4997490" y="3028734"/>
                  </a:lnTo>
                  <a:lnTo>
                    <a:pt x="5074734" y="3038092"/>
                  </a:lnTo>
                  <a:lnTo>
                    <a:pt x="5151977" y="3047309"/>
                  </a:lnTo>
                  <a:lnTo>
                    <a:pt x="5229221" y="3056389"/>
                  </a:lnTo>
                  <a:lnTo>
                    <a:pt x="5306464" y="3065332"/>
                  </a:lnTo>
                  <a:lnTo>
                    <a:pt x="5383708" y="3074141"/>
                  </a:lnTo>
                  <a:lnTo>
                    <a:pt x="5460951" y="3082818"/>
                  </a:lnTo>
                  <a:lnTo>
                    <a:pt x="5538195" y="3091364"/>
                  </a:lnTo>
                  <a:lnTo>
                    <a:pt x="5615439" y="3099783"/>
                  </a:lnTo>
                  <a:lnTo>
                    <a:pt x="5692682" y="3108075"/>
                  </a:lnTo>
                  <a:lnTo>
                    <a:pt x="5769926" y="3116243"/>
                  </a:lnTo>
                  <a:lnTo>
                    <a:pt x="5847169" y="3124289"/>
                  </a:lnTo>
                  <a:lnTo>
                    <a:pt x="5924413" y="3132213"/>
                  </a:lnTo>
                  <a:lnTo>
                    <a:pt x="6001656" y="3140019"/>
                  </a:lnTo>
                  <a:lnTo>
                    <a:pt x="6078900" y="3147708"/>
                  </a:lnTo>
                  <a:lnTo>
                    <a:pt x="6156144" y="3155282"/>
                  </a:lnTo>
                  <a:lnTo>
                    <a:pt x="6233387" y="3162741"/>
                  </a:lnTo>
                  <a:lnTo>
                    <a:pt x="6310631" y="3170089"/>
                  </a:lnTo>
                  <a:lnTo>
                    <a:pt x="6387874" y="3177327"/>
                  </a:lnTo>
                  <a:lnTo>
                    <a:pt x="6465118" y="3184456"/>
                  </a:lnTo>
                  <a:lnTo>
                    <a:pt x="6542361" y="3191479"/>
                  </a:lnTo>
                  <a:lnTo>
                    <a:pt x="6619605" y="3198396"/>
                  </a:lnTo>
                  <a:lnTo>
                    <a:pt x="6696849" y="3205209"/>
                  </a:lnTo>
                  <a:lnTo>
                    <a:pt x="6774092" y="3211920"/>
                  </a:lnTo>
                  <a:lnTo>
                    <a:pt x="6851336" y="3218530"/>
                  </a:lnTo>
                  <a:lnTo>
                    <a:pt x="6928579" y="3225041"/>
                  </a:lnTo>
                  <a:lnTo>
                    <a:pt x="7005823" y="3231455"/>
                  </a:lnTo>
                  <a:lnTo>
                    <a:pt x="7083066" y="3237772"/>
                  </a:lnTo>
                  <a:lnTo>
                    <a:pt x="7160310" y="3243995"/>
                  </a:lnTo>
                  <a:lnTo>
                    <a:pt x="7237554" y="3250124"/>
                  </a:lnTo>
                  <a:lnTo>
                    <a:pt x="7314797" y="3256162"/>
                  </a:lnTo>
                  <a:lnTo>
                    <a:pt x="7392041" y="3262108"/>
                  </a:lnTo>
                  <a:lnTo>
                    <a:pt x="7392041" y="3649811"/>
                  </a:lnTo>
                  <a:lnTo>
                    <a:pt x="7314797" y="3649488"/>
                  </a:lnTo>
                  <a:lnTo>
                    <a:pt x="7237554" y="3649128"/>
                  </a:lnTo>
                  <a:lnTo>
                    <a:pt x="7160310" y="3648727"/>
                  </a:lnTo>
                  <a:lnTo>
                    <a:pt x="7083066" y="3648279"/>
                  </a:lnTo>
                  <a:lnTo>
                    <a:pt x="7005823" y="3647781"/>
                  </a:lnTo>
                  <a:lnTo>
                    <a:pt x="6928579" y="3647226"/>
                  </a:lnTo>
                  <a:lnTo>
                    <a:pt x="6851336" y="3646608"/>
                  </a:lnTo>
                  <a:lnTo>
                    <a:pt x="6774092" y="3645919"/>
                  </a:lnTo>
                  <a:lnTo>
                    <a:pt x="6696849" y="3645151"/>
                  </a:lnTo>
                  <a:lnTo>
                    <a:pt x="6619605" y="3644295"/>
                  </a:lnTo>
                  <a:lnTo>
                    <a:pt x="6542361" y="3643342"/>
                  </a:lnTo>
                  <a:lnTo>
                    <a:pt x="6465118" y="3642280"/>
                  </a:lnTo>
                  <a:lnTo>
                    <a:pt x="6387874" y="3641097"/>
                  </a:lnTo>
                  <a:lnTo>
                    <a:pt x="6310631" y="3639779"/>
                  </a:lnTo>
                  <a:lnTo>
                    <a:pt x="6233387" y="3638310"/>
                  </a:lnTo>
                  <a:lnTo>
                    <a:pt x="6156144" y="3636674"/>
                  </a:lnTo>
                  <a:lnTo>
                    <a:pt x="6078900" y="3634851"/>
                  </a:lnTo>
                  <a:lnTo>
                    <a:pt x="6001656" y="3632820"/>
                  </a:lnTo>
                  <a:lnTo>
                    <a:pt x="5924413" y="3630556"/>
                  </a:lnTo>
                  <a:lnTo>
                    <a:pt x="5847169" y="3628035"/>
                  </a:lnTo>
                  <a:lnTo>
                    <a:pt x="5769926" y="3625225"/>
                  </a:lnTo>
                  <a:lnTo>
                    <a:pt x="5692682" y="3622095"/>
                  </a:lnTo>
                  <a:lnTo>
                    <a:pt x="5615439" y="3618607"/>
                  </a:lnTo>
                  <a:lnTo>
                    <a:pt x="5538195" y="3614721"/>
                  </a:lnTo>
                  <a:lnTo>
                    <a:pt x="5460951" y="3610392"/>
                  </a:lnTo>
                  <a:lnTo>
                    <a:pt x="5383708" y="3605568"/>
                  </a:lnTo>
                  <a:lnTo>
                    <a:pt x="5306464" y="3600193"/>
                  </a:lnTo>
                  <a:lnTo>
                    <a:pt x="5229221" y="3594205"/>
                  </a:lnTo>
                  <a:lnTo>
                    <a:pt x="5151977" y="3587533"/>
                  </a:lnTo>
                  <a:lnTo>
                    <a:pt x="5074734" y="3580100"/>
                  </a:lnTo>
                  <a:lnTo>
                    <a:pt x="4997490" y="3571818"/>
                  </a:lnTo>
                  <a:lnTo>
                    <a:pt x="4920246" y="3562590"/>
                  </a:lnTo>
                  <a:lnTo>
                    <a:pt x="4843003" y="3552309"/>
                  </a:lnTo>
                  <a:lnTo>
                    <a:pt x="4765759" y="3540853"/>
                  </a:lnTo>
                  <a:lnTo>
                    <a:pt x="4688516" y="3528090"/>
                  </a:lnTo>
                  <a:lnTo>
                    <a:pt x="4611272" y="3513870"/>
                  </a:lnTo>
                  <a:lnTo>
                    <a:pt x="4534029" y="3498027"/>
                  </a:lnTo>
                  <a:lnTo>
                    <a:pt x="4456785" y="3480374"/>
                  </a:lnTo>
                  <a:lnTo>
                    <a:pt x="4379541" y="3460707"/>
                  </a:lnTo>
                  <a:lnTo>
                    <a:pt x="4302298" y="3438793"/>
                  </a:lnTo>
                  <a:lnTo>
                    <a:pt x="4225054" y="3414378"/>
                  </a:lnTo>
                  <a:lnTo>
                    <a:pt x="4147811" y="3387176"/>
                  </a:lnTo>
                  <a:lnTo>
                    <a:pt x="4070567" y="3356868"/>
                  </a:lnTo>
                  <a:lnTo>
                    <a:pt x="3993324" y="3323099"/>
                  </a:lnTo>
                  <a:lnTo>
                    <a:pt x="3916080" y="3285476"/>
                  </a:lnTo>
                  <a:lnTo>
                    <a:pt x="3838836" y="3243556"/>
                  </a:lnTo>
                  <a:lnTo>
                    <a:pt x="3761593" y="3196851"/>
                  </a:lnTo>
                  <a:lnTo>
                    <a:pt x="3684349" y="3144814"/>
                  </a:lnTo>
                  <a:lnTo>
                    <a:pt x="3607106" y="3086836"/>
                  </a:lnTo>
                  <a:lnTo>
                    <a:pt x="3529862" y="3022238"/>
                  </a:lnTo>
                  <a:lnTo>
                    <a:pt x="3452619" y="2950265"/>
                  </a:lnTo>
                  <a:lnTo>
                    <a:pt x="3375375" y="2870075"/>
                  </a:lnTo>
                  <a:lnTo>
                    <a:pt x="3298131" y="2782654"/>
                  </a:lnTo>
                  <a:lnTo>
                    <a:pt x="3220888" y="2769406"/>
                  </a:lnTo>
                  <a:lnTo>
                    <a:pt x="3143644" y="2755957"/>
                  </a:lnTo>
                  <a:lnTo>
                    <a:pt x="3066401" y="2742303"/>
                  </a:lnTo>
                  <a:lnTo>
                    <a:pt x="2989157" y="2728441"/>
                  </a:lnTo>
                  <a:lnTo>
                    <a:pt x="2911914" y="2714368"/>
                  </a:lnTo>
                  <a:lnTo>
                    <a:pt x="2834670" y="2700080"/>
                  </a:lnTo>
                  <a:lnTo>
                    <a:pt x="2757426" y="2685576"/>
                  </a:lnTo>
                  <a:lnTo>
                    <a:pt x="2680183" y="2670850"/>
                  </a:lnTo>
                  <a:lnTo>
                    <a:pt x="2602939" y="2655900"/>
                  </a:lnTo>
                  <a:lnTo>
                    <a:pt x="2525696" y="2640722"/>
                  </a:lnTo>
                  <a:lnTo>
                    <a:pt x="2448452" y="2625313"/>
                  </a:lnTo>
                  <a:lnTo>
                    <a:pt x="2371209" y="2609670"/>
                  </a:lnTo>
                  <a:lnTo>
                    <a:pt x="2293965" y="2593788"/>
                  </a:lnTo>
                  <a:lnTo>
                    <a:pt x="2216721" y="2577664"/>
                  </a:lnTo>
                  <a:lnTo>
                    <a:pt x="2139478" y="2561295"/>
                  </a:lnTo>
                  <a:lnTo>
                    <a:pt x="2062234" y="2544677"/>
                  </a:lnTo>
                  <a:lnTo>
                    <a:pt x="1984991" y="2527806"/>
                  </a:lnTo>
                  <a:lnTo>
                    <a:pt x="1907747" y="2510678"/>
                  </a:lnTo>
                  <a:lnTo>
                    <a:pt x="1830504" y="2493289"/>
                  </a:lnTo>
                  <a:lnTo>
                    <a:pt x="1753260" y="2475635"/>
                  </a:lnTo>
                  <a:lnTo>
                    <a:pt x="1676016" y="2457712"/>
                  </a:lnTo>
                  <a:lnTo>
                    <a:pt x="1598773" y="2439517"/>
                  </a:lnTo>
                  <a:lnTo>
                    <a:pt x="1521529" y="2421044"/>
                  </a:lnTo>
                  <a:lnTo>
                    <a:pt x="1444286" y="2402290"/>
                  </a:lnTo>
                  <a:lnTo>
                    <a:pt x="1367042" y="2383251"/>
                  </a:lnTo>
                  <a:lnTo>
                    <a:pt x="1289799" y="2363921"/>
                  </a:lnTo>
                  <a:lnTo>
                    <a:pt x="1212555" y="2344297"/>
                  </a:lnTo>
                  <a:lnTo>
                    <a:pt x="1135311" y="2324375"/>
                  </a:lnTo>
                  <a:lnTo>
                    <a:pt x="1058068" y="2304149"/>
                  </a:lnTo>
                  <a:lnTo>
                    <a:pt x="980824" y="2283615"/>
                  </a:lnTo>
                  <a:lnTo>
                    <a:pt x="903581" y="2262768"/>
                  </a:lnTo>
                  <a:lnTo>
                    <a:pt x="826337" y="2241604"/>
                  </a:lnTo>
                  <a:lnTo>
                    <a:pt x="749094" y="2220118"/>
                  </a:lnTo>
                  <a:lnTo>
                    <a:pt x="671850" y="2198305"/>
                  </a:lnTo>
                  <a:lnTo>
                    <a:pt x="594606" y="2176159"/>
                  </a:lnTo>
                  <a:lnTo>
                    <a:pt x="517363" y="2153676"/>
                  </a:lnTo>
                  <a:lnTo>
                    <a:pt x="440119" y="2130851"/>
                  </a:lnTo>
                  <a:lnTo>
                    <a:pt x="362876" y="2107678"/>
                  </a:lnTo>
                  <a:lnTo>
                    <a:pt x="285632" y="2084152"/>
                  </a:lnTo>
                  <a:lnTo>
                    <a:pt x="208389" y="2060269"/>
                  </a:lnTo>
                  <a:lnTo>
                    <a:pt x="131145" y="2036021"/>
                  </a:lnTo>
                  <a:lnTo>
                    <a:pt x="53901" y="2011404"/>
                  </a:lnTo>
                  <a:lnTo>
                    <a:pt x="0" y="19939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92896" y="1896563"/>
              <a:ext cx="5116662" cy="3262108"/>
            </a:xfrm>
            <a:custGeom>
              <a:avLst/>
              <a:pathLst>
                <a:path w="5116662" h="3262108">
                  <a:moveTo>
                    <a:pt x="0" y="0"/>
                  </a:moveTo>
                  <a:lnTo>
                    <a:pt x="18586" y="97661"/>
                  </a:lnTo>
                  <a:lnTo>
                    <a:pt x="95830" y="461941"/>
                  </a:lnTo>
                  <a:lnTo>
                    <a:pt x="173073" y="788892"/>
                  </a:lnTo>
                  <a:lnTo>
                    <a:pt x="250317" y="1082341"/>
                  </a:lnTo>
                  <a:lnTo>
                    <a:pt x="327560" y="1345720"/>
                  </a:lnTo>
                  <a:lnTo>
                    <a:pt x="404804" y="1582111"/>
                  </a:lnTo>
                  <a:lnTo>
                    <a:pt x="482048" y="1794279"/>
                  </a:lnTo>
                  <a:lnTo>
                    <a:pt x="559291" y="1984706"/>
                  </a:lnTo>
                  <a:lnTo>
                    <a:pt x="636535" y="2155620"/>
                  </a:lnTo>
                  <a:lnTo>
                    <a:pt x="713778" y="2309020"/>
                  </a:lnTo>
                  <a:lnTo>
                    <a:pt x="791022" y="2446701"/>
                  </a:lnTo>
                  <a:lnTo>
                    <a:pt x="868265" y="2570274"/>
                  </a:lnTo>
                  <a:lnTo>
                    <a:pt x="945509" y="2681185"/>
                  </a:lnTo>
                  <a:lnTo>
                    <a:pt x="1022753" y="2780730"/>
                  </a:lnTo>
                  <a:lnTo>
                    <a:pt x="1099996" y="2795703"/>
                  </a:lnTo>
                  <a:lnTo>
                    <a:pt x="1177240" y="2808556"/>
                  </a:lnTo>
                  <a:lnTo>
                    <a:pt x="1254483" y="2821216"/>
                  </a:lnTo>
                  <a:lnTo>
                    <a:pt x="1331727" y="2833687"/>
                  </a:lnTo>
                  <a:lnTo>
                    <a:pt x="1408970" y="2845970"/>
                  </a:lnTo>
                  <a:lnTo>
                    <a:pt x="1486214" y="2858070"/>
                  </a:lnTo>
                  <a:lnTo>
                    <a:pt x="1563458" y="2869987"/>
                  </a:lnTo>
                  <a:lnTo>
                    <a:pt x="1640701" y="2881726"/>
                  </a:lnTo>
                  <a:lnTo>
                    <a:pt x="1717945" y="2893289"/>
                  </a:lnTo>
                  <a:lnTo>
                    <a:pt x="1795188" y="2904679"/>
                  </a:lnTo>
                  <a:lnTo>
                    <a:pt x="1872432" y="2915897"/>
                  </a:lnTo>
                  <a:lnTo>
                    <a:pt x="1949675" y="2926948"/>
                  </a:lnTo>
                  <a:lnTo>
                    <a:pt x="2026919" y="2937832"/>
                  </a:lnTo>
                  <a:lnTo>
                    <a:pt x="2104163" y="2948554"/>
                  </a:lnTo>
                  <a:lnTo>
                    <a:pt x="2181406" y="2959114"/>
                  </a:lnTo>
                  <a:lnTo>
                    <a:pt x="2258650" y="2969516"/>
                  </a:lnTo>
                  <a:lnTo>
                    <a:pt x="2335893" y="2979763"/>
                  </a:lnTo>
                  <a:lnTo>
                    <a:pt x="2413137" y="2989855"/>
                  </a:lnTo>
                  <a:lnTo>
                    <a:pt x="2490380" y="2999796"/>
                  </a:lnTo>
                  <a:lnTo>
                    <a:pt x="2567624" y="3009588"/>
                  </a:lnTo>
                  <a:lnTo>
                    <a:pt x="2644868" y="3019233"/>
                  </a:lnTo>
                  <a:lnTo>
                    <a:pt x="2722111" y="3028734"/>
                  </a:lnTo>
                  <a:lnTo>
                    <a:pt x="2799355" y="3038092"/>
                  </a:lnTo>
                  <a:lnTo>
                    <a:pt x="2876598" y="3047309"/>
                  </a:lnTo>
                  <a:lnTo>
                    <a:pt x="2953842" y="3056389"/>
                  </a:lnTo>
                  <a:lnTo>
                    <a:pt x="3031085" y="3065332"/>
                  </a:lnTo>
                  <a:lnTo>
                    <a:pt x="3108329" y="3074141"/>
                  </a:lnTo>
                  <a:lnTo>
                    <a:pt x="3185573" y="3082818"/>
                  </a:lnTo>
                  <a:lnTo>
                    <a:pt x="3262816" y="3091364"/>
                  </a:lnTo>
                  <a:lnTo>
                    <a:pt x="3340060" y="3099783"/>
                  </a:lnTo>
                  <a:lnTo>
                    <a:pt x="3417303" y="3108075"/>
                  </a:lnTo>
                  <a:lnTo>
                    <a:pt x="3494547" y="3116243"/>
                  </a:lnTo>
                  <a:lnTo>
                    <a:pt x="3571790" y="3124289"/>
                  </a:lnTo>
                  <a:lnTo>
                    <a:pt x="3649034" y="3132213"/>
                  </a:lnTo>
                  <a:lnTo>
                    <a:pt x="3726278" y="3140019"/>
                  </a:lnTo>
                  <a:lnTo>
                    <a:pt x="3803521" y="3147708"/>
                  </a:lnTo>
                  <a:lnTo>
                    <a:pt x="3880765" y="3155282"/>
                  </a:lnTo>
                  <a:lnTo>
                    <a:pt x="3958008" y="3162741"/>
                  </a:lnTo>
                  <a:lnTo>
                    <a:pt x="4035252" y="3170089"/>
                  </a:lnTo>
                  <a:lnTo>
                    <a:pt x="4112495" y="3177327"/>
                  </a:lnTo>
                  <a:lnTo>
                    <a:pt x="4189739" y="3184456"/>
                  </a:lnTo>
                  <a:lnTo>
                    <a:pt x="4266983" y="3191479"/>
                  </a:lnTo>
                  <a:lnTo>
                    <a:pt x="4344226" y="3198396"/>
                  </a:lnTo>
                  <a:lnTo>
                    <a:pt x="4421470" y="3205209"/>
                  </a:lnTo>
                  <a:lnTo>
                    <a:pt x="4498713" y="3211920"/>
                  </a:lnTo>
                  <a:lnTo>
                    <a:pt x="4575957" y="3218530"/>
                  </a:lnTo>
                  <a:lnTo>
                    <a:pt x="4653200" y="3225041"/>
                  </a:lnTo>
                  <a:lnTo>
                    <a:pt x="4730444" y="3231455"/>
                  </a:lnTo>
                  <a:lnTo>
                    <a:pt x="4807688" y="3237772"/>
                  </a:lnTo>
                  <a:lnTo>
                    <a:pt x="4884931" y="3243995"/>
                  </a:lnTo>
                  <a:lnTo>
                    <a:pt x="4962175" y="3250124"/>
                  </a:lnTo>
                  <a:lnTo>
                    <a:pt x="5039418" y="3256162"/>
                  </a:lnTo>
                  <a:lnTo>
                    <a:pt x="5116662" y="32621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90528"/>
              <a:ext cx="7392041" cy="1655846"/>
            </a:xfrm>
            <a:custGeom>
              <a:avLst/>
              <a:pathLst>
                <a:path w="7392041" h="1655846">
                  <a:moveTo>
                    <a:pt x="7392041" y="1655846"/>
                  </a:moveTo>
                  <a:lnTo>
                    <a:pt x="7314797" y="1655523"/>
                  </a:lnTo>
                  <a:lnTo>
                    <a:pt x="7237554" y="1655163"/>
                  </a:lnTo>
                  <a:lnTo>
                    <a:pt x="7160310" y="1654762"/>
                  </a:lnTo>
                  <a:lnTo>
                    <a:pt x="7083066" y="1654314"/>
                  </a:lnTo>
                  <a:lnTo>
                    <a:pt x="7005823" y="1653816"/>
                  </a:lnTo>
                  <a:lnTo>
                    <a:pt x="6928579" y="1653261"/>
                  </a:lnTo>
                  <a:lnTo>
                    <a:pt x="6851336" y="1652643"/>
                  </a:lnTo>
                  <a:lnTo>
                    <a:pt x="6774092" y="1651954"/>
                  </a:lnTo>
                  <a:lnTo>
                    <a:pt x="6696849" y="1651186"/>
                  </a:lnTo>
                  <a:lnTo>
                    <a:pt x="6619605" y="1650330"/>
                  </a:lnTo>
                  <a:lnTo>
                    <a:pt x="6542361" y="1649377"/>
                  </a:lnTo>
                  <a:lnTo>
                    <a:pt x="6465118" y="1648315"/>
                  </a:lnTo>
                  <a:lnTo>
                    <a:pt x="6387874" y="1647132"/>
                  </a:lnTo>
                  <a:lnTo>
                    <a:pt x="6310631" y="1645814"/>
                  </a:lnTo>
                  <a:lnTo>
                    <a:pt x="6233387" y="1644345"/>
                  </a:lnTo>
                  <a:lnTo>
                    <a:pt x="6156144" y="1642709"/>
                  </a:lnTo>
                  <a:lnTo>
                    <a:pt x="6078900" y="1640886"/>
                  </a:lnTo>
                  <a:lnTo>
                    <a:pt x="6001656" y="1638855"/>
                  </a:lnTo>
                  <a:lnTo>
                    <a:pt x="5924413" y="1636591"/>
                  </a:lnTo>
                  <a:lnTo>
                    <a:pt x="5847169" y="1634070"/>
                  </a:lnTo>
                  <a:lnTo>
                    <a:pt x="5769926" y="1631260"/>
                  </a:lnTo>
                  <a:lnTo>
                    <a:pt x="5692682" y="1628130"/>
                  </a:lnTo>
                  <a:lnTo>
                    <a:pt x="5615439" y="1624642"/>
                  </a:lnTo>
                  <a:lnTo>
                    <a:pt x="5538195" y="1620756"/>
                  </a:lnTo>
                  <a:lnTo>
                    <a:pt x="5460951" y="1616427"/>
                  </a:lnTo>
                  <a:lnTo>
                    <a:pt x="5383708" y="1611603"/>
                  </a:lnTo>
                  <a:lnTo>
                    <a:pt x="5306464" y="1606228"/>
                  </a:lnTo>
                  <a:lnTo>
                    <a:pt x="5229221" y="1600240"/>
                  </a:lnTo>
                  <a:lnTo>
                    <a:pt x="5151977" y="1593568"/>
                  </a:lnTo>
                  <a:lnTo>
                    <a:pt x="5074734" y="1586135"/>
                  </a:lnTo>
                  <a:lnTo>
                    <a:pt x="4997490" y="1577853"/>
                  </a:lnTo>
                  <a:lnTo>
                    <a:pt x="4920246" y="1568625"/>
                  </a:lnTo>
                  <a:lnTo>
                    <a:pt x="4843003" y="1558343"/>
                  </a:lnTo>
                  <a:lnTo>
                    <a:pt x="4765759" y="1546888"/>
                  </a:lnTo>
                  <a:lnTo>
                    <a:pt x="4688516" y="1534125"/>
                  </a:lnTo>
                  <a:lnTo>
                    <a:pt x="4611272" y="1519905"/>
                  </a:lnTo>
                  <a:lnTo>
                    <a:pt x="4534029" y="1504062"/>
                  </a:lnTo>
                  <a:lnTo>
                    <a:pt x="4456785" y="1486409"/>
                  </a:lnTo>
                  <a:lnTo>
                    <a:pt x="4379541" y="1466742"/>
                  </a:lnTo>
                  <a:lnTo>
                    <a:pt x="4302298" y="1444828"/>
                  </a:lnTo>
                  <a:lnTo>
                    <a:pt x="4225054" y="1420413"/>
                  </a:lnTo>
                  <a:lnTo>
                    <a:pt x="4147811" y="1393211"/>
                  </a:lnTo>
                  <a:lnTo>
                    <a:pt x="4070567" y="1362903"/>
                  </a:lnTo>
                  <a:lnTo>
                    <a:pt x="3993324" y="1329134"/>
                  </a:lnTo>
                  <a:lnTo>
                    <a:pt x="3916080" y="1291511"/>
                  </a:lnTo>
                  <a:lnTo>
                    <a:pt x="3838836" y="1249591"/>
                  </a:lnTo>
                  <a:lnTo>
                    <a:pt x="3761593" y="1202886"/>
                  </a:lnTo>
                  <a:lnTo>
                    <a:pt x="3684349" y="1150849"/>
                  </a:lnTo>
                  <a:lnTo>
                    <a:pt x="3607106" y="1092871"/>
                  </a:lnTo>
                  <a:lnTo>
                    <a:pt x="3529862" y="1028273"/>
                  </a:lnTo>
                  <a:lnTo>
                    <a:pt x="3452619" y="956300"/>
                  </a:lnTo>
                  <a:lnTo>
                    <a:pt x="3375375" y="876110"/>
                  </a:lnTo>
                  <a:lnTo>
                    <a:pt x="3298131" y="788689"/>
                  </a:lnTo>
                  <a:lnTo>
                    <a:pt x="3220888" y="775441"/>
                  </a:lnTo>
                  <a:lnTo>
                    <a:pt x="3143644" y="761992"/>
                  </a:lnTo>
                  <a:lnTo>
                    <a:pt x="3066401" y="748338"/>
                  </a:lnTo>
                  <a:lnTo>
                    <a:pt x="2989157" y="734476"/>
                  </a:lnTo>
                  <a:lnTo>
                    <a:pt x="2911914" y="720403"/>
                  </a:lnTo>
                  <a:lnTo>
                    <a:pt x="2834670" y="706115"/>
                  </a:lnTo>
                  <a:lnTo>
                    <a:pt x="2757426" y="691610"/>
                  </a:lnTo>
                  <a:lnTo>
                    <a:pt x="2680183" y="676885"/>
                  </a:lnTo>
                  <a:lnTo>
                    <a:pt x="2602939" y="661935"/>
                  </a:lnTo>
                  <a:lnTo>
                    <a:pt x="2525696" y="646757"/>
                  </a:lnTo>
                  <a:lnTo>
                    <a:pt x="2448452" y="631348"/>
                  </a:lnTo>
                  <a:lnTo>
                    <a:pt x="2371209" y="615705"/>
                  </a:lnTo>
                  <a:lnTo>
                    <a:pt x="2293965" y="599823"/>
                  </a:lnTo>
                  <a:lnTo>
                    <a:pt x="2216721" y="583699"/>
                  </a:lnTo>
                  <a:lnTo>
                    <a:pt x="2139478" y="567330"/>
                  </a:lnTo>
                  <a:lnTo>
                    <a:pt x="2062234" y="550712"/>
                  </a:lnTo>
                  <a:lnTo>
                    <a:pt x="1984991" y="533841"/>
                  </a:lnTo>
                  <a:lnTo>
                    <a:pt x="1907747" y="516713"/>
                  </a:lnTo>
                  <a:lnTo>
                    <a:pt x="1830504" y="499324"/>
                  </a:lnTo>
                  <a:lnTo>
                    <a:pt x="1753260" y="481670"/>
                  </a:lnTo>
                  <a:lnTo>
                    <a:pt x="1676016" y="463747"/>
                  </a:lnTo>
                  <a:lnTo>
                    <a:pt x="1598773" y="445551"/>
                  </a:lnTo>
                  <a:lnTo>
                    <a:pt x="1521529" y="427079"/>
                  </a:lnTo>
                  <a:lnTo>
                    <a:pt x="1444286" y="408325"/>
                  </a:lnTo>
                  <a:lnTo>
                    <a:pt x="1367042" y="389285"/>
                  </a:lnTo>
                  <a:lnTo>
                    <a:pt x="1289799" y="369956"/>
                  </a:lnTo>
                  <a:lnTo>
                    <a:pt x="1212555" y="350332"/>
                  </a:lnTo>
                  <a:lnTo>
                    <a:pt x="1135311" y="330410"/>
                  </a:lnTo>
                  <a:lnTo>
                    <a:pt x="1058068" y="310184"/>
                  </a:lnTo>
                  <a:lnTo>
                    <a:pt x="980824" y="289650"/>
                  </a:lnTo>
                  <a:lnTo>
                    <a:pt x="903581" y="268803"/>
                  </a:lnTo>
                  <a:lnTo>
                    <a:pt x="826337" y="247639"/>
                  </a:lnTo>
                  <a:lnTo>
                    <a:pt x="749094" y="226153"/>
                  </a:lnTo>
                  <a:lnTo>
                    <a:pt x="671850" y="204339"/>
                  </a:lnTo>
                  <a:lnTo>
                    <a:pt x="594606" y="182194"/>
                  </a:lnTo>
                  <a:lnTo>
                    <a:pt x="517363" y="159711"/>
                  </a:lnTo>
                  <a:lnTo>
                    <a:pt x="440119" y="136886"/>
                  </a:lnTo>
                  <a:lnTo>
                    <a:pt x="362876" y="113713"/>
                  </a:lnTo>
                  <a:lnTo>
                    <a:pt x="285632" y="90187"/>
                  </a:lnTo>
                  <a:lnTo>
                    <a:pt x="208389" y="66303"/>
                  </a:lnTo>
                  <a:lnTo>
                    <a:pt x="131145" y="42056"/>
                  </a:lnTo>
                  <a:lnTo>
                    <a:pt x="53901" y="174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18732" y="1896563"/>
              <a:ext cx="5890826" cy="3619388"/>
            </a:xfrm>
            <a:custGeom>
              <a:avLst/>
              <a:pathLst>
                <a:path w="5890826" h="3619388">
                  <a:moveTo>
                    <a:pt x="0" y="0"/>
                  </a:moveTo>
                  <a:lnTo>
                    <a:pt x="20314" y="60043"/>
                  </a:lnTo>
                  <a:lnTo>
                    <a:pt x="97558" y="274705"/>
                  </a:lnTo>
                  <a:lnTo>
                    <a:pt x="174802" y="476541"/>
                  </a:lnTo>
                  <a:lnTo>
                    <a:pt x="252045" y="666316"/>
                  </a:lnTo>
                  <a:lnTo>
                    <a:pt x="329289" y="844753"/>
                  </a:lnTo>
                  <a:lnTo>
                    <a:pt x="406532" y="1012528"/>
                  </a:lnTo>
                  <a:lnTo>
                    <a:pt x="483776" y="1170277"/>
                  </a:lnTo>
                  <a:lnTo>
                    <a:pt x="561019" y="1318602"/>
                  </a:lnTo>
                  <a:lnTo>
                    <a:pt x="638263" y="1458063"/>
                  </a:lnTo>
                  <a:lnTo>
                    <a:pt x="715507" y="1589192"/>
                  </a:lnTo>
                  <a:lnTo>
                    <a:pt x="792750" y="1712486"/>
                  </a:lnTo>
                  <a:lnTo>
                    <a:pt x="869994" y="1828412"/>
                  </a:lnTo>
                  <a:lnTo>
                    <a:pt x="947237" y="1937412"/>
                  </a:lnTo>
                  <a:lnTo>
                    <a:pt x="1024481" y="2039899"/>
                  </a:lnTo>
                  <a:lnTo>
                    <a:pt x="1101724" y="2136263"/>
                  </a:lnTo>
                  <a:lnTo>
                    <a:pt x="1178968" y="2226868"/>
                  </a:lnTo>
                  <a:lnTo>
                    <a:pt x="1256212" y="2312060"/>
                  </a:lnTo>
                  <a:lnTo>
                    <a:pt x="1333455" y="2392161"/>
                  </a:lnTo>
                  <a:lnTo>
                    <a:pt x="1410699" y="2467476"/>
                  </a:lnTo>
                  <a:lnTo>
                    <a:pt x="1487942" y="2538291"/>
                  </a:lnTo>
                  <a:lnTo>
                    <a:pt x="1565186" y="2604875"/>
                  </a:lnTo>
                  <a:lnTo>
                    <a:pt x="1642429" y="2667481"/>
                  </a:lnTo>
                  <a:lnTo>
                    <a:pt x="1719673" y="2726345"/>
                  </a:lnTo>
                  <a:lnTo>
                    <a:pt x="1796917" y="2781693"/>
                  </a:lnTo>
                  <a:lnTo>
                    <a:pt x="1874160" y="2833733"/>
                  </a:lnTo>
                  <a:lnTo>
                    <a:pt x="1951404" y="2882664"/>
                  </a:lnTo>
                  <a:lnTo>
                    <a:pt x="2028647" y="2928671"/>
                  </a:lnTo>
                  <a:lnTo>
                    <a:pt x="2105891" y="2971929"/>
                  </a:lnTo>
                  <a:lnTo>
                    <a:pt x="2183134" y="3012603"/>
                  </a:lnTo>
                  <a:lnTo>
                    <a:pt x="2260378" y="3050846"/>
                  </a:lnTo>
                  <a:lnTo>
                    <a:pt x="2337622" y="3086804"/>
                  </a:lnTo>
                  <a:lnTo>
                    <a:pt x="2414865" y="3120613"/>
                  </a:lnTo>
                  <a:lnTo>
                    <a:pt x="2492109" y="3152403"/>
                  </a:lnTo>
                  <a:lnTo>
                    <a:pt x="2569352" y="3182293"/>
                  </a:lnTo>
                  <a:lnTo>
                    <a:pt x="2646596" y="3210397"/>
                  </a:lnTo>
                  <a:lnTo>
                    <a:pt x="2723839" y="3236821"/>
                  </a:lnTo>
                  <a:lnTo>
                    <a:pt x="2801083" y="3261667"/>
                  </a:lnTo>
                  <a:lnTo>
                    <a:pt x="2878327" y="3285029"/>
                  </a:lnTo>
                  <a:lnTo>
                    <a:pt x="2955570" y="3306994"/>
                  </a:lnTo>
                  <a:lnTo>
                    <a:pt x="3032814" y="3327647"/>
                  </a:lnTo>
                  <a:lnTo>
                    <a:pt x="3110057" y="3347066"/>
                  </a:lnTo>
                  <a:lnTo>
                    <a:pt x="3187301" y="3365324"/>
                  </a:lnTo>
                  <a:lnTo>
                    <a:pt x="3264544" y="3382492"/>
                  </a:lnTo>
                  <a:lnTo>
                    <a:pt x="3341788" y="3398634"/>
                  </a:lnTo>
                  <a:lnTo>
                    <a:pt x="3419032" y="3413811"/>
                  </a:lnTo>
                  <a:lnTo>
                    <a:pt x="3496275" y="3428082"/>
                  </a:lnTo>
                  <a:lnTo>
                    <a:pt x="3573519" y="3441500"/>
                  </a:lnTo>
                  <a:lnTo>
                    <a:pt x="3650762" y="3454116"/>
                  </a:lnTo>
                  <a:lnTo>
                    <a:pt x="3728006" y="3465978"/>
                  </a:lnTo>
                  <a:lnTo>
                    <a:pt x="3805249" y="3477131"/>
                  </a:lnTo>
                  <a:lnTo>
                    <a:pt x="3882493" y="3487618"/>
                  </a:lnTo>
                  <a:lnTo>
                    <a:pt x="3959737" y="3497479"/>
                  </a:lnTo>
                  <a:lnTo>
                    <a:pt x="4036980" y="3506750"/>
                  </a:lnTo>
                  <a:lnTo>
                    <a:pt x="4114224" y="3515467"/>
                  </a:lnTo>
                  <a:lnTo>
                    <a:pt x="4191467" y="3523664"/>
                  </a:lnTo>
                  <a:lnTo>
                    <a:pt x="4268711" y="3531370"/>
                  </a:lnTo>
                  <a:lnTo>
                    <a:pt x="4345954" y="3538617"/>
                  </a:lnTo>
                  <a:lnTo>
                    <a:pt x="4423198" y="3545430"/>
                  </a:lnTo>
                  <a:lnTo>
                    <a:pt x="4500442" y="3551836"/>
                  </a:lnTo>
                  <a:lnTo>
                    <a:pt x="4577685" y="3557859"/>
                  </a:lnTo>
                  <a:lnTo>
                    <a:pt x="4654929" y="3563523"/>
                  </a:lnTo>
                  <a:lnTo>
                    <a:pt x="4732172" y="3568848"/>
                  </a:lnTo>
                  <a:lnTo>
                    <a:pt x="4809416" y="3573855"/>
                  </a:lnTo>
                  <a:lnTo>
                    <a:pt x="4886659" y="3578562"/>
                  </a:lnTo>
                  <a:lnTo>
                    <a:pt x="4963903" y="3582989"/>
                  </a:lnTo>
                  <a:lnTo>
                    <a:pt x="5041147" y="3587151"/>
                  </a:lnTo>
                  <a:lnTo>
                    <a:pt x="5118390" y="3591064"/>
                  </a:lnTo>
                  <a:lnTo>
                    <a:pt x="5195634" y="3594743"/>
                  </a:lnTo>
                  <a:lnTo>
                    <a:pt x="5272877" y="3598203"/>
                  </a:lnTo>
                  <a:lnTo>
                    <a:pt x="5350121" y="3601456"/>
                  </a:lnTo>
                  <a:lnTo>
                    <a:pt x="5427364" y="3604514"/>
                  </a:lnTo>
                  <a:lnTo>
                    <a:pt x="5504608" y="3607390"/>
                  </a:lnTo>
                  <a:lnTo>
                    <a:pt x="5581852" y="3610094"/>
                  </a:lnTo>
                  <a:lnTo>
                    <a:pt x="5659095" y="3612636"/>
                  </a:lnTo>
                  <a:lnTo>
                    <a:pt x="5736339" y="3615027"/>
                  </a:lnTo>
                  <a:lnTo>
                    <a:pt x="5813582" y="3617275"/>
                  </a:lnTo>
                  <a:lnTo>
                    <a:pt x="5890826" y="36193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2026-05-21T09:06:47Z</dcterms:modified>
  <cp:category/>
</cp:coreProperties>
</file>