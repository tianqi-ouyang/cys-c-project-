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1046"/>
            </a:xfrm>
            <a:custGeom>
              <a:avLst/>
              <a:pathLst>
                <a:path w="7392041" h="3481046">
                  <a:moveTo>
                    <a:pt x="2275378" y="0"/>
                  </a:moveTo>
                  <a:lnTo>
                    <a:pt x="2293965" y="93145"/>
                  </a:lnTo>
                  <a:lnTo>
                    <a:pt x="2371209" y="440581"/>
                  </a:lnTo>
                  <a:lnTo>
                    <a:pt x="2448452" y="752414"/>
                  </a:lnTo>
                  <a:lnTo>
                    <a:pt x="2525696" y="1032294"/>
                  </a:lnTo>
                  <a:lnTo>
                    <a:pt x="2602939" y="1283495"/>
                  </a:lnTo>
                  <a:lnTo>
                    <a:pt x="2680183" y="1508955"/>
                  </a:lnTo>
                  <a:lnTo>
                    <a:pt x="2757426" y="1711312"/>
                  </a:lnTo>
                  <a:lnTo>
                    <a:pt x="2834670" y="1892934"/>
                  </a:lnTo>
                  <a:lnTo>
                    <a:pt x="2911914" y="2055944"/>
                  </a:lnTo>
                  <a:lnTo>
                    <a:pt x="2989157" y="2202252"/>
                  </a:lnTo>
                  <a:lnTo>
                    <a:pt x="3066401" y="2333567"/>
                  </a:lnTo>
                  <a:lnTo>
                    <a:pt x="3143644" y="2451426"/>
                  </a:lnTo>
                  <a:lnTo>
                    <a:pt x="3220888" y="2557208"/>
                  </a:lnTo>
                  <a:lnTo>
                    <a:pt x="3298131" y="2652150"/>
                  </a:lnTo>
                  <a:lnTo>
                    <a:pt x="3375375" y="2666431"/>
                  </a:lnTo>
                  <a:lnTo>
                    <a:pt x="3452619" y="2678689"/>
                  </a:lnTo>
                  <a:lnTo>
                    <a:pt x="3529862" y="2690764"/>
                  </a:lnTo>
                  <a:lnTo>
                    <a:pt x="3607106" y="2702658"/>
                  </a:lnTo>
                  <a:lnTo>
                    <a:pt x="3684349" y="2714374"/>
                  </a:lnTo>
                  <a:lnTo>
                    <a:pt x="3761593" y="2725913"/>
                  </a:lnTo>
                  <a:lnTo>
                    <a:pt x="3838836" y="2737280"/>
                  </a:lnTo>
                  <a:lnTo>
                    <a:pt x="3916080" y="2748476"/>
                  </a:lnTo>
                  <a:lnTo>
                    <a:pt x="3993324" y="2759505"/>
                  </a:lnTo>
                  <a:lnTo>
                    <a:pt x="4070567" y="2770367"/>
                  </a:lnTo>
                  <a:lnTo>
                    <a:pt x="4147811" y="2781067"/>
                  </a:lnTo>
                  <a:lnTo>
                    <a:pt x="4225054" y="2791607"/>
                  </a:lnTo>
                  <a:lnTo>
                    <a:pt x="4302298" y="2801988"/>
                  </a:lnTo>
                  <a:lnTo>
                    <a:pt x="4379541" y="2812214"/>
                  </a:lnTo>
                  <a:lnTo>
                    <a:pt x="4456785" y="2822286"/>
                  </a:lnTo>
                  <a:lnTo>
                    <a:pt x="4534029" y="2832207"/>
                  </a:lnTo>
                  <a:lnTo>
                    <a:pt x="4611272" y="2841979"/>
                  </a:lnTo>
                  <a:lnTo>
                    <a:pt x="4688516" y="2851605"/>
                  </a:lnTo>
                  <a:lnTo>
                    <a:pt x="4765759" y="2861087"/>
                  </a:lnTo>
                  <a:lnTo>
                    <a:pt x="4843003" y="2870426"/>
                  </a:lnTo>
                  <a:lnTo>
                    <a:pt x="4920246" y="2879625"/>
                  </a:lnTo>
                  <a:lnTo>
                    <a:pt x="4997490" y="2888686"/>
                  </a:lnTo>
                  <a:lnTo>
                    <a:pt x="5074734" y="2897611"/>
                  </a:lnTo>
                  <a:lnTo>
                    <a:pt x="5151977" y="2906403"/>
                  </a:lnTo>
                  <a:lnTo>
                    <a:pt x="5229221" y="2915062"/>
                  </a:lnTo>
                  <a:lnTo>
                    <a:pt x="5306464" y="2923592"/>
                  </a:lnTo>
                  <a:lnTo>
                    <a:pt x="5383708" y="2931994"/>
                  </a:lnTo>
                  <a:lnTo>
                    <a:pt x="5460951" y="2940269"/>
                  </a:lnTo>
                  <a:lnTo>
                    <a:pt x="5538195" y="2948421"/>
                  </a:lnTo>
                  <a:lnTo>
                    <a:pt x="5615439" y="2956450"/>
                  </a:lnTo>
                  <a:lnTo>
                    <a:pt x="5692682" y="2964359"/>
                  </a:lnTo>
                  <a:lnTo>
                    <a:pt x="5769926" y="2972149"/>
                  </a:lnTo>
                  <a:lnTo>
                    <a:pt x="5847169" y="2979823"/>
                  </a:lnTo>
                  <a:lnTo>
                    <a:pt x="5924413" y="2987381"/>
                  </a:lnTo>
                  <a:lnTo>
                    <a:pt x="6001656" y="2994826"/>
                  </a:lnTo>
                  <a:lnTo>
                    <a:pt x="6078900" y="3002159"/>
                  </a:lnTo>
                  <a:lnTo>
                    <a:pt x="6156144" y="3009382"/>
                  </a:lnTo>
                  <a:lnTo>
                    <a:pt x="6233387" y="3016497"/>
                  </a:lnTo>
                  <a:lnTo>
                    <a:pt x="6310631" y="3023506"/>
                  </a:lnTo>
                  <a:lnTo>
                    <a:pt x="6387874" y="3030409"/>
                  </a:lnTo>
                  <a:lnTo>
                    <a:pt x="6465118" y="3037208"/>
                  </a:lnTo>
                  <a:lnTo>
                    <a:pt x="6542361" y="3043906"/>
                  </a:lnTo>
                  <a:lnTo>
                    <a:pt x="6619605" y="3050503"/>
                  </a:lnTo>
                  <a:lnTo>
                    <a:pt x="6696849" y="3057001"/>
                  </a:lnTo>
                  <a:lnTo>
                    <a:pt x="6774092" y="3063402"/>
                  </a:lnTo>
                  <a:lnTo>
                    <a:pt x="6851336" y="3069707"/>
                  </a:lnTo>
                  <a:lnTo>
                    <a:pt x="6928579" y="3075917"/>
                  </a:lnTo>
                  <a:lnTo>
                    <a:pt x="7005823" y="3082034"/>
                  </a:lnTo>
                  <a:lnTo>
                    <a:pt x="7083066" y="3088059"/>
                  </a:lnTo>
                  <a:lnTo>
                    <a:pt x="7160310" y="3093994"/>
                  </a:lnTo>
                  <a:lnTo>
                    <a:pt x="7237554" y="3099840"/>
                  </a:lnTo>
                  <a:lnTo>
                    <a:pt x="7314797" y="3105598"/>
                  </a:lnTo>
                  <a:lnTo>
                    <a:pt x="7392041" y="3111270"/>
                  </a:lnTo>
                  <a:lnTo>
                    <a:pt x="7392041" y="3481046"/>
                  </a:lnTo>
                  <a:lnTo>
                    <a:pt x="7314797" y="3480737"/>
                  </a:lnTo>
                  <a:lnTo>
                    <a:pt x="7237554" y="3480394"/>
                  </a:lnTo>
                  <a:lnTo>
                    <a:pt x="7160310" y="3480011"/>
                  </a:lnTo>
                  <a:lnTo>
                    <a:pt x="7083066" y="3479584"/>
                  </a:lnTo>
                  <a:lnTo>
                    <a:pt x="7005823" y="3479109"/>
                  </a:lnTo>
                  <a:lnTo>
                    <a:pt x="6928579" y="3478580"/>
                  </a:lnTo>
                  <a:lnTo>
                    <a:pt x="6851336" y="3477990"/>
                  </a:lnTo>
                  <a:lnTo>
                    <a:pt x="6774092" y="3477333"/>
                  </a:lnTo>
                  <a:lnTo>
                    <a:pt x="6696849" y="3476600"/>
                  </a:lnTo>
                  <a:lnTo>
                    <a:pt x="6619605" y="3475785"/>
                  </a:lnTo>
                  <a:lnTo>
                    <a:pt x="6542361" y="3474876"/>
                  </a:lnTo>
                  <a:lnTo>
                    <a:pt x="6465118" y="3473863"/>
                  </a:lnTo>
                  <a:lnTo>
                    <a:pt x="6387874" y="3472734"/>
                  </a:lnTo>
                  <a:lnTo>
                    <a:pt x="6310631" y="3471477"/>
                  </a:lnTo>
                  <a:lnTo>
                    <a:pt x="6233387" y="3470076"/>
                  </a:lnTo>
                  <a:lnTo>
                    <a:pt x="6156144" y="3468516"/>
                  </a:lnTo>
                  <a:lnTo>
                    <a:pt x="6078900" y="3466777"/>
                  </a:lnTo>
                  <a:lnTo>
                    <a:pt x="6001656" y="3464839"/>
                  </a:lnTo>
                  <a:lnTo>
                    <a:pt x="5924413" y="3462681"/>
                  </a:lnTo>
                  <a:lnTo>
                    <a:pt x="5847169" y="3460276"/>
                  </a:lnTo>
                  <a:lnTo>
                    <a:pt x="5769926" y="3457596"/>
                  </a:lnTo>
                  <a:lnTo>
                    <a:pt x="5692682" y="3454610"/>
                  </a:lnTo>
                  <a:lnTo>
                    <a:pt x="5615439" y="3451284"/>
                  </a:lnTo>
                  <a:lnTo>
                    <a:pt x="5538195" y="3447578"/>
                  </a:lnTo>
                  <a:lnTo>
                    <a:pt x="5460951" y="3443449"/>
                  </a:lnTo>
                  <a:lnTo>
                    <a:pt x="5383708" y="3438848"/>
                  </a:lnTo>
                  <a:lnTo>
                    <a:pt x="5306464" y="3433722"/>
                  </a:lnTo>
                  <a:lnTo>
                    <a:pt x="5229221" y="3428010"/>
                  </a:lnTo>
                  <a:lnTo>
                    <a:pt x="5151977" y="3421647"/>
                  </a:lnTo>
                  <a:lnTo>
                    <a:pt x="5074734" y="3414557"/>
                  </a:lnTo>
                  <a:lnTo>
                    <a:pt x="4997490" y="3406658"/>
                  </a:lnTo>
                  <a:lnTo>
                    <a:pt x="4920246" y="3397857"/>
                  </a:lnTo>
                  <a:lnTo>
                    <a:pt x="4843003" y="3388051"/>
                  </a:lnTo>
                  <a:lnTo>
                    <a:pt x="4765759" y="3377126"/>
                  </a:lnTo>
                  <a:lnTo>
                    <a:pt x="4688516" y="3364953"/>
                  </a:lnTo>
                  <a:lnTo>
                    <a:pt x="4611272" y="3351390"/>
                  </a:lnTo>
                  <a:lnTo>
                    <a:pt x="4534029" y="3336279"/>
                  </a:lnTo>
                  <a:lnTo>
                    <a:pt x="4456785" y="3319443"/>
                  </a:lnTo>
                  <a:lnTo>
                    <a:pt x="4379541" y="3300685"/>
                  </a:lnTo>
                  <a:lnTo>
                    <a:pt x="4302298" y="3279785"/>
                  </a:lnTo>
                  <a:lnTo>
                    <a:pt x="4225054" y="3256499"/>
                  </a:lnTo>
                  <a:lnTo>
                    <a:pt x="4147811" y="3230554"/>
                  </a:lnTo>
                  <a:lnTo>
                    <a:pt x="4070567" y="3201647"/>
                  </a:lnTo>
                  <a:lnTo>
                    <a:pt x="3993324" y="3169440"/>
                  </a:lnTo>
                  <a:lnTo>
                    <a:pt x="3916080" y="3133556"/>
                  </a:lnTo>
                  <a:lnTo>
                    <a:pt x="3838836" y="3093576"/>
                  </a:lnTo>
                  <a:lnTo>
                    <a:pt x="3761593" y="3049030"/>
                  </a:lnTo>
                  <a:lnTo>
                    <a:pt x="3684349" y="2999399"/>
                  </a:lnTo>
                  <a:lnTo>
                    <a:pt x="3607106" y="2944101"/>
                  </a:lnTo>
                  <a:lnTo>
                    <a:pt x="3529862" y="2882491"/>
                  </a:lnTo>
                  <a:lnTo>
                    <a:pt x="3452619" y="2813846"/>
                  </a:lnTo>
                  <a:lnTo>
                    <a:pt x="3375375" y="2737364"/>
                  </a:lnTo>
                  <a:lnTo>
                    <a:pt x="3298131" y="2653985"/>
                  </a:lnTo>
                  <a:lnTo>
                    <a:pt x="3220888" y="2641350"/>
                  </a:lnTo>
                  <a:lnTo>
                    <a:pt x="3143644" y="2628523"/>
                  </a:lnTo>
                  <a:lnTo>
                    <a:pt x="3066401" y="2615500"/>
                  </a:lnTo>
                  <a:lnTo>
                    <a:pt x="2989157" y="2602279"/>
                  </a:lnTo>
                  <a:lnTo>
                    <a:pt x="2911914" y="2588856"/>
                  </a:lnTo>
                  <a:lnTo>
                    <a:pt x="2834670" y="2575230"/>
                  </a:lnTo>
                  <a:lnTo>
                    <a:pt x="2757426" y="2561395"/>
                  </a:lnTo>
                  <a:lnTo>
                    <a:pt x="2680183" y="2547351"/>
                  </a:lnTo>
                  <a:lnTo>
                    <a:pt x="2602939" y="2533092"/>
                  </a:lnTo>
                  <a:lnTo>
                    <a:pt x="2525696" y="2518616"/>
                  </a:lnTo>
                  <a:lnTo>
                    <a:pt x="2448452" y="2503920"/>
                  </a:lnTo>
                  <a:lnTo>
                    <a:pt x="2371209" y="2488999"/>
                  </a:lnTo>
                  <a:lnTo>
                    <a:pt x="2293965" y="2473852"/>
                  </a:lnTo>
                  <a:lnTo>
                    <a:pt x="2216721" y="2458474"/>
                  </a:lnTo>
                  <a:lnTo>
                    <a:pt x="2139478" y="2442862"/>
                  </a:lnTo>
                  <a:lnTo>
                    <a:pt x="2062234" y="2427012"/>
                  </a:lnTo>
                  <a:lnTo>
                    <a:pt x="1984991" y="2410921"/>
                  </a:lnTo>
                  <a:lnTo>
                    <a:pt x="1907747" y="2394585"/>
                  </a:lnTo>
                  <a:lnTo>
                    <a:pt x="1830504" y="2378000"/>
                  </a:lnTo>
                  <a:lnTo>
                    <a:pt x="1753260" y="2361162"/>
                  </a:lnTo>
                  <a:lnTo>
                    <a:pt x="1676016" y="2344068"/>
                  </a:lnTo>
                  <a:lnTo>
                    <a:pt x="1598773" y="2326714"/>
                  </a:lnTo>
                  <a:lnTo>
                    <a:pt x="1521529" y="2309096"/>
                  </a:lnTo>
                  <a:lnTo>
                    <a:pt x="1444286" y="2291209"/>
                  </a:lnTo>
                  <a:lnTo>
                    <a:pt x="1367042" y="2273050"/>
                  </a:lnTo>
                  <a:lnTo>
                    <a:pt x="1289799" y="2254614"/>
                  </a:lnTo>
                  <a:lnTo>
                    <a:pt x="1212555" y="2235898"/>
                  </a:lnTo>
                  <a:lnTo>
                    <a:pt x="1135311" y="2216897"/>
                  </a:lnTo>
                  <a:lnTo>
                    <a:pt x="1058068" y="2197606"/>
                  </a:lnTo>
                  <a:lnTo>
                    <a:pt x="980824" y="2178021"/>
                  </a:lnTo>
                  <a:lnTo>
                    <a:pt x="903581" y="2158139"/>
                  </a:lnTo>
                  <a:lnTo>
                    <a:pt x="826337" y="2137953"/>
                  </a:lnTo>
                  <a:lnTo>
                    <a:pt x="749094" y="2117461"/>
                  </a:lnTo>
                  <a:lnTo>
                    <a:pt x="671850" y="2096656"/>
                  </a:lnTo>
                  <a:lnTo>
                    <a:pt x="594606" y="2075534"/>
                  </a:lnTo>
                  <a:lnTo>
                    <a:pt x="517363" y="2054091"/>
                  </a:lnTo>
                  <a:lnTo>
                    <a:pt x="440119" y="2032321"/>
                  </a:lnTo>
                  <a:lnTo>
                    <a:pt x="362876" y="2010220"/>
                  </a:lnTo>
                  <a:lnTo>
                    <a:pt x="285632" y="1987782"/>
                  </a:lnTo>
                  <a:lnTo>
                    <a:pt x="208389" y="1965002"/>
                  </a:lnTo>
                  <a:lnTo>
                    <a:pt x="131145" y="1941876"/>
                  </a:lnTo>
                  <a:lnTo>
                    <a:pt x="53901" y="1918398"/>
                  </a:lnTo>
                  <a:lnTo>
                    <a:pt x="0" y="1901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2073503"/>
              <a:ext cx="5116662" cy="3111270"/>
            </a:xfrm>
            <a:custGeom>
              <a:avLst/>
              <a:pathLst>
                <a:path w="5116662" h="3111270">
                  <a:moveTo>
                    <a:pt x="0" y="0"/>
                  </a:moveTo>
                  <a:lnTo>
                    <a:pt x="18586" y="93145"/>
                  </a:lnTo>
                  <a:lnTo>
                    <a:pt x="95830" y="440581"/>
                  </a:lnTo>
                  <a:lnTo>
                    <a:pt x="173073" y="752414"/>
                  </a:lnTo>
                  <a:lnTo>
                    <a:pt x="250317" y="1032294"/>
                  </a:lnTo>
                  <a:lnTo>
                    <a:pt x="327560" y="1283495"/>
                  </a:lnTo>
                  <a:lnTo>
                    <a:pt x="404804" y="1508955"/>
                  </a:lnTo>
                  <a:lnTo>
                    <a:pt x="482048" y="1711312"/>
                  </a:lnTo>
                  <a:lnTo>
                    <a:pt x="559291" y="1892934"/>
                  </a:lnTo>
                  <a:lnTo>
                    <a:pt x="636535" y="2055944"/>
                  </a:lnTo>
                  <a:lnTo>
                    <a:pt x="713778" y="2202252"/>
                  </a:lnTo>
                  <a:lnTo>
                    <a:pt x="791022" y="2333567"/>
                  </a:lnTo>
                  <a:lnTo>
                    <a:pt x="868265" y="2451426"/>
                  </a:lnTo>
                  <a:lnTo>
                    <a:pt x="945509" y="2557208"/>
                  </a:lnTo>
                  <a:lnTo>
                    <a:pt x="1022753" y="2652150"/>
                  </a:lnTo>
                  <a:lnTo>
                    <a:pt x="1099996" y="2666431"/>
                  </a:lnTo>
                  <a:lnTo>
                    <a:pt x="1177240" y="2678689"/>
                  </a:lnTo>
                  <a:lnTo>
                    <a:pt x="1254483" y="2690764"/>
                  </a:lnTo>
                  <a:lnTo>
                    <a:pt x="1331727" y="2702658"/>
                  </a:lnTo>
                  <a:lnTo>
                    <a:pt x="1408970" y="2714374"/>
                  </a:lnTo>
                  <a:lnTo>
                    <a:pt x="1486214" y="2725913"/>
                  </a:lnTo>
                  <a:lnTo>
                    <a:pt x="1563458" y="2737280"/>
                  </a:lnTo>
                  <a:lnTo>
                    <a:pt x="1640701" y="2748476"/>
                  </a:lnTo>
                  <a:lnTo>
                    <a:pt x="1717945" y="2759505"/>
                  </a:lnTo>
                  <a:lnTo>
                    <a:pt x="1795188" y="2770367"/>
                  </a:lnTo>
                  <a:lnTo>
                    <a:pt x="1872432" y="2781067"/>
                  </a:lnTo>
                  <a:lnTo>
                    <a:pt x="1949675" y="2791607"/>
                  </a:lnTo>
                  <a:lnTo>
                    <a:pt x="2026919" y="2801988"/>
                  </a:lnTo>
                  <a:lnTo>
                    <a:pt x="2104163" y="2812214"/>
                  </a:lnTo>
                  <a:lnTo>
                    <a:pt x="2181406" y="2822286"/>
                  </a:lnTo>
                  <a:lnTo>
                    <a:pt x="2258650" y="2832207"/>
                  </a:lnTo>
                  <a:lnTo>
                    <a:pt x="2335893" y="2841979"/>
                  </a:lnTo>
                  <a:lnTo>
                    <a:pt x="2413137" y="2851605"/>
                  </a:lnTo>
                  <a:lnTo>
                    <a:pt x="2490380" y="2861087"/>
                  </a:lnTo>
                  <a:lnTo>
                    <a:pt x="2567624" y="2870426"/>
                  </a:lnTo>
                  <a:lnTo>
                    <a:pt x="2644868" y="2879625"/>
                  </a:lnTo>
                  <a:lnTo>
                    <a:pt x="2722111" y="2888686"/>
                  </a:lnTo>
                  <a:lnTo>
                    <a:pt x="2799355" y="2897611"/>
                  </a:lnTo>
                  <a:lnTo>
                    <a:pt x="2876598" y="2906403"/>
                  </a:lnTo>
                  <a:lnTo>
                    <a:pt x="2953842" y="2915062"/>
                  </a:lnTo>
                  <a:lnTo>
                    <a:pt x="3031085" y="2923592"/>
                  </a:lnTo>
                  <a:lnTo>
                    <a:pt x="3108329" y="2931994"/>
                  </a:lnTo>
                  <a:lnTo>
                    <a:pt x="3185573" y="2940269"/>
                  </a:lnTo>
                  <a:lnTo>
                    <a:pt x="3262816" y="2948421"/>
                  </a:lnTo>
                  <a:lnTo>
                    <a:pt x="3340060" y="2956450"/>
                  </a:lnTo>
                  <a:lnTo>
                    <a:pt x="3417303" y="2964359"/>
                  </a:lnTo>
                  <a:lnTo>
                    <a:pt x="3494547" y="2972149"/>
                  </a:lnTo>
                  <a:lnTo>
                    <a:pt x="3571790" y="2979823"/>
                  </a:lnTo>
                  <a:lnTo>
                    <a:pt x="3649034" y="2987381"/>
                  </a:lnTo>
                  <a:lnTo>
                    <a:pt x="3726278" y="2994826"/>
                  </a:lnTo>
                  <a:lnTo>
                    <a:pt x="3803521" y="3002159"/>
                  </a:lnTo>
                  <a:lnTo>
                    <a:pt x="3880765" y="3009382"/>
                  </a:lnTo>
                  <a:lnTo>
                    <a:pt x="3958008" y="3016497"/>
                  </a:lnTo>
                  <a:lnTo>
                    <a:pt x="4035252" y="3023506"/>
                  </a:lnTo>
                  <a:lnTo>
                    <a:pt x="4112495" y="3030409"/>
                  </a:lnTo>
                  <a:lnTo>
                    <a:pt x="4189739" y="3037208"/>
                  </a:lnTo>
                  <a:lnTo>
                    <a:pt x="4266983" y="3043906"/>
                  </a:lnTo>
                  <a:lnTo>
                    <a:pt x="4344226" y="3050503"/>
                  </a:lnTo>
                  <a:lnTo>
                    <a:pt x="4421470" y="3057001"/>
                  </a:lnTo>
                  <a:lnTo>
                    <a:pt x="4498713" y="3063402"/>
                  </a:lnTo>
                  <a:lnTo>
                    <a:pt x="4575957" y="3069707"/>
                  </a:lnTo>
                  <a:lnTo>
                    <a:pt x="4653200" y="3075917"/>
                  </a:lnTo>
                  <a:lnTo>
                    <a:pt x="4730444" y="3082034"/>
                  </a:lnTo>
                  <a:lnTo>
                    <a:pt x="4807688" y="3088059"/>
                  </a:lnTo>
                  <a:lnTo>
                    <a:pt x="4884931" y="3093994"/>
                  </a:lnTo>
                  <a:lnTo>
                    <a:pt x="4962175" y="3099840"/>
                  </a:lnTo>
                  <a:lnTo>
                    <a:pt x="5039418" y="3105598"/>
                  </a:lnTo>
                  <a:lnTo>
                    <a:pt x="5116662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5267"/>
              <a:ext cx="7392041" cy="1579281"/>
            </a:xfrm>
            <a:custGeom>
              <a:avLst/>
              <a:pathLst>
                <a:path w="7392041" h="1579281">
                  <a:moveTo>
                    <a:pt x="7392041" y="1579281"/>
                  </a:moveTo>
                  <a:lnTo>
                    <a:pt x="7314797" y="1578972"/>
                  </a:lnTo>
                  <a:lnTo>
                    <a:pt x="7237554" y="1578629"/>
                  </a:lnTo>
                  <a:lnTo>
                    <a:pt x="7160310" y="1578246"/>
                  </a:lnTo>
                  <a:lnTo>
                    <a:pt x="7083066" y="1577819"/>
                  </a:lnTo>
                  <a:lnTo>
                    <a:pt x="7005823" y="1577344"/>
                  </a:lnTo>
                  <a:lnTo>
                    <a:pt x="6928579" y="1576815"/>
                  </a:lnTo>
                  <a:lnTo>
                    <a:pt x="6851336" y="1576225"/>
                  </a:lnTo>
                  <a:lnTo>
                    <a:pt x="6774092" y="1575568"/>
                  </a:lnTo>
                  <a:lnTo>
                    <a:pt x="6696849" y="1574836"/>
                  </a:lnTo>
                  <a:lnTo>
                    <a:pt x="6619605" y="1574020"/>
                  </a:lnTo>
                  <a:lnTo>
                    <a:pt x="6542361" y="1573111"/>
                  </a:lnTo>
                  <a:lnTo>
                    <a:pt x="6465118" y="1572098"/>
                  </a:lnTo>
                  <a:lnTo>
                    <a:pt x="6387874" y="1570969"/>
                  </a:lnTo>
                  <a:lnTo>
                    <a:pt x="6310631" y="1569712"/>
                  </a:lnTo>
                  <a:lnTo>
                    <a:pt x="6233387" y="1568311"/>
                  </a:lnTo>
                  <a:lnTo>
                    <a:pt x="6156144" y="1566751"/>
                  </a:lnTo>
                  <a:lnTo>
                    <a:pt x="6078900" y="1565012"/>
                  </a:lnTo>
                  <a:lnTo>
                    <a:pt x="6001656" y="1563074"/>
                  </a:lnTo>
                  <a:lnTo>
                    <a:pt x="5924413" y="1560916"/>
                  </a:lnTo>
                  <a:lnTo>
                    <a:pt x="5847169" y="1558511"/>
                  </a:lnTo>
                  <a:lnTo>
                    <a:pt x="5769926" y="1555831"/>
                  </a:lnTo>
                  <a:lnTo>
                    <a:pt x="5692682" y="1552846"/>
                  </a:lnTo>
                  <a:lnTo>
                    <a:pt x="5615439" y="1549519"/>
                  </a:lnTo>
                  <a:lnTo>
                    <a:pt x="5538195" y="1545813"/>
                  </a:lnTo>
                  <a:lnTo>
                    <a:pt x="5460951" y="1541684"/>
                  </a:lnTo>
                  <a:lnTo>
                    <a:pt x="5383708" y="1537083"/>
                  </a:lnTo>
                  <a:lnTo>
                    <a:pt x="5306464" y="1531957"/>
                  </a:lnTo>
                  <a:lnTo>
                    <a:pt x="5229221" y="1526246"/>
                  </a:lnTo>
                  <a:lnTo>
                    <a:pt x="5151977" y="1519882"/>
                  </a:lnTo>
                  <a:lnTo>
                    <a:pt x="5074734" y="1512792"/>
                  </a:lnTo>
                  <a:lnTo>
                    <a:pt x="4997490" y="1504893"/>
                  </a:lnTo>
                  <a:lnTo>
                    <a:pt x="4920246" y="1496092"/>
                  </a:lnTo>
                  <a:lnTo>
                    <a:pt x="4843003" y="1486286"/>
                  </a:lnTo>
                  <a:lnTo>
                    <a:pt x="4765759" y="1475361"/>
                  </a:lnTo>
                  <a:lnTo>
                    <a:pt x="4688516" y="1463188"/>
                  </a:lnTo>
                  <a:lnTo>
                    <a:pt x="4611272" y="1449625"/>
                  </a:lnTo>
                  <a:lnTo>
                    <a:pt x="4534029" y="1434514"/>
                  </a:lnTo>
                  <a:lnTo>
                    <a:pt x="4456785" y="1417678"/>
                  </a:lnTo>
                  <a:lnTo>
                    <a:pt x="4379541" y="1398920"/>
                  </a:lnTo>
                  <a:lnTo>
                    <a:pt x="4302298" y="1378020"/>
                  </a:lnTo>
                  <a:lnTo>
                    <a:pt x="4225054" y="1354734"/>
                  </a:lnTo>
                  <a:lnTo>
                    <a:pt x="4147811" y="1328789"/>
                  </a:lnTo>
                  <a:lnTo>
                    <a:pt x="4070567" y="1299883"/>
                  </a:lnTo>
                  <a:lnTo>
                    <a:pt x="3993324" y="1267676"/>
                  </a:lnTo>
                  <a:lnTo>
                    <a:pt x="3916080" y="1231792"/>
                  </a:lnTo>
                  <a:lnTo>
                    <a:pt x="3838836" y="1191811"/>
                  </a:lnTo>
                  <a:lnTo>
                    <a:pt x="3761593" y="1147265"/>
                  </a:lnTo>
                  <a:lnTo>
                    <a:pt x="3684349" y="1097634"/>
                  </a:lnTo>
                  <a:lnTo>
                    <a:pt x="3607106" y="1042337"/>
                  </a:lnTo>
                  <a:lnTo>
                    <a:pt x="3529862" y="980726"/>
                  </a:lnTo>
                  <a:lnTo>
                    <a:pt x="3452619" y="912081"/>
                  </a:lnTo>
                  <a:lnTo>
                    <a:pt x="3375375" y="835599"/>
                  </a:lnTo>
                  <a:lnTo>
                    <a:pt x="3298131" y="752220"/>
                  </a:lnTo>
                  <a:lnTo>
                    <a:pt x="3220888" y="739585"/>
                  </a:lnTo>
                  <a:lnTo>
                    <a:pt x="3143644" y="726758"/>
                  </a:lnTo>
                  <a:lnTo>
                    <a:pt x="3066401" y="713735"/>
                  </a:lnTo>
                  <a:lnTo>
                    <a:pt x="2989157" y="700514"/>
                  </a:lnTo>
                  <a:lnTo>
                    <a:pt x="2911914" y="687092"/>
                  </a:lnTo>
                  <a:lnTo>
                    <a:pt x="2834670" y="673465"/>
                  </a:lnTo>
                  <a:lnTo>
                    <a:pt x="2757426" y="659631"/>
                  </a:lnTo>
                  <a:lnTo>
                    <a:pt x="2680183" y="645586"/>
                  </a:lnTo>
                  <a:lnTo>
                    <a:pt x="2602939" y="631327"/>
                  </a:lnTo>
                  <a:lnTo>
                    <a:pt x="2525696" y="616851"/>
                  </a:lnTo>
                  <a:lnTo>
                    <a:pt x="2448452" y="602155"/>
                  </a:lnTo>
                  <a:lnTo>
                    <a:pt x="2371209" y="587235"/>
                  </a:lnTo>
                  <a:lnTo>
                    <a:pt x="2293965" y="572087"/>
                  </a:lnTo>
                  <a:lnTo>
                    <a:pt x="2216721" y="556709"/>
                  </a:lnTo>
                  <a:lnTo>
                    <a:pt x="2139478" y="541097"/>
                  </a:lnTo>
                  <a:lnTo>
                    <a:pt x="2062234" y="525247"/>
                  </a:lnTo>
                  <a:lnTo>
                    <a:pt x="1984991" y="509156"/>
                  </a:lnTo>
                  <a:lnTo>
                    <a:pt x="1907747" y="492820"/>
                  </a:lnTo>
                  <a:lnTo>
                    <a:pt x="1830504" y="476235"/>
                  </a:lnTo>
                  <a:lnTo>
                    <a:pt x="1753260" y="459397"/>
                  </a:lnTo>
                  <a:lnTo>
                    <a:pt x="1676016" y="442304"/>
                  </a:lnTo>
                  <a:lnTo>
                    <a:pt x="1598773" y="424949"/>
                  </a:lnTo>
                  <a:lnTo>
                    <a:pt x="1521529" y="407331"/>
                  </a:lnTo>
                  <a:lnTo>
                    <a:pt x="1444286" y="389444"/>
                  </a:lnTo>
                  <a:lnTo>
                    <a:pt x="1367042" y="371285"/>
                  </a:lnTo>
                  <a:lnTo>
                    <a:pt x="1289799" y="352849"/>
                  </a:lnTo>
                  <a:lnTo>
                    <a:pt x="1212555" y="334133"/>
                  </a:lnTo>
                  <a:lnTo>
                    <a:pt x="1135311" y="315132"/>
                  </a:lnTo>
                  <a:lnTo>
                    <a:pt x="1058068" y="295841"/>
                  </a:lnTo>
                  <a:lnTo>
                    <a:pt x="980824" y="276257"/>
                  </a:lnTo>
                  <a:lnTo>
                    <a:pt x="903581" y="256374"/>
                  </a:lnTo>
                  <a:lnTo>
                    <a:pt x="826337" y="236188"/>
                  </a:lnTo>
                  <a:lnTo>
                    <a:pt x="749094" y="215696"/>
                  </a:lnTo>
                  <a:lnTo>
                    <a:pt x="671850" y="194891"/>
                  </a:lnTo>
                  <a:lnTo>
                    <a:pt x="594606" y="173769"/>
                  </a:lnTo>
                  <a:lnTo>
                    <a:pt x="517363" y="152326"/>
                  </a:lnTo>
                  <a:lnTo>
                    <a:pt x="440119" y="130556"/>
                  </a:lnTo>
                  <a:lnTo>
                    <a:pt x="362876" y="108455"/>
                  </a:lnTo>
                  <a:lnTo>
                    <a:pt x="285632" y="86017"/>
                  </a:lnTo>
                  <a:lnTo>
                    <a:pt x="208389" y="63238"/>
                  </a:lnTo>
                  <a:lnTo>
                    <a:pt x="131145" y="40111"/>
                  </a:lnTo>
                  <a:lnTo>
                    <a:pt x="53901" y="16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2073503"/>
              <a:ext cx="5890826" cy="3452029"/>
            </a:xfrm>
            <a:custGeom>
              <a:avLst/>
              <a:pathLst>
                <a:path w="5890826" h="3452029">
                  <a:moveTo>
                    <a:pt x="0" y="0"/>
                  </a:moveTo>
                  <a:lnTo>
                    <a:pt x="20314" y="57267"/>
                  </a:lnTo>
                  <a:lnTo>
                    <a:pt x="97558" y="262003"/>
                  </a:lnTo>
                  <a:lnTo>
                    <a:pt x="174802" y="454506"/>
                  </a:lnTo>
                  <a:lnTo>
                    <a:pt x="252045" y="635506"/>
                  </a:lnTo>
                  <a:lnTo>
                    <a:pt x="329289" y="805692"/>
                  </a:lnTo>
                  <a:lnTo>
                    <a:pt x="406532" y="965709"/>
                  </a:lnTo>
                  <a:lnTo>
                    <a:pt x="483776" y="1116164"/>
                  </a:lnTo>
                  <a:lnTo>
                    <a:pt x="561019" y="1257630"/>
                  </a:lnTo>
                  <a:lnTo>
                    <a:pt x="638263" y="1390643"/>
                  </a:lnTo>
                  <a:lnTo>
                    <a:pt x="715507" y="1515708"/>
                  </a:lnTo>
                  <a:lnTo>
                    <a:pt x="792750" y="1633301"/>
                  </a:lnTo>
                  <a:lnTo>
                    <a:pt x="869994" y="1743867"/>
                  </a:lnTo>
                  <a:lnTo>
                    <a:pt x="947237" y="1847827"/>
                  </a:lnTo>
                  <a:lnTo>
                    <a:pt x="1024481" y="1945575"/>
                  </a:lnTo>
                  <a:lnTo>
                    <a:pt x="1101724" y="2037483"/>
                  </a:lnTo>
                  <a:lnTo>
                    <a:pt x="1178968" y="2123898"/>
                  </a:lnTo>
                  <a:lnTo>
                    <a:pt x="1256212" y="2205151"/>
                  </a:lnTo>
                  <a:lnTo>
                    <a:pt x="1333455" y="2281548"/>
                  </a:lnTo>
                  <a:lnTo>
                    <a:pt x="1410699" y="2353381"/>
                  </a:lnTo>
                  <a:lnTo>
                    <a:pt x="1487942" y="2420922"/>
                  </a:lnTo>
                  <a:lnTo>
                    <a:pt x="1565186" y="2484427"/>
                  </a:lnTo>
                  <a:lnTo>
                    <a:pt x="1642429" y="2544137"/>
                  </a:lnTo>
                  <a:lnTo>
                    <a:pt x="1719673" y="2600280"/>
                  </a:lnTo>
                  <a:lnTo>
                    <a:pt x="1796917" y="2653068"/>
                  </a:lnTo>
                  <a:lnTo>
                    <a:pt x="1874160" y="2702702"/>
                  </a:lnTo>
                  <a:lnTo>
                    <a:pt x="1951404" y="2749370"/>
                  </a:lnTo>
                  <a:lnTo>
                    <a:pt x="2028647" y="2793250"/>
                  </a:lnTo>
                  <a:lnTo>
                    <a:pt x="2105891" y="2834508"/>
                  </a:lnTo>
                  <a:lnTo>
                    <a:pt x="2183134" y="2873301"/>
                  </a:lnTo>
                  <a:lnTo>
                    <a:pt x="2260378" y="2909776"/>
                  </a:lnTo>
                  <a:lnTo>
                    <a:pt x="2337622" y="2944071"/>
                  </a:lnTo>
                  <a:lnTo>
                    <a:pt x="2414865" y="2976317"/>
                  </a:lnTo>
                  <a:lnTo>
                    <a:pt x="2492109" y="3006637"/>
                  </a:lnTo>
                  <a:lnTo>
                    <a:pt x="2569352" y="3035145"/>
                  </a:lnTo>
                  <a:lnTo>
                    <a:pt x="2646596" y="3061949"/>
                  </a:lnTo>
                  <a:lnTo>
                    <a:pt x="2723839" y="3087152"/>
                  </a:lnTo>
                  <a:lnTo>
                    <a:pt x="2801083" y="3110849"/>
                  </a:lnTo>
                  <a:lnTo>
                    <a:pt x="2878327" y="3133130"/>
                  </a:lnTo>
                  <a:lnTo>
                    <a:pt x="2955570" y="3154080"/>
                  </a:lnTo>
                  <a:lnTo>
                    <a:pt x="3032814" y="3173778"/>
                  </a:lnTo>
                  <a:lnTo>
                    <a:pt x="3110057" y="3192299"/>
                  </a:lnTo>
                  <a:lnTo>
                    <a:pt x="3187301" y="3209713"/>
                  </a:lnTo>
                  <a:lnTo>
                    <a:pt x="3264544" y="3226087"/>
                  </a:lnTo>
                  <a:lnTo>
                    <a:pt x="3341788" y="3241482"/>
                  </a:lnTo>
                  <a:lnTo>
                    <a:pt x="3419032" y="3255958"/>
                  </a:lnTo>
                  <a:lnTo>
                    <a:pt x="3496275" y="3269568"/>
                  </a:lnTo>
                  <a:lnTo>
                    <a:pt x="3573519" y="3282366"/>
                  </a:lnTo>
                  <a:lnTo>
                    <a:pt x="3650762" y="3294399"/>
                  </a:lnTo>
                  <a:lnTo>
                    <a:pt x="3728006" y="3305712"/>
                  </a:lnTo>
                  <a:lnTo>
                    <a:pt x="3805249" y="3316350"/>
                  </a:lnTo>
                  <a:lnTo>
                    <a:pt x="3882493" y="3326352"/>
                  </a:lnTo>
                  <a:lnTo>
                    <a:pt x="3959737" y="3335757"/>
                  </a:lnTo>
                  <a:lnTo>
                    <a:pt x="4036980" y="3344599"/>
                  </a:lnTo>
                  <a:lnTo>
                    <a:pt x="4114224" y="3352913"/>
                  </a:lnTo>
                  <a:lnTo>
                    <a:pt x="4191467" y="3360731"/>
                  </a:lnTo>
                  <a:lnTo>
                    <a:pt x="4268711" y="3368081"/>
                  </a:lnTo>
                  <a:lnTo>
                    <a:pt x="4345954" y="3374992"/>
                  </a:lnTo>
                  <a:lnTo>
                    <a:pt x="4423198" y="3381490"/>
                  </a:lnTo>
                  <a:lnTo>
                    <a:pt x="4500442" y="3387600"/>
                  </a:lnTo>
                  <a:lnTo>
                    <a:pt x="4577685" y="3393345"/>
                  </a:lnTo>
                  <a:lnTo>
                    <a:pt x="4654929" y="3398747"/>
                  </a:lnTo>
                  <a:lnTo>
                    <a:pt x="4732172" y="3403826"/>
                  </a:lnTo>
                  <a:lnTo>
                    <a:pt x="4809416" y="3408601"/>
                  </a:lnTo>
                  <a:lnTo>
                    <a:pt x="4886659" y="3413091"/>
                  </a:lnTo>
                  <a:lnTo>
                    <a:pt x="4963903" y="3417313"/>
                  </a:lnTo>
                  <a:lnTo>
                    <a:pt x="5041147" y="3421282"/>
                  </a:lnTo>
                  <a:lnTo>
                    <a:pt x="5118390" y="3425015"/>
                  </a:lnTo>
                  <a:lnTo>
                    <a:pt x="5195634" y="3428524"/>
                  </a:lnTo>
                  <a:lnTo>
                    <a:pt x="5272877" y="3431823"/>
                  </a:lnTo>
                  <a:lnTo>
                    <a:pt x="5350121" y="3434926"/>
                  </a:lnTo>
                  <a:lnTo>
                    <a:pt x="5427364" y="3437843"/>
                  </a:lnTo>
                  <a:lnTo>
                    <a:pt x="5504608" y="3440586"/>
                  </a:lnTo>
                  <a:lnTo>
                    <a:pt x="5581852" y="3443165"/>
                  </a:lnTo>
                  <a:lnTo>
                    <a:pt x="5659095" y="3445589"/>
                  </a:lnTo>
                  <a:lnTo>
                    <a:pt x="5736339" y="3447869"/>
                  </a:lnTo>
                  <a:lnTo>
                    <a:pt x="5813582" y="3450013"/>
                  </a:lnTo>
                  <a:lnTo>
                    <a:pt x="5890826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(1.19-3.46), p_Bonf = 0.056 (n = 6)  |  per IQR decline (Δ = 0.30): 8.07 (1.67-39.01)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2026-07-06T08:59:33Z</dcterms:modified>
  <cp:category/>
</cp:coreProperties>
</file>