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8867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065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2450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4241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9763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6155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3346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56227"/>
            </a:xfrm>
            <a:custGeom>
              <a:avLst/>
              <a:pathLst>
                <a:path w="6964104" h="1256227">
                  <a:moveTo>
                    <a:pt x="2304441" y="0"/>
                  </a:moveTo>
                  <a:lnTo>
                    <a:pt x="2321368" y="33614"/>
                  </a:lnTo>
                  <a:lnTo>
                    <a:pt x="2391712" y="158995"/>
                  </a:lnTo>
                  <a:lnTo>
                    <a:pt x="2462057" y="271528"/>
                  </a:lnTo>
                  <a:lnTo>
                    <a:pt x="2532401" y="372530"/>
                  </a:lnTo>
                  <a:lnTo>
                    <a:pt x="2602746" y="463183"/>
                  </a:lnTo>
                  <a:lnTo>
                    <a:pt x="2673090" y="544546"/>
                  </a:lnTo>
                  <a:lnTo>
                    <a:pt x="2743435" y="617572"/>
                  </a:lnTo>
                  <a:lnTo>
                    <a:pt x="2813779" y="683115"/>
                  </a:lnTo>
                  <a:lnTo>
                    <a:pt x="2884124" y="741942"/>
                  </a:lnTo>
                  <a:lnTo>
                    <a:pt x="2954468" y="794740"/>
                  </a:lnTo>
                  <a:lnTo>
                    <a:pt x="3024813" y="842129"/>
                  </a:lnTo>
                  <a:lnTo>
                    <a:pt x="3095157" y="884662"/>
                  </a:lnTo>
                  <a:lnTo>
                    <a:pt x="3165502" y="922836"/>
                  </a:lnTo>
                  <a:lnTo>
                    <a:pt x="3235846" y="957098"/>
                  </a:lnTo>
                  <a:lnTo>
                    <a:pt x="3306191" y="962252"/>
                  </a:lnTo>
                  <a:lnTo>
                    <a:pt x="3376535" y="966676"/>
                  </a:lnTo>
                  <a:lnTo>
                    <a:pt x="3446880" y="971033"/>
                  </a:lnTo>
                  <a:lnTo>
                    <a:pt x="3517224" y="975325"/>
                  </a:lnTo>
                  <a:lnTo>
                    <a:pt x="3587569" y="979553"/>
                  </a:lnTo>
                  <a:lnTo>
                    <a:pt x="3657913" y="983718"/>
                  </a:lnTo>
                  <a:lnTo>
                    <a:pt x="3728257" y="987820"/>
                  </a:lnTo>
                  <a:lnTo>
                    <a:pt x="3798602" y="991860"/>
                  </a:lnTo>
                  <a:lnTo>
                    <a:pt x="3868946" y="995840"/>
                  </a:lnTo>
                  <a:lnTo>
                    <a:pt x="3939291" y="999760"/>
                  </a:lnTo>
                  <a:lnTo>
                    <a:pt x="4009635" y="1003621"/>
                  </a:lnTo>
                  <a:lnTo>
                    <a:pt x="4079980" y="1007425"/>
                  </a:lnTo>
                  <a:lnTo>
                    <a:pt x="4150324" y="1011171"/>
                  </a:lnTo>
                  <a:lnTo>
                    <a:pt x="4220669" y="1014861"/>
                  </a:lnTo>
                  <a:lnTo>
                    <a:pt x="4291013" y="1018496"/>
                  </a:lnTo>
                  <a:lnTo>
                    <a:pt x="4361358" y="1022077"/>
                  </a:lnTo>
                  <a:lnTo>
                    <a:pt x="4431702" y="1025603"/>
                  </a:lnTo>
                  <a:lnTo>
                    <a:pt x="4502047" y="1029077"/>
                  </a:lnTo>
                  <a:lnTo>
                    <a:pt x="4572391" y="1032499"/>
                  </a:lnTo>
                  <a:lnTo>
                    <a:pt x="4642736" y="1035869"/>
                  </a:lnTo>
                  <a:lnTo>
                    <a:pt x="4713080" y="1039189"/>
                  </a:lnTo>
                  <a:lnTo>
                    <a:pt x="4783425" y="1042459"/>
                  </a:lnTo>
                  <a:lnTo>
                    <a:pt x="4853769" y="1045679"/>
                  </a:lnTo>
                  <a:lnTo>
                    <a:pt x="4924114" y="1048852"/>
                  </a:lnTo>
                  <a:lnTo>
                    <a:pt x="4994458" y="1051977"/>
                  </a:lnTo>
                  <a:lnTo>
                    <a:pt x="5064803" y="1055055"/>
                  </a:lnTo>
                  <a:lnTo>
                    <a:pt x="5135147" y="1058087"/>
                  </a:lnTo>
                  <a:lnTo>
                    <a:pt x="5205492" y="1061074"/>
                  </a:lnTo>
                  <a:lnTo>
                    <a:pt x="5275836" y="1064015"/>
                  </a:lnTo>
                  <a:lnTo>
                    <a:pt x="5346181" y="1066913"/>
                  </a:lnTo>
                  <a:lnTo>
                    <a:pt x="5416525" y="1069767"/>
                  </a:lnTo>
                  <a:lnTo>
                    <a:pt x="5486870" y="1072578"/>
                  </a:lnTo>
                  <a:lnTo>
                    <a:pt x="5557214" y="1075348"/>
                  </a:lnTo>
                  <a:lnTo>
                    <a:pt x="5627559" y="1078075"/>
                  </a:lnTo>
                  <a:lnTo>
                    <a:pt x="5697903" y="1080762"/>
                  </a:lnTo>
                  <a:lnTo>
                    <a:pt x="5768248" y="1083408"/>
                  </a:lnTo>
                  <a:lnTo>
                    <a:pt x="5838592" y="1086015"/>
                  </a:lnTo>
                  <a:lnTo>
                    <a:pt x="5908937" y="1088583"/>
                  </a:lnTo>
                  <a:lnTo>
                    <a:pt x="5979281" y="1091112"/>
                  </a:lnTo>
                  <a:lnTo>
                    <a:pt x="6049626" y="1093603"/>
                  </a:lnTo>
                  <a:lnTo>
                    <a:pt x="6119970" y="1096057"/>
                  </a:lnTo>
                  <a:lnTo>
                    <a:pt x="6190315" y="1098474"/>
                  </a:lnTo>
                  <a:lnTo>
                    <a:pt x="6260659" y="1100854"/>
                  </a:lnTo>
                  <a:lnTo>
                    <a:pt x="6331004" y="1103199"/>
                  </a:lnTo>
                  <a:lnTo>
                    <a:pt x="6401348" y="1105509"/>
                  </a:lnTo>
                  <a:lnTo>
                    <a:pt x="6471693" y="1107785"/>
                  </a:lnTo>
                  <a:lnTo>
                    <a:pt x="6542037" y="1110026"/>
                  </a:lnTo>
                  <a:lnTo>
                    <a:pt x="6612382" y="1112233"/>
                  </a:lnTo>
                  <a:lnTo>
                    <a:pt x="6682726" y="1114408"/>
                  </a:lnTo>
                  <a:lnTo>
                    <a:pt x="6753071" y="1116549"/>
                  </a:lnTo>
                  <a:lnTo>
                    <a:pt x="6823415" y="1118659"/>
                  </a:lnTo>
                  <a:lnTo>
                    <a:pt x="6893760" y="1120737"/>
                  </a:lnTo>
                  <a:lnTo>
                    <a:pt x="6964104" y="1122784"/>
                  </a:lnTo>
                  <a:lnTo>
                    <a:pt x="6964104" y="1256227"/>
                  </a:lnTo>
                  <a:lnTo>
                    <a:pt x="6893760" y="1256116"/>
                  </a:lnTo>
                  <a:lnTo>
                    <a:pt x="6823415" y="1255992"/>
                  </a:lnTo>
                  <a:lnTo>
                    <a:pt x="6753071" y="1255854"/>
                  </a:lnTo>
                  <a:lnTo>
                    <a:pt x="6682726" y="1255700"/>
                  </a:lnTo>
                  <a:lnTo>
                    <a:pt x="6612382" y="1255528"/>
                  </a:lnTo>
                  <a:lnTo>
                    <a:pt x="6542037" y="1255337"/>
                  </a:lnTo>
                  <a:lnTo>
                    <a:pt x="6471693" y="1255124"/>
                  </a:lnTo>
                  <a:lnTo>
                    <a:pt x="6401348" y="1254887"/>
                  </a:lnTo>
                  <a:lnTo>
                    <a:pt x="6331004" y="1254623"/>
                  </a:lnTo>
                  <a:lnTo>
                    <a:pt x="6260659" y="1254329"/>
                  </a:lnTo>
                  <a:lnTo>
                    <a:pt x="6190315" y="1254001"/>
                  </a:lnTo>
                  <a:lnTo>
                    <a:pt x="6119970" y="1253635"/>
                  </a:lnTo>
                  <a:lnTo>
                    <a:pt x="6049626" y="1253228"/>
                  </a:lnTo>
                  <a:lnTo>
                    <a:pt x="5979281" y="1252774"/>
                  </a:lnTo>
                  <a:lnTo>
                    <a:pt x="5908937" y="1252269"/>
                  </a:lnTo>
                  <a:lnTo>
                    <a:pt x="5838592" y="1251705"/>
                  </a:lnTo>
                  <a:lnTo>
                    <a:pt x="5768248" y="1251078"/>
                  </a:lnTo>
                  <a:lnTo>
                    <a:pt x="5697903" y="1250379"/>
                  </a:lnTo>
                  <a:lnTo>
                    <a:pt x="5627559" y="1249600"/>
                  </a:lnTo>
                  <a:lnTo>
                    <a:pt x="5557214" y="1248732"/>
                  </a:lnTo>
                  <a:lnTo>
                    <a:pt x="5486870" y="1247765"/>
                  </a:lnTo>
                  <a:lnTo>
                    <a:pt x="5416525" y="1246687"/>
                  </a:lnTo>
                  <a:lnTo>
                    <a:pt x="5346181" y="1245487"/>
                  </a:lnTo>
                  <a:lnTo>
                    <a:pt x="5275836" y="1244149"/>
                  </a:lnTo>
                  <a:lnTo>
                    <a:pt x="5205492" y="1242659"/>
                  </a:lnTo>
                  <a:lnTo>
                    <a:pt x="5135147" y="1240999"/>
                  </a:lnTo>
                  <a:lnTo>
                    <a:pt x="5064803" y="1239149"/>
                  </a:lnTo>
                  <a:lnTo>
                    <a:pt x="4994458" y="1237088"/>
                  </a:lnTo>
                  <a:lnTo>
                    <a:pt x="4924114" y="1234792"/>
                  </a:lnTo>
                  <a:lnTo>
                    <a:pt x="4853769" y="1232233"/>
                  </a:lnTo>
                  <a:lnTo>
                    <a:pt x="4783425" y="1229382"/>
                  </a:lnTo>
                  <a:lnTo>
                    <a:pt x="4713080" y="1226206"/>
                  </a:lnTo>
                  <a:lnTo>
                    <a:pt x="4642736" y="1222668"/>
                  </a:lnTo>
                  <a:lnTo>
                    <a:pt x="4572391" y="1218725"/>
                  </a:lnTo>
                  <a:lnTo>
                    <a:pt x="4502047" y="1214332"/>
                  </a:lnTo>
                  <a:lnTo>
                    <a:pt x="4431702" y="1209438"/>
                  </a:lnTo>
                  <a:lnTo>
                    <a:pt x="4361358" y="1203984"/>
                  </a:lnTo>
                  <a:lnTo>
                    <a:pt x="4291013" y="1197909"/>
                  </a:lnTo>
                  <a:lnTo>
                    <a:pt x="4220669" y="1191139"/>
                  </a:lnTo>
                  <a:lnTo>
                    <a:pt x="4150324" y="1183597"/>
                  </a:lnTo>
                  <a:lnTo>
                    <a:pt x="4079980" y="1175193"/>
                  </a:lnTo>
                  <a:lnTo>
                    <a:pt x="4009635" y="1165831"/>
                  </a:lnTo>
                  <a:lnTo>
                    <a:pt x="3939291" y="1155399"/>
                  </a:lnTo>
                  <a:lnTo>
                    <a:pt x="3868946" y="1143776"/>
                  </a:lnTo>
                  <a:lnTo>
                    <a:pt x="3798602" y="1130826"/>
                  </a:lnTo>
                  <a:lnTo>
                    <a:pt x="3728257" y="1116398"/>
                  </a:lnTo>
                  <a:lnTo>
                    <a:pt x="3657913" y="1100323"/>
                  </a:lnTo>
                  <a:lnTo>
                    <a:pt x="3587569" y="1082412"/>
                  </a:lnTo>
                  <a:lnTo>
                    <a:pt x="3517224" y="1062457"/>
                  </a:lnTo>
                  <a:lnTo>
                    <a:pt x="3446880" y="1040223"/>
                  </a:lnTo>
                  <a:lnTo>
                    <a:pt x="3376535" y="1015450"/>
                  </a:lnTo>
                  <a:lnTo>
                    <a:pt x="3306191" y="987850"/>
                  </a:lnTo>
                  <a:lnTo>
                    <a:pt x="3235846" y="957760"/>
                  </a:lnTo>
                  <a:lnTo>
                    <a:pt x="3165502" y="953201"/>
                  </a:lnTo>
                  <a:lnTo>
                    <a:pt x="3095157" y="948572"/>
                  </a:lnTo>
                  <a:lnTo>
                    <a:pt x="3024813" y="943872"/>
                  </a:lnTo>
                  <a:lnTo>
                    <a:pt x="2954468" y="939101"/>
                  </a:lnTo>
                  <a:lnTo>
                    <a:pt x="2884124" y="934257"/>
                  </a:lnTo>
                  <a:lnTo>
                    <a:pt x="2813779" y="929340"/>
                  </a:lnTo>
                  <a:lnTo>
                    <a:pt x="2743435" y="924347"/>
                  </a:lnTo>
                  <a:lnTo>
                    <a:pt x="2673090" y="919279"/>
                  </a:lnTo>
                  <a:lnTo>
                    <a:pt x="2602746" y="914133"/>
                  </a:lnTo>
                  <a:lnTo>
                    <a:pt x="2532401" y="908909"/>
                  </a:lnTo>
                  <a:lnTo>
                    <a:pt x="2462057" y="903605"/>
                  </a:lnTo>
                  <a:lnTo>
                    <a:pt x="2391712" y="898221"/>
                  </a:lnTo>
                  <a:lnTo>
                    <a:pt x="2321368" y="892755"/>
                  </a:lnTo>
                  <a:lnTo>
                    <a:pt x="2251023" y="887205"/>
                  </a:lnTo>
                  <a:lnTo>
                    <a:pt x="2180679" y="881571"/>
                  </a:lnTo>
                  <a:lnTo>
                    <a:pt x="2110334" y="875851"/>
                  </a:lnTo>
                  <a:lnTo>
                    <a:pt x="2039990" y="870044"/>
                  </a:lnTo>
                  <a:lnTo>
                    <a:pt x="1969645" y="864149"/>
                  </a:lnTo>
                  <a:lnTo>
                    <a:pt x="1899301" y="858164"/>
                  </a:lnTo>
                  <a:lnTo>
                    <a:pt x="1828956" y="852088"/>
                  </a:lnTo>
                  <a:lnTo>
                    <a:pt x="1758612" y="845919"/>
                  </a:lnTo>
                  <a:lnTo>
                    <a:pt x="1688267" y="839656"/>
                  </a:lnTo>
                  <a:lnTo>
                    <a:pt x="1617923" y="833298"/>
                  </a:lnTo>
                  <a:lnTo>
                    <a:pt x="1547578" y="826843"/>
                  </a:lnTo>
                  <a:lnTo>
                    <a:pt x="1477234" y="820290"/>
                  </a:lnTo>
                  <a:lnTo>
                    <a:pt x="1406889" y="813637"/>
                  </a:lnTo>
                  <a:lnTo>
                    <a:pt x="1336545" y="806883"/>
                  </a:lnTo>
                  <a:lnTo>
                    <a:pt x="1266200" y="800025"/>
                  </a:lnTo>
                  <a:lnTo>
                    <a:pt x="1195856" y="793064"/>
                  </a:lnTo>
                  <a:lnTo>
                    <a:pt x="1125511" y="785996"/>
                  </a:lnTo>
                  <a:lnTo>
                    <a:pt x="1055167" y="778821"/>
                  </a:lnTo>
                  <a:lnTo>
                    <a:pt x="984822" y="771537"/>
                  </a:lnTo>
                  <a:lnTo>
                    <a:pt x="914478" y="764141"/>
                  </a:lnTo>
                  <a:lnTo>
                    <a:pt x="844133" y="756633"/>
                  </a:lnTo>
                  <a:lnTo>
                    <a:pt x="773789" y="749011"/>
                  </a:lnTo>
                  <a:lnTo>
                    <a:pt x="703444" y="741273"/>
                  </a:lnTo>
                  <a:lnTo>
                    <a:pt x="633100" y="733417"/>
                  </a:lnTo>
                  <a:lnTo>
                    <a:pt x="562755" y="725441"/>
                  </a:lnTo>
                  <a:lnTo>
                    <a:pt x="492411" y="717343"/>
                  </a:lnTo>
                  <a:lnTo>
                    <a:pt x="422066" y="709123"/>
                  </a:lnTo>
                  <a:lnTo>
                    <a:pt x="351722" y="700777"/>
                  </a:lnTo>
                  <a:lnTo>
                    <a:pt x="281377" y="692304"/>
                  </a:lnTo>
                  <a:lnTo>
                    <a:pt x="211033" y="683702"/>
                  </a:lnTo>
                  <a:lnTo>
                    <a:pt x="140688" y="674970"/>
                  </a:lnTo>
                  <a:lnTo>
                    <a:pt x="70344" y="666104"/>
                  </a:lnTo>
                  <a:lnTo>
                    <a:pt x="0" y="657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539753" y="2143092"/>
              <a:ext cx="4659662" cy="1122784"/>
            </a:xfrm>
            <a:custGeom>
              <a:avLst/>
              <a:pathLst>
                <a:path w="4659662" h="1122784">
                  <a:moveTo>
                    <a:pt x="0" y="0"/>
                  </a:moveTo>
                  <a:lnTo>
                    <a:pt x="16926" y="33614"/>
                  </a:lnTo>
                  <a:lnTo>
                    <a:pt x="87271" y="158995"/>
                  </a:lnTo>
                  <a:lnTo>
                    <a:pt x="157615" y="271528"/>
                  </a:lnTo>
                  <a:lnTo>
                    <a:pt x="227959" y="372530"/>
                  </a:lnTo>
                  <a:lnTo>
                    <a:pt x="298304" y="463183"/>
                  </a:lnTo>
                  <a:lnTo>
                    <a:pt x="368648" y="544546"/>
                  </a:lnTo>
                  <a:lnTo>
                    <a:pt x="438993" y="617572"/>
                  </a:lnTo>
                  <a:lnTo>
                    <a:pt x="509337" y="683115"/>
                  </a:lnTo>
                  <a:lnTo>
                    <a:pt x="579682" y="741942"/>
                  </a:lnTo>
                  <a:lnTo>
                    <a:pt x="650026" y="794740"/>
                  </a:lnTo>
                  <a:lnTo>
                    <a:pt x="720371" y="842129"/>
                  </a:lnTo>
                  <a:lnTo>
                    <a:pt x="790715" y="884662"/>
                  </a:lnTo>
                  <a:lnTo>
                    <a:pt x="861060" y="922836"/>
                  </a:lnTo>
                  <a:lnTo>
                    <a:pt x="931404" y="957098"/>
                  </a:lnTo>
                  <a:lnTo>
                    <a:pt x="1001749" y="962252"/>
                  </a:lnTo>
                  <a:lnTo>
                    <a:pt x="1072093" y="966676"/>
                  </a:lnTo>
                  <a:lnTo>
                    <a:pt x="1142438" y="971033"/>
                  </a:lnTo>
                  <a:lnTo>
                    <a:pt x="1212782" y="975325"/>
                  </a:lnTo>
                  <a:lnTo>
                    <a:pt x="1283127" y="979553"/>
                  </a:lnTo>
                  <a:lnTo>
                    <a:pt x="1353471" y="983718"/>
                  </a:lnTo>
                  <a:lnTo>
                    <a:pt x="1423816" y="987820"/>
                  </a:lnTo>
                  <a:lnTo>
                    <a:pt x="1494160" y="991860"/>
                  </a:lnTo>
                  <a:lnTo>
                    <a:pt x="1564505" y="995840"/>
                  </a:lnTo>
                  <a:lnTo>
                    <a:pt x="1634849" y="999760"/>
                  </a:lnTo>
                  <a:lnTo>
                    <a:pt x="1705194" y="1003621"/>
                  </a:lnTo>
                  <a:lnTo>
                    <a:pt x="1775538" y="1007425"/>
                  </a:lnTo>
                  <a:lnTo>
                    <a:pt x="1845883" y="1011171"/>
                  </a:lnTo>
                  <a:lnTo>
                    <a:pt x="1916227" y="1014861"/>
                  </a:lnTo>
                  <a:lnTo>
                    <a:pt x="1986572" y="1018496"/>
                  </a:lnTo>
                  <a:lnTo>
                    <a:pt x="2056916" y="1022077"/>
                  </a:lnTo>
                  <a:lnTo>
                    <a:pt x="2127261" y="1025603"/>
                  </a:lnTo>
                  <a:lnTo>
                    <a:pt x="2197605" y="1029077"/>
                  </a:lnTo>
                  <a:lnTo>
                    <a:pt x="2267950" y="1032499"/>
                  </a:lnTo>
                  <a:lnTo>
                    <a:pt x="2338294" y="1035869"/>
                  </a:lnTo>
                  <a:lnTo>
                    <a:pt x="2408639" y="1039189"/>
                  </a:lnTo>
                  <a:lnTo>
                    <a:pt x="2478983" y="1042459"/>
                  </a:lnTo>
                  <a:lnTo>
                    <a:pt x="2549328" y="1045679"/>
                  </a:lnTo>
                  <a:lnTo>
                    <a:pt x="2619672" y="1048852"/>
                  </a:lnTo>
                  <a:lnTo>
                    <a:pt x="2690017" y="1051977"/>
                  </a:lnTo>
                  <a:lnTo>
                    <a:pt x="2760361" y="1055055"/>
                  </a:lnTo>
                  <a:lnTo>
                    <a:pt x="2830706" y="1058087"/>
                  </a:lnTo>
                  <a:lnTo>
                    <a:pt x="2901050" y="1061074"/>
                  </a:lnTo>
                  <a:lnTo>
                    <a:pt x="2971395" y="1064015"/>
                  </a:lnTo>
                  <a:lnTo>
                    <a:pt x="3041739" y="1066913"/>
                  </a:lnTo>
                  <a:lnTo>
                    <a:pt x="3112084" y="1069767"/>
                  </a:lnTo>
                  <a:lnTo>
                    <a:pt x="3182428" y="1072578"/>
                  </a:lnTo>
                  <a:lnTo>
                    <a:pt x="3252773" y="1075348"/>
                  </a:lnTo>
                  <a:lnTo>
                    <a:pt x="3323117" y="1078075"/>
                  </a:lnTo>
                  <a:lnTo>
                    <a:pt x="3393462" y="1080762"/>
                  </a:lnTo>
                  <a:lnTo>
                    <a:pt x="3463806" y="1083408"/>
                  </a:lnTo>
                  <a:lnTo>
                    <a:pt x="3534151" y="1086015"/>
                  </a:lnTo>
                  <a:lnTo>
                    <a:pt x="3604495" y="1088583"/>
                  </a:lnTo>
                  <a:lnTo>
                    <a:pt x="3674840" y="1091112"/>
                  </a:lnTo>
                  <a:lnTo>
                    <a:pt x="3745184" y="1093603"/>
                  </a:lnTo>
                  <a:lnTo>
                    <a:pt x="3815529" y="1096057"/>
                  </a:lnTo>
                  <a:lnTo>
                    <a:pt x="3885873" y="1098474"/>
                  </a:lnTo>
                  <a:lnTo>
                    <a:pt x="3956217" y="1100854"/>
                  </a:lnTo>
                  <a:lnTo>
                    <a:pt x="4026562" y="1103199"/>
                  </a:lnTo>
                  <a:lnTo>
                    <a:pt x="4096906" y="1105509"/>
                  </a:lnTo>
                  <a:lnTo>
                    <a:pt x="4167251" y="1107785"/>
                  </a:lnTo>
                  <a:lnTo>
                    <a:pt x="4237595" y="1110026"/>
                  </a:lnTo>
                  <a:lnTo>
                    <a:pt x="4307940" y="1112233"/>
                  </a:lnTo>
                  <a:lnTo>
                    <a:pt x="4378284" y="1114408"/>
                  </a:lnTo>
                  <a:lnTo>
                    <a:pt x="4448629" y="1116549"/>
                  </a:lnTo>
                  <a:lnTo>
                    <a:pt x="4518973" y="1118659"/>
                  </a:lnTo>
                  <a:lnTo>
                    <a:pt x="4589318" y="1120737"/>
                  </a:lnTo>
                  <a:lnTo>
                    <a:pt x="4659662" y="11227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800195"/>
              <a:ext cx="6964104" cy="599124"/>
            </a:xfrm>
            <a:custGeom>
              <a:avLst/>
              <a:pathLst>
                <a:path w="6964104" h="599124">
                  <a:moveTo>
                    <a:pt x="6964104" y="599124"/>
                  </a:moveTo>
                  <a:lnTo>
                    <a:pt x="6893760" y="599012"/>
                  </a:lnTo>
                  <a:lnTo>
                    <a:pt x="6823415" y="598888"/>
                  </a:lnTo>
                  <a:lnTo>
                    <a:pt x="6753071" y="598750"/>
                  </a:lnTo>
                  <a:lnTo>
                    <a:pt x="6682726" y="598596"/>
                  </a:lnTo>
                  <a:lnTo>
                    <a:pt x="6612382" y="598425"/>
                  </a:lnTo>
                  <a:lnTo>
                    <a:pt x="6542037" y="598234"/>
                  </a:lnTo>
                  <a:lnTo>
                    <a:pt x="6471693" y="598021"/>
                  </a:lnTo>
                  <a:lnTo>
                    <a:pt x="6401348" y="597784"/>
                  </a:lnTo>
                  <a:lnTo>
                    <a:pt x="6331004" y="597520"/>
                  </a:lnTo>
                  <a:lnTo>
                    <a:pt x="6260659" y="597225"/>
                  </a:lnTo>
                  <a:lnTo>
                    <a:pt x="6190315" y="596897"/>
                  </a:lnTo>
                  <a:lnTo>
                    <a:pt x="6119970" y="596532"/>
                  </a:lnTo>
                  <a:lnTo>
                    <a:pt x="6049626" y="596124"/>
                  </a:lnTo>
                  <a:lnTo>
                    <a:pt x="5979281" y="595671"/>
                  </a:lnTo>
                  <a:lnTo>
                    <a:pt x="5908937" y="595165"/>
                  </a:lnTo>
                  <a:lnTo>
                    <a:pt x="5838592" y="594602"/>
                  </a:lnTo>
                  <a:lnTo>
                    <a:pt x="5768248" y="593974"/>
                  </a:lnTo>
                  <a:lnTo>
                    <a:pt x="5697903" y="593275"/>
                  </a:lnTo>
                  <a:lnTo>
                    <a:pt x="5627559" y="592496"/>
                  </a:lnTo>
                  <a:lnTo>
                    <a:pt x="5557214" y="591628"/>
                  </a:lnTo>
                  <a:lnTo>
                    <a:pt x="5486870" y="590661"/>
                  </a:lnTo>
                  <a:lnTo>
                    <a:pt x="5416525" y="589584"/>
                  </a:lnTo>
                  <a:lnTo>
                    <a:pt x="5346181" y="588384"/>
                  </a:lnTo>
                  <a:lnTo>
                    <a:pt x="5275836" y="587046"/>
                  </a:lnTo>
                  <a:lnTo>
                    <a:pt x="5205492" y="585556"/>
                  </a:lnTo>
                  <a:lnTo>
                    <a:pt x="5135147" y="583896"/>
                  </a:lnTo>
                  <a:lnTo>
                    <a:pt x="5064803" y="582046"/>
                  </a:lnTo>
                  <a:lnTo>
                    <a:pt x="4994458" y="579985"/>
                  </a:lnTo>
                  <a:lnTo>
                    <a:pt x="4924114" y="577688"/>
                  </a:lnTo>
                  <a:lnTo>
                    <a:pt x="4853769" y="575130"/>
                  </a:lnTo>
                  <a:lnTo>
                    <a:pt x="4783425" y="572279"/>
                  </a:lnTo>
                  <a:lnTo>
                    <a:pt x="4713080" y="569103"/>
                  </a:lnTo>
                  <a:lnTo>
                    <a:pt x="4642736" y="565564"/>
                  </a:lnTo>
                  <a:lnTo>
                    <a:pt x="4572391" y="561621"/>
                  </a:lnTo>
                  <a:lnTo>
                    <a:pt x="4502047" y="557229"/>
                  </a:lnTo>
                  <a:lnTo>
                    <a:pt x="4431702" y="552334"/>
                  </a:lnTo>
                  <a:lnTo>
                    <a:pt x="4361358" y="546881"/>
                  </a:lnTo>
                  <a:lnTo>
                    <a:pt x="4291013" y="540805"/>
                  </a:lnTo>
                  <a:lnTo>
                    <a:pt x="4220669" y="534036"/>
                  </a:lnTo>
                  <a:lnTo>
                    <a:pt x="4150324" y="526493"/>
                  </a:lnTo>
                  <a:lnTo>
                    <a:pt x="4079980" y="518090"/>
                  </a:lnTo>
                  <a:lnTo>
                    <a:pt x="4009635" y="508727"/>
                  </a:lnTo>
                  <a:lnTo>
                    <a:pt x="3939291" y="498296"/>
                  </a:lnTo>
                  <a:lnTo>
                    <a:pt x="3868946" y="486673"/>
                  </a:lnTo>
                  <a:lnTo>
                    <a:pt x="3798602" y="473723"/>
                  </a:lnTo>
                  <a:lnTo>
                    <a:pt x="3728257" y="459295"/>
                  </a:lnTo>
                  <a:lnTo>
                    <a:pt x="3657913" y="443220"/>
                  </a:lnTo>
                  <a:lnTo>
                    <a:pt x="3587569" y="425309"/>
                  </a:lnTo>
                  <a:lnTo>
                    <a:pt x="3517224" y="405353"/>
                  </a:lnTo>
                  <a:lnTo>
                    <a:pt x="3446880" y="383119"/>
                  </a:lnTo>
                  <a:lnTo>
                    <a:pt x="3376535" y="358347"/>
                  </a:lnTo>
                  <a:lnTo>
                    <a:pt x="3306191" y="330747"/>
                  </a:lnTo>
                  <a:lnTo>
                    <a:pt x="3235846" y="300657"/>
                  </a:lnTo>
                  <a:lnTo>
                    <a:pt x="3165502" y="296097"/>
                  </a:lnTo>
                  <a:lnTo>
                    <a:pt x="3095157" y="291468"/>
                  </a:lnTo>
                  <a:lnTo>
                    <a:pt x="3024813" y="286769"/>
                  </a:lnTo>
                  <a:lnTo>
                    <a:pt x="2954468" y="281998"/>
                  </a:lnTo>
                  <a:lnTo>
                    <a:pt x="2884124" y="277154"/>
                  </a:lnTo>
                  <a:lnTo>
                    <a:pt x="2813779" y="272236"/>
                  </a:lnTo>
                  <a:lnTo>
                    <a:pt x="2743435" y="267244"/>
                  </a:lnTo>
                  <a:lnTo>
                    <a:pt x="2673090" y="262175"/>
                  </a:lnTo>
                  <a:lnTo>
                    <a:pt x="2602746" y="257030"/>
                  </a:lnTo>
                  <a:lnTo>
                    <a:pt x="2532401" y="251806"/>
                  </a:lnTo>
                  <a:lnTo>
                    <a:pt x="2462057" y="246502"/>
                  </a:lnTo>
                  <a:lnTo>
                    <a:pt x="2391712" y="241118"/>
                  </a:lnTo>
                  <a:lnTo>
                    <a:pt x="2321368" y="235651"/>
                  </a:lnTo>
                  <a:lnTo>
                    <a:pt x="2251023" y="230102"/>
                  </a:lnTo>
                  <a:lnTo>
                    <a:pt x="2180679" y="224468"/>
                  </a:lnTo>
                  <a:lnTo>
                    <a:pt x="2110334" y="218748"/>
                  </a:lnTo>
                  <a:lnTo>
                    <a:pt x="2039990" y="212941"/>
                  </a:lnTo>
                  <a:lnTo>
                    <a:pt x="1969645" y="207046"/>
                  </a:lnTo>
                  <a:lnTo>
                    <a:pt x="1899301" y="201060"/>
                  </a:lnTo>
                  <a:lnTo>
                    <a:pt x="1828956" y="194984"/>
                  </a:lnTo>
                  <a:lnTo>
                    <a:pt x="1758612" y="188815"/>
                  </a:lnTo>
                  <a:lnTo>
                    <a:pt x="1688267" y="182553"/>
                  </a:lnTo>
                  <a:lnTo>
                    <a:pt x="1617923" y="176195"/>
                  </a:lnTo>
                  <a:lnTo>
                    <a:pt x="1547578" y="169740"/>
                  </a:lnTo>
                  <a:lnTo>
                    <a:pt x="1477234" y="163187"/>
                  </a:lnTo>
                  <a:lnTo>
                    <a:pt x="1406889" y="156534"/>
                  </a:lnTo>
                  <a:lnTo>
                    <a:pt x="1336545" y="149779"/>
                  </a:lnTo>
                  <a:lnTo>
                    <a:pt x="1266200" y="142922"/>
                  </a:lnTo>
                  <a:lnTo>
                    <a:pt x="1195856" y="135961"/>
                  </a:lnTo>
                  <a:lnTo>
                    <a:pt x="1125511" y="128893"/>
                  </a:lnTo>
                  <a:lnTo>
                    <a:pt x="1055167" y="121718"/>
                  </a:lnTo>
                  <a:lnTo>
                    <a:pt x="984822" y="114433"/>
                  </a:lnTo>
                  <a:lnTo>
                    <a:pt x="914478" y="107038"/>
                  </a:lnTo>
                  <a:lnTo>
                    <a:pt x="844133" y="99530"/>
                  </a:lnTo>
                  <a:lnTo>
                    <a:pt x="773789" y="91908"/>
                  </a:lnTo>
                  <a:lnTo>
                    <a:pt x="703444" y="84169"/>
                  </a:lnTo>
                  <a:lnTo>
                    <a:pt x="633100" y="76313"/>
                  </a:lnTo>
                  <a:lnTo>
                    <a:pt x="562755" y="68337"/>
                  </a:lnTo>
                  <a:lnTo>
                    <a:pt x="492411" y="60240"/>
                  </a:lnTo>
                  <a:lnTo>
                    <a:pt x="422066" y="52019"/>
                  </a:lnTo>
                  <a:lnTo>
                    <a:pt x="351722" y="43674"/>
                  </a:lnTo>
                  <a:lnTo>
                    <a:pt x="281377" y="35201"/>
                  </a:lnTo>
                  <a:lnTo>
                    <a:pt x="211033" y="26599"/>
                  </a:lnTo>
                  <a:lnTo>
                    <a:pt x="140688" y="17866"/>
                  </a:lnTo>
                  <a:lnTo>
                    <a:pt x="70344" y="90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34734" y="2143092"/>
              <a:ext cx="5364681" cy="1245756"/>
            </a:xfrm>
            <a:custGeom>
              <a:avLst/>
              <a:pathLst>
                <a:path w="5364681" h="1245756">
                  <a:moveTo>
                    <a:pt x="0" y="0"/>
                  </a:moveTo>
                  <a:lnTo>
                    <a:pt x="18500" y="20666"/>
                  </a:lnTo>
                  <a:lnTo>
                    <a:pt x="88844" y="94550"/>
                  </a:lnTo>
                  <a:lnTo>
                    <a:pt x="159189" y="164020"/>
                  </a:lnTo>
                  <a:lnTo>
                    <a:pt x="229533" y="229339"/>
                  </a:lnTo>
                  <a:lnTo>
                    <a:pt x="299878" y="290755"/>
                  </a:lnTo>
                  <a:lnTo>
                    <a:pt x="370222" y="348501"/>
                  </a:lnTo>
                  <a:lnTo>
                    <a:pt x="440567" y="402797"/>
                  </a:lnTo>
                  <a:lnTo>
                    <a:pt x="510911" y="453849"/>
                  </a:lnTo>
                  <a:lnTo>
                    <a:pt x="581256" y="501850"/>
                  </a:lnTo>
                  <a:lnTo>
                    <a:pt x="651600" y="546983"/>
                  </a:lnTo>
                  <a:lnTo>
                    <a:pt x="721945" y="589420"/>
                  </a:lnTo>
                  <a:lnTo>
                    <a:pt x="792289" y="629320"/>
                  </a:lnTo>
                  <a:lnTo>
                    <a:pt x="862634" y="666837"/>
                  </a:lnTo>
                  <a:lnTo>
                    <a:pt x="932978" y="702112"/>
                  </a:lnTo>
                  <a:lnTo>
                    <a:pt x="1003323" y="735279"/>
                  </a:lnTo>
                  <a:lnTo>
                    <a:pt x="1073667" y="766465"/>
                  </a:lnTo>
                  <a:lnTo>
                    <a:pt x="1144012" y="795787"/>
                  </a:lnTo>
                  <a:lnTo>
                    <a:pt x="1214356" y="823357"/>
                  </a:lnTo>
                  <a:lnTo>
                    <a:pt x="1284701" y="849280"/>
                  </a:lnTo>
                  <a:lnTo>
                    <a:pt x="1355045" y="873653"/>
                  </a:lnTo>
                  <a:lnTo>
                    <a:pt x="1425390" y="896571"/>
                  </a:lnTo>
                  <a:lnTo>
                    <a:pt x="1495734" y="918119"/>
                  </a:lnTo>
                  <a:lnTo>
                    <a:pt x="1566079" y="938380"/>
                  </a:lnTo>
                  <a:lnTo>
                    <a:pt x="1636423" y="957430"/>
                  </a:lnTo>
                  <a:lnTo>
                    <a:pt x="1706768" y="975341"/>
                  </a:lnTo>
                  <a:lnTo>
                    <a:pt x="1777112" y="992183"/>
                  </a:lnTo>
                  <a:lnTo>
                    <a:pt x="1847457" y="1008018"/>
                  </a:lnTo>
                  <a:lnTo>
                    <a:pt x="1917801" y="1022907"/>
                  </a:lnTo>
                  <a:lnTo>
                    <a:pt x="1988146" y="1036906"/>
                  </a:lnTo>
                  <a:lnTo>
                    <a:pt x="2058490" y="1050069"/>
                  </a:lnTo>
                  <a:lnTo>
                    <a:pt x="2128835" y="1062446"/>
                  </a:lnTo>
                  <a:lnTo>
                    <a:pt x="2199179" y="1074083"/>
                  </a:lnTo>
                  <a:lnTo>
                    <a:pt x="2269524" y="1085024"/>
                  </a:lnTo>
                  <a:lnTo>
                    <a:pt x="2339868" y="1095312"/>
                  </a:lnTo>
                  <a:lnTo>
                    <a:pt x="2410213" y="1104985"/>
                  </a:lnTo>
                  <a:lnTo>
                    <a:pt x="2480557" y="1114080"/>
                  </a:lnTo>
                  <a:lnTo>
                    <a:pt x="2550902" y="1122632"/>
                  </a:lnTo>
                  <a:lnTo>
                    <a:pt x="2621246" y="1130673"/>
                  </a:lnTo>
                  <a:lnTo>
                    <a:pt x="2691591" y="1138233"/>
                  </a:lnTo>
                  <a:lnTo>
                    <a:pt x="2761935" y="1145341"/>
                  </a:lnTo>
                  <a:lnTo>
                    <a:pt x="2832280" y="1152025"/>
                  </a:lnTo>
                  <a:lnTo>
                    <a:pt x="2902624" y="1158310"/>
                  </a:lnTo>
                  <a:lnTo>
                    <a:pt x="2972969" y="1164219"/>
                  </a:lnTo>
                  <a:lnTo>
                    <a:pt x="3043313" y="1169774"/>
                  </a:lnTo>
                  <a:lnTo>
                    <a:pt x="3113658" y="1174998"/>
                  </a:lnTo>
                  <a:lnTo>
                    <a:pt x="3184002" y="1179910"/>
                  </a:lnTo>
                  <a:lnTo>
                    <a:pt x="3254347" y="1184528"/>
                  </a:lnTo>
                  <a:lnTo>
                    <a:pt x="3324691" y="1188871"/>
                  </a:lnTo>
                  <a:lnTo>
                    <a:pt x="3395036" y="1192953"/>
                  </a:lnTo>
                  <a:lnTo>
                    <a:pt x="3465380" y="1196792"/>
                  </a:lnTo>
                  <a:lnTo>
                    <a:pt x="3535725" y="1200402"/>
                  </a:lnTo>
                  <a:lnTo>
                    <a:pt x="3606069" y="1203796"/>
                  </a:lnTo>
                  <a:lnTo>
                    <a:pt x="3676413" y="1206987"/>
                  </a:lnTo>
                  <a:lnTo>
                    <a:pt x="3746758" y="1209987"/>
                  </a:lnTo>
                  <a:lnTo>
                    <a:pt x="3817102" y="1212808"/>
                  </a:lnTo>
                  <a:lnTo>
                    <a:pt x="3887447" y="1215461"/>
                  </a:lnTo>
                  <a:lnTo>
                    <a:pt x="3957791" y="1217955"/>
                  </a:lnTo>
                  <a:lnTo>
                    <a:pt x="4028136" y="1220300"/>
                  </a:lnTo>
                  <a:lnTo>
                    <a:pt x="4098480" y="1222505"/>
                  </a:lnTo>
                  <a:lnTo>
                    <a:pt x="4168825" y="1224578"/>
                  </a:lnTo>
                  <a:lnTo>
                    <a:pt x="4239169" y="1226527"/>
                  </a:lnTo>
                  <a:lnTo>
                    <a:pt x="4309514" y="1228360"/>
                  </a:lnTo>
                  <a:lnTo>
                    <a:pt x="4379858" y="1230084"/>
                  </a:lnTo>
                  <a:lnTo>
                    <a:pt x="4450203" y="1231704"/>
                  </a:lnTo>
                  <a:lnTo>
                    <a:pt x="4520547" y="1233227"/>
                  </a:lnTo>
                  <a:lnTo>
                    <a:pt x="4590892" y="1234660"/>
                  </a:lnTo>
                  <a:lnTo>
                    <a:pt x="4661236" y="1236007"/>
                  </a:lnTo>
                  <a:lnTo>
                    <a:pt x="4731581" y="1237273"/>
                  </a:lnTo>
                  <a:lnTo>
                    <a:pt x="4801925" y="1238464"/>
                  </a:lnTo>
                  <a:lnTo>
                    <a:pt x="4872270" y="1239584"/>
                  </a:lnTo>
                  <a:lnTo>
                    <a:pt x="4942614" y="1240636"/>
                  </a:lnTo>
                  <a:lnTo>
                    <a:pt x="5012959" y="1241626"/>
                  </a:lnTo>
                  <a:lnTo>
                    <a:pt x="5083303" y="1242557"/>
                  </a:lnTo>
                  <a:lnTo>
                    <a:pt x="5153648" y="1243432"/>
                  </a:lnTo>
                  <a:lnTo>
                    <a:pt x="5223992" y="1244255"/>
                  </a:lnTo>
                  <a:lnTo>
                    <a:pt x="5294337" y="1245028"/>
                  </a:lnTo>
                  <a:lnTo>
                    <a:pt x="5364681" y="12457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7282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516846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84458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7128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2.03 (1.19-3.46), p_Bonf = 0.056 (n = 6)  |  per IQR decline (Δ = 29.5 %): 8.07 (1.67-39.01)  |  IQR: [-15.6, 13.9]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8330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904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9763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4047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21196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0191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8262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3346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4062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477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8688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9405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00121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8083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6155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42271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2987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3704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442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336484"/>
              <a:ext cx="6964104" cy="1256227"/>
            </a:xfrm>
            <a:custGeom>
              <a:avLst/>
              <a:pathLst>
                <a:path w="6964104" h="1256227">
                  <a:moveTo>
                    <a:pt x="2304441" y="0"/>
                  </a:moveTo>
                  <a:lnTo>
                    <a:pt x="2321368" y="33614"/>
                  </a:lnTo>
                  <a:lnTo>
                    <a:pt x="2391712" y="158995"/>
                  </a:lnTo>
                  <a:lnTo>
                    <a:pt x="2462057" y="271528"/>
                  </a:lnTo>
                  <a:lnTo>
                    <a:pt x="2532401" y="372530"/>
                  </a:lnTo>
                  <a:lnTo>
                    <a:pt x="2602746" y="463183"/>
                  </a:lnTo>
                  <a:lnTo>
                    <a:pt x="2673090" y="544546"/>
                  </a:lnTo>
                  <a:lnTo>
                    <a:pt x="2743435" y="617572"/>
                  </a:lnTo>
                  <a:lnTo>
                    <a:pt x="2813779" y="683115"/>
                  </a:lnTo>
                  <a:lnTo>
                    <a:pt x="2884124" y="741942"/>
                  </a:lnTo>
                  <a:lnTo>
                    <a:pt x="2954468" y="794740"/>
                  </a:lnTo>
                  <a:lnTo>
                    <a:pt x="3024813" y="842129"/>
                  </a:lnTo>
                  <a:lnTo>
                    <a:pt x="3095157" y="884662"/>
                  </a:lnTo>
                  <a:lnTo>
                    <a:pt x="3165502" y="922836"/>
                  </a:lnTo>
                  <a:lnTo>
                    <a:pt x="3235846" y="957098"/>
                  </a:lnTo>
                  <a:lnTo>
                    <a:pt x="3306191" y="962252"/>
                  </a:lnTo>
                  <a:lnTo>
                    <a:pt x="3376535" y="966676"/>
                  </a:lnTo>
                  <a:lnTo>
                    <a:pt x="3446880" y="971033"/>
                  </a:lnTo>
                  <a:lnTo>
                    <a:pt x="3517224" y="975325"/>
                  </a:lnTo>
                  <a:lnTo>
                    <a:pt x="3587569" y="979553"/>
                  </a:lnTo>
                  <a:lnTo>
                    <a:pt x="3657913" y="983718"/>
                  </a:lnTo>
                  <a:lnTo>
                    <a:pt x="3728257" y="987820"/>
                  </a:lnTo>
                  <a:lnTo>
                    <a:pt x="3798602" y="991860"/>
                  </a:lnTo>
                  <a:lnTo>
                    <a:pt x="3868946" y="995840"/>
                  </a:lnTo>
                  <a:lnTo>
                    <a:pt x="3939291" y="999760"/>
                  </a:lnTo>
                  <a:lnTo>
                    <a:pt x="4009635" y="1003621"/>
                  </a:lnTo>
                  <a:lnTo>
                    <a:pt x="4079980" y="1007425"/>
                  </a:lnTo>
                  <a:lnTo>
                    <a:pt x="4150324" y="1011171"/>
                  </a:lnTo>
                  <a:lnTo>
                    <a:pt x="4220669" y="1014861"/>
                  </a:lnTo>
                  <a:lnTo>
                    <a:pt x="4291013" y="1018496"/>
                  </a:lnTo>
                  <a:lnTo>
                    <a:pt x="4361358" y="1022077"/>
                  </a:lnTo>
                  <a:lnTo>
                    <a:pt x="4431702" y="1025603"/>
                  </a:lnTo>
                  <a:lnTo>
                    <a:pt x="4502047" y="1029077"/>
                  </a:lnTo>
                  <a:lnTo>
                    <a:pt x="4572391" y="1032499"/>
                  </a:lnTo>
                  <a:lnTo>
                    <a:pt x="4642736" y="1035869"/>
                  </a:lnTo>
                  <a:lnTo>
                    <a:pt x="4713080" y="1039189"/>
                  </a:lnTo>
                  <a:lnTo>
                    <a:pt x="4783425" y="1042459"/>
                  </a:lnTo>
                  <a:lnTo>
                    <a:pt x="4853769" y="1045679"/>
                  </a:lnTo>
                  <a:lnTo>
                    <a:pt x="4924114" y="1048852"/>
                  </a:lnTo>
                  <a:lnTo>
                    <a:pt x="4994458" y="1051977"/>
                  </a:lnTo>
                  <a:lnTo>
                    <a:pt x="5064803" y="1055055"/>
                  </a:lnTo>
                  <a:lnTo>
                    <a:pt x="5135147" y="1058087"/>
                  </a:lnTo>
                  <a:lnTo>
                    <a:pt x="5205492" y="1061074"/>
                  </a:lnTo>
                  <a:lnTo>
                    <a:pt x="5275836" y="1064015"/>
                  </a:lnTo>
                  <a:lnTo>
                    <a:pt x="5346181" y="1066913"/>
                  </a:lnTo>
                  <a:lnTo>
                    <a:pt x="5416525" y="1069767"/>
                  </a:lnTo>
                  <a:lnTo>
                    <a:pt x="5486870" y="1072578"/>
                  </a:lnTo>
                  <a:lnTo>
                    <a:pt x="5557214" y="1075348"/>
                  </a:lnTo>
                  <a:lnTo>
                    <a:pt x="5627559" y="1078075"/>
                  </a:lnTo>
                  <a:lnTo>
                    <a:pt x="5697903" y="1080762"/>
                  </a:lnTo>
                  <a:lnTo>
                    <a:pt x="5768248" y="1083408"/>
                  </a:lnTo>
                  <a:lnTo>
                    <a:pt x="5838592" y="1086015"/>
                  </a:lnTo>
                  <a:lnTo>
                    <a:pt x="5908937" y="1088583"/>
                  </a:lnTo>
                  <a:lnTo>
                    <a:pt x="5979281" y="1091112"/>
                  </a:lnTo>
                  <a:lnTo>
                    <a:pt x="6049626" y="1093603"/>
                  </a:lnTo>
                  <a:lnTo>
                    <a:pt x="6119970" y="1096057"/>
                  </a:lnTo>
                  <a:lnTo>
                    <a:pt x="6190315" y="1098474"/>
                  </a:lnTo>
                  <a:lnTo>
                    <a:pt x="6260659" y="1100854"/>
                  </a:lnTo>
                  <a:lnTo>
                    <a:pt x="6331004" y="1103199"/>
                  </a:lnTo>
                  <a:lnTo>
                    <a:pt x="6401348" y="1105509"/>
                  </a:lnTo>
                  <a:lnTo>
                    <a:pt x="6471693" y="1107785"/>
                  </a:lnTo>
                  <a:lnTo>
                    <a:pt x="6542037" y="1110026"/>
                  </a:lnTo>
                  <a:lnTo>
                    <a:pt x="6612382" y="1112233"/>
                  </a:lnTo>
                  <a:lnTo>
                    <a:pt x="6682726" y="1114408"/>
                  </a:lnTo>
                  <a:lnTo>
                    <a:pt x="6753071" y="1116549"/>
                  </a:lnTo>
                  <a:lnTo>
                    <a:pt x="6823415" y="1118659"/>
                  </a:lnTo>
                  <a:lnTo>
                    <a:pt x="6893760" y="1120737"/>
                  </a:lnTo>
                  <a:lnTo>
                    <a:pt x="6964104" y="1122784"/>
                  </a:lnTo>
                  <a:lnTo>
                    <a:pt x="6964104" y="1256227"/>
                  </a:lnTo>
                  <a:lnTo>
                    <a:pt x="6893760" y="1256116"/>
                  </a:lnTo>
                  <a:lnTo>
                    <a:pt x="6823415" y="1255992"/>
                  </a:lnTo>
                  <a:lnTo>
                    <a:pt x="6753071" y="1255854"/>
                  </a:lnTo>
                  <a:lnTo>
                    <a:pt x="6682726" y="1255700"/>
                  </a:lnTo>
                  <a:lnTo>
                    <a:pt x="6612382" y="1255528"/>
                  </a:lnTo>
                  <a:lnTo>
                    <a:pt x="6542037" y="1255337"/>
                  </a:lnTo>
                  <a:lnTo>
                    <a:pt x="6471693" y="1255124"/>
                  </a:lnTo>
                  <a:lnTo>
                    <a:pt x="6401348" y="1254887"/>
                  </a:lnTo>
                  <a:lnTo>
                    <a:pt x="6331004" y="1254623"/>
                  </a:lnTo>
                  <a:lnTo>
                    <a:pt x="6260659" y="1254329"/>
                  </a:lnTo>
                  <a:lnTo>
                    <a:pt x="6190315" y="1254001"/>
                  </a:lnTo>
                  <a:lnTo>
                    <a:pt x="6119970" y="1253635"/>
                  </a:lnTo>
                  <a:lnTo>
                    <a:pt x="6049626" y="1253228"/>
                  </a:lnTo>
                  <a:lnTo>
                    <a:pt x="5979281" y="1252774"/>
                  </a:lnTo>
                  <a:lnTo>
                    <a:pt x="5908937" y="1252269"/>
                  </a:lnTo>
                  <a:lnTo>
                    <a:pt x="5838592" y="1251705"/>
                  </a:lnTo>
                  <a:lnTo>
                    <a:pt x="5768248" y="1251078"/>
                  </a:lnTo>
                  <a:lnTo>
                    <a:pt x="5697903" y="1250379"/>
                  </a:lnTo>
                  <a:lnTo>
                    <a:pt x="5627559" y="1249600"/>
                  </a:lnTo>
                  <a:lnTo>
                    <a:pt x="5557214" y="1248732"/>
                  </a:lnTo>
                  <a:lnTo>
                    <a:pt x="5486870" y="1247765"/>
                  </a:lnTo>
                  <a:lnTo>
                    <a:pt x="5416525" y="1246687"/>
                  </a:lnTo>
                  <a:lnTo>
                    <a:pt x="5346181" y="1245487"/>
                  </a:lnTo>
                  <a:lnTo>
                    <a:pt x="5275836" y="1244149"/>
                  </a:lnTo>
                  <a:lnTo>
                    <a:pt x="5205492" y="1242659"/>
                  </a:lnTo>
                  <a:lnTo>
                    <a:pt x="5135147" y="1240999"/>
                  </a:lnTo>
                  <a:lnTo>
                    <a:pt x="5064803" y="1239149"/>
                  </a:lnTo>
                  <a:lnTo>
                    <a:pt x="4994458" y="1237088"/>
                  </a:lnTo>
                  <a:lnTo>
                    <a:pt x="4924114" y="1234792"/>
                  </a:lnTo>
                  <a:lnTo>
                    <a:pt x="4853769" y="1232233"/>
                  </a:lnTo>
                  <a:lnTo>
                    <a:pt x="4783425" y="1229382"/>
                  </a:lnTo>
                  <a:lnTo>
                    <a:pt x="4713080" y="1226206"/>
                  </a:lnTo>
                  <a:lnTo>
                    <a:pt x="4642736" y="1222668"/>
                  </a:lnTo>
                  <a:lnTo>
                    <a:pt x="4572391" y="1218725"/>
                  </a:lnTo>
                  <a:lnTo>
                    <a:pt x="4502047" y="1214332"/>
                  </a:lnTo>
                  <a:lnTo>
                    <a:pt x="4431702" y="1209438"/>
                  </a:lnTo>
                  <a:lnTo>
                    <a:pt x="4361358" y="1203984"/>
                  </a:lnTo>
                  <a:lnTo>
                    <a:pt x="4291013" y="1197909"/>
                  </a:lnTo>
                  <a:lnTo>
                    <a:pt x="4220669" y="1191139"/>
                  </a:lnTo>
                  <a:lnTo>
                    <a:pt x="4150324" y="1183597"/>
                  </a:lnTo>
                  <a:lnTo>
                    <a:pt x="4079980" y="1175193"/>
                  </a:lnTo>
                  <a:lnTo>
                    <a:pt x="4009635" y="1165831"/>
                  </a:lnTo>
                  <a:lnTo>
                    <a:pt x="3939291" y="1155399"/>
                  </a:lnTo>
                  <a:lnTo>
                    <a:pt x="3868946" y="1143776"/>
                  </a:lnTo>
                  <a:lnTo>
                    <a:pt x="3798602" y="1130826"/>
                  </a:lnTo>
                  <a:lnTo>
                    <a:pt x="3728257" y="1116398"/>
                  </a:lnTo>
                  <a:lnTo>
                    <a:pt x="3657913" y="1100323"/>
                  </a:lnTo>
                  <a:lnTo>
                    <a:pt x="3587569" y="1082412"/>
                  </a:lnTo>
                  <a:lnTo>
                    <a:pt x="3517224" y="1062457"/>
                  </a:lnTo>
                  <a:lnTo>
                    <a:pt x="3446880" y="1040223"/>
                  </a:lnTo>
                  <a:lnTo>
                    <a:pt x="3376535" y="1015450"/>
                  </a:lnTo>
                  <a:lnTo>
                    <a:pt x="3306191" y="987850"/>
                  </a:lnTo>
                  <a:lnTo>
                    <a:pt x="3235846" y="957760"/>
                  </a:lnTo>
                  <a:lnTo>
                    <a:pt x="3165502" y="953201"/>
                  </a:lnTo>
                  <a:lnTo>
                    <a:pt x="3095157" y="948572"/>
                  </a:lnTo>
                  <a:lnTo>
                    <a:pt x="3024813" y="943872"/>
                  </a:lnTo>
                  <a:lnTo>
                    <a:pt x="2954468" y="939101"/>
                  </a:lnTo>
                  <a:lnTo>
                    <a:pt x="2884124" y="934257"/>
                  </a:lnTo>
                  <a:lnTo>
                    <a:pt x="2813779" y="929340"/>
                  </a:lnTo>
                  <a:lnTo>
                    <a:pt x="2743435" y="924347"/>
                  </a:lnTo>
                  <a:lnTo>
                    <a:pt x="2673090" y="919279"/>
                  </a:lnTo>
                  <a:lnTo>
                    <a:pt x="2602746" y="914133"/>
                  </a:lnTo>
                  <a:lnTo>
                    <a:pt x="2532401" y="908909"/>
                  </a:lnTo>
                  <a:lnTo>
                    <a:pt x="2462057" y="903605"/>
                  </a:lnTo>
                  <a:lnTo>
                    <a:pt x="2391712" y="898221"/>
                  </a:lnTo>
                  <a:lnTo>
                    <a:pt x="2321368" y="892755"/>
                  </a:lnTo>
                  <a:lnTo>
                    <a:pt x="2251023" y="887205"/>
                  </a:lnTo>
                  <a:lnTo>
                    <a:pt x="2180679" y="881571"/>
                  </a:lnTo>
                  <a:lnTo>
                    <a:pt x="2110334" y="875851"/>
                  </a:lnTo>
                  <a:lnTo>
                    <a:pt x="2039990" y="870044"/>
                  </a:lnTo>
                  <a:lnTo>
                    <a:pt x="1969645" y="864149"/>
                  </a:lnTo>
                  <a:lnTo>
                    <a:pt x="1899301" y="858164"/>
                  </a:lnTo>
                  <a:lnTo>
                    <a:pt x="1828956" y="852088"/>
                  </a:lnTo>
                  <a:lnTo>
                    <a:pt x="1758612" y="845919"/>
                  </a:lnTo>
                  <a:lnTo>
                    <a:pt x="1688267" y="839656"/>
                  </a:lnTo>
                  <a:lnTo>
                    <a:pt x="1617923" y="833298"/>
                  </a:lnTo>
                  <a:lnTo>
                    <a:pt x="1547578" y="826843"/>
                  </a:lnTo>
                  <a:lnTo>
                    <a:pt x="1477234" y="820290"/>
                  </a:lnTo>
                  <a:lnTo>
                    <a:pt x="1406889" y="813637"/>
                  </a:lnTo>
                  <a:lnTo>
                    <a:pt x="1336545" y="806883"/>
                  </a:lnTo>
                  <a:lnTo>
                    <a:pt x="1266200" y="800025"/>
                  </a:lnTo>
                  <a:lnTo>
                    <a:pt x="1195856" y="793064"/>
                  </a:lnTo>
                  <a:lnTo>
                    <a:pt x="1125511" y="785996"/>
                  </a:lnTo>
                  <a:lnTo>
                    <a:pt x="1055167" y="778821"/>
                  </a:lnTo>
                  <a:lnTo>
                    <a:pt x="984822" y="771537"/>
                  </a:lnTo>
                  <a:lnTo>
                    <a:pt x="914478" y="764141"/>
                  </a:lnTo>
                  <a:lnTo>
                    <a:pt x="844133" y="756633"/>
                  </a:lnTo>
                  <a:lnTo>
                    <a:pt x="773789" y="749011"/>
                  </a:lnTo>
                  <a:lnTo>
                    <a:pt x="703444" y="741273"/>
                  </a:lnTo>
                  <a:lnTo>
                    <a:pt x="633100" y="733417"/>
                  </a:lnTo>
                  <a:lnTo>
                    <a:pt x="562755" y="725441"/>
                  </a:lnTo>
                  <a:lnTo>
                    <a:pt x="492411" y="717343"/>
                  </a:lnTo>
                  <a:lnTo>
                    <a:pt x="422066" y="709123"/>
                  </a:lnTo>
                  <a:lnTo>
                    <a:pt x="351722" y="700777"/>
                  </a:lnTo>
                  <a:lnTo>
                    <a:pt x="281377" y="692304"/>
                  </a:lnTo>
                  <a:lnTo>
                    <a:pt x="211033" y="683702"/>
                  </a:lnTo>
                  <a:lnTo>
                    <a:pt x="140688" y="674970"/>
                  </a:lnTo>
                  <a:lnTo>
                    <a:pt x="70344" y="666104"/>
                  </a:lnTo>
                  <a:lnTo>
                    <a:pt x="0" y="657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3539753" y="4336484"/>
              <a:ext cx="4659662" cy="1122784"/>
            </a:xfrm>
            <a:custGeom>
              <a:avLst/>
              <a:pathLst>
                <a:path w="4659662" h="1122784">
                  <a:moveTo>
                    <a:pt x="0" y="0"/>
                  </a:moveTo>
                  <a:lnTo>
                    <a:pt x="16926" y="33614"/>
                  </a:lnTo>
                  <a:lnTo>
                    <a:pt x="87271" y="158995"/>
                  </a:lnTo>
                  <a:lnTo>
                    <a:pt x="157615" y="271528"/>
                  </a:lnTo>
                  <a:lnTo>
                    <a:pt x="227959" y="372530"/>
                  </a:lnTo>
                  <a:lnTo>
                    <a:pt x="298304" y="463183"/>
                  </a:lnTo>
                  <a:lnTo>
                    <a:pt x="368648" y="544546"/>
                  </a:lnTo>
                  <a:lnTo>
                    <a:pt x="438993" y="617572"/>
                  </a:lnTo>
                  <a:lnTo>
                    <a:pt x="509337" y="683115"/>
                  </a:lnTo>
                  <a:lnTo>
                    <a:pt x="579682" y="741942"/>
                  </a:lnTo>
                  <a:lnTo>
                    <a:pt x="650026" y="794740"/>
                  </a:lnTo>
                  <a:lnTo>
                    <a:pt x="720371" y="842129"/>
                  </a:lnTo>
                  <a:lnTo>
                    <a:pt x="790715" y="884662"/>
                  </a:lnTo>
                  <a:lnTo>
                    <a:pt x="861060" y="922836"/>
                  </a:lnTo>
                  <a:lnTo>
                    <a:pt x="931404" y="957098"/>
                  </a:lnTo>
                  <a:lnTo>
                    <a:pt x="1001749" y="962252"/>
                  </a:lnTo>
                  <a:lnTo>
                    <a:pt x="1072093" y="966676"/>
                  </a:lnTo>
                  <a:lnTo>
                    <a:pt x="1142438" y="971033"/>
                  </a:lnTo>
                  <a:lnTo>
                    <a:pt x="1212782" y="975325"/>
                  </a:lnTo>
                  <a:lnTo>
                    <a:pt x="1283127" y="979553"/>
                  </a:lnTo>
                  <a:lnTo>
                    <a:pt x="1353471" y="983718"/>
                  </a:lnTo>
                  <a:lnTo>
                    <a:pt x="1423816" y="987820"/>
                  </a:lnTo>
                  <a:lnTo>
                    <a:pt x="1494160" y="991860"/>
                  </a:lnTo>
                  <a:lnTo>
                    <a:pt x="1564505" y="995840"/>
                  </a:lnTo>
                  <a:lnTo>
                    <a:pt x="1634849" y="999760"/>
                  </a:lnTo>
                  <a:lnTo>
                    <a:pt x="1705194" y="1003621"/>
                  </a:lnTo>
                  <a:lnTo>
                    <a:pt x="1775538" y="1007425"/>
                  </a:lnTo>
                  <a:lnTo>
                    <a:pt x="1845883" y="1011171"/>
                  </a:lnTo>
                  <a:lnTo>
                    <a:pt x="1916227" y="1014861"/>
                  </a:lnTo>
                  <a:lnTo>
                    <a:pt x="1986572" y="1018496"/>
                  </a:lnTo>
                  <a:lnTo>
                    <a:pt x="2056916" y="1022077"/>
                  </a:lnTo>
                  <a:lnTo>
                    <a:pt x="2127261" y="1025603"/>
                  </a:lnTo>
                  <a:lnTo>
                    <a:pt x="2197605" y="1029077"/>
                  </a:lnTo>
                  <a:lnTo>
                    <a:pt x="2267950" y="1032499"/>
                  </a:lnTo>
                  <a:lnTo>
                    <a:pt x="2338294" y="1035869"/>
                  </a:lnTo>
                  <a:lnTo>
                    <a:pt x="2408639" y="1039189"/>
                  </a:lnTo>
                  <a:lnTo>
                    <a:pt x="2478983" y="1042459"/>
                  </a:lnTo>
                  <a:lnTo>
                    <a:pt x="2549328" y="1045679"/>
                  </a:lnTo>
                  <a:lnTo>
                    <a:pt x="2619672" y="1048852"/>
                  </a:lnTo>
                  <a:lnTo>
                    <a:pt x="2690017" y="1051977"/>
                  </a:lnTo>
                  <a:lnTo>
                    <a:pt x="2760361" y="1055055"/>
                  </a:lnTo>
                  <a:lnTo>
                    <a:pt x="2830706" y="1058087"/>
                  </a:lnTo>
                  <a:lnTo>
                    <a:pt x="2901050" y="1061074"/>
                  </a:lnTo>
                  <a:lnTo>
                    <a:pt x="2971395" y="1064015"/>
                  </a:lnTo>
                  <a:lnTo>
                    <a:pt x="3041739" y="1066913"/>
                  </a:lnTo>
                  <a:lnTo>
                    <a:pt x="3112084" y="1069767"/>
                  </a:lnTo>
                  <a:lnTo>
                    <a:pt x="3182428" y="1072578"/>
                  </a:lnTo>
                  <a:lnTo>
                    <a:pt x="3252773" y="1075348"/>
                  </a:lnTo>
                  <a:lnTo>
                    <a:pt x="3323117" y="1078075"/>
                  </a:lnTo>
                  <a:lnTo>
                    <a:pt x="3393462" y="1080762"/>
                  </a:lnTo>
                  <a:lnTo>
                    <a:pt x="3463806" y="1083408"/>
                  </a:lnTo>
                  <a:lnTo>
                    <a:pt x="3534151" y="1086015"/>
                  </a:lnTo>
                  <a:lnTo>
                    <a:pt x="3604495" y="1088583"/>
                  </a:lnTo>
                  <a:lnTo>
                    <a:pt x="3674840" y="1091112"/>
                  </a:lnTo>
                  <a:lnTo>
                    <a:pt x="3745184" y="1093603"/>
                  </a:lnTo>
                  <a:lnTo>
                    <a:pt x="3815529" y="1096057"/>
                  </a:lnTo>
                  <a:lnTo>
                    <a:pt x="3885873" y="1098474"/>
                  </a:lnTo>
                  <a:lnTo>
                    <a:pt x="3956217" y="1100854"/>
                  </a:lnTo>
                  <a:lnTo>
                    <a:pt x="4026562" y="1103199"/>
                  </a:lnTo>
                  <a:lnTo>
                    <a:pt x="4096906" y="1105509"/>
                  </a:lnTo>
                  <a:lnTo>
                    <a:pt x="4167251" y="1107785"/>
                  </a:lnTo>
                  <a:lnTo>
                    <a:pt x="4237595" y="1110026"/>
                  </a:lnTo>
                  <a:lnTo>
                    <a:pt x="4307940" y="1112233"/>
                  </a:lnTo>
                  <a:lnTo>
                    <a:pt x="4378284" y="1114408"/>
                  </a:lnTo>
                  <a:lnTo>
                    <a:pt x="4448629" y="1116549"/>
                  </a:lnTo>
                  <a:lnTo>
                    <a:pt x="4518973" y="1118659"/>
                  </a:lnTo>
                  <a:lnTo>
                    <a:pt x="4589318" y="1120737"/>
                  </a:lnTo>
                  <a:lnTo>
                    <a:pt x="4659662" y="11227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4993587"/>
              <a:ext cx="6964104" cy="599124"/>
            </a:xfrm>
            <a:custGeom>
              <a:avLst/>
              <a:pathLst>
                <a:path w="6964104" h="599124">
                  <a:moveTo>
                    <a:pt x="6964104" y="599124"/>
                  </a:moveTo>
                  <a:lnTo>
                    <a:pt x="6893760" y="599012"/>
                  </a:lnTo>
                  <a:lnTo>
                    <a:pt x="6823415" y="598888"/>
                  </a:lnTo>
                  <a:lnTo>
                    <a:pt x="6753071" y="598750"/>
                  </a:lnTo>
                  <a:lnTo>
                    <a:pt x="6682726" y="598596"/>
                  </a:lnTo>
                  <a:lnTo>
                    <a:pt x="6612382" y="598425"/>
                  </a:lnTo>
                  <a:lnTo>
                    <a:pt x="6542037" y="598234"/>
                  </a:lnTo>
                  <a:lnTo>
                    <a:pt x="6471693" y="598021"/>
                  </a:lnTo>
                  <a:lnTo>
                    <a:pt x="6401348" y="597784"/>
                  </a:lnTo>
                  <a:lnTo>
                    <a:pt x="6331004" y="597520"/>
                  </a:lnTo>
                  <a:lnTo>
                    <a:pt x="6260659" y="597225"/>
                  </a:lnTo>
                  <a:lnTo>
                    <a:pt x="6190315" y="596897"/>
                  </a:lnTo>
                  <a:lnTo>
                    <a:pt x="6119970" y="596532"/>
                  </a:lnTo>
                  <a:lnTo>
                    <a:pt x="6049626" y="596124"/>
                  </a:lnTo>
                  <a:lnTo>
                    <a:pt x="5979281" y="595671"/>
                  </a:lnTo>
                  <a:lnTo>
                    <a:pt x="5908937" y="595165"/>
                  </a:lnTo>
                  <a:lnTo>
                    <a:pt x="5838592" y="594602"/>
                  </a:lnTo>
                  <a:lnTo>
                    <a:pt x="5768248" y="593974"/>
                  </a:lnTo>
                  <a:lnTo>
                    <a:pt x="5697903" y="593275"/>
                  </a:lnTo>
                  <a:lnTo>
                    <a:pt x="5627559" y="592496"/>
                  </a:lnTo>
                  <a:lnTo>
                    <a:pt x="5557214" y="591628"/>
                  </a:lnTo>
                  <a:lnTo>
                    <a:pt x="5486870" y="590661"/>
                  </a:lnTo>
                  <a:lnTo>
                    <a:pt x="5416525" y="589584"/>
                  </a:lnTo>
                  <a:lnTo>
                    <a:pt x="5346181" y="588384"/>
                  </a:lnTo>
                  <a:lnTo>
                    <a:pt x="5275836" y="587046"/>
                  </a:lnTo>
                  <a:lnTo>
                    <a:pt x="5205492" y="585556"/>
                  </a:lnTo>
                  <a:lnTo>
                    <a:pt x="5135147" y="583896"/>
                  </a:lnTo>
                  <a:lnTo>
                    <a:pt x="5064803" y="582046"/>
                  </a:lnTo>
                  <a:lnTo>
                    <a:pt x="4994458" y="579985"/>
                  </a:lnTo>
                  <a:lnTo>
                    <a:pt x="4924114" y="577688"/>
                  </a:lnTo>
                  <a:lnTo>
                    <a:pt x="4853769" y="575130"/>
                  </a:lnTo>
                  <a:lnTo>
                    <a:pt x="4783425" y="572279"/>
                  </a:lnTo>
                  <a:lnTo>
                    <a:pt x="4713080" y="569103"/>
                  </a:lnTo>
                  <a:lnTo>
                    <a:pt x="4642736" y="565564"/>
                  </a:lnTo>
                  <a:lnTo>
                    <a:pt x="4572391" y="561621"/>
                  </a:lnTo>
                  <a:lnTo>
                    <a:pt x="4502047" y="557229"/>
                  </a:lnTo>
                  <a:lnTo>
                    <a:pt x="4431702" y="552334"/>
                  </a:lnTo>
                  <a:lnTo>
                    <a:pt x="4361358" y="546881"/>
                  </a:lnTo>
                  <a:lnTo>
                    <a:pt x="4291013" y="540805"/>
                  </a:lnTo>
                  <a:lnTo>
                    <a:pt x="4220669" y="534036"/>
                  </a:lnTo>
                  <a:lnTo>
                    <a:pt x="4150324" y="526493"/>
                  </a:lnTo>
                  <a:lnTo>
                    <a:pt x="4079980" y="518090"/>
                  </a:lnTo>
                  <a:lnTo>
                    <a:pt x="4009635" y="508727"/>
                  </a:lnTo>
                  <a:lnTo>
                    <a:pt x="3939291" y="498296"/>
                  </a:lnTo>
                  <a:lnTo>
                    <a:pt x="3868946" y="486673"/>
                  </a:lnTo>
                  <a:lnTo>
                    <a:pt x="3798602" y="473723"/>
                  </a:lnTo>
                  <a:lnTo>
                    <a:pt x="3728257" y="459295"/>
                  </a:lnTo>
                  <a:lnTo>
                    <a:pt x="3657913" y="443220"/>
                  </a:lnTo>
                  <a:lnTo>
                    <a:pt x="3587569" y="425309"/>
                  </a:lnTo>
                  <a:lnTo>
                    <a:pt x="3517224" y="405353"/>
                  </a:lnTo>
                  <a:lnTo>
                    <a:pt x="3446880" y="383119"/>
                  </a:lnTo>
                  <a:lnTo>
                    <a:pt x="3376535" y="358347"/>
                  </a:lnTo>
                  <a:lnTo>
                    <a:pt x="3306191" y="330747"/>
                  </a:lnTo>
                  <a:lnTo>
                    <a:pt x="3235846" y="300657"/>
                  </a:lnTo>
                  <a:lnTo>
                    <a:pt x="3165502" y="296097"/>
                  </a:lnTo>
                  <a:lnTo>
                    <a:pt x="3095157" y="291468"/>
                  </a:lnTo>
                  <a:lnTo>
                    <a:pt x="3024813" y="286769"/>
                  </a:lnTo>
                  <a:lnTo>
                    <a:pt x="2954468" y="281998"/>
                  </a:lnTo>
                  <a:lnTo>
                    <a:pt x="2884124" y="277154"/>
                  </a:lnTo>
                  <a:lnTo>
                    <a:pt x="2813779" y="272236"/>
                  </a:lnTo>
                  <a:lnTo>
                    <a:pt x="2743435" y="267244"/>
                  </a:lnTo>
                  <a:lnTo>
                    <a:pt x="2673090" y="262175"/>
                  </a:lnTo>
                  <a:lnTo>
                    <a:pt x="2602746" y="257030"/>
                  </a:lnTo>
                  <a:lnTo>
                    <a:pt x="2532401" y="251806"/>
                  </a:lnTo>
                  <a:lnTo>
                    <a:pt x="2462057" y="246502"/>
                  </a:lnTo>
                  <a:lnTo>
                    <a:pt x="2391712" y="241118"/>
                  </a:lnTo>
                  <a:lnTo>
                    <a:pt x="2321368" y="235651"/>
                  </a:lnTo>
                  <a:lnTo>
                    <a:pt x="2251023" y="230102"/>
                  </a:lnTo>
                  <a:lnTo>
                    <a:pt x="2180679" y="224468"/>
                  </a:lnTo>
                  <a:lnTo>
                    <a:pt x="2110334" y="218748"/>
                  </a:lnTo>
                  <a:lnTo>
                    <a:pt x="2039990" y="212941"/>
                  </a:lnTo>
                  <a:lnTo>
                    <a:pt x="1969645" y="207046"/>
                  </a:lnTo>
                  <a:lnTo>
                    <a:pt x="1899301" y="201060"/>
                  </a:lnTo>
                  <a:lnTo>
                    <a:pt x="1828956" y="194984"/>
                  </a:lnTo>
                  <a:lnTo>
                    <a:pt x="1758612" y="188815"/>
                  </a:lnTo>
                  <a:lnTo>
                    <a:pt x="1688267" y="182553"/>
                  </a:lnTo>
                  <a:lnTo>
                    <a:pt x="1617923" y="176195"/>
                  </a:lnTo>
                  <a:lnTo>
                    <a:pt x="1547578" y="169740"/>
                  </a:lnTo>
                  <a:lnTo>
                    <a:pt x="1477234" y="163187"/>
                  </a:lnTo>
                  <a:lnTo>
                    <a:pt x="1406889" y="156534"/>
                  </a:lnTo>
                  <a:lnTo>
                    <a:pt x="1336545" y="149779"/>
                  </a:lnTo>
                  <a:lnTo>
                    <a:pt x="1266200" y="142922"/>
                  </a:lnTo>
                  <a:lnTo>
                    <a:pt x="1195856" y="135961"/>
                  </a:lnTo>
                  <a:lnTo>
                    <a:pt x="1125511" y="128893"/>
                  </a:lnTo>
                  <a:lnTo>
                    <a:pt x="1055167" y="121718"/>
                  </a:lnTo>
                  <a:lnTo>
                    <a:pt x="984822" y="114433"/>
                  </a:lnTo>
                  <a:lnTo>
                    <a:pt x="914478" y="107038"/>
                  </a:lnTo>
                  <a:lnTo>
                    <a:pt x="844133" y="99530"/>
                  </a:lnTo>
                  <a:lnTo>
                    <a:pt x="773789" y="91908"/>
                  </a:lnTo>
                  <a:lnTo>
                    <a:pt x="703444" y="84169"/>
                  </a:lnTo>
                  <a:lnTo>
                    <a:pt x="633100" y="76313"/>
                  </a:lnTo>
                  <a:lnTo>
                    <a:pt x="562755" y="68337"/>
                  </a:lnTo>
                  <a:lnTo>
                    <a:pt x="492411" y="60240"/>
                  </a:lnTo>
                  <a:lnTo>
                    <a:pt x="422066" y="52019"/>
                  </a:lnTo>
                  <a:lnTo>
                    <a:pt x="351722" y="43674"/>
                  </a:lnTo>
                  <a:lnTo>
                    <a:pt x="281377" y="35201"/>
                  </a:lnTo>
                  <a:lnTo>
                    <a:pt x="211033" y="26599"/>
                  </a:lnTo>
                  <a:lnTo>
                    <a:pt x="140688" y="17866"/>
                  </a:lnTo>
                  <a:lnTo>
                    <a:pt x="70344" y="90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834734" y="4336484"/>
              <a:ext cx="5364681" cy="1245756"/>
            </a:xfrm>
            <a:custGeom>
              <a:avLst/>
              <a:pathLst>
                <a:path w="5364681" h="1245756">
                  <a:moveTo>
                    <a:pt x="0" y="0"/>
                  </a:moveTo>
                  <a:lnTo>
                    <a:pt x="18500" y="20666"/>
                  </a:lnTo>
                  <a:lnTo>
                    <a:pt x="88844" y="94550"/>
                  </a:lnTo>
                  <a:lnTo>
                    <a:pt x="159189" y="164020"/>
                  </a:lnTo>
                  <a:lnTo>
                    <a:pt x="229533" y="229339"/>
                  </a:lnTo>
                  <a:lnTo>
                    <a:pt x="299878" y="290755"/>
                  </a:lnTo>
                  <a:lnTo>
                    <a:pt x="370222" y="348501"/>
                  </a:lnTo>
                  <a:lnTo>
                    <a:pt x="440567" y="402797"/>
                  </a:lnTo>
                  <a:lnTo>
                    <a:pt x="510911" y="453849"/>
                  </a:lnTo>
                  <a:lnTo>
                    <a:pt x="581256" y="501850"/>
                  </a:lnTo>
                  <a:lnTo>
                    <a:pt x="651600" y="546983"/>
                  </a:lnTo>
                  <a:lnTo>
                    <a:pt x="721945" y="589420"/>
                  </a:lnTo>
                  <a:lnTo>
                    <a:pt x="792289" y="629320"/>
                  </a:lnTo>
                  <a:lnTo>
                    <a:pt x="862634" y="666837"/>
                  </a:lnTo>
                  <a:lnTo>
                    <a:pt x="932978" y="702112"/>
                  </a:lnTo>
                  <a:lnTo>
                    <a:pt x="1003323" y="735279"/>
                  </a:lnTo>
                  <a:lnTo>
                    <a:pt x="1073667" y="766465"/>
                  </a:lnTo>
                  <a:lnTo>
                    <a:pt x="1144012" y="795787"/>
                  </a:lnTo>
                  <a:lnTo>
                    <a:pt x="1214356" y="823357"/>
                  </a:lnTo>
                  <a:lnTo>
                    <a:pt x="1284701" y="849280"/>
                  </a:lnTo>
                  <a:lnTo>
                    <a:pt x="1355045" y="873653"/>
                  </a:lnTo>
                  <a:lnTo>
                    <a:pt x="1425390" y="896571"/>
                  </a:lnTo>
                  <a:lnTo>
                    <a:pt x="1495734" y="918119"/>
                  </a:lnTo>
                  <a:lnTo>
                    <a:pt x="1566079" y="938380"/>
                  </a:lnTo>
                  <a:lnTo>
                    <a:pt x="1636423" y="957430"/>
                  </a:lnTo>
                  <a:lnTo>
                    <a:pt x="1706768" y="975341"/>
                  </a:lnTo>
                  <a:lnTo>
                    <a:pt x="1777112" y="992183"/>
                  </a:lnTo>
                  <a:lnTo>
                    <a:pt x="1847457" y="1008018"/>
                  </a:lnTo>
                  <a:lnTo>
                    <a:pt x="1917801" y="1022907"/>
                  </a:lnTo>
                  <a:lnTo>
                    <a:pt x="1988146" y="1036906"/>
                  </a:lnTo>
                  <a:lnTo>
                    <a:pt x="2058490" y="1050069"/>
                  </a:lnTo>
                  <a:lnTo>
                    <a:pt x="2128835" y="1062446"/>
                  </a:lnTo>
                  <a:lnTo>
                    <a:pt x="2199179" y="1074083"/>
                  </a:lnTo>
                  <a:lnTo>
                    <a:pt x="2269524" y="1085024"/>
                  </a:lnTo>
                  <a:lnTo>
                    <a:pt x="2339868" y="1095312"/>
                  </a:lnTo>
                  <a:lnTo>
                    <a:pt x="2410213" y="1104985"/>
                  </a:lnTo>
                  <a:lnTo>
                    <a:pt x="2480557" y="1114080"/>
                  </a:lnTo>
                  <a:lnTo>
                    <a:pt x="2550902" y="1122632"/>
                  </a:lnTo>
                  <a:lnTo>
                    <a:pt x="2621246" y="1130673"/>
                  </a:lnTo>
                  <a:lnTo>
                    <a:pt x="2691591" y="1138233"/>
                  </a:lnTo>
                  <a:lnTo>
                    <a:pt x="2761935" y="1145341"/>
                  </a:lnTo>
                  <a:lnTo>
                    <a:pt x="2832280" y="1152025"/>
                  </a:lnTo>
                  <a:lnTo>
                    <a:pt x="2902624" y="1158310"/>
                  </a:lnTo>
                  <a:lnTo>
                    <a:pt x="2972969" y="1164219"/>
                  </a:lnTo>
                  <a:lnTo>
                    <a:pt x="3043313" y="1169774"/>
                  </a:lnTo>
                  <a:lnTo>
                    <a:pt x="3113658" y="1174998"/>
                  </a:lnTo>
                  <a:lnTo>
                    <a:pt x="3184002" y="1179910"/>
                  </a:lnTo>
                  <a:lnTo>
                    <a:pt x="3254347" y="1184528"/>
                  </a:lnTo>
                  <a:lnTo>
                    <a:pt x="3324691" y="1188871"/>
                  </a:lnTo>
                  <a:lnTo>
                    <a:pt x="3395036" y="1192953"/>
                  </a:lnTo>
                  <a:lnTo>
                    <a:pt x="3465380" y="1196792"/>
                  </a:lnTo>
                  <a:lnTo>
                    <a:pt x="3535725" y="1200402"/>
                  </a:lnTo>
                  <a:lnTo>
                    <a:pt x="3606069" y="1203796"/>
                  </a:lnTo>
                  <a:lnTo>
                    <a:pt x="3676413" y="1206987"/>
                  </a:lnTo>
                  <a:lnTo>
                    <a:pt x="3746758" y="1209987"/>
                  </a:lnTo>
                  <a:lnTo>
                    <a:pt x="3817102" y="1212808"/>
                  </a:lnTo>
                  <a:lnTo>
                    <a:pt x="3887447" y="1215461"/>
                  </a:lnTo>
                  <a:lnTo>
                    <a:pt x="3957791" y="1217955"/>
                  </a:lnTo>
                  <a:lnTo>
                    <a:pt x="4028136" y="1220300"/>
                  </a:lnTo>
                  <a:lnTo>
                    <a:pt x="4098480" y="1222505"/>
                  </a:lnTo>
                  <a:lnTo>
                    <a:pt x="4168825" y="1224578"/>
                  </a:lnTo>
                  <a:lnTo>
                    <a:pt x="4239169" y="1226527"/>
                  </a:lnTo>
                  <a:lnTo>
                    <a:pt x="4309514" y="1228360"/>
                  </a:lnTo>
                  <a:lnTo>
                    <a:pt x="4379858" y="1230084"/>
                  </a:lnTo>
                  <a:lnTo>
                    <a:pt x="4450203" y="1231704"/>
                  </a:lnTo>
                  <a:lnTo>
                    <a:pt x="4520547" y="1233227"/>
                  </a:lnTo>
                  <a:lnTo>
                    <a:pt x="4590892" y="1234660"/>
                  </a:lnTo>
                  <a:lnTo>
                    <a:pt x="4661236" y="1236007"/>
                  </a:lnTo>
                  <a:lnTo>
                    <a:pt x="4731581" y="1237273"/>
                  </a:lnTo>
                  <a:lnTo>
                    <a:pt x="4801925" y="1238464"/>
                  </a:lnTo>
                  <a:lnTo>
                    <a:pt x="4872270" y="1239584"/>
                  </a:lnTo>
                  <a:lnTo>
                    <a:pt x="4942614" y="1240636"/>
                  </a:lnTo>
                  <a:lnTo>
                    <a:pt x="5012959" y="1241626"/>
                  </a:lnTo>
                  <a:lnTo>
                    <a:pt x="5083303" y="1242557"/>
                  </a:lnTo>
                  <a:lnTo>
                    <a:pt x="5153648" y="1243432"/>
                  </a:lnTo>
                  <a:lnTo>
                    <a:pt x="5223992" y="1244255"/>
                  </a:lnTo>
                  <a:lnTo>
                    <a:pt x="5294337" y="1245028"/>
                  </a:lnTo>
                  <a:lnTo>
                    <a:pt x="5364681" y="12457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47282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306098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113264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92042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72759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84458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60534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6769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7486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82030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2.03 (1.19-3.46), p_Bonf = 0.056 (n = 6)  |  per IQR decline (Δ = 29.5 %): 8.07 (1.67-39.01)  |  IQR: [-15.6, 13.9]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2026-07-22T08:00:09Z</dcterms:modified>
  <cp:category/>
</cp:coreProperties>
</file>