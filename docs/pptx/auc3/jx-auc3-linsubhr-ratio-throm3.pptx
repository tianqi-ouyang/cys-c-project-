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31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8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409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95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81046"/>
            </a:xfrm>
            <a:custGeom>
              <a:avLst/>
              <a:pathLst>
                <a:path w="7090630" h="3481046">
                  <a:moveTo>
                    <a:pt x="2346309" y="0"/>
                  </a:moveTo>
                  <a:lnTo>
                    <a:pt x="2363543" y="93145"/>
                  </a:lnTo>
                  <a:lnTo>
                    <a:pt x="2435165" y="440581"/>
                  </a:lnTo>
                  <a:lnTo>
                    <a:pt x="2506788" y="752414"/>
                  </a:lnTo>
                  <a:lnTo>
                    <a:pt x="2578410" y="1032294"/>
                  </a:lnTo>
                  <a:lnTo>
                    <a:pt x="2650033" y="1283495"/>
                  </a:lnTo>
                  <a:lnTo>
                    <a:pt x="2721655" y="1508955"/>
                  </a:lnTo>
                  <a:lnTo>
                    <a:pt x="2793278" y="1711312"/>
                  </a:lnTo>
                  <a:lnTo>
                    <a:pt x="2864901" y="1892934"/>
                  </a:lnTo>
                  <a:lnTo>
                    <a:pt x="2936523" y="2055944"/>
                  </a:lnTo>
                  <a:lnTo>
                    <a:pt x="3008146" y="2202252"/>
                  </a:lnTo>
                  <a:lnTo>
                    <a:pt x="3079768" y="2333567"/>
                  </a:lnTo>
                  <a:lnTo>
                    <a:pt x="3151391" y="2451426"/>
                  </a:lnTo>
                  <a:lnTo>
                    <a:pt x="3223013" y="2557208"/>
                  </a:lnTo>
                  <a:lnTo>
                    <a:pt x="3294636" y="2652150"/>
                  </a:lnTo>
                  <a:lnTo>
                    <a:pt x="3366258" y="2666431"/>
                  </a:lnTo>
                  <a:lnTo>
                    <a:pt x="3437881" y="2678689"/>
                  </a:lnTo>
                  <a:lnTo>
                    <a:pt x="3509503" y="2690764"/>
                  </a:lnTo>
                  <a:lnTo>
                    <a:pt x="3581126" y="2702658"/>
                  </a:lnTo>
                  <a:lnTo>
                    <a:pt x="3652748" y="2714374"/>
                  </a:lnTo>
                  <a:lnTo>
                    <a:pt x="3724371" y="2725913"/>
                  </a:lnTo>
                  <a:lnTo>
                    <a:pt x="3795993" y="2737280"/>
                  </a:lnTo>
                  <a:lnTo>
                    <a:pt x="3867616" y="2748476"/>
                  </a:lnTo>
                  <a:lnTo>
                    <a:pt x="3939238" y="2759505"/>
                  </a:lnTo>
                  <a:lnTo>
                    <a:pt x="4010861" y="2770367"/>
                  </a:lnTo>
                  <a:lnTo>
                    <a:pt x="4082483" y="2781067"/>
                  </a:lnTo>
                  <a:lnTo>
                    <a:pt x="4154106" y="2791607"/>
                  </a:lnTo>
                  <a:lnTo>
                    <a:pt x="4225729" y="2801988"/>
                  </a:lnTo>
                  <a:lnTo>
                    <a:pt x="4297351" y="2812214"/>
                  </a:lnTo>
                  <a:lnTo>
                    <a:pt x="4368974" y="2822286"/>
                  </a:lnTo>
                  <a:lnTo>
                    <a:pt x="4440596" y="2832207"/>
                  </a:lnTo>
                  <a:lnTo>
                    <a:pt x="4512219" y="2841979"/>
                  </a:lnTo>
                  <a:lnTo>
                    <a:pt x="4583841" y="2851605"/>
                  </a:lnTo>
                  <a:lnTo>
                    <a:pt x="4655464" y="2861087"/>
                  </a:lnTo>
                  <a:lnTo>
                    <a:pt x="4727086" y="2870426"/>
                  </a:lnTo>
                  <a:lnTo>
                    <a:pt x="4798709" y="2879625"/>
                  </a:lnTo>
                  <a:lnTo>
                    <a:pt x="4870331" y="2888686"/>
                  </a:lnTo>
                  <a:lnTo>
                    <a:pt x="4941954" y="2897611"/>
                  </a:lnTo>
                  <a:lnTo>
                    <a:pt x="5013576" y="2906403"/>
                  </a:lnTo>
                  <a:lnTo>
                    <a:pt x="5085199" y="2915062"/>
                  </a:lnTo>
                  <a:lnTo>
                    <a:pt x="5156821" y="2923592"/>
                  </a:lnTo>
                  <a:lnTo>
                    <a:pt x="5228444" y="2931994"/>
                  </a:lnTo>
                  <a:lnTo>
                    <a:pt x="5300066" y="2940269"/>
                  </a:lnTo>
                  <a:lnTo>
                    <a:pt x="5371689" y="2948421"/>
                  </a:lnTo>
                  <a:lnTo>
                    <a:pt x="5443311" y="2956450"/>
                  </a:lnTo>
                  <a:lnTo>
                    <a:pt x="5514934" y="2964359"/>
                  </a:lnTo>
                  <a:lnTo>
                    <a:pt x="5586557" y="2972149"/>
                  </a:lnTo>
                  <a:lnTo>
                    <a:pt x="5658179" y="2979823"/>
                  </a:lnTo>
                  <a:lnTo>
                    <a:pt x="5729802" y="2987381"/>
                  </a:lnTo>
                  <a:lnTo>
                    <a:pt x="5801424" y="2994826"/>
                  </a:lnTo>
                  <a:lnTo>
                    <a:pt x="5873047" y="3002159"/>
                  </a:lnTo>
                  <a:lnTo>
                    <a:pt x="5944669" y="3009382"/>
                  </a:lnTo>
                  <a:lnTo>
                    <a:pt x="6016292" y="3016497"/>
                  </a:lnTo>
                  <a:lnTo>
                    <a:pt x="6087914" y="3023506"/>
                  </a:lnTo>
                  <a:lnTo>
                    <a:pt x="6159537" y="3030409"/>
                  </a:lnTo>
                  <a:lnTo>
                    <a:pt x="6231159" y="3037208"/>
                  </a:lnTo>
                  <a:lnTo>
                    <a:pt x="6302782" y="3043906"/>
                  </a:lnTo>
                  <a:lnTo>
                    <a:pt x="6374404" y="3050503"/>
                  </a:lnTo>
                  <a:lnTo>
                    <a:pt x="6446027" y="3057001"/>
                  </a:lnTo>
                  <a:lnTo>
                    <a:pt x="6517649" y="3063402"/>
                  </a:lnTo>
                  <a:lnTo>
                    <a:pt x="6589272" y="3069707"/>
                  </a:lnTo>
                  <a:lnTo>
                    <a:pt x="6660894" y="3075917"/>
                  </a:lnTo>
                  <a:lnTo>
                    <a:pt x="6732517" y="3082034"/>
                  </a:lnTo>
                  <a:lnTo>
                    <a:pt x="6804139" y="3088059"/>
                  </a:lnTo>
                  <a:lnTo>
                    <a:pt x="6875762" y="3093994"/>
                  </a:lnTo>
                  <a:lnTo>
                    <a:pt x="6947385" y="3099840"/>
                  </a:lnTo>
                  <a:lnTo>
                    <a:pt x="7019007" y="3105598"/>
                  </a:lnTo>
                  <a:lnTo>
                    <a:pt x="7090630" y="3111270"/>
                  </a:lnTo>
                  <a:lnTo>
                    <a:pt x="7090630" y="3481046"/>
                  </a:lnTo>
                  <a:lnTo>
                    <a:pt x="7019007" y="3480737"/>
                  </a:lnTo>
                  <a:lnTo>
                    <a:pt x="6947385" y="3480394"/>
                  </a:lnTo>
                  <a:lnTo>
                    <a:pt x="6875762" y="3480011"/>
                  </a:lnTo>
                  <a:lnTo>
                    <a:pt x="6804139" y="3479584"/>
                  </a:lnTo>
                  <a:lnTo>
                    <a:pt x="6732517" y="3479109"/>
                  </a:lnTo>
                  <a:lnTo>
                    <a:pt x="6660894" y="3478580"/>
                  </a:lnTo>
                  <a:lnTo>
                    <a:pt x="6589272" y="3477990"/>
                  </a:lnTo>
                  <a:lnTo>
                    <a:pt x="6517649" y="3477333"/>
                  </a:lnTo>
                  <a:lnTo>
                    <a:pt x="6446027" y="3476600"/>
                  </a:lnTo>
                  <a:lnTo>
                    <a:pt x="6374404" y="3475785"/>
                  </a:lnTo>
                  <a:lnTo>
                    <a:pt x="6302782" y="3474876"/>
                  </a:lnTo>
                  <a:lnTo>
                    <a:pt x="6231159" y="3473863"/>
                  </a:lnTo>
                  <a:lnTo>
                    <a:pt x="6159537" y="3472734"/>
                  </a:lnTo>
                  <a:lnTo>
                    <a:pt x="6087914" y="3471477"/>
                  </a:lnTo>
                  <a:lnTo>
                    <a:pt x="6016292" y="3470076"/>
                  </a:lnTo>
                  <a:lnTo>
                    <a:pt x="5944669" y="3468516"/>
                  </a:lnTo>
                  <a:lnTo>
                    <a:pt x="5873047" y="3466777"/>
                  </a:lnTo>
                  <a:lnTo>
                    <a:pt x="5801424" y="3464839"/>
                  </a:lnTo>
                  <a:lnTo>
                    <a:pt x="5729802" y="3462681"/>
                  </a:lnTo>
                  <a:lnTo>
                    <a:pt x="5658179" y="3460276"/>
                  </a:lnTo>
                  <a:lnTo>
                    <a:pt x="5586557" y="3457596"/>
                  </a:lnTo>
                  <a:lnTo>
                    <a:pt x="5514934" y="3454610"/>
                  </a:lnTo>
                  <a:lnTo>
                    <a:pt x="5443311" y="3451284"/>
                  </a:lnTo>
                  <a:lnTo>
                    <a:pt x="5371689" y="3447578"/>
                  </a:lnTo>
                  <a:lnTo>
                    <a:pt x="5300066" y="3443449"/>
                  </a:lnTo>
                  <a:lnTo>
                    <a:pt x="5228444" y="3438848"/>
                  </a:lnTo>
                  <a:lnTo>
                    <a:pt x="5156821" y="3433722"/>
                  </a:lnTo>
                  <a:lnTo>
                    <a:pt x="5085199" y="3428010"/>
                  </a:lnTo>
                  <a:lnTo>
                    <a:pt x="5013576" y="3421647"/>
                  </a:lnTo>
                  <a:lnTo>
                    <a:pt x="4941954" y="3414557"/>
                  </a:lnTo>
                  <a:lnTo>
                    <a:pt x="4870331" y="3406658"/>
                  </a:lnTo>
                  <a:lnTo>
                    <a:pt x="4798709" y="3397857"/>
                  </a:lnTo>
                  <a:lnTo>
                    <a:pt x="4727086" y="3388051"/>
                  </a:lnTo>
                  <a:lnTo>
                    <a:pt x="4655464" y="3377126"/>
                  </a:lnTo>
                  <a:lnTo>
                    <a:pt x="4583841" y="3364953"/>
                  </a:lnTo>
                  <a:lnTo>
                    <a:pt x="4512219" y="3351390"/>
                  </a:lnTo>
                  <a:lnTo>
                    <a:pt x="4440596" y="3336279"/>
                  </a:lnTo>
                  <a:lnTo>
                    <a:pt x="4368974" y="3319443"/>
                  </a:lnTo>
                  <a:lnTo>
                    <a:pt x="4297351" y="3300685"/>
                  </a:lnTo>
                  <a:lnTo>
                    <a:pt x="4225729" y="3279785"/>
                  </a:lnTo>
                  <a:lnTo>
                    <a:pt x="4154106" y="3256499"/>
                  </a:lnTo>
                  <a:lnTo>
                    <a:pt x="4082483" y="3230554"/>
                  </a:lnTo>
                  <a:lnTo>
                    <a:pt x="4010861" y="3201647"/>
                  </a:lnTo>
                  <a:lnTo>
                    <a:pt x="3939238" y="3169440"/>
                  </a:lnTo>
                  <a:lnTo>
                    <a:pt x="3867616" y="3133556"/>
                  </a:lnTo>
                  <a:lnTo>
                    <a:pt x="3795993" y="3093576"/>
                  </a:lnTo>
                  <a:lnTo>
                    <a:pt x="3724371" y="3049030"/>
                  </a:lnTo>
                  <a:lnTo>
                    <a:pt x="3652748" y="2999399"/>
                  </a:lnTo>
                  <a:lnTo>
                    <a:pt x="3581126" y="2944101"/>
                  </a:lnTo>
                  <a:lnTo>
                    <a:pt x="3509503" y="2882491"/>
                  </a:lnTo>
                  <a:lnTo>
                    <a:pt x="3437881" y="2813846"/>
                  </a:lnTo>
                  <a:lnTo>
                    <a:pt x="3366258" y="2737364"/>
                  </a:lnTo>
                  <a:lnTo>
                    <a:pt x="3294636" y="2653985"/>
                  </a:lnTo>
                  <a:lnTo>
                    <a:pt x="3223013" y="2641350"/>
                  </a:lnTo>
                  <a:lnTo>
                    <a:pt x="3151391" y="2628523"/>
                  </a:lnTo>
                  <a:lnTo>
                    <a:pt x="3079768" y="2615500"/>
                  </a:lnTo>
                  <a:lnTo>
                    <a:pt x="3008146" y="2602279"/>
                  </a:lnTo>
                  <a:lnTo>
                    <a:pt x="2936523" y="2588856"/>
                  </a:lnTo>
                  <a:lnTo>
                    <a:pt x="2864901" y="2575230"/>
                  </a:lnTo>
                  <a:lnTo>
                    <a:pt x="2793278" y="2561395"/>
                  </a:lnTo>
                  <a:lnTo>
                    <a:pt x="2721655" y="2547351"/>
                  </a:lnTo>
                  <a:lnTo>
                    <a:pt x="2650033" y="2533092"/>
                  </a:lnTo>
                  <a:lnTo>
                    <a:pt x="2578410" y="2518616"/>
                  </a:lnTo>
                  <a:lnTo>
                    <a:pt x="2506788" y="2503920"/>
                  </a:lnTo>
                  <a:lnTo>
                    <a:pt x="2435165" y="2488999"/>
                  </a:lnTo>
                  <a:lnTo>
                    <a:pt x="2363543" y="2473852"/>
                  </a:lnTo>
                  <a:lnTo>
                    <a:pt x="2291920" y="2458474"/>
                  </a:lnTo>
                  <a:lnTo>
                    <a:pt x="2220298" y="2442862"/>
                  </a:lnTo>
                  <a:lnTo>
                    <a:pt x="2148675" y="2427012"/>
                  </a:lnTo>
                  <a:lnTo>
                    <a:pt x="2077053" y="2410921"/>
                  </a:lnTo>
                  <a:lnTo>
                    <a:pt x="2005430" y="2394585"/>
                  </a:lnTo>
                  <a:lnTo>
                    <a:pt x="1933808" y="2378000"/>
                  </a:lnTo>
                  <a:lnTo>
                    <a:pt x="1862185" y="2361162"/>
                  </a:lnTo>
                  <a:lnTo>
                    <a:pt x="1790563" y="2344068"/>
                  </a:lnTo>
                  <a:lnTo>
                    <a:pt x="1718940" y="2326714"/>
                  </a:lnTo>
                  <a:lnTo>
                    <a:pt x="1647318" y="2309096"/>
                  </a:lnTo>
                  <a:lnTo>
                    <a:pt x="1575695" y="2291209"/>
                  </a:lnTo>
                  <a:lnTo>
                    <a:pt x="1504073" y="2273050"/>
                  </a:lnTo>
                  <a:lnTo>
                    <a:pt x="1432450" y="2254614"/>
                  </a:lnTo>
                  <a:lnTo>
                    <a:pt x="1360827" y="2235898"/>
                  </a:lnTo>
                  <a:lnTo>
                    <a:pt x="1289205" y="2216897"/>
                  </a:lnTo>
                  <a:lnTo>
                    <a:pt x="1217582" y="2197606"/>
                  </a:lnTo>
                  <a:lnTo>
                    <a:pt x="1145960" y="2178021"/>
                  </a:lnTo>
                  <a:lnTo>
                    <a:pt x="1074337" y="2158139"/>
                  </a:lnTo>
                  <a:lnTo>
                    <a:pt x="1002715" y="2137953"/>
                  </a:lnTo>
                  <a:lnTo>
                    <a:pt x="931092" y="2117461"/>
                  </a:lnTo>
                  <a:lnTo>
                    <a:pt x="859470" y="2096656"/>
                  </a:lnTo>
                  <a:lnTo>
                    <a:pt x="787847" y="2075534"/>
                  </a:lnTo>
                  <a:lnTo>
                    <a:pt x="716225" y="2054091"/>
                  </a:lnTo>
                  <a:lnTo>
                    <a:pt x="644602" y="2032321"/>
                  </a:lnTo>
                  <a:lnTo>
                    <a:pt x="572980" y="2010220"/>
                  </a:lnTo>
                  <a:lnTo>
                    <a:pt x="501357" y="1987782"/>
                  </a:lnTo>
                  <a:lnTo>
                    <a:pt x="429735" y="1965002"/>
                  </a:lnTo>
                  <a:lnTo>
                    <a:pt x="358112" y="1941876"/>
                  </a:lnTo>
                  <a:lnTo>
                    <a:pt x="286490" y="1918398"/>
                  </a:lnTo>
                  <a:lnTo>
                    <a:pt x="214867" y="1894562"/>
                  </a:lnTo>
                  <a:lnTo>
                    <a:pt x="143245" y="1870363"/>
                  </a:lnTo>
                  <a:lnTo>
                    <a:pt x="71622" y="1845795"/>
                  </a:lnTo>
                  <a:lnTo>
                    <a:pt x="0" y="1820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18358" y="2073503"/>
              <a:ext cx="4744320" cy="3111270"/>
            </a:xfrm>
            <a:custGeom>
              <a:avLst/>
              <a:pathLst>
                <a:path w="4744320" h="3111270">
                  <a:moveTo>
                    <a:pt x="0" y="0"/>
                  </a:moveTo>
                  <a:lnTo>
                    <a:pt x="17234" y="93145"/>
                  </a:lnTo>
                  <a:lnTo>
                    <a:pt x="88856" y="440581"/>
                  </a:lnTo>
                  <a:lnTo>
                    <a:pt x="160479" y="752414"/>
                  </a:lnTo>
                  <a:lnTo>
                    <a:pt x="232101" y="1032294"/>
                  </a:lnTo>
                  <a:lnTo>
                    <a:pt x="303724" y="1283495"/>
                  </a:lnTo>
                  <a:lnTo>
                    <a:pt x="375346" y="1508955"/>
                  </a:lnTo>
                  <a:lnTo>
                    <a:pt x="446969" y="1711312"/>
                  </a:lnTo>
                  <a:lnTo>
                    <a:pt x="518591" y="1892934"/>
                  </a:lnTo>
                  <a:lnTo>
                    <a:pt x="590214" y="2055944"/>
                  </a:lnTo>
                  <a:lnTo>
                    <a:pt x="661836" y="2202252"/>
                  </a:lnTo>
                  <a:lnTo>
                    <a:pt x="733459" y="2333567"/>
                  </a:lnTo>
                  <a:lnTo>
                    <a:pt x="805081" y="2451426"/>
                  </a:lnTo>
                  <a:lnTo>
                    <a:pt x="876704" y="2557208"/>
                  </a:lnTo>
                  <a:lnTo>
                    <a:pt x="948326" y="2652150"/>
                  </a:lnTo>
                  <a:lnTo>
                    <a:pt x="1019949" y="2666431"/>
                  </a:lnTo>
                  <a:lnTo>
                    <a:pt x="1091571" y="2678689"/>
                  </a:lnTo>
                  <a:lnTo>
                    <a:pt x="1163194" y="2690764"/>
                  </a:lnTo>
                  <a:lnTo>
                    <a:pt x="1234816" y="2702658"/>
                  </a:lnTo>
                  <a:lnTo>
                    <a:pt x="1306439" y="2714374"/>
                  </a:lnTo>
                  <a:lnTo>
                    <a:pt x="1378062" y="2725913"/>
                  </a:lnTo>
                  <a:lnTo>
                    <a:pt x="1449684" y="2737280"/>
                  </a:lnTo>
                  <a:lnTo>
                    <a:pt x="1521307" y="2748476"/>
                  </a:lnTo>
                  <a:lnTo>
                    <a:pt x="1592929" y="2759505"/>
                  </a:lnTo>
                  <a:lnTo>
                    <a:pt x="1664552" y="2770367"/>
                  </a:lnTo>
                  <a:lnTo>
                    <a:pt x="1736174" y="2781067"/>
                  </a:lnTo>
                  <a:lnTo>
                    <a:pt x="1807797" y="2791607"/>
                  </a:lnTo>
                  <a:lnTo>
                    <a:pt x="1879419" y="2801988"/>
                  </a:lnTo>
                  <a:lnTo>
                    <a:pt x="1951042" y="2812214"/>
                  </a:lnTo>
                  <a:lnTo>
                    <a:pt x="2022664" y="2822286"/>
                  </a:lnTo>
                  <a:lnTo>
                    <a:pt x="2094287" y="2832207"/>
                  </a:lnTo>
                  <a:lnTo>
                    <a:pt x="2165909" y="2841979"/>
                  </a:lnTo>
                  <a:lnTo>
                    <a:pt x="2237532" y="2851605"/>
                  </a:lnTo>
                  <a:lnTo>
                    <a:pt x="2309154" y="2861087"/>
                  </a:lnTo>
                  <a:lnTo>
                    <a:pt x="2380777" y="2870426"/>
                  </a:lnTo>
                  <a:lnTo>
                    <a:pt x="2452399" y="2879625"/>
                  </a:lnTo>
                  <a:lnTo>
                    <a:pt x="2524022" y="2888686"/>
                  </a:lnTo>
                  <a:lnTo>
                    <a:pt x="2595644" y="2897611"/>
                  </a:lnTo>
                  <a:lnTo>
                    <a:pt x="2667267" y="2906403"/>
                  </a:lnTo>
                  <a:lnTo>
                    <a:pt x="2738890" y="2915062"/>
                  </a:lnTo>
                  <a:lnTo>
                    <a:pt x="2810512" y="2923592"/>
                  </a:lnTo>
                  <a:lnTo>
                    <a:pt x="2882135" y="2931994"/>
                  </a:lnTo>
                  <a:lnTo>
                    <a:pt x="2953757" y="2940269"/>
                  </a:lnTo>
                  <a:lnTo>
                    <a:pt x="3025380" y="2948421"/>
                  </a:lnTo>
                  <a:lnTo>
                    <a:pt x="3097002" y="2956450"/>
                  </a:lnTo>
                  <a:lnTo>
                    <a:pt x="3168625" y="2964359"/>
                  </a:lnTo>
                  <a:lnTo>
                    <a:pt x="3240247" y="2972149"/>
                  </a:lnTo>
                  <a:lnTo>
                    <a:pt x="3311870" y="2979823"/>
                  </a:lnTo>
                  <a:lnTo>
                    <a:pt x="3383492" y="2987381"/>
                  </a:lnTo>
                  <a:lnTo>
                    <a:pt x="3455115" y="2994826"/>
                  </a:lnTo>
                  <a:lnTo>
                    <a:pt x="3526737" y="3002159"/>
                  </a:lnTo>
                  <a:lnTo>
                    <a:pt x="3598360" y="3009382"/>
                  </a:lnTo>
                  <a:lnTo>
                    <a:pt x="3669982" y="3016497"/>
                  </a:lnTo>
                  <a:lnTo>
                    <a:pt x="3741605" y="3023506"/>
                  </a:lnTo>
                  <a:lnTo>
                    <a:pt x="3813227" y="3030409"/>
                  </a:lnTo>
                  <a:lnTo>
                    <a:pt x="3884850" y="3037208"/>
                  </a:lnTo>
                  <a:lnTo>
                    <a:pt x="3956472" y="3043906"/>
                  </a:lnTo>
                  <a:lnTo>
                    <a:pt x="4028095" y="3050503"/>
                  </a:lnTo>
                  <a:lnTo>
                    <a:pt x="4099718" y="3057001"/>
                  </a:lnTo>
                  <a:lnTo>
                    <a:pt x="4171340" y="3063402"/>
                  </a:lnTo>
                  <a:lnTo>
                    <a:pt x="4242963" y="3069707"/>
                  </a:lnTo>
                  <a:lnTo>
                    <a:pt x="4314585" y="3075917"/>
                  </a:lnTo>
                  <a:lnTo>
                    <a:pt x="4386208" y="3082034"/>
                  </a:lnTo>
                  <a:lnTo>
                    <a:pt x="4457830" y="3088059"/>
                  </a:lnTo>
                  <a:lnTo>
                    <a:pt x="4529453" y="3093994"/>
                  </a:lnTo>
                  <a:lnTo>
                    <a:pt x="4601075" y="3099840"/>
                  </a:lnTo>
                  <a:lnTo>
                    <a:pt x="4672698" y="3105598"/>
                  </a:lnTo>
                  <a:lnTo>
                    <a:pt x="4744320" y="31112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894357"/>
              <a:ext cx="7090630" cy="1660192"/>
            </a:xfrm>
            <a:custGeom>
              <a:avLst/>
              <a:pathLst>
                <a:path w="7090630" h="1660192">
                  <a:moveTo>
                    <a:pt x="7090630" y="1660192"/>
                  </a:moveTo>
                  <a:lnTo>
                    <a:pt x="7019007" y="1659883"/>
                  </a:lnTo>
                  <a:lnTo>
                    <a:pt x="6947385" y="1659540"/>
                  </a:lnTo>
                  <a:lnTo>
                    <a:pt x="6875762" y="1659157"/>
                  </a:lnTo>
                  <a:lnTo>
                    <a:pt x="6804139" y="1658730"/>
                  </a:lnTo>
                  <a:lnTo>
                    <a:pt x="6732517" y="1658255"/>
                  </a:lnTo>
                  <a:lnTo>
                    <a:pt x="6660894" y="1657726"/>
                  </a:lnTo>
                  <a:lnTo>
                    <a:pt x="6589272" y="1657136"/>
                  </a:lnTo>
                  <a:lnTo>
                    <a:pt x="6517649" y="1656479"/>
                  </a:lnTo>
                  <a:lnTo>
                    <a:pt x="6446027" y="1655746"/>
                  </a:lnTo>
                  <a:lnTo>
                    <a:pt x="6374404" y="1654930"/>
                  </a:lnTo>
                  <a:lnTo>
                    <a:pt x="6302782" y="1654021"/>
                  </a:lnTo>
                  <a:lnTo>
                    <a:pt x="6231159" y="1653009"/>
                  </a:lnTo>
                  <a:lnTo>
                    <a:pt x="6159537" y="1651880"/>
                  </a:lnTo>
                  <a:lnTo>
                    <a:pt x="6087914" y="1650623"/>
                  </a:lnTo>
                  <a:lnTo>
                    <a:pt x="6016292" y="1649222"/>
                  </a:lnTo>
                  <a:lnTo>
                    <a:pt x="5944669" y="1647662"/>
                  </a:lnTo>
                  <a:lnTo>
                    <a:pt x="5873047" y="1645923"/>
                  </a:lnTo>
                  <a:lnTo>
                    <a:pt x="5801424" y="1643985"/>
                  </a:lnTo>
                  <a:lnTo>
                    <a:pt x="5729802" y="1641827"/>
                  </a:lnTo>
                  <a:lnTo>
                    <a:pt x="5658179" y="1639422"/>
                  </a:lnTo>
                  <a:lnTo>
                    <a:pt x="5586557" y="1636742"/>
                  </a:lnTo>
                  <a:lnTo>
                    <a:pt x="5514934" y="1633756"/>
                  </a:lnTo>
                  <a:lnTo>
                    <a:pt x="5443311" y="1630430"/>
                  </a:lnTo>
                  <a:lnTo>
                    <a:pt x="5371689" y="1626724"/>
                  </a:lnTo>
                  <a:lnTo>
                    <a:pt x="5300066" y="1622595"/>
                  </a:lnTo>
                  <a:lnTo>
                    <a:pt x="5228444" y="1617994"/>
                  </a:lnTo>
                  <a:lnTo>
                    <a:pt x="5156821" y="1612868"/>
                  </a:lnTo>
                  <a:lnTo>
                    <a:pt x="5085199" y="1607156"/>
                  </a:lnTo>
                  <a:lnTo>
                    <a:pt x="5013576" y="1600793"/>
                  </a:lnTo>
                  <a:lnTo>
                    <a:pt x="4941954" y="1593703"/>
                  </a:lnTo>
                  <a:lnTo>
                    <a:pt x="4870331" y="1585804"/>
                  </a:lnTo>
                  <a:lnTo>
                    <a:pt x="4798709" y="1577003"/>
                  </a:lnTo>
                  <a:lnTo>
                    <a:pt x="4727086" y="1567197"/>
                  </a:lnTo>
                  <a:lnTo>
                    <a:pt x="4655464" y="1556272"/>
                  </a:lnTo>
                  <a:lnTo>
                    <a:pt x="4583841" y="1544099"/>
                  </a:lnTo>
                  <a:lnTo>
                    <a:pt x="4512219" y="1530536"/>
                  </a:lnTo>
                  <a:lnTo>
                    <a:pt x="4440596" y="1515425"/>
                  </a:lnTo>
                  <a:lnTo>
                    <a:pt x="4368974" y="1498589"/>
                  </a:lnTo>
                  <a:lnTo>
                    <a:pt x="4297351" y="1479831"/>
                  </a:lnTo>
                  <a:lnTo>
                    <a:pt x="4225729" y="1458931"/>
                  </a:lnTo>
                  <a:lnTo>
                    <a:pt x="4154106" y="1435645"/>
                  </a:lnTo>
                  <a:lnTo>
                    <a:pt x="4082483" y="1409700"/>
                  </a:lnTo>
                  <a:lnTo>
                    <a:pt x="4010861" y="1380793"/>
                  </a:lnTo>
                  <a:lnTo>
                    <a:pt x="3939238" y="1348586"/>
                  </a:lnTo>
                  <a:lnTo>
                    <a:pt x="3867616" y="1312702"/>
                  </a:lnTo>
                  <a:lnTo>
                    <a:pt x="3795993" y="1272722"/>
                  </a:lnTo>
                  <a:lnTo>
                    <a:pt x="3724371" y="1228176"/>
                  </a:lnTo>
                  <a:lnTo>
                    <a:pt x="3652748" y="1178545"/>
                  </a:lnTo>
                  <a:lnTo>
                    <a:pt x="3581126" y="1123247"/>
                  </a:lnTo>
                  <a:lnTo>
                    <a:pt x="3509503" y="1061637"/>
                  </a:lnTo>
                  <a:lnTo>
                    <a:pt x="3437881" y="992992"/>
                  </a:lnTo>
                  <a:lnTo>
                    <a:pt x="3366258" y="916510"/>
                  </a:lnTo>
                  <a:lnTo>
                    <a:pt x="3294636" y="833131"/>
                  </a:lnTo>
                  <a:lnTo>
                    <a:pt x="3223013" y="820496"/>
                  </a:lnTo>
                  <a:lnTo>
                    <a:pt x="3151391" y="807669"/>
                  </a:lnTo>
                  <a:lnTo>
                    <a:pt x="3079768" y="794646"/>
                  </a:lnTo>
                  <a:lnTo>
                    <a:pt x="3008146" y="781425"/>
                  </a:lnTo>
                  <a:lnTo>
                    <a:pt x="2936523" y="768002"/>
                  </a:lnTo>
                  <a:lnTo>
                    <a:pt x="2864901" y="754376"/>
                  </a:lnTo>
                  <a:lnTo>
                    <a:pt x="2793278" y="740541"/>
                  </a:lnTo>
                  <a:lnTo>
                    <a:pt x="2721655" y="726497"/>
                  </a:lnTo>
                  <a:lnTo>
                    <a:pt x="2650033" y="712238"/>
                  </a:lnTo>
                  <a:lnTo>
                    <a:pt x="2578410" y="697762"/>
                  </a:lnTo>
                  <a:lnTo>
                    <a:pt x="2506788" y="683066"/>
                  </a:lnTo>
                  <a:lnTo>
                    <a:pt x="2435165" y="668145"/>
                  </a:lnTo>
                  <a:lnTo>
                    <a:pt x="2363543" y="652998"/>
                  </a:lnTo>
                  <a:lnTo>
                    <a:pt x="2291920" y="637620"/>
                  </a:lnTo>
                  <a:lnTo>
                    <a:pt x="2220298" y="622008"/>
                  </a:lnTo>
                  <a:lnTo>
                    <a:pt x="2148675" y="606158"/>
                  </a:lnTo>
                  <a:lnTo>
                    <a:pt x="2077053" y="590067"/>
                  </a:lnTo>
                  <a:lnTo>
                    <a:pt x="2005430" y="573731"/>
                  </a:lnTo>
                  <a:lnTo>
                    <a:pt x="1933808" y="557146"/>
                  </a:lnTo>
                  <a:lnTo>
                    <a:pt x="1862185" y="540308"/>
                  </a:lnTo>
                  <a:lnTo>
                    <a:pt x="1790563" y="523214"/>
                  </a:lnTo>
                  <a:lnTo>
                    <a:pt x="1718940" y="505860"/>
                  </a:lnTo>
                  <a:lnTo>
                    <a:pt x="1647318" y="488242"/>
                  </a:lnTo>
                  <a:lnTo>
                    <a:pt x="1575695" y="470355"/>
                  </a:lnTo>
                  <a:lnTo>
                    <a:pt x="1504073" y="452196"/>
                  </a:lnTo>
                  <a:lnTo>
                    <a:pt x="1432450" y="433760"/>
                  </a:lnTo>
                  <a:lnTo>
                    <a:pt x="1360827" y="415044"/>
                  </a:lnTo>
                  <a:lnTo>
                    <a:pt x="1289205" y="396042"/>
                  </a:lnTo>
                  <a:lnTo>
                    <a:pt x="1217582" y="376752"/>
                  </a:lnTo>
                  <a:lnTo>
                    <a:pt x="1145960" y="357167"/>
                  </a:lnTo>
                  <a:lnTo>
                    <a:pt x="1074337" y="337285"/>
                  </a:lnTo>
                  <a:lnTo>
                    <a:pt x="1002715" y="317099"/>
                  </a:lnTo>
                  <a:lnTo>
                    <a:pt x="931092" y="296607"/>
                  </a:lnTo>
                  <a:lnTo>
                    <a:pt x="859470" y="275802"/>
                  </a:lnTo>
                  <a:lnTo>
                    <a:pt x="787847" y="254680"/>
                  </a:lnTo>
                  <a:lnTo>
                    <a:pt x="716225" y="233237"/>
                  </a:lnTo>
                  <a:lnTo>
                    <a:pt x="644602" y="211467"/>
                  </a:lnTo>
                  <a:lnTo>
                    <a:pt x="572980" y="189366"/>
                  </a:lnTo>
                  <a:lnTo>
                    <a:pt x="501357" y="166928"/>
                  </a:lnTo>
                  <a:lnTo>
                    <a:pt x="429735" y="144148"/>
                  </a:lnTo>
                  <a:lnTo>
                    <a:pt x="358112" y="121022"/>
                  </a:lnTo>
                  <a:lnTo>
                    <a:pt x="286490" y="97544"/>
                  </a:lnTo>
                  <a:lnTo>
                    <a:pt x="214867" y="73708"/>
                  </a:lnTo>
                  <a:lnTo>
                    <a:pt x="143245" y="49509"/>
                  </a:lnTo>
                  <a:lnTo>
                    <a:pt x="71622" y="249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00530" y="2073503"/>
              <a:ext cx="5462148" cy="3452029"/>
            </a:xfrm>
            <a:custGeom>
              <a:avLst/>
              <a:pathLst>
                <a:path w="5462148" h="3452029">
                  <a:moveTo>
                    <a:pt x="0" y="0"/>
                  </a:moveTo>
                  <a:lnTo>
                    <a:pt x="18836" y="57267"/>
                  </a:lnTo>
                  <a:lnTo>
                    <a:pt x="90459" y="262003"/>
                  </a:lnTo>
                  <a:lnTo>
                    <a:pt x="162081" y="454506"/>
                  </a:lnTo>
                  <a:lnTo>
                    <a:pt x="233704" y="635506"/>
                  </a:lnTo>
                  <a:lnTo>
                    <a:pt x="305326" y="805692"/>
                  </a:lnTo>
                  <a:lnTo>
                    <a:pt x="376949" y="965709"/>
                  </a:lnTo>
                  <a:lnTo>
                    <a:pt x="448571" y="1116164"/>
                  </a:lnTo>
                  <a:lnTo>
                    <a:pt x="520194" y="1257630"/>
                  </a:lnTo>
                  <a:lnTo>
                    <a:pt x="591816" y="1390643"/>
                  </a:lnTo>
                  <a:lnTo>
                    <a:pt x="663439" y="1515708"/>
                  </a:lnTo>
                  <a:lnTo>
                    <a:pt x="735061" y="1633301"/>
                  </a:lnTo>
                  <a:lnTo>
                    <a:pt x="806684" y="1743867"/>
                  </a:lnTo>
                  <a:lnTo>
                    <a:pt x="878306" y="1847827"/>
                  </a:lnTo>
                  <a:lnTo>
                    <a:pt x="949929" y="1945575"/>
                  </a:lnTo>
                  <a:lnTo>
                    <a:pt x="1021551" y="2037483"/>
                  </a:lnTo>
                  <a:lnTo>
                    <a:pt x="1093174" y="2123898"/>
                  </a:lnTo>
                  <a:lnTo>
                    <a:pt x="1164797" y="2205151"/>
                  </a:lnTo>
                  <a:lnTo>
                    <a:pt x="1236419" y="2281548"/>
                  </a:lnTo>
                  <a:lnTo>
                    <a:pt x="1308042" y="2353381"/>
                  </a:lnTo>
                  <a:lnTo>
                    <a:pt x="1379664" y="2420922"/>
                  </a:lnTo>
                  <a:lnTo>
                    <a:pt x="1451287" y="2484427"/>
                  </a:lnTo>
                  <a:lnTo>
                    <a:pt x="1522909" y="2544137"/>
                  </a:lnTo>
                  <a:lnTo>
                    <a:pt x="1594532" y="2600280"/>
                  </a:lnTo>
                  <a:lnTo>
                    <a:pt x="1666154" y="2653068"/>
                  </a:lnTo>
                  <a:lnTo>
                    <a:pt x="1737777" y="2702702"/>
                  </a:lnTo>
                  <a:lnTo>
                    <a:pt x="1809399" y="2749370"/>
                  </a:lnTo>
                  <a:lnTo>
                    <a:pt x="1881022" y="2793250"/>
                  </a:lnTo>
                  <a:lnTo>
                    <a:pt x="1952644" y="2834508"/>
                  </a:lnTo>
                  <a:lnTo>
                    <a:pt x="2024267" y="2873301"/>
                  </a:lnTo>
                  <a:lnTo>
                    <a:pt x="2095889" y="2909776"/>
                  </a:lnTo>
                  <a:lnTo>
                    <a:pt x="2167512" y="2944071"/>
                  </a:lnTo>
                  <a:lnTo>
                    <a:pt x="2239134" y="2976317"/>
                  </a:lnTo>
                  <a:lnTo>
                    <a:pt x="2310757" y="3006637"/>
                  </a:lnTo>
                  <a:lnTo>
                    <a:pt x="2382379" y="3035145"/>
                  </a:lnTo>
                  <a:lnTo>
                    <a:pt x="2454002" y="3061949"/>
                  </a:lnTo>
                  <a:lnTo>
                    <a:pt x="2525625" y="3087152"/>
                  </a:lnTo>
                  <a:lnTo>
                    <a:pt x="2597247" y="3110849"/>
                  </a:lnTo>
                  <a:lnTo>
                    <a:pt x="2668870" y="3133130"/>
                  </a:lnTo>
                  <a:lnTo>
                    <a:pt x="2740492" y="3154080"/>
                  </a:lnTo>
                  <a:lnTo>
                    <a:pt x="2812115" y="3173778"/>
                  </a:lnTo>
                  <a:lnTo>
                    <a:pt x="2883737" y="3192299"/>
                  </a:lnTo>
                  <a:lnTo>
                    <a:pt x="2955360" y="3209713"/>
                  </a:lnTo>
                  <a:lnTo>
                    <a:pt x="3026982" y="3226087"/>
                  </a:lnTo>
                  <a:lnTo>
                    <a:pt x="3098605" y="3241482"/>
                  </a:lnTo>
                  <a:lnTo>
                    <a:pt x="3170227" y="3255958"/>
                  </a:lnTo>
                  <a:lnTo>
                    <a:pt x="3241850" y="3269568"/>
                  </a:lnTo>
                  <a:lnTo>
                    <a:pt x="3313472" y="3282366"/>
                  </a:lnTo>
                  <a:lnTo>
                    <a:pt x="3385095" y="3294399"/>
                  </a:lnTo>
                  <a:lnTo>
                    <a:pt x="3456717" y="3305712"/>
                  </a:lnTo>
                  <a:lnTo>
                    <a:pt x="3528340" y="3316350"/>
                  </a:lnTo>
                  <a:lnTo>
                    <a:pt x="3599962" y="3326352"/>
                  </a:lnTo>
                  <a:lnTo>
                    <a:pt x="3671585" y="3335757"/>
                  </a:lnTo>
                  <a:lnTo>
                    <a:pt x="3743207" y="3344599"/>
                  </a:lnTo>
                  <a:lnTo>
                    <a:pt x="3814830" y="3352913"/>
                  </a:lnTo>
                  <a:lnTo>
                    <a:pt x="3886453" y="3360731"/>
                  </a:lnTo>
                  <a:lnTo>
                    <a:pt x="3958075" y="3368081"/>
                  </a:lnTo>
                  <a:lnTo>
                    <a:pt x="4029698" y="3374992"/>
                  </a:lnTo>
                  <a:lnTo>
                    <a:pt x="4101320" y="3381490"/>
                  </a:lnTo>
                  <a:lnTo>
                    <a:pt x="4172943" y="3387600"/>
                  </a:lnTo>
                  <a:lnTo>
                    <a:pt x="4244565" y="3393345"/>
                  </a:lnTo>
                  <a:lnTo>
                    <a:pt x="4316188" y="3398747"/>
                  </a:lnTo>
                  <a:lnTo>
                    <a:pt x="4387810" y="3403826"/>
                  </a:lnTo>
                  <a:lnTo>
                    <a:pt x="4459433" y="3408601"/>
                  </a:lnTo>
                  <a:lnTo>
                    <a:pt x="4531055" y="3413091"/>
                  </a:lnTo>
                  <a:lnTo>
                    <a:pt x="4602678" y="3417313"/>
                  </a:lnTo>
                  <a:lnTo>
                    <a:pt x="4674300" y="3421282"/>
                  </a:lnTo>
                  <a:lnTo>
                    <a:pt x="4745923" y="3425015"/>
                  </a:lnTo>
                  <a:lnTo>
                    <a:pt x="4817545" y="3428524"/>
                  </a:lnTo>
                  <a:lnTo>
                    <a:pt x="4889168" y="3431823"/>
                  </a:lnTo>
                  <a:lnTo>
                    <a:pt x="4960790" y="3434926"/>
                  </a:lnTo>
                  <a:lnTo>
                    <a:pt x="5032413" y="3437843"/>
                  </a:lnTo>
                  <a:lnTo>
                    <a:pt x="5104035" y="3440586"/>
                  </a:lnTo>
                  <a:lnTo>
                    <a:pt x="5175658" y="3443165"/>
                  </a:lnTo>
                  <a:lnTo>
                    <a:pt x="5247281" y="3445589"/>
                  </a:lnTo>
                  <a:lnTo>
                    <a:pt x="5318903" y="3447869"/>
                  </a:lnTo>
                  <a:lnTo>
                    <a:pt x="5390526" y="3450013"/>
                  </a:lnTo>
                  <a:lnTo>
                    <a:pt x="5462148" y="34520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7833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060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2.03 (1.19-3.46), p_Bonf = 0.056 (n = 6)  |  per IQR decline (Δ = 29.5 %): 8.07 (1.67-39.01)  |  IQR: [-15.6, 13.9]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2026-07-22T14:13:21Z</dcterms:modified>
  <cp:category/>
</cp:coreProperties>
</file>