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82614"/>
            </a:xfrm>
            <a:custGeom>
              <a:avLst/>
              <a:pathLst>
                <a:path w="7090630" h="3382614">
                  <a:moveTo>
                    <a:pt x="708906" y="0"/>
                  </a:moveTo>
                  <a:lnTo>
                    <a:pt x="716225" y="14366"/>
                  </a:lnTo>
                  <a:lnTo>
                    <a:pt x="787847" y="149477"/>
                  </a:lnTo>
                  <a:lnTo>
                    <a:pt x="859470" y="279327"/>
                  </a:lnTo>
                  <a:lnTo>
                    <a:pt x="931092" y="404119"/>
                  </a:lnTo>
                  <a:lnTo>
                    <a:pt x="1002715" y="524052"/>
                  </a:lnTo>
                  <a:lnTo>
                    <a:pt x="1074337" y="639314"/>
                  </a:lnTo>
                  <a:lnTo>
                    <a:pt x="1145960" y="750087"/>
                  </a:lnTo>
                  <a:lnTo>
                    <a:pt x="1217582" y="856546"/>
                  </a:lnTo>
                  <a:lnTo>
                    <a:pt x="1289205" y="958859"/>
                  </a:lnTo>
                  <a:lnTo>
                    <a:pt x="1360827" y="1057188"/>
                  </a:lnTo>
                  <a:lnTo>
                    <a:pt x="1432450" y="1151688"/>
                  </a:lnTo>
                  <a:lnTo>
                    <a:pt x="1504073" y="1242507"/>
                  </a:lnTo>
                  <a:lnTo>
                    <a:pt x="1575695" y="1329790"/>
                  </a:lnTo>
                  <a:lnTo>
                    <a:pt x="1647318" y="1413673"/>
                  </a:lnTo>
                  <a:lnTo>
                    <a:pt x="1718940" y="1494290"/>
                  </a:lnTo>
                  <a:lnTo>
                    <a:pt x="1790563" y="1571767"/>
                  </a:lnTo>
                  <a:lnTo>
                    <a:pt x="1862185" y="1646227"/>
                  </a:lnTo>
                  <a:lnTo>
                    <a:pt x="1933808" y="1717787"/>
                  </a:lnTo>
                  <a:lnTo>
                    <a:pt x="2005430" y="1786560"/>
                  </a:lnTo>
                  <a:lnTo>
                    <a:pt x="2077053" y="1852655"/>
                  </a:lnTo>
                  <a:lnTo>
                    <a:pt x="2148675" y="1916176"/>
                  </a:lnTo>
                  <a:lnTo>
                    <a:pt x="2220298" y="1977223"/>
                  </a:lnTo>
                  <a:lnTo>
                    <a:pt x="2291920" y="2035893"/>
                  </a:lnTo>
                  <a:lnTo>
                    <a:pt x="2363543" y="2092278"/>
                  </a:lnTo>
                  <a:lnTo>
                    <a:pt x="2435165" y="2146467"/>
                  </a:lnTo>
                  <a:lnTo>
                    <a:pt x="2506788" y="2198546"/>
                  </a:lnTo>
                  <a:lnTo>
                    <a:pt x="2578410" y="2248597"/>
                  </a:lnTo>
                  <a:lnTo>
                    <a:pt x="2650033" y="2296698"/>
                  </a:lnTo>
                  <a:lnTo>
                    <a:pt x="2721655" y="2342927"/>
                  </a:lnTo>
                  <a:lnTo>
                    <a:pt x="2793278" y="2387355"/>
                  </a:lnTo>
                  <a:lnTo>
                    <a:pt x="2864901" y="2430052"/>
                  </a:lnTo>
                  <a:lnTo>
                    <a:pt x="2936523" y="2471087"/>
                  </a:lnTo>
                  <a:lnTo>
                    <a:pt x="3008146" y="2510524"/>
                  </a:lnTo>
                  <a:lnTo>
                    <a:pt x="3079768" y="2548425"/>
                  </a:lnTo>
                  <a:lnTo>
                    <a:pt x="3151391" y="2584850"/>
                  </a:lnTo>
                  <a:lnTo>
                    <a:pt x="3223013" y="2619857"/>
                  </a:lnTo>
                  <a:lnTo>
                    <a:pt x="3294636" y="2653500"/>
                  </a:lnTo>
                  <a:lnTo>
                    <a:pt x="3366258" y="2653064"/>
                  </a:lnTo>
                  <a:lnTo>
                    <a:pt x="3437881" y="2651813"/>
                  </a:lnTo>
                  <a:lnTo>
                    <a:pt x="3509503" y="2650561"/>
                  </a:lnTo>
                  <a:lnTo>
                    <a:pt x="3581126" y="2649307"/>
                  </a:lnTo>
                  <a:lnTo>
                    <a:pt x="3652748" y="2648051"/>
                  </a:lnTo>
                  <a:lnTo>
                    <a:pt x="3724371" y="2646793"/>
                  </a:lnTo>
                  <a:lnTo>
                    <a:pt x="3795993" y="2645533"/>
                  </a:lnTo>
                  <a:lnTo>
                    <a:pt x="3867616" y="2644271"/>
                  </a:lnTo>
                  <a:lnTo>
                    <a:pt x="3939238" y="2643007"/>
                  </a:lnTo>
                  <a:lnTo>
                    <a:pt x="4010861" y="2641742"/>
                  </a:lnTo>
                  <a:lnTo>
                    <a:pt x="4082483" y="2640474"/>
                  </a:lnTo>
                  <a:lnTo>
                    <a:pt x="4154106" y="2639205"/>
                  </a:lnTo>
                  <a:lnTo>
                    <a:pt x="4225729" y="2637933"/>
                  </a:lnTo>
                  <a:lnTo>
                    <a:pt x="4297351" y="2636660"/>
                  </a:lnTo>
                  <a:lnTo>
                    <a:pt x="4368974" y="2635385"/>
                  </a:lnTo>
                  <a:lnTo>
                    <a:pt x="4440596" y="2634108"/>
                  </a:lnTo>
                  <a:lnTo>
                    <a:pt x="4512219" y="2632829"/>
                  </a:lnTo>
                  <a:lnTo>
                    <a:pt x="4583841" y="2631548"/>
                  </a:lnTo>
                  <a:lnTo>
                    <a:pt x="4655464" y="2630265"/>
                  </a:lnTo>
                  <a:lnTo>
                    <a:pt x="4727086" y="2628980"/>
                  </a:lnTo>
                  <a:lnTo>
                    <a:pt x="4798709" y="2627693"/>
                  </a:lnTo>
                  <a:lnTo>
                    <a:pt x="4870331" y="2626405"/>
                  </a:lnTo>
                  <a:lnTo>
                    <a:pt x="4941954" y="2625114"/>
                  </a:lnTo>
                  <a:lnTo>
                    <a:pt x="5013576" y="2623821"/>
                  </a:lnTo>
                  <a:lnTo>
                    <a:pt x="5085199" y="2622527"/>
                  </a:lnTo>
                  <a:lnTo>
                    <a:pt x="5156821" y="2621230"/>
                  </a:lnTo>
                  <a:lnTo>
                    <a:pt x="5228444" y="2619932"/>
                  </a:lnTo>
                  <a:lnTo>
                    <a:pt x="5300066" y="2618632"/>
                  </a:lnTo>
                  <a:lnTo>
                    <a:pt x="5371689" y="2617329"/>
                  </a:lnTo>
                  <a:lnTo>
                    <a:pt x="5443311" y="2616025"/>
                  </a:lnTo>
                  <a:lnTo>
                    <a:pt x="5514934" y="2614719"/>
                  </a:lnTo>
                  <a:lnTo>
                    <a:pt x="5586557" y="2613411"/>
                  </a:lnTo>
                  <a:lnTo>
                    <a:pt x="5658179" y="2612100"/>
                  </a:lnTo>
                  <a:lnTo>
                    <a:pt x="5729802" y="2610788"/>
                  </a:lnTo>
                  <a:lnTo>
                    <a:pt x="5801424" y="2609474"/>
                  </a:lnTo>
                  <a:lnTo>
                    <a:pt x="5873047" y="2608158"/>
                  </a:lnTo>
                  <a:lnTo>
                    <a:pt x="5944669" y="2606840"/>
                  </a:lnTo>
                  <a:lnTo>
                    <a:pt x="6016292" y="2605520"/>
                  </a:lnTo>
                  <a:lnTo>
                    <a:pt x="6087914" y="2604198"/>
                  </a:lnTo>
                  <a:lnTo>
                    <a:pt x="6159537" y="2602874"/>
                  </a:lnTo>
                  <a:lnTo>
                    <a:pt x="6231159" y="2601548"/>
                  </a:lnTo>
                  <a:lnTo>
                    <a:pt x="6302782" y="2600220"/>
                  </a:lnTo>
                  <a:lnTo>
                    <a:pt x="6374404" y="2598890"/>
                  </a:lnTo>
                  <a:lnTo>
                    <a:pt x="6446027" y="2597558"/>
                  </a:lnTo>
                  <a:lnTo>
                    <a:pt x="6517649" y="2596224"/>
                  </a:lnTo>
                  <a:lnTo>
                    <a:pt x="6589272" y="2594888"/>
                  </a:lnTo>
                  <a:lnTo>
                    <a:pt x="6660894" y="2593550"/>
                  </a:lnTo>
                  <a:lnTo>
                    <a:pt x="6732517" y="2592209"/>
                  </a:lnTo>
                  <a:lnTo>
                    <a:pt x="6804139" y="2590867"/>
                  </a:lnTo>
                  <a:lnTo>
                    <a:pt x="6875762" y="2589523"/>
                  </a:lnTo>
                  <a:lnTo>
                    <a:pt x="6947385" y="2588177"/>
                  </a:lnTo>
                  <a:lnTo>
                    <a:pt x="7019007" y="2586829"/>
                  </a:lnTo>
                  <a:lnTo>
                    <a:pt x="7090630" y="2585479"/>
                  </a:lnTo>
                  <a:lnTo>
                    <a:pt x="7090630" y="3382614"/>
                  </a:lnTo>
                  <a:lnTo>
                    <a:pt x="7019007" y="3378516"/>
                  </a:lnTo>
                  <a:lnTo>
                    <a:pt x="6947385" y="3374252"/>
                  </a:lnTo>
                  <a:lnTo>
                    <a:pt x="6875762" y="3369815"/>
                  </a:lnTo>
                  <a:lnTo>
                    <a:pt x="6804139" y="3365198"/>
                  </a:lnTo>
                  <a:lnTo>
                    <a:pt x="6732517" y="3360394"/>
                  </a:lnTo>
                  <a:lnTo>
                    <a:pt x="6660894" y="3355396"/>
                  </a:lnTo>
                  <a:lnTo>
                    <a:pt x="6589272" y="3350195"/>
                  </a:lnTo>
                  <a:lnTo>
                    <a:pt x="6517649" y="3344783"/>
                  </a:lnTo>
                  <a:lnTo>
                    <a:pt x="6446027" y="3339152"/>
                  </a:lnTo>
                  <a:lnTo>
                    <a:pt x="6374404" y="3333292"/>
                  </a:lnTo>
                  <a:lnTo>
                    <a:pt x="6302782" y="3327196"/>
                  </a:lnTo>
                  <a:lnTo>
                    <a:pt x="6231159" y="3320852"/>
                  </a:lnTo>
                  <a:lnTo>
                    <a:pt x="6159537" y="3314251"/>
                  </a:lnTo>
                  <a:lnTo>
                    <a:pt x="6087914" y="3307383"/>
                  </a:lnTo>
                  <a:lnTo>
                    <a:pt x="6016292" y="3300236"/>
                  </a:lnTo>
                  <a:lnTo>
                    <a:pt x="5944669" y="3292800"/>
                  </a:lnTo>
                  <a:lnTo>
                    <a:pt x="5873047" y="3285063"/>
                  </a:lnTo>
                  <a:lnTo>
                    <a:pt x="5801424" y="3277012"/>
                  </a:lnTo>
                  <a:lnTo>
                    <a:pt x="5729802" y="3268634"/>
                  </a:lnTo>
                  <a:lnTo>
                    <a:pt x="5658179" y="3259918"/>
                  </a:lnTo>
                  <a:lnTo>
                    <a:pt x="5586557" y="3250848"/>
                  </a:lnTo>
                  <a:lnTo>
                    <a:pt x="5514934" y="3241410"/>
                  </a:lnTo>
                  <a:lnTo>
                    <a:pt x="5443311" y="3231590"/>
                  </a:lnTo>
                  <a:lnTo>
                    <a:pt x="5371689" y="3221372"/>
                  </a:lnTo>
                  <a:lnTo>
                    <a:pt x="5300066" y="3210740"/>
                  </a:lnTo>
                  <a:lnTo>
                    <a:pt x="5228444" y="3199678"/>
                  </a:lnTo>
                  <a:lnTo>
                    <a:pt x="5156821" y="3188167"/>
                  </a:lnTo>
                  <a:lnTo>
                    <a:pt x="5085199" y="3176189"/>
                  </a:lnTo>
                  <a:lnTo>
                    <a:pt x="5013576" y="3163726"/>
                  </a:lnTo>
                  <a:lnTo>
                    <a:pt x="4941954" y="3150759"/>
                  </a:lnTo>
                  <a:lnTo>
                    <a:pt x="4870331" y="3137265"/>
                  </a:lnTo>
                  <a:lnTo>
                    <a:pt x="4798709" y="3123225"/>
                  </a:lnTo>
                  <a:lnTo>
                    <a:pt x="4727086" y="3108616"/>
                  </a:lnTo>
                  <a:lnTo>
                    <a:pt x="4655464" y="3093415"/>
                  </a:lnTo>
                  <a:lnTo>
                    <a:pt x="4583841" y="3077598"/>
                  </a:lnTo>
                  <a:lnTo>
                    <a:pt x="4512219" y="3061140"/>
                  </a:lnTo>
                  <a:lnTo>
                    <a:pt x="4440596" y="3044015"/>
                  </a:lnTo>
                  <a:lnTo>
                    <a:pt x="4368974" y="3026197"/>
                  </a:lnTo>
                  <a:lnTo>
                    <a:pt x="4297351" y="3007656"/>
                  </a:lnTo>
                  <a:lnTo>
                    <a:pt x="4225729" y="2988364"/>
                  </a:lnTo>
                  <a:lnTo>
                    <a:pt x="4154106" y="2968290"/>
                  </a:lnTo>
                  <a:lnTo>
                    <a:pt x="4082483" y="2947402"/>
                  </a:lnTo>
                  <a:lnTo>
                    <a:pt x="4010861" y="2925669"/>
                  </a:lnTo>
                  <a:lnTo>
                    <a:pt x="3939238" y="2903054"/>
                  </a:lnTo>
                  <a:lnTo>
                    <a:pt x="3867616" y="2879524"/>
                  </a:lnTo>
                  <a:lnTo>
                    <a:pt x="3795993" y="2855039"/>
                  </a:lnTo>
                  <a:lnTo>
                    <a:pt x="3724371" y="2829563"/>
                  </a:lnTo>
                  <a:lnTo>
                    <a:pt x="3652748" y="2803054"/>
                  </a:lnTo>
                  <a:lnTo>
                    <a:pt x="3581126" y="2775471"/>
                  </a:lnTo>
                  <a:lnTo>
                    <a:pt x="3509503" y="2746770"/>
                  </a:lnTo>
                  <a:lnTo>
                    <a:pt x="3437881" y="2716907"/>
                  </a:lnTo>
                  <a:lnTo>
                    <a:pt x="3366258" y="2685833"/>
                  </a:lnTo>
                  <a:lnTo>
                    <a:pt x="3294636" y="2654312"/>
                  </a:lnTo>
                  <a:lnTo>
                    <a:pt x="3223013" y="2655559"/>
                  </a:lnTo>
                  <a:lnTo>
                    <a:pt x="3151391" y="2656804"/>
                  </a:lnTo>
                  <a:lnTo>
                    <a:pt x="3079768" y="2658047"/>
                  </a:lnTo>
                  <a:lnTo>
                    <a:pt x="3008146" y="2659288"/>
                  </a:lnTo>
                  <a:lnTo>
                    <a:pt x="2936523" y="2660527"/>
                  </a:lnTo>
                  <a:lnTo>
                    <a:pt x="2864901" y="2661765"/>
                  </a:lnTo>
                  <a:lnTo>
                    <a:pt x="2793278" y="2663000"/>
                  </a:lnTo>
                  <a:lnTo>
                    <a:pt x="2721655" y="2664234"/>
                  </a:lnTo>
                  <a:lnTo>
                    <a:pt x="2650033" y="2665466"/>
                  </a:lnTo>
                  <a:lnTo>
                    <a:pt x="2578410" y="2666696"/>
                  </a:lnTo>
                  <a:lnTo>
                    <a:pt x="2506788" y="2667924"/>
                  </a:lnTo>
                  <a:lnTo>
                    <a:pt x="2435165" y="2669150"/>
                  </a:lnTo>
                  <a:lnTo>
                    <a:pt x="2363543" y="2670375"/>
                  </a:lnTo>
                  <a:lnTo>
                    <a:pt x="2291920" y="2671597"/>
                  </a:lnTo>
                  <a:lnTo>
                    <a:pt x="2220298" y="2672818"/>
                  </a:lnTo>
                  <a:lnTo>
                    <a:pt x="2148675" y="2674037"/>
                  </a:lnTo>
                  <a:lnTo>
                    <a:pt x="2077053" y="2675254"/>
                  </a:lnTo>
                  <a:lnTo>
                    <a:pt x="2005430" y="2676469"/>
                  </a:lnTo>
                  <a:lnTo>
                    <a:pt x="1933808" y="2677683"/>
                  </a:lnTo>
                  <a:lnTo>
                    <a:pt x="1862185" y="2678894"/>
                  </a:lnTo>
                  <a:lnTo>
                    <a:pt x="1790563" y="2680104"/>
                  </a:lnTo>
                  <a:lnTo>
                    <a:pt x="1718940" y="2681312"/>
                  </a:lnTo>
                  <a:lnTo>
                    <a:pt x="1647318" y="2682518"/>
                  </a:lnTo>
                  <a:lnTo>
                    <a:pt x="1575695" y="2683722"/>
                  </a:lnTo>
                  <a:lnTo>
                    <a:pt x="1504073" y="2684925"/>
                  </a:lnTo>
                  <a:lnTo>
                    <a:pt x="1432450" y="2686126"/>
                  </a:lnTo>
                  <a:lnTo>
                    <a:pt x="1360827" y="2687325"/>
                  </a:lnTo>
                  <a:lnTo>
                    <a:pt x="1289205" y="2688522"/>
                  </a:lnTo>
                  <a:lnTo>
                    <a:pt x="1217582" y="2689717"/>
                  </a:lnTo>
                  <a:lnTo>
                    <a:pt x="1145960" y="2690910"/>
                  </a:lnTo>
                  <a:lnTo>
                    <a:pt x="1074337" y="2692102"/>
                  </a:lnTo>
                  <a:lnTo>
                    <a:pt x="1002715" y="2693292"/>
                  </a:lnTo>
                  <a:lnTo>
                    <a:pt x="931092" y="2694480"/>
                  </a:lnTo>
                  <a:lnTo>
                    <a:pt x="859470" y="2695667"/>
                  </a:lnTo>
                  <a:lnTo>
                    <a:pt x="787847" y="2696851"/>
                  </a:lnTo>
                  <a:lnTo>
                    <a:pt x="716225" y="2698034"/>
                  </a:lnTo>
                  <a:lnTo>
                    <a:pt x="644602" y="2699215"/>
                  </a:lnTo>
                  <a:lnTo>
                    <a:pt x="572980" y="2700394"/>
                  </a:lnTo>
                  <a:lnTo>
                    <a:pt x="501357" y="2701572"/>
                  </a:lnTo>
                  <a:lnTo>
                    <a:pt x="429735" y="2702747"/>
                  </a:lnTo>
                  <a:lnTo>
                    <a:pt x="358112" y="2703921"/>
                  </a:lnTo>
                  <a:lnTo>
                    <a:pt x="286490" y="2705093"/>
                  </a:lnTo>
                  <a:lnTo>
                    <a:pt x="214867" y="2706264"/>
                  </a:lnTo>
                  <a:lnTo>
                    <a:pt x="143245" y="2707432"/>
                  </a:lnTo>
                  <a:lnTo>
                    <a:pt x="71622" y="2708599"/>
                  </a:lnTo>
                  <a:lnTo>
                    <a:pt x="0" y="270976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80955" y="2073503"/>
              <a:ext cx="6381723" cy="2653500"/>
            </a:xfrm>
            <a:custGeom>
              <a:avLst/>
              <a:pathLst>
                <a:path w="6381723" h="2653500">
                  <a:moveTo>
                    <a:pt x="0" y="0"/>
                  </a:moveTo>
                  <a:lnTo>
                    <a:pt x="7319" y="14366"/>
                  </a:lnTo>
                  <a:lnTo>
                    <a:pt x="78941" y="149477"/>
                  </a:lnTo>
                  <a:lnTo>
                    <a:pt x="150564" y="279327"/>
                  </a:lnTo>
                  <a:lnTo>
                    <a:pt x="222186" y="404119"/>
                  </a:lnTo>
                  <a:lnTo>
                    <a:pt x="293809" y="524052"/>
                  </a:lnTo>
                  <a:lnTo>
                    <a:pt x="365431" y="639314"/>
                  </a:lnTo>
                  <a:lnTo>
                    <a:pt x="437054" y="750087"/>
                  </a:lnTo>
                  <a:lnTo>
                    <a:pt x="508676" y="856546"/>
                  </a:lnTo>
                  <a:lnTo>
                    <a:pt x="580299" y="958859"/>
                  </a:lnTo>
                  <a:lnTo>
                    <a:pt x="651921" y="1057188"/>
                  </a:lnTo>
                  <a:lnTo>
                    <a:pt x="723544" y="1151688"/>
                  </a:lnTo>
                  <a:lnTo>
                    <a:pt x="795166" y="1242507"/>
                  </a:lnTo>
                  <a:lnTo>
                    <a:pt x="866789" y="1329790"/>
                  </a:lnTo>
                  <a:lnTo>
                    <a:pt x="938411" y="1413673"/>
                  </a:lnTo>
                  <a:lnTo>
                    <a:pt x="1010034" y="1494290"/>
                  </a:lnTo>
                  <a:lnTo>
                    <a:pt x="1081657" y="1571767"/>
                  </a:lnTo>
                  <a:lnTo>
                    <a:pt x="1153279" y="1646227"/>
                  </a:lnTo>
                  <a:lnTo>
                    <a:pt x="1224902" y="1717787"/>
                  </a:lnTo>
                  <a:lnTo>
                    <a:pt x="1296524" y="1786560"/>
                  </a:lnTo>
                  <a:lnTo>
                    <a:pt x="1368147" y="1852655"/>
                  </a:lnTo>
                  <a:lnTo>
                    <a:pt x="1439769" y="1916176"/>
                  </a:lnTo>
                  <a:lnTo>
                    <a:pt x="1511392" y="1977223"/>
                  </a:lnTo>
                  <a:lnTo>
                    <a:pt x="1583014" y="2035893"/>
                  </a:lnTo>
                  <a:lnTo>
                    <a:pt x="1654637" y="2092278"/>
                  </a:lnTo>
                  <a:lnTo>
                    <a:pt x="1726259" y="2146467"/>
                  </a:lnTo>
                  <a:lnTo>
                    <a:pt x="1797882" y="2198546"/>
                  </a:lnTo>
                  <a:lnTo>
                    <a:pt x="1869504" y="2248597"/>
                  </a:lnTo>
                  <a:lnTo>
                    <a:pt x="1941127" y="2296698"/>
                  </a:lnTo>
                  <a:lnTo>
                    <a:pt x="2012749" y="2342927"/>
                  </a:lnTo>
                  <a:lnTo>
                    <a:pt x="2084372" y="2387355"/>
                  </a:lnTo>
                  <a:lnTo>
                    <a:pt x="2155994" y="2430052"/>
                  </a:lnTo>
                  <a:lnTo>
                    <a:pt x="2227617" y="2471087"/>
                  </a:lnTo>
                  <a:lnTo>
                    <a:pt x="2299239" y="2510524"/>
                  </a:lnTo>
                  <a:lnTo>
                    <a:pt x="2370862" y="2548425"/>
                  </a:lnTo>
                  <a:lnTo>
                    <a:pt x="2442485" y="2584850"/>
                  </a:lnTo>
                  <a:lnTo>
                    <a:pt x="2514107" y="2619857"/>
                  </a:lnTo>
                  <a:lnTo>
                    <a:pt x="2585730" y="2653500"/>
                  </a:lnTo>
                  <a:lnTo>
                    <a:pt x="2657352" y="2653064"/>
                  </a:lnTo>
                  <a:lnTo>
                    <a:pt x="2728975" y="2651813"/>
                  </a:lnTo>
                  <a:lnTo>
                    <a:pt x="2800597" y="2650561"/>
                  </a:lnTo>
                  <a:lnTo>
                    <a:pt x="2872220" y="2649307"/>
                  </a:lnTo>
                  <a:lnTo>
                    <a:pt x="2943842" y="2648051"/>
                  </a:lnTo>
                  <a:lnTo>
                    <a:pt x="3015465" y="2646793"/>
                  </a:lnTo>
                  <a:lnTo>
                    <a:pt x="3087087" y="2645533"/>
                  </a:lnTo>
                  <a:lnTo>
                    <a:pt x="3158710" y="2644271"/>
                  </a:lnTo>
                  <a:lnTo>
                    <a:pt x="3230332" y="2643007"/>
                  </a:lnTo>
                  <a:lnTo>
                    <a:pt x="3301955" y="2641742"/>
                  </a:lnTo>
                  <a:lnTo>
                    <a:pt x="3373577" y="2640474"/>
                  </a:lnTo>
                  <a:lnTo>
                    <a:pt x="3445200" y="2639205"/>
                  </a:lnTo>
                  <a:lnTo>
                    <a:pt x="3516822" y="2637933"/>
                  </a:lnTo>
                  <a:lnTo>
                    <a:pt x="3588445" y="2636660"/>
                  </a:lnTo>
                  <a:lnTo>
                    <a:pt x="3660067" y="2635385"/>
                  </a:lnTo>
                  <a:lnTo>
                    <a:pt x="3731690" y="2634108"/>
                  </a:lnTo>
                  <a:lnTo>
                    <a:pt x="3803313" y="2632829"/>
                  </a:lnTo>
                  <a:lnTo>
                    <a:pt x="3874935" y="2631548"/>
                  </a:lnTo>
                  <a:lnTo>
                    <a:pt x="3946558" y="2630265"/>
                  </a:lnTo>
                  <a:lnTo>
                    <a:pt x="4018180" y="2628980"/>
                  </a:lnTo>
                  <a:lnTo>
                    <a:pt x="4089803" y="2627693"/>
                  </a:lnTo>
                  <a:lnTo>
                    <a:pt x="4161425" y="2626405"/>
                  </a:lnTo>
                  <a:lnTo>
                    <a:pt x="4233048" y="2625114"/>
                  </a:lnTo>
                  <a:lnTo>
                    <a:pt x="4304670" y="2623821"/>
                  </a:lnTo>
                  <a:lnTo>
                    <a:pt x="4376293" y="2622527"/>
                  </a:lnTo>
                  <a:lnTo>
                    <a:pt x="4447915" y="2621230"/>
                  </a:lnTo>
                  <a:lnTo>
                    <a:pt x="4519538" y="2619932"/>
                  </a:lnTo>
                  <a:lnTo>
                    <a:pt x="4591160" y="2618632"/>
                  </a:lnTo>
                  <a:lnTo>
                    <a:pt x="4662783" y="2617329"/>
                  </a:lnTo>
                  <a:lnTo>
                    <a:pt x="4734405" y="2616025"/>
                  </a:lnTo>
                  <a:lnTo>
                    <a:pt x="4806028" y="2614719"/>
                  </a:lnTo>
                  <a:lnTo>
                    <a:pt x="4877650" y="2613411"/>
                  </a:lnTo>
                  <a:lnTo>
                    <a:pt x="4949273" y="2612100"/>
                  </a:lnTo>
                  <a:lnTo>
                    <a:pt x="5020895" y="2610788"/>
                  </a:lnTo>
                  <a:lnTo>
                    <a:pt x="5092518" y="2609474"/>
                  </a:lnTo>
                  <a:lnTo>
                    <a:pt x="5164141" y="2608158"/>
                  </a:lnTo>
                  <a:lnTo>
                    <a:pt x="5235763" y="2606840"/>
                  </a:lnTo>
                  <a:lnTo>
                    <a:pt x="5307386" y="2605520"/>
                  </a:lnTo>
                  <a:lnTo>
                    <a:pt x="5379008" y="2604198"/>
                  </a:lnTo>
                  <a:lnTo>
                    <a:pt x="5450631" y="2602874"/>
                  </a:lnTo>
                  <a:lnTo>
                    <a:pt x="5522253" y="2601548"/>
                  </a:lnTo>
                  <a:lnTo>
                    <a:pt x="5593876" y="2600220"/>
                  </a:lnTo>
                  <a:lnTo>
                    <a:pt x="5665498" y="2598890"/>
                  </a:lnTo>
                  <a:lnTo>
                    <a:pt x="5737121" y="2597558"/>
                  </a:lnTo>
                  <a:lnTo>
                    <a:pt x="5808743" y="2596224"/>
                  </a:lnTo>
                  <a:lnTo>
                    <a:pt x="5880366" y="2594888"/>
                  </a:lnTo>
                  <a:lnTo>
                    <a:pt x="5951988" y="2593550"/>
                  </a:lnTo>
                  <a:lnTo>
                    <a:pt x="6023611" y="2592209"/>
                  </a:lnTo>
                  <a:lnTo>
                    <a:pt x="6095233" y="2590867"/>
                  </a:lnTo>
                  <a:lnTo>
                    <a:pt x="6166856" y="2589523"/>
                  </a:lnTo>
                  <a:lnTo>
                    <a:pt x="6238478" y="2588177"/>
                  </a:lnTo>
                  <a:lnTo>
                    <a:pt x="6310101" y="2586829"/>
                  </a:lnTo>
                  <a:lnTo>
                    <a:pt x="6381723" y="25854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7816"/>
              <a:ext cx="7090630" cy="728301"/>
            </a:xfrm>
            <a:custGeom>
              <a:avLst/>
              <a:pathLst>
                <a:path w="7090630" h="728301">
                  <a:moveTo>
                    <a:pt x="7090630" y="728301"/>
                  </a:moveTo>
                  <a:lnTo>
                    <a:pt x="7019007" y="724203"/>
                  </a:lnTo>
                  <a:lnTo>
                    <a:pt x="6947385" y="719939"/>
                  </a:lnTo>
                  <a:lnTo>
                    <a:pt x="6875762" y="715502"/>
                  </a:lnTo>
                  <a:lnTo>
                    <a:pt x="6804139" y="710885"/>
                  </a:lnTo>
                  <a:lnTo>
                    <a:pt x="6732517" y="706081"/>
                  </a:lnTo>
                  <a:lnTo>
                    <a:pt x="6660894" y="701083"/>
                  </a:lnTo>
                  <a:lnTo>
                    <a:pt x="6589272" y="695882"/>
                  </a:lnTo>
                  <a:lnTo>
                    <a:pt x="6517649" y="690470"/>
                  </a:lnTo>
                  <a:lnTo>
                    <a:pt x="6446027" y="684839"/>
                  </a:lnTo>
                  <a:lnTo>
                    <a:pt x="6374404" y="678980"/>
                  </a:lnTo>
                  <a:lnTo>
                    <a:pt x="6302782" y="672883"/>
                  </a:lnTo>
                  <a:lnTo>
                    <a:pt x="6231159" y="666539"/>
                  </a:lnTo>
                  <a:lnTo>
                    <a:pt x="6159537" y="659938"/>
                  </a:lnTo>
                  <a:lnTo>
                    <a:pt x="6087914" y="653070"/>
                  </a:lnTo>
                  <a:lnTo>
                    <a:pt x="6016292" y="645923"/>
                  </a:lnTo>
                  <a:lnTo>
                    <a:pt x="5944669" y="638487"/>
                  </a:lnTo>
                  <a:lnTo>
                    <a:pt x="5873047" y="630750"/>
                  </a:lnTo>
                  <a:lnTo>
                    <a:pt x="5801424" y="622699"/>
                  </a:lnTo>
                  <a:lnTo>
                    <a:pt x="5729802" y="614321"/>
                  </a:lnTo>
                  <a:lnTo>
                    <a:pt x="5658179" y="605605"/>
                  </a:lnTo>
                  <a:lnTo>
                    <a:pt x="5586557" y="596535"/>
                  </a:lnTo>
                  <a:lnTo>
                    <a:pt x="5514934" y="587097"/>
                  </a:lnTo>
                  <a:lnTo>
                    <a:pt x="5443311" y="577277"/>
                  </a:lnTo>
                  <a:lnTo>
                    <a:pt x="5371689" y="567059"/>
                  </a:lnTo>
                  <a:lnTo>
                    <a:pt x="5300066" y="556427"/>
                  </a:lnTo>
                  <a:lnTo>
                    <a:pt x="5228444" y="545365"/>
                  </a:lnTo>
                  <a:lnTo>
                    <a:pt x="5156821" y="533854"/>
                  </a:lnTo>
                  <a:lnTo>
                    <a:pt x="5085199" y="521876"/>
                  </a:lnTo>
                  <a:lnTo>
                    <a:pt x="5013576" y="509413"/>
                  </a:lnTo>
                  <a:lnTo>
                    <a:pt x="4941954" y="496446"/>
                  </a:lnTo>
                  <a:lnTo>
                    <a:pt x="4870331" y="482952"/>
                  </a:lnTo>
                  <a:lnTo>
                    <a:pt x="4798709" y="468912"/>
                  </a:lnTo>
                  <a:lnTo>
                    <a:pt x="4727086" y="454303"/>
                  </a:lnTo>
                  <a:lnTo>
                    <a:pt x="4655464" y="439102"/>
                  </a:lnTo>
                  <a:lnTo>
                    <a:pt x="4583841" y="423285"/>
                  </a:lnTo>
                  <a:lnTo>
                    <a:pt x="4512219" y="406827"/>
                  </a:lnTo>
                  <a:lnTo>
                    <a:pt x="4440596" y="389702"/>
                  </a:lnTo>
                  <a:lnTo>
                    <a:pt x="4368974" y="371884"/>
                  </a:lnTo>
                  <a:lnTo>
                    <a:pt x="4297351" y="353343"/>
                  </a:lnTo>
                  <a:lnTo>
                    <a:pt x="4225729" y="334051"/>
                  </a:lnTo>
                  <a:lnTo>
                    <a:pt x="4154106" y="313977"/>
                  </a:lnTo>
                  <a:lnTo>
                    <a:pt x="4082483" y="293090"/>
                  </a:lnTo>
                  <a:lnTo>
                    <a:pt x="4010861" y="271356"/>
                  </a:lnTo>
                  <a:lnTo>
                    <a:pt x="3939238" y="248741"/>
                  </a:lnTo>
                  <a:lnTo>
                    <a:pt x="3867616" y="225211"/>
                  </a:lnTo>
                  <a:lnTo>
                    <a:pt x="3795993" y="200726"/>
                  </a:lnTo>
                  <a:lnTo>
                    <a:pt x="3724371" y="175250"/>
                  </a:lnTo>
                  <a:lnTo>
                    <a:pt x="3652748" y="148741"/>
                  </a:lnTo>
                  <a:lnTo>
                    <a:pt x="3581126" y="121158"/>
                  </a:lnTo>
                  <a:lnTo>
                    <a:pt x="3509503" y="92457"/>
                  </a:lnTo>
                  <a:lnTo>
                    <a:pt x="3437881" y="62594"/>
                  </a:lnTo>
                  <a:lnTo>
                    <a:pt x="3366258" y="31520"/>
                  </a:lnTo>
                  <a:lnTo>
                    <a:pt x="3294636" y="0"/>
                  </a:lnTo>
                  <a:lnTo>
                    <a:pt x="3223013" y="1246"/>
                  </a:lnTo>
                  <a:lnTo>
                    <a:pt x="3151391" y="2491"/>
                  </a:lnTo>
                  <a:lnTo>
                    <a:pt x="3079768" y="3734"/>
                  </a:lnTo>
                  <a:lnTo>
                    <a:pt x="3008146" y="4975"/>
                  </a:lnTo>
                  <a:lnTo>
                    <a:pt x="2936523" y="6214"/>
                  </a:lnTo>
                  <a:lnTo>
                    <a:pt x="2864901" y="7452"/>
                  </a:lnTo>
                  <a:lnTo>
                    <a:pt x="2793278" y="8687"/>
                  </a:lnTo>
                  <a:lnTo>
                    <a:pt x="2721655" y="9921"/>
                  </a:lnTo>
                  <a:lnTo>
                    <a:pt x="2650033" y="11153"/>
                  </a:lnTo>
                  <a:lnTo>
                    <a:pt x="2578410" y="12383"/>
                  </a:lnTo>
                  <a:lnTo>
                    <a:pt x="2506788" y="13611"/>
                  </a:lnTo>
                  <a:lnTo>
                    <a:pt x="2435165" y="14837"/>
                  </a:lnTo>
                  <a:lnTo>
                    <a:pt x="2363543" y="16062"/>
                  </a:lnTo>
                  <a:lnTo>
                    <a:pt x="2291920" y="17284"/>
                  </a:lnTo>
                  <a:lnTo>
                    <a:pt x="2220298" y="18505"/>
                  </a:lnTo>
                  <a:lnTo>
                    <a:pt x="2148675" y="19724"/>
                  </a:lnTo>
                  <a:lnTo>
                    <a:pt x="2077053" y="20941"/>
                  </a:lnTo>
                  <a:lnTo>
                    <a:pt x="2005430" y="22156"/>
                  </a:lnTo>
                  <a:lnTo>
                    <a:pt x="1933808" y="23370"/>
                  </a:lnTo>
                  <a:lnTo>
                    <a:pt x="1862185" y="24581"/>
                  </a:lnTo>
                  <a:lnTo>
                    <a:pt x="1790563" y="25791"/>
                  </a:lnTo>
                  <a:lnTo>
                    <a:pt x="1718940" y="26999"/>
                  </a:lnTo>
                  <a:lnTo>
                    <a:pt x="1647318" y="28205"/>
                  </a:lnTo>
                  <a:lnTo>
                    <a:pt x="1575695" y="29409"/>
                  </a:lnTo>
                  <a:lnTo>
                    <a:pt x="1504073" y="30612"/>
                  </a:lnTo>
                  <a:lnTo>
                    <a:pt x="1432450" y="31813"/>
                  </a:lnTo>
                  <a:lnTo>
                    <a:pt x="1360827" y="33012"/>
                  </a:lnTo>
                  <a:lnTo>
                    <a:pt x="1289205" y="34209"/>
                  </a:lnTo>
                  <a:lnTo>
                    <a:pt x="1217582" y="35404"/>
                  </a:lnTo>
                  <a:lnTo>
                    <a:pt x="1145960" y="36597"/>
                  </a:lnTo>
                  <a:lnTo>
                    <a:pt x="1074337" y="37789"/>
                  </a:lnTo>
                  <a:lnTo>
                    <a:pt x="1002715" y="38979"/>
                  </a:lnTo>
                  <a:lnTo>
                    <a:pt x="931092" y="40167"/>
                  </a:lnTo>
                  <a:lnTo>
                    <a:pt x="859470" y="41354"/>
                  </a:lnTo>
                  <a:lnTo>
                    <a:pt x="787847" y="42538"/>
                  </a:lnTo>
                  <a:lnTo>
                    <a:pt x="716225" y="43721"/>
                  </a:lnTo>
                  <a:lnTo>
                    <a:pt x="644602" y="44902"/>
                  </a:lnTo>
                  <a:lnTo>
                    <a:pt x="572980" y="46081"/>
                  </a:lnTo>
                  <a:lnTo>
                    <a:pt x="501357" y="47259"/>
                  </a:lnTo>
                  <a:lnTo>
                    <a:pt x="429735" y="48434"/>
                  </a:lnTo>
                  <a:lnTo>
                    <a:pt x="358112" y="49608"/>
                  </a:lnTo>
                  <a:lnTo>
                    <a:pt x="286490" y="50780"/>
                  </a:lnTo>
                  <a:lnTo>
                    <a:pt x="214867" y="51951"/>
                  </a:lnTo>
                  <a:lnTo>
                    <a:pt x="143245" y="53119"/>
                  </a:lnTo>
                  <a:lnTo>
                    <a:pt x="71622" y="54286"/>
                  </a:lnTo>
                  <a:lnTo>
                    <a:pt x="0" y="554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558550"/>
              <a:ext cx="7090630" cy="1697296"/>
            </a:xfrm>
            <a:custGeom>
              <a:avLst/>
              <a:pathLst>
                <a:path w="7090630" h="1697296">
                  <a:moveTo>
                    <a:pt x="0" y="0"/>
                  </a:moveTo>
                  <a:lnTo>
                    <a:pt x="71622" y="37830"/>
                  </a:lnTo>
                  <a:lnTo>
                    <a:pt x="143245" y="74945"/>
                  </a:lnTo>
                  <a:lnTo>
                    <a:pt x="214867" y="111357"/>
                  </a:lnTo>
                  <a:lnTo>
                    <a:pt x="286490" y="147080"/>
                  </a:lnTo>
                  <a:lnTo>
                    <a:pt x="358112" y="182127"/>
                  </a:lnTo>
                  <a:lnTo>
                    <a:pt x="429735" y="216511"/>
                  </a:lnTo>
                  <a:lnTo>
                    <a:pt x="501357" y="250243"/>
                  </a:lnTo>
                  <a:lnTo>
                    <a:pt x="572980" y="283338"/>
                  </a:lnTo>
                  <a:lnTo>
                    <a:pt x="644602" y="315805"/>
                  </a:lnTo>
                  <a:lnTo>
                    <a:pt x="716225" y="347659"/>
                  </a:lnTo>
                  <a:lnTo>
                    <a:pt x="787847" y="378909"/>
                  </a:lnTo>
                  <a:lnTo>
                    <a:pt x="859470" y="409568"/>
                  </a:lnTo>
                  <a:lnTo>
                    <a:pt x="931092" y="439647"/>
                  </a:lnTo>
                  <a:lnTo>
                    <a:pt x="1002715" y="469156"/>
                  </a:lnTo>
                  <a:lnTo>
                    <a:pt x="1074337" y="498107"/>
                  </a:lnTo>
                  <a:lnTo>
                    <a:pt x="1145960" y="526509"/>
                  </a:lnTo>
                  <a:lnTo>
                    <a:pt x="1217582" y="554374"/>
                  </a:lnTo>
                  <a:lnTo>
                    <a:pt x="1289205" y="581712"/>
                  </a:lnTo>
                  <a:lnTo>
                    <a:pt x="1360827" y="608533"/>
                  </a:lnTo>
                  <a:lnTo>
                    <a:pt x="1432450" y="634845"/>
                  </a:lnTo>
                  <a:lnTo>
                    <a:pt x="1504073" y="660660"/>
                  </a:lnTo>
                  <a:lnTo>
                    <a:pt x="1575695" y="685986"/>
                  </a:lnTo>
                  <a:lnTo>
                    <a:pt x="1647318" y="710832"/>
                  </a:lnTo>
                  <a:lnTo>
                    <a:pt x="1718940" y="735209"/>
                  </a:lnTo>
                  <a:lnTo>
                    <a:pt x="1790563" y="759124"/>
                  </a:lnTo>
                  <a:lnTo>
                    <a:pt x="1862185" y="782586"/>
                  </a:lnTo>
                  <a:lnTo>
                    <a:pt x="1933808" y="805604"/>
                  </a:lnTo>
                  <a:lnTo>
                    <a:pt x="2005430" y="828187"/>
                  </a:lnTo>
                  <a:lnTo>
                    <a:pt x="2077053" y="850342"/>
                  </a:lnTo>
                  <a:lnTo>
                    <a:pt x="2148675" y="872078"/>
                  </a:lnTo>
                  <a:lnTo>
                    <a:pt x="2220298" y="893402"/>
                  </a:lnTo>
                  <a:lnTo>
                    <a:pt x="2291920" y="914323"/>
                  </a:lnTo>
                  <a:lnTo>
                    <a:pt x="2363543" y="934847"/>
                  </a:lnTo>
                  <a:lnTo>
                    <a:pt x="2435165" y="954984"/>
                  </a:lnTo>
                  <a:lnTo>
                    <a:pt x="2506788" y="974739"/>
                  </a:lnTo>
                  <a:lnTo>
                    <a:pt x="2578410" y="994120"/>
                  </a:lnTo>
                  <a:lnTo>
                    <a:pt x="2650033" y="1013134"/>
                  </a:lnTo>
                  <a:lnTo>
                    <a:pt x="2721655" y="1031789"/>
                  </a:lnTo>
                  <a:lnTo>
                    <a:pt x="2793278" y="1050090"/>
                  </a:lnTo>
                  <a:lnTo>
                    <a:pt x="2864901" y="1068045"/>
                  </a:lnTo>
                  <a:lnTo>
                    <a:pt x="2936523" y="1085660"/>
                  </a:lnTo>
                  <a:lnTo>
                    <a:pt x="3008146" y="1102942"/>
                  </a:lnTo>
                  <a:lnTo>
                    <a:pt x="3079768" y="1119897"/>
                  </a:lnTo>
                  <a:lnTo>
                    <a:pt x="3151391" y="1136530"/>
                  </a:lnTo>
                  <a:lnTo>
                    <a:pt x="3223013" y="1152849"/>
                  </a:lnTo>
                  <a:lnTo>
                    <a:pt x="3294636" y="1168859"/>
                  </a:lnTo>
                  <a:lnTo>
                    <a:pt x="3366258" y="1184566"/>
                  </a:lnTo>
                  <a:lnTo>
                    <a:pt x="3437881" y="1199976"/>
                  </a:lnTo>
                  <a:lnTo>
                    <a:pt x="3509503" y="1215094"/>
                  </a:lnTo>
                  <a:lnTo>
                    <a:pt x="3581126" y="1229926"/>
                  </a:lnTo>
                  <a:lnTo>
                    <a:pt x="3652748" y="1244477"/>
                  </a:lnTo>
                  <a:lnTo>
                    <a:pt x="3724371" y="1258753"/>
                  </a:lnTo>
                  <a:lnTo>
                    <a:pt x="3795993" y="1272758"/>
                  </a:lnTo>
                  <a:lnTo>
                    <a:pt x="3867616" y="1286498"/>
                  </a:lnTo>
                  <a:lnTo>
                    <a:pt x="3939238" y="1299979"/>
                  </a:lnTo>
                  <a:lnTo>
                    <a:pt x="4010861" y="1313204"/>
                  </a:lnTo>
                  <a:lnTo>
                    <a:pt x="4082483" y="1326179"/>
                  </a:lnTo>
                  <a:lnTo>
                    <a:pt x="4154106" y="1338908"/>
                  </a:lnTo>
                  <a:lnTo>
                    <a:pt x="4225729" y="1351396"/>
                  </a:lnTo>
                  <a:lnTo>
                    <a:pt x="4297351" y="1363648"/>
                  </a:lnTo>
                  <a:lnTo>
                    <a:pt x="4368974" y="1375668"/>
                  </a:lnTo>
                  <a:lnTo>
                    <a:pt x="4440596" y="1387461"/>
                  </a:lnTo>
                  <a:lnTo>
                    <a:pt x="4512219" y="1399030"/>
                  </a:lnTo>
                  <a:lnTo>
                    <a:pt x="4583841" y="1410381"/>
                  </a:lnTo>
                  <a:lnTo>
                    <a:pt x="4655464" y="1421516"/>
                  </a:lnTo>
                  <a:lnTo>
                    <a:pt x="4727086" y="1432441"/>
                  </a:lnTo>
                  <a:lnTo>
                    <a:pt x="4798709" y="1443159"/>
                  </a:lnTo>
                  <a:lnTo>
                    <a:pt x="4870331" y="1453674"/>
                  </a:lnTo>
                  <a:lnTo>
                    <a:pt x="4941954" y="1463990"/>
                  </a:lnTo>
                  <a:lnTo>
                    <a:pt x="5013576" y="1474111"/>
                  </a:lnTo>
                  <a:lnTo>
                    <a:pt x="5085199" y="1484040"/>
                  </a:lnTo>
                  <a:lnTo>
                    <a:pt x="5156821" y="1493781"/>
                  </a:lnTo>
                  <a:lnTo>
                    <a:pt x="5228444" y="1503338"/>
                  </a:lnTo>
                  <a:lnTo>
                    <a:pt x="5300066" y="1512714"/>
                  </a:lnTo>
                  <a:lnTo>
                    <a:pt x="5371689" y="1521913"/>
                  </a:lnTo>
                  <a:lnTo>
                    <a:pt x="5443311" y="1530937"/>
                  </a:lnTo>
                  <a:lnTo>
                    <a:pt x="5514934" y="1539791"/>
                  </a:lnTo>
                  <a:lnTo>
                    <a:pt x="5586557" y="1548477"/>
                  </a:lnTo>
                  <a:lnTo>
                    <a:pt x="5658179" y="1556999"/>
                  </a:lnTo>
                  <a:lnTo>
                    <a:pt x="5729802" y="1565359"/>
                  </a:lnTo>
                  <a:lnTo>
                    <a:pt x="5801424" y="1573561"/>
                  </a:lnTo>
                  <a:lnTo>
                    <a:pt x="5873047" y="1581608"/>
                  </a:lnTo>
                  <a:lnTo>
                    <a:pt x="5944669" y="1589503"/>
                  </a:lnTo>
                  <a:lnTo>
                    <a:pt x="6016292" y="1597248"/>
                  </a:lnTo>
                  <a:lnTo>
                    <a:pt x="6087914" y="1604846"/>
                  </a:lnTo>
                  <a:lnTo>
                    <a:pt x="6159537" y="1612301"/>
                  </a:lnTo>
                  <a:lnTo>
                    <a:pt x="6231159" y="1619615"/>
                  </a:lnTo>
                  <a:lnTo>
                    <a:pt x="6302782" y="1626790"/>
                  </a:lnTo>
                  <a:lnTo>
                    <a:pt x="6374404" y="1633829"/>
                  </a:lnTo>
                  <a:lnTo>
                    <a:pt x="6446027" y="1640735"/>
                  </a:lnTo>
                  <a:lnTo>
                    <a:pt x="6517649" y="1647511"/>
                  </a:lnTo>
                  <a:lnTo>
                    <a:pt x="6589272" y="1654158"/>
                  </a:lnTo>
                  <a:lnTo>
                    <a:pt x="6660894" y="1660679"/>
                  </a:lnTo>
                  <a:lnTo>
                    <a:pt x="6732517" y="1667077"/>
                  </a:lnTo>
                  <a:lnTo>
                    <a:pt x="6804139" y="1673354"/>
                  </a:lnTo>
                  <a:lnTo>
                    <a:pt x="6875762" y="1679512"/>
                  </a:lnTo>
                  <a:lnTo>
                    <a:pt x="6947385" y="1685554"/>
                  </a:lnTo>
                  <a:lnTo>
                    <a:pt x="7019007" y="1691481"/>
                  </a:lnTo>
                  <a:lnTo>
                    <a:pt x="7090630" y="169729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1.25 (0.98-1.58), p_Bonf = 0.415 (n = 6)  |  per IQR decline (Δ = 29.5 %): 1.91 (0.95-3.84)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2026-07-22T14:13:22Z</dcterms:modified>
  <cp:category/>
</cp:coreProperties>
</file>