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72874" y="5199480"/>
              <a:ext cx="7644336" cy="0"/>
            </a:xfrm>
            <a:custGeom>
              <a:avLst/>
              <a:pathLst>
                <a:path w="7644336" h="0">
                  <a:moveTo>
                    <a:pt x="0" y="0"/>
                  </a:moveTo>
                  <a:lnTo>
                    <a:pt x="7644336" y="0"/>
                  </a:lnTo>
                  <a:lnTo>
                    <a:pt x="764433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72874" y="4437597"/>
              <a:ext cx="7644336" cy="0"/>
            </a:xfrm>
            <a:custGeom>
              <a:avLst/>
              <a:pathLst>
                <a:path w="7644336" h="0">
                  <a:moveTo>
                    <a:pt x="0" y="0"/>
                  </a:moveTo>
                  <a:lnTo>
                    <a:pt x="7644336" y="0"/>
                  </a:lnTo>
                  <a:lnTo>
                    <a:pt x="764433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72874" y="3675714"/>
              <a:ext cx="7644336" cy="0"/>
            </a:xfrm>
            <a:custGeom>
              <a:avLst/>
              <a:pathLst>
                <a:path w="7644336" h="0">
                  <a:moveTo>
                    <a:pt x="0" y="0"/>
                  </a:moveTo>
                  <a:lnTo>
                    <a:pt x="7644336" y="0"/>
                  </a:lnTo>
                  <a:lnTo>
                    <a:pt x="764433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72874" y="2913831"/>
              <a:ext cx="7644336" cy="0"/>
            </a:xfrm>
            <a:custGeom>
              <a:avLst/>
              <a:pathLst>
                <a:path w="7644336" h="0">
                  <a:moveTo>
                    <a:pt x="0" y="0"/>
                  </a:moveTo>
                  <a:lnTo>
                    <a:pt x="7644336" y="0"/>
                  </a:lnTo>
                  <a:lnTo>
                    <a:pt x="764433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711247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882934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6054620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8226307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972874" y="5580422"/>
              <a:ext cx="7644336" cy="0"/>
            </a:xfrm>
            <a:custGeom>
              <a:avLst/>
              <a:pathLst>
                <a:path w="7644336" h="0">
                  <a:moveTo>
                    <a:pt x="0" y="0"/>
                  </a:moveTo>
                  <a:lnTo>
                    <a:pt x="7644336" y="0"/>
                  </a:lnTo>
                  <a:lnTo>
                    <a:pt x="764433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972874" y="4818539"/>
              <a:ext cx="7644336" cy="0"/>
            </a:xfrm>
            <a:custGeom>
              <a:avLst/>
              <a:pathLst>
                <a:path w="7644336" h="0">
                  <a:moveTo>
                    <a:pt x="0" y="0"/>
                  </a:moveTo>
                  <a:lnTo>
                    <a:pt x="7644336" y="0"/>
                  </a:lnTo>
                  <a:lnTo>
                    <a:pt x="764433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972874" y="4056656"/>
              <a:ext cx="7644336" cy="0"/>
            </a:xfrm>
            <a:custGeom>
              <a:avLst/>
              <a:pathLst>
                <a:path w="7644336" h="0">
                  <a:moveTo>
                    <a:pt x="0" y="0"/>
                  </a:moveTo>
                  <a:lnTo>
                    <a:pt x="7644336" y="0"/>
                  </a:lnTo>
                  <a:lnTo>
                    <a:pt x="764433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972874" y="3294773"/>
              <a:ext cx="7644336" cy="0"/>
            </a:xfrm>
            <a:custGeom>
              <a:avLst/>
              <a:pathLst>
                <a:path w="7644336" h="0">
                  <a:moveTo>
                    <a:pt x="0" y="0"/>
                  </a:moveTo>
                  <a:lnTo>
                    <a:pt x="7644336" y="0"/>
                  </a:lnTo>
                  <a:lnTo>
                    <a:pt x="764433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2797091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4968777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7140464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1320344" y="4077364"/>
              <a:ext cx="6949396" cy="1478948"/>
            </a:xfrm>
            <a:custGeom>
              <a:avLst/>
              <a:pathLst>
                <a:path w="6949396" h="1478948">
                  <a:moveTo>
                    <a:pt x="0" y="1478948"/>
                  </a:moveTo>
                  <a:lnTo>
                    <a:pt x="86867" y="1478948"/>
                  </a:lnTo>
                  <a:lnTo>
                    <a:pt x="86867" y="1454366"/>
                  </a:lnTo>
                  <a:lnTo>
                    <a:pt x="173734" y="1454366"/>
                  </a:lnTo>
                  <a:lnTo>
                    <a:pt x="173734" y="1429567"/>
                  </a:lnTo>
                  <a:lnTo>
                    <a:pt x="260602" y="1429567"/>
                  </a:lnTo>
                  <a:lnTo>
                    <a:pt x="260602" y="1331369"/>
                  </a:lnTo>
                  <a:lnTo>
                    <a:pt x="347469" y="1331369"/>
                  </a:lnTo>
                  <a:lnTo>
                    <a:pt x="347469" y="1306038"/>
                  </a:lnTo>
                  <a:lnTo>
                    <a:pt x="434337" y="1306038"/>
                  </a:lnTo>
                  <a:lnTo>
                    <a:pt x="434337" y="1279832"/>
                  </a:lnTo>
                  <a:lnTo>
                    <a:pt x="521204" y="1279832"/>
                  </a:lnTo>
                  <a:lnTo>
                    <a:pt x="521204" y="1227905"/>
                  </a:lnTo>
                  <a:lnTo>
                    <a:pt x="694939" y="1227905"/>
                  </a:lnTo>
                  <a:lnTo>
                    <a:pt x="694939" y="1201645"/>
                  </a:lnTo>
                  <a:lnTo>
                    <a:pt x="868674" y="1201645"/>
                  </a:lnTo>
                  <a:lnTo>
                    <a:pt x="868674" y="1175146"/>
                  </a:lnTo>
                  <a:lnTo>
                    <a:pt x="1303011" y="1175146"/>
                  </a:lnTo>
                  <a:lnTo>
                    <a:pt x="1303011" y="1148786"/>
                  </a:lnTo>
                  <a:lnTo>
                    <a:pt x="1476746" y="1148786"/>
                  </a:lnTo>
                  <a:lnTo>
                    <a:pt x="1476746" y="1122558"/>
                  </a:lnTo>
                  <a:lnTo>
                    <a:pt x="1737349" y="1122558"/>
                  </a:lnTo>
                  <a:lnTo>
                    <a:pt x="1737349" y="1096224"/>
                  </a:lnTo>
                  <a:lnTo>
                    <a:pt x="1911084" y="1096224"/>
                  </a:lnTo>
                  <a:lnTo>
                    <a:pt x="1911084" y="1043936"/>
                  </a:lnTo>
                  <a:lnTo>
                    <a:pt x="2171686" y="1043936"/>
                  </a:lnTo>
                  <a:lnTo>
                    <a:pt x="2171686" y="1017308"/>
                  </a:lnTo>
                  <a:lnTo>
                    <a:pt x="2692891" y="1017308"/>
                  </a:lnTo>
                  <a:lnTo>
                    <a:pt x="2692891" y="990683"/>
                  </a:lnTo>
                  <a:lnTo>
                    <a:pt x="2953493" y="990683"/>
                  </a:lnTo>
                  <a:lnTo>
                    <a:pt x="2953493" y="885518"/>
                  </a:lnTo>
                  <a:lnTo>
                    <a:pt x="3214096" y="885518"/>
                  </a:lnTo>
                  <a:lnTo>
                    <a:pt x="3214096" y="859042"/>
                  </a:lnTo>
                  <a:lnTo>
                    <a:pt x="3474698" y="859042"/>
                  </a:lnTo>
                  <a:lnTo>
                    <a:pt x="3474698" y="832674"/>
                  </a:lnTo>
                  <a:lnTo>
                    <a:pt x="3822168" y="832674"/>
                  </a:lnTo>
                  <a:lnTo>
                    <a:pt x="3822168" y="806269"/>
                  </a:lnTo>
                  <a:lnTo>
                    <a:pt x="3909035" y="806269"/>
                  </a:lnTo>
                  <a:lnTo>
                    <a:pt x="3909035" y="753740"/>
                  </a:lnTo>
                  <a:lnTo>
                    <a:pt x="4169638" y="753740"/>
                  </a:lnTo>
                  <a:lnTo>
                    <a:pt x="4169638" y="727566"/>
                  </a:lnTo>
                  <a:lnTo>
                    <a:pt x="4603975" y="727566"/>
                  </a:lnTo>
                  <a:lnTo>
                    <a:pt x="4603975" y="701531"/>
                  </a:lnTo>
                  <a:lnTo>
                    <a:pt x="4777710" y="701531"/>
                  </a:lnTo>
                  <a:lnTo>
                    <a:pt x="4777710" y="649856"/>
                  </a:lnTo>
                  <a:lnTo>
                    <a:pt x="5212047" y="649856"/>
                  </a:lnTo>
                  <a:lnTo>
                    <a:pt x="5212047" y="623642"/>
                  </a:lnTo>
                  <a:lnTo>
                    <a:pt x="5298915" y="623642"/>
                  </a:lnTo>
                  <a:lnTo>
                    <a:pt x="5298915" y="571678"/>
                  </a:lnTo>
                  <a:lnTo>
                    <a:pt x="5385782" y="571678"/>
                  </a:lnTo>
                  <a:lnTo>
                    <a:pt x="5385782" y="545606"/>
                  </a:lnTo>
                  <a:lnTo>
                    <a:pt x="5559517" y="545606"/>
                  </a:lnTo>
                  <a:lnTo>
                    <a:pt x="5559517" y="493118"/>
                  </a:lnTo>
                  <a:lnTo>
                    <a:pt x="5733252" y="493118"/>
                  </a:lnTo>
                  <a:lnTo>
                    <a:pt x="5733252" y="467039"/>
                  </a:lnTo>
                  <a:lnTo>
                    <a:pt x="5906987" y="467039"/>
                  </a:lnTo>
                  <a:lnTo>
                    <a:pt x="5906987" y="441008"/>
                  </a:lnTo>
                  <a:lnTo>
                    <a:pt x="5993854" y="441008"/>
                  </a:lnTo>
                  <a:lnTo>
                    <a:pt x="5993854" y="389369"/>
                  </a:lnTo>
                  <a:lnTo>
                    <a:pt x="6080722" y="389369"/>
                  </a:lnTo>
                  <a:lnTo>
                    <a:pt x="6080722" y="310723"/>
                  </a:lnTo>
                  <a:lnTo>
                    <a:pt x="6254457" y="310723"/>
                  </a:lnTo>
                  <a:lnTo>
                    <a:pt x="6254457" y="258696"/>
                  </a:lnTo>
                  <a:lnTo>
                    <a:pt x="6341324" y="258696"/>
                  </a:lnTo>
                  <a:lnTo>
                    <a:pt x="6341324" y="206728"/>
                  </a:lnTo>
                  <a:lnTo>
                    <a:pt x="6515059" y="206728"/>
                  </a:lnTo>
                  <a:lnTo>
                    <a:pt x="6515059" y="180796"/>
                  </a:lnTo>
                  <a:lnTo>
                    <a:pt x="6688794" y="180796"/>
                  </a:lnTo>
                  <a:lnTo>
                    <a:pt x="6688794" y="103908"/>
                  </a:lnTo>
                  <a:lnTo>
                    <a:pt x="6775661" y="103908"/>
                  </a:lnTo>
                  <a:lnTo>
                    <a:pt x="6775661" y="78201"/>
                  </a:lnTo>
                  <a:lnTo>
                    <a:pt x="6862529" y="78201"/>
                  </a:lnTo>
                  <a:lnTo>
                    <a:pt x="6862529" y="26367"/>
                  </a:lnTo>
                  <a:lnTo>
                    <a:pt x="6949396" y="26367"/>
                  </a:lnTo>
                  <a:lnTo>
                    <a:pt x="6949396" y="0"/>
                  </a:lnTo>
                </a:path>
              </a:pathLst>
            </a:custGeom>
            <a:ln w="27101" cap="flat">
              <a:solidFill>
                <a:srgbClr val="1F78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1320344" y="2861938"/>
              <a:ext cx="6949396" cy="2667580"/>
            </a:xfrm>
            <a:custGeom>
              <a:avLst/>
              <a:pathLst>
                <a:path w="6949396" h="2667580">
                  <a:moveTo>
                    <a:pt x="0" y="2667580"/>
                  </a:moveTo>
                  <a:lnTo>
                    <a:pt x="86867" y="2667580"/>
                  </a:lnTo>
                  <a:lnTo>
                    <a:pt x="86867" y="2616031"/>
                  </a:lnTo>
                  <a:lnTo>
                    <a:pt x="173734" y="2616031"/>
                  </a:lnTo>
                  <a:lnTo>
                    <a:pt x="173734" y="2564386"/>
                  </a:lnTo>
                  <a:lnTo>
                    <a:pt x="260602" y="2564386"/>
                  </a:lnTo>
                  <a:lnTo>
                    <a:pt x="260602" y="2363240"/>
                  </a:lnTo>
                  <a:lnTo>
                    <a:pt x="347469" y="2363240"/>
                  </a:lnTo>
                  <a:lnTo>
                    <a:pt x="347469" y="2312186"/>
                  </a:lnTo>
                  <a:lnTo>
                    <a:pt x="434337" y="2312186"/>
                  </a:lnTo>
                  <a:lnTo>
                    <a:pt x="434337" y="2259715"/>
                  </a:lnTo>
                  <a:lnTo>
                    <a:pt x="521204" y="2259715"/>
                  </a:lnTo>
                  <a:lnTo>
                    <a:pt x="521204" y="2156750"/>
                  </a:lnTo>
                  <a:lnTo>
                    <a:pt x="694939" y="2156750"/>
                  </a:lnTo>
                  <a:lnTo>
                    <a:pt x="694939" y="2105174"/>
                  </a:lnTo>
                  <a:lnTo>
                    <a:pt x="868674" y="2105174"/>
                  </a:lnTo>
                  <a:lnTo>
                    <a:pt x="868674" y="2053452"/>
                  </a:lnTo>
                  <a:lnTo>
                    <a:pt x="1303011" y="2053452"/>
                  </a:lnTo>
                  <a:lnTo>
                    <a:pt x="1303011" y="2002321"/>
                  </a:lnTo>
                  <a:lnTo>
                    <a:pt x="1476746" y="2002321"/>
                  </a:lnTo>
                  <a:lnTo>
                    <a:pt x="1476746" y="1951754"/>
                  </a:lnTo>
                  <a:lnTo>
                    <a:pt x="1737349" y="1951754"/>
                  </a:lnTo>
                  <a:lnTo>
                    <a:pt x="1737349" y="1901283"/>
                  </a:lnTo>
                  <a:lnTo>
                    <a:pt x="1911084" y="1901283"/>
                  </a:lnTo>
                  <a:lnTo>
                    <a:pt x="1911084" y="1801941"/>
                  </a:lnTo>
                  <a:lnTo>
                    <a:pt x="2171686" y="1801941"/>
                  </a:lnTo>
                  <a:lnTo>
                    <a:pt x="2171686" y="1751780"/>
                  </a:lnTo>
                  <a:lnTo>
                    <a:pt x="2692891" y="1751780"/>
                  </a:lnTo>
                  <a:lnTo>
                    <a:pt x="2692891" y="1701908"/>
                  </a:lnTo>
                  <a:lnTo>
                    <a:pt x="2953493" y="1701908"/>
                  </a:lnTo>
                  <a:lnTo>
                    <a:pt x="2953493" y="1507560"/>
                  </a:lnTo>
                  <a:lnTo>
                    <a:pt x="3214096" y="1507560"/>
                  </a:lnTo>
                  <a:lnTo>
                    <a:pt x="3214096" y="1459266"/>
                  </a:lnTo>
                  <a:lnTo>
                    <a:pt x="3474698" y="1459266"/>
                  </a:lnTo>
                  <a:lnTo>
                    <a:pt x="3474698" y="1411412"/>
                  </a:lnTo>
                  <a:lnTo>
                    <a:pt x="3822168" y="1411412"/>
                  </a:lnTo>
                  <a:lnTo>
                    <a:pt x="3822168" y="1363729"/>
                  </a:lnTo>
                  <a:lnTo>
                    <a:pt x="3909035" y="1363729"/>
                  </a:lnTo>
                  <a:lnTo>
                    <a:pt x="3909035" y="1269554"/>
                  </a:lnTo>
                  <a:lnTo>
                    <a:pt x="4169638" y="1269554"/>
                  </a:lnTo>
                  <a:lnTo>
                    <a:pt x="4169638" y="1222961"/>
                  </a:lnTo>
                  <a:lnTo>
                    <a:pt x="4603975" y="1222961"/>
                  </a:lnTo>
                  <a:lnTo>
                    <a:pt x="4603975" y="1176829"/>
                  </a:lnTo>
                  <a:lnTo>
                    <a:pt x="4777710" y="1176829"/>
                  </a:lnTo>
                  <a:lnTo>
                    <a:pt x="4777710" y="1085872"/>
                  </a:lnTo>
                  <a:lnTo>
                    <a:pt x="5212047" y="1085872"/>
                  </a:lnTo>
                  <a:lnTo>
                    <a:pt x="5212047" y="1040034"/>
                  </a:lnTo>
                  <a:lnTo>
                    <a:pt x="5298915" y="1040034"/>
                  </a:lnTo>
                  <a:lnTo>
                    <a:pt x="5298915" y="949748"/>
                  </a:lnTo>
                  <a:lnTo>
                    <a:pt x="5385782" y="949748"/>
                  </a:lnTo>
                  <a:lnTo>
                    <a:pt x="5385782" y="904731"/>
                  </a:lnTo>
                  <a:lnTo>
                    <a:pt x="5559517" y="904731"/>
                  </a:lnTo>
                  <a:lnTo>
                    <a:pt x="5559517" y="814659"/>
                  </a:lnTo>
                  <a:lnTo>
                    <a:pt x="5733252" y="814659"/>
                  </a:lnTo>
                  <a:lnTo>
                    <a:pt x="5733252" y="770173"/>
                  </a:lnTo>
                  <a:lnTo>
                    <a:pt x="5906987" y="770173"/>
                  </a:lnTo>
                  <a:lnTo>
                    <a:pt x="5906987" y="725943"/>
                  </a:lnTo>
                  <a:lnTo>
                    <a:pt x="5993854" y="725943"/>
                  </a:lnTo>
                  <a:lnTo>
                    <a:pt x="5993854" y="638699"/>
                  </a:lnTo>
                  <a:lnTo>
                    <a:pt x="6080722" y="638699"/>
                  </a:lnTo>
                  <a:lnTo>
                    <a:pt x="6080722" y="507052"/>
                  </a:lnTo>
                  <a:lnTo>
                    <a:pt x="6254457" y="507052"/>
                  </a:lnTo>
                  <a:lnTo>
                    <a:pt x="6254457" y="420740"/>
                  </a:lnTo>
                  <a:lnTo>
                    <a:pt x="6341324" y="420740"/>
                  </a:lnTo>
                  <a:lnTo>
                    <a:pt x="6341324" y="335120"/>
                  </a:lnTo>
                  <a:lnTo>
                    <a:pt x="6515059" y="335120"/>
                  </a:lnTo>
                  <a:lnTo>
                    <a:pt x="6515059" y="292610"/>
                  </a:lnTo>
                  <a:lnTo>
                    <a:pt x="6688794" y="292610"/>
                  </a:lnTo>
                  <a:lnTo>
                    <a:pt x="6688794" y="167384"/>
                  </a:lnTo>
                  <a:lnTo>
                    <a:pt x="6775661" y="167384"/>
                  </a:lnTo>
                  <a:lnTo>
                    <a:pt x="6775661" y="125780"/>
                  </a:lnTo>
                  <a:lnTo>
                    <a:pt x="6862529" y="125780"/>
                  </a:lnTo>
                  <a:lnTo>
                    <a:pt x="6862529" y="42280"/>
                  </a:lnTo>
                  <a:lnTo>
                    <a:pt x="6949396" y="42280"/>
                  </a:lnTo>
                  <a:lnTo>
                    <a:pt x="6949396" y="0"/>
                  </a:lnTo>
                </a:path>
              </a:pathLst>
            </a:custGeom>
            <a:ln w="27101" cap="flat">
              <a:solidFill>
                <a:srgbClr val="E3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tx21"/>
            <p:cNvSpPr/>
            <p:nvPr/>
          </p:nvSpPr>
          <p:spPr>
            <a:xfrm>
              <a:off x="692708" y="5540371"/>
              <a:ext cx="217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0.00</a:t>
              </a:r>
            </a:p>
          </p:txBody>
        </p:sp>
        <p:sp>
          <p:nvSpPr>
            <p:cNvPr id="22" name="tx22"/>
            <p:cNvSpPr/>
            <p:nvPr/>
          </p:nvSpPr>
          <p:spPr>
            <a:xfrm>
              <a:off x="692708" y="4778488"/>
              <a:ext cx="217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0.05</a:t>
              </a:r>
            </a:p>
          </p:txBody>
        </p:sp>
        <p:sp>
          <p:nvSpPr>
            <p:cNvPr id="23" name="tx23"/>
            <p:cNvSpPr/>
            <p:nvPr/>
          </p:nvSpPr>
          <p:spPr>
            <a:xfrm>
              <a:off x="692708" y="4016605"/>
              <a:ext cx="217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0.10</a:t>
              </a:r>
            </a:p>
          </p:txBody>
        </p:sp>
        <p:sp>
          <p:nvSpPr>
            <p:cNvPr id="24" name="tx24"/>
            <p:cNvSpPr/>
            <p:nvPr/>
          </p:nvSpPr>
          <p:spPr>
            <a:xfrm>
              <a:off x="692708" y="3254722"/>
              <a:ext cx="217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0.15</a:t>
              </a:r>
            </a:p>
          </p:txBody>
        </p:sp>
        <p:sp>
          <p:nvSpPr>
            <p:cNvPr id="25" name="tx25"/>
            <p:cNvSpPr/>
            <p:nvPr/>
          </p:nvSpPr>
          <p:spPr>
            <a:xfrm>
              <a:off x="2734911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26" name="tx26"/>
            <p:cNvSpPr/>
            <p:nvPr/>
          </p:nvSpPr>
          <p:spPr>
            <a:xfrm>
              <a:off x="4906598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7078284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75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4197162" y="5925448"/>
              <a:ext cx="1195760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Days from baseline</a:t>
              </a:r>
            </a:p>
          </p:txBody>
        </p:sp>
        <p:sp>
          <p:nvSpPr>
            <p:cNvPr id="29" name="tx29"/>
            <p:cNvSpPr/>
            <p:nvPr/>
          </p:nvSpPr>
          <p:spPr>
            <a:xfrm rot="-5400000">
              <a:off x="-87047" y="4103109"/>
              <a:ext cx="132789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Cumulative incidence</a:t>
              </a:r>
            </a:p>
          </p:txBody>
        </p:sp>
        <p:sp>
          <p:nvSpPr>
            <p:cNvPr id="30" name="pl30"/>
            <p:cNvSpPr/>
            <p:nvPr/>
          </p:nvSpPr>
          <p:spPr>
            <a:xfrm>
              <a:off x="3578565" y="226479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1F78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4819138" y="226479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E3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tx32"/>
            <p:cNvSpPr/>
            <p:nvPr/>
          </p:nvSpPr>
          <p:spPr>
            <a:xfrm>
              <a:off x="3845665" y="2224748"/>
              <a:ext cx="88193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Discrep &lt; +25 mg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5086238" y="2224748"/>
              <a:ext cx="94722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Discrep &gt;= +25 mg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972874" y="1896563"/>
              <a:ext cx="3913906" cy="911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Discrep &gt;= +25 vs &lt;+25: subHR = 2.12 (95% CI 1.01-4.46), p = 0.048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972874" y="1669789"/>
              <a:ext cx="1219901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Anemia Grade 3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2026-07-03T17:30:41Z</dcterms:modified>
  <cp:category/>
</cp:coreProperties>
</file>