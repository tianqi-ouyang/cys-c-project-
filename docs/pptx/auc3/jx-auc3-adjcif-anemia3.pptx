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199480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437597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3675714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2874" y="2913831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1124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88293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05462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22630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4818539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4056656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2874" y="329477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79709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96877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14046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320344" y="4077364"/>
              <a:ext cx="6949396" cy="1478948"/>
            </a:xfrm>
            <a:custGeom>
              <a:avLst/>
              <a:pathLst>
                <a:path w="6949396" h="1478948">
                  <a:moveTo>
                    <a:pt x="0" y="1478948"/>
                  </a:moveTo>
                  <a:lnTo>
                    <a:pt x="86867" y="1478948"/>
                  </a:lnTo>
                  <a:lnTo>
                    <a:pt x="86867" y="1454366"/>
                  </a:lnTo>
                  <a:lnTo>
                    <a:pt x="173734" y="1454366"/>
                  </a:lnTo>
                  <a:lnTo>
                    <a:pt x="173734" y="1429567"/>
                  </a:lnTo>
                  <a:lnTo>
                    <a:pt x="260602" y="1429567"/>
                  </a:lnTo>
                  <a:lnTo>
                    <a:pt x="260602" y="1331369"/>
                  </a:lnTo>
                  <a:lnTo>
                    <a:pt x="347469" y="1331369"/>
                  </a:lnTo>
                  <a:lnTo>
                    <a:pt x="347469" y="1306038"/>
                  </a:lnTo>
                  <a:lnTo>
                    <a:pt x="434337" y="1306038"/>
                  </a:lnTo>
                  <a:lnTo>
                    <a:pt x="434337" y="1279832"/>
                  </a:lnTo>
                  <a:lnTo>
                    <a:pt x="521204" y="1279832"/>
                  </a:lnTo>
                  <a:lnTo>
                    <a:pt x="521204" y="1227905"/>
                  </a:lnTo>
                  <a:lnTo>
                    <a:pt x="694939" y="1227905"/>
                  </a:lnTo>
                  <a:lnTo>
                    <a:pt x="694939" y="1201645"/>
                  </a:lnTo>
                  <a:lnTo>
                    <a:pt x="868674" y="1201645"/>
                  </a:lnTo>
                  <a:lnTo>
                    <a:pt x="868674" y="1175146"/>
                  </a:lnTo>
                  <a:lnTo>
                    <a:pt x="1303011" y="1175146"/>
                  </a:lnTo>
                  <a:lnTo>
                    <a:pt x="1303011" y="1148786"/>
                  </a:lnTo>
                  <a:lnTo>
                    <a:pt x="1476746" y="1148786"/>
                  </a:lnTo>
                  <a:lnTo>
                    <a:pt x="1476746" y="1122558"/>
                  </a:lnTo>
                  <a:lnTo>
                    <a:pt x="1737349" y="1122558"/>
                  </a:lnTo>
                  <a:lnTo>
                    <a:pt x="1737349" y="1096224"/>
                  </a:lnTo>
                  <a:lnTo>
                    <a:pt x="1911084" y="1096224"/>
                  </a:lnTo>
                  <a:lnTo>
                    <a:pt x="1911084" y="1043936"/>
                  </a:lnTo>
                  <a:lnTo>
                    <a:pt x="2171686" y="1043936"/>
                  </a:lnTo>
                  <a:lnTo>
                    <a:pt x="2171686" y="1017308"/>
                  </a:lnTo>
                  <a:lnTo>
                    <a:pt x="2692891" y="1017308"/>
                  </a:lnTo>
                  <a:lnTo>
                    <a:pt x="2692891" y="990683"/>
                  </a:lnTo>
                  <a:lnTo>
                    <a:pt x="2953493" y="990683"/>
                  </a:lnTo>
                  <a:lnTo>
                    <a:pt x="2953493" y="885518"/>
                  </a:lnTo>
                  <a:lnTo>
                    <a:pt x="3214096" y="885518"/>
                  </a:lnTo>
                  <a:lnTo>
                    <a:pt x="3214096" y="859042"/>
                  </a:lnTo>
                  <a:lnTo>
                    <a:pt x="3474698" y="859042"/>
                  </a:lnTo>
                  <a:lnTo>
                    <a:pt x="3474698" y="832674"/>
                  </a:lnTo>
                  <a:lnTo>
                    <a:pt x="3822168" y="832674"/>
                  </a:lnTo>
                  <a:lnTo>
                    <a:pt x="3822168" y="806269"/>
                  </a:lnTo>
                  <a:lnTo>
                    <a:pt x="3909035" y="806269"/>
                  </a:lnTo>
                  <a:lnTo>
                    <a:pt x="3909035" y="753740"/>
                  </a:lnTo>
                  <a:lnTo>
                    <a:pt x="4169638" y="753740"/>
                  </a:lnTo>
                  <a:lnTo>
                    <a:pt x="4169638" y="727566"/>
                  </a:lnTo>
                  <a:lnTo>
                    <a:pt x="4603975" y="727566"/>
                  </a:lnTo>
                  <a:lnTo>
                    <a:pt x="4603975" y="701531"/>
                  </a:lnTo>
                  <a:lnTo>
                    <a:pt x="4777710" y="701531"/>
                  </a:lnTo>
                  <a:lnTo>
                    <a:pt x="4777710" y="649856"/>
                  </a:lnTo>
                  <a:lnTo>
                    <a:pt x="5212047" y="649856"/>
                  </a:lnTo>
                  <a:lnTo>
                    <a:pt x="5212047" y="623642"/>
                  </a:lnTo>
                  <a:lnTo>
                    <a:pt x="5298915" y="623642"/>
                  </a:lnTo>
                  <a:lnTo>
                    <a:pt x="5298915" y="571678"/>
                  </a:lnTo>
                  <a:lnTo>
                    <a:pt x="5385782" y="571678"/>
                  </a:lnTo>
                  <a:lnTo>
                    <a:pt x="5385782" y="545606"/>
                  </a:lnTo>
                  <a:lnTo>
                    <a:pt x="5559517" y="545606"/>
                  </a:lnTo>
                  <a:lnTo>
                    <a:pt x="5559517" y="493118"/>
                  </a:lnTo>
                  <a:lnTo>
                    <a:pt x="5733252" y="493118"/>
                  </a:lnTo>
                  <a:lnTo>
                    <a:pt x="5733252" y="467039"/>
                  </a:lnTo>
                  <a:lnTo>
                    <a:pt x="5906987" y="467039"/>
                  </a:lnTo>
                  <a:lnTo>
                    <a:pt x="5906987" y="441008"/>
                  </a:lnTo>
                  <a:lnTo>
                    <a:pt x="5993854" y="441008"/>
                  </a:lnTo>
                  <a:lnTo>
                    <a:pt x="5993854" y="389369"/>
                  </a:lnTo>
                  <a:lnTo>
                    <a:pt x="6080722" y="389369"/>
                  </a:lnTo>
                  <a:lnTo>
                    <a:pt x="6080722" y="310723"/>
                  </a:lnTo>
                  <a:lnTo>
                    <a:pt x="6254457" y="310723"/>
                  </a:lnTo>
                  <a:lnTo>
                    <a:pt x="6254457" y="258696"/>
                  </a:lnTo>
                  <a:lnTo>
                    <a:pt x="6341324" y="258696"/>
                  </a:lnTo>
                  <a:lnTo>
                    <a:pt x="6341324" y="206728"/>
                  </a:lnTo>
                  <a:lnTo>
                    <a:pt x="6515059" y="206728"/>
                  </a:lnTo>
                  <a:lnTo>
                    <a:pt x="6515059" y="180796"/>
                  </a:lnTo>
                  <a:lnTo>
                    <a:pt x="6688794" y="180796"/>
                  </a:lnTo>
                  <a:lnTo>
                    <a:pt x="6688794" y="103908"/>
                  </a:lnTo>
                  <a:lnTo>
                    <a:pt x="6775661" y="103908"/>
                  </a:lnTo>
                  <a:lnTo>
                    <a:pt x="6775661" y="78201"/>
                  </a:lnTo>
                  <a:lnTo>
                    <a:pt x="6862529" y="78201"/>
                  </a:lnTo>
                  <a:lnTo>
                    <a:pt x="6862529" y="26367"/>
                  </a:lnTo>
                  <a:lnTo>
                    <a:pt x="6949396" y="26367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320344" y="2861938"/>
              <a:ext cx="6949396" cy="2667580"/>
            </a:xfrm>
            <a:custGeom>
              <a:avLst/>
              <a:pathLst>
                <a:path w="6949396" h="2667580">
                  <a:moveTo>
                    <a:pt x="0" y="2667580"/>
                  </a:moveTo>
                  <a:lnTo>
                    <a:pt x="86867" y="2667580"/>
                  </a:lnTo>
                  <a:lnTo>
                    <a:pt x="86867" y="2616031"/>
                  </a:lnTo>
                  <a:lnTo>
                    <a:pt x="173734" y="2616031"/>
                  </a:lnTo>
                  <a:lnTo>
                    <a:pt x="173734" y="2564386"/>
                  </a:lnTo>
                  <a:lnTo>
                    <a:pt x="260602" y="2564386"/>
                  </a:lnTo>
                  <a:lnTo>
                    <a:pt x="260602" y="2363240"/>
                  </a:lnTo>
                  <a:lnTo>
                    <a:pt x="347469" y="2363240"/>
                  </a:lnTo>
                  <a:lnTo>
                    <a:pt x="347469" y="2312186"/>
                  </a:lnTo>
                  <a:lnTo>
                    <a:pt x="434337" y="2312186"/>
                  </a:lnTo>
                  <a:lnTo>
                    <a:pt x="434337" y="2259715"/>
                  </a:lnTo>
                  <a:lnTo>
                    <a:pt x="521204" y="2259715"/>
                  </a:lnTo>
                  <a:lnTo>
                    <a:pt x="521204" y="2156750"/>
                  </a:lnTo>
                  <a:lnTo>
                    <a:pt x="694939" y="2156750"/>
                  </a:lnTo>
                  <a:lnTo>
                    <a:pt x="694939" y="2105174"/>
                  </a:lnTo>
                  <a:lnTo>
                    <a:pt x="868674" y="2105174"/>
                  </a:lnTo>
                  <a:lnTo>
                    <a:pt x="868674" y="2053452"/>
                  </a:lnTo>
                  <a:lnTo>
                    <a:pt x="1303011" y="2053452"/>
                  </a:lnTo>
                  <a:lnTo>
                    <a:pt x="1303011" y="2002321"/>
                  </a:lnTo>
                  <a:lnTo>
                    <a:pt x="1476746" y="2002321"/>
                  </a:lnTo>
                  <a:lnTo>
                    <a:pt x="1476746" y="1951754"/>
                  </a:lnTo>
                  <a:lnTo>
                    <a:pt x="1737349" y="1951754"/>
                  </a:lnTo>
                  <a:lnTo>
                    <a:pt x="1737349" y="1901283"/>
                  </a:lnTo>
                  <a:lnTo>
                    <a:pt x="1911084" y="1901283"/>
                  </a:lnTo>
                  <a:lnTo>
                    <a:pt x="1911084" y="1801941"/>
                  </a:lnTo>
                  <a:lnTo>
                    <a:pt x="2171686" y="1801941"/>
                  </a:lnTo>
                  <a:lnTo>
                    <a:pt x="2171686" y="1751780"/>
                  </a:lnTo>
                  <a:lnTo>
                    <a:pt x="2692891" y="1751780"/>
                  </a:lnTo>
                  <a:lnTo>
                    <a:pt x="2692891" y="1701908"/>
                  </a:lnTo>
                  <a:lnTo>
                    <a:pt x="2953493" y="1701908"/>
                  </a:lnTo>
                  <a:lnTo>
                    <a:pt x="2953493" y="1507560"/>
                  </a:lnTo>
                  <a:lnTo>
                    <a:pt x="3214096" y="1507560"/>
                  </a:lnTo>
                  <a:lnTo>
                    <a:pt x="3214096" y="1459266"/>
                  </a:lnTo>
                  <a:lnTo>
                    <a:pt x="3474698" y="1459266"/>
                  </a:lnTo>
                  <a:lnTo>
                    <a:pt x="3474698" y="1411412"/>
                  </a:lnTo>
                  <a:lnTo>
                    <a:pt x="3822168" y="1411412"/>
                  </a:lnTo>
                  <a:lnTo>
                    <a:pt x="3822168" y="1363729"/>
                  </a:lnTo>
                  <a:lnTo>
                    <a:pt x="3909035" y="1363729"/>
                  </a:lnTo>
                  <a:lnTo>
                    <a:pt x="3909035" y="1269554"/>
                  </a:lnTo>
                  <a:lnTo>
                    <a:pt x="4169638" y="1269554"/>
                  </a:lnTo>
                  <a:lnTo>
                    <a:pt x="4169638" y="1222961"/>
                  </a:lnTo>
                  <a:lnTo>
                    <a:pt x="4603975" y="1222961"/>
                  </a:lnTo>
                  <a:lnTo>
                    <a:pt x="4603975" y="1176829"/>
                  </a:lnTo>
                  <a:lnTo>
                    <a:pt x="4777710" y="1176829"/>
                  </a:lnTo>
                  <a:lnTo>
                    <a:pt x="4777710" y="1085872"/>
                  </a:lnTo>
                  <a:lnTo>
                    <a:pt x="5212047" y="1085872"/>
                  </a:lnTo>
                  <a:lnTo>
                    <a:pt x="5212047" y="1040034"/>
                  </a:lnTo>
                  <a:lnTo>
                    <a:pt x="5298915" y="1040034"/>
                  </a:lnTo>
                  <a:lnTo>
                    <a:pt x="5298915" y="949748"/>
                  </a:lnTo>
                  <a:lnTo>
                    <a:pt x="5385782" y="949748"/>
                  </a:lnTo>
                  <a:lnTo>
                    <a:pt x="5385782" y="904731"/>
                  </a:lnTo>
                  <a:lnTo>
                    <a:pt x="5559517" y="904731"/>
                  </a:lnTo>
                  <a:lnTo>
                    <a:pt x="5559517" y="814659"/>
                  </a:lnTo>
                  <a:lnTo>
                    <a:pt x="5733252" y="814659"/>
                  </a:lnTo>
                  <a:lnTo>
                    <a:pt x="5733252" y="770173"/>
                  </a:lnTo>
                  <a:lnTo>
                    <a:pt x="5906987" y="770173"/>
                  </a:lnTo>
                  <a:lnTo>
                    <a:pt x="5906987" y="725943"/>
                  </a:lnTo>
                  <a:lnTo>
                    <a:pt x="5993854" y="725943"/>
                  </a:lnTo>
                  <a:lnTo>
                    <a:pt x="5993854" y="638699"/>
                  </a:lnTo>
                  <a:lnTo>
                    <a:pt x="6080722" y="638699"/>
                  </a:lnTo>
                  <a:lnTo>
                    <a:pt x="6080722" y="507052"/>
                  </a:lnTo>
                  <a:lnTo>
                    <a:pt x="6254457" y="507052"/>
                  </a:lnTo>
                  <a:lnTo>
                    <a:pt x="6254457" y="420740"/>
                  </a:lnTo>
                  <a:lnTo>
                    <a:pt x="6341324" y="420740"/>
                  </a:lnTo>
                  <a:lnTo>
                    <a:pt x="6341324" y="335120"/>
                  </a:lnTo>
                  <a:lnTo>
                    <a:pt x="6515059" y="335120"/>
                  </a:lnTo>
                  <a:lnTo>
                    <a:pt x="6515059" y="292610"/>
                  </a:lnTo>
                  <a:lnTo>
                    <a:pt x="6688794" y="292610"/>
                  </a:lnTo>
                  <a:lnTo>
                    <a:pt x="6688794" y="167384"/>
                  </a:lnTo>
                  <a:lnTo>
                    <a:pt x="6775661" y="167384"/>
                  </a:lnTo>
                  <a:lnTo>
                    <a:pt x="6775661" y="125780"/>
                  </a:lnTo>
                  <a:lnTo>
                    <a:pt x="6862529" y="125780"/>
                  </a:lnTo>
                  <a:lnTo>
                    <a:pt x="6862529" y="42280"/>
                  </a:lnTo>
                  <a:lnTo>
                    <a:pt x="6949396" y="42280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tx21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92708" y="4778488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4016605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325472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0.15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273491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490659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07828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29" name="tx29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0" name="pl30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tx32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972874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2.12 (95% CI 1.01-4.46), p = 0.048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972874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2026-05-28T20:46:37Z</dcterms:modified>
  <cp:category/>
</cp:coreProperties>
</file>