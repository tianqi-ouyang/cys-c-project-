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236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183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200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6821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977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9412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484080"/>
            </a:xfrm>
            <a:custGeom>
              <a:avLst/>
              <a:pathLst>
                <a:path w="7090630" h="3484080">
                  <a:moveTo>
                    <a:pt x="0" y="3103924"/>
                  </a:moveTo>
                  <a:lnTo>
                    <a:pt x="71622" y="3098368"/>
                  </a:lnTo>
                  <a:lnTo>
                    <a:pt x="143245" y="3092755"/>
                  </a:lnTo>
                  <a:lnTo>
                    <a:pt x="214867" y="3087086"/>
                  </a:lnTo>
                  <a:lnTo>
                    <a:pt x="286490" y="3081359"/>
                  </a:lnTo>
                  <a:lnTo>
                    <a:pt x="358112" y="3075574"/>
                  </a:lnTo>
                  <a:lnTo>
                    <a:pt x="429735" y="3069731"/>
                  </a:lnTo>
                  <a:lnTo>
                    <a:pt x="501357" y="3063828"/>
                  </a:lnTo>
                  <a:lnTo>
                    <a:pt x="572980" y="3057866"/>
                  </a:lnTo>
                  <a:lnTo>
                    <a:pt x="644602" y="3051843"/>
                  </a:lnTo>
                  <a:lnTo>
                    <a:pt x="716225" y="3045759"/>
                  </a:lnTo>
                  <a:lnTo>
                    <a:pt x="787847" y="3039614"/>
                  </a:lnTo>
                  <a:lnTo>
                    <a:pt x="859470" y="3033406"/>
                  </a:lnTo>
                  <a:lnTo>
                    <a:pt x="931092" y="3027136"/>
                  </a:lnTo>
                  <a:lnTo>
                    <a:pt x="1002715" y="3020802"/>
                  </a:lnTo>
                  <a:lnTo>
                    <a:pt x="1074337" y="3014404"/>
                  </a:lnTo>
                  <a:lnTo>
                    <a:pt x="1145960" y="3007941"/>
                  </a:lnTo>
                  <a:lnTo>
                    <a:pt x="1217582" y="3001413"/>
                  </a:lnTo>
                  <a:lnTo>
                    <a:pt x="1289205" y="2994819"/>
                  </a:lnTo>
                  <a:lnTo>
                    <a:pt x="1360827" y="2988157"/>
                  </a:lnTo>
                  <a:lnTo>
                    <a:pt x="1432450" y="2981429"/>
                  </a:lnTo>
                  <a:lnTo>
                    <a:pt x="1504073" y="2974632"/>
                  </a:lnTo>
                  <a:lnTo>
                    <a:pt x="1575695" y="2967766"/>
                  </a:lnTo>
                  <a:lnTo>
                    <a:pt x="1647318" y="2960831"/>
                  </a:lnTo>
                  <a:lnTo>
                    <a:pt x="1718940" y="2953826"/>
                  </a:lnTo>
                  <a:lnTo>
                    <a:pt x="1790563" y="2946750"/>
                  </a:lnTo>
                  <a:lnTo>
                    <a:pt x="1862185" y="2939602"/>
                  </a:lnTo>
                  <a:lnTo>
                    <a:pt x="1933808" y="2932382"/>
                  </a:lnTo>
                  <a:lnTo>
                    <a:pt x="2005430" y="2925088"/>
                  </a:lnTo>
                  <a:lnTo>
                    <a:pt x="2077053" y="2917721"/>
                  </a:lnTo>
                  <a:lnTo>
                    <a:pt x="2148675" y="2910279"/>
                  </a:lnTo>
                  <a:lnTo>
                    <a:pt x="2220298" y="2902762"/>
                  </a:lnTo>
                  <a:lnTo>
                    <a:pt x="2291920" y="2895169"/>
                  </a:lnTo>
                  <a:lnTo>
                    <a:pt x="2363543" y="2887499"/>
                  </a:lnTo>
                  <a:lnTo>
                    <a:pt x="2435165" y="2879751"/>
                  </a:lnTo>
                  <a:lnTo>
                    <a:pt x="2506788" y="2871924"/>
                  </a:lnTo>
                  <a:lnTo>
                    <a:pt x="2578410" y="2864019"/>
                  </a:lnTo>
                  <a:lnTo>
                    <a:pt x="2650033" y="2856033"/>
                  </a:lnTo>
                  <a:lnTo>
                    <a:pt x="2721655" y="2847967"/>
                  </a:lnTo>
                  <a:lnTo>
                    <a:pt x="2793278" y="2839819"/>
                  </a:lnTo>
                  <a:lnTo>
                    <a:pt x="2864901" y="2831588"/>
                  </a:lnTo>
                  <a:lnTo>
                    <a:pt x="2936523" y="2823274"/>
                  </a:lnTo>
                  <a:lnTo>
                    <a:pt x="3008146" y="2814876"/>
                  </a:lnTo>
                  <a:lnTo>
                    <a:pt x="3079768" y="2806392"/>
                  </a:lnTo>
                  <a:lnTo>
                    <a:pt x="3151391" y="2797823"/>
                  </a:lnTo>
                  <a:lnTo>
                    <a:pt x="3223013" y="2789167"/>
                  </a:lnTo>
                  <a:lnTo>
                    <a:pt x="3294636" y="2773874"/>
                  </a:lnTo>
                  <a:lnTo>
                    <a:pt x="3366258" y="2741757"/>
                  </a:lnTo>
                  <a:lnTo>
                    <a:pt x="3437881" y="2708466"/>
                  </a:lnTo>
                  <a:lnTo>
                    <a:pt x="3509503" y="2673958"/>
                  </a:lnTo>
                  <a:lnTo>
                    <a:pt x="3581126" y="2638189"/>
                  </a:lnTo>
                  <a:lnTo>
                    <a:pt x="3652748" y="2601113"/>
                  </a:lnTo>
                  <a:lnTo>
                    <a:pt x="3724371" y="2562682"/>
                  </a:lnTo>
                  <a:lnTo>
                    <a:pt x="3795993" y="2522846"/>
                  </a:lnTo>
                  <a:lnTo>
                    <a:pt x="3867616" y="2481554"/>
                  </a:lnTo>
                  <a:lnTo>
                    <a:pt x="3939238" y="2438753"/>
                  </a:lnTo>
                  <a:lnTo>
                    <a:pt x="4010861" y="2394388"/>
                  </a:lnTo>
                  <a:lnTo>
                    <a:pt x="4082483" y="2348402"/>
                  </a:lnTo>
                  <a:lnTo>
                    <a:pt x="4154106" y="2300735"/>
                  </a:lnTo>
                  <a:lnTo>
                    <a:pt x="4225729" y="2251325"/>
                  </a:lnTo>
                  <a:lnTo>
                    <a:pt x="4297351" y="2200110"/>
                  </a:lnTo>
                  <a:lnTo>
                    <a:pt x="4368974" y="2147023"/>
                  </a:lnTo>
                  <a:lnTo>
                    <a:pt x="4440596" y="2091996"/>
                  </a:lnTo>
                  <a:lnTo>
                    <a:pt x="4512219" y="2034957"/>
                  </a:lnTo>
                  <a:lnTo>
                    <a:pt x="4583841" y="1975834"/>
                  </a:lnTo>
                  <a:lnTo>
                    <a:pt x="4655464" y="1914551"/>
                  </a:lnTo>
                  <a:lnTo>
                    <a:pt x="4727086" y="1851027"/>
                  </a:lnTo>
                  <a:lnTo>
                    <a:pt x="4798709" y="1785182"/>
                  </a:lnTo>
                  <a:lnTo>
                    <a:pt x="4870331" y="1716930"/>
                  </a:lnTo>
                  <a:lnTo>
                    <a:pt x="4941954" y="1646184"/>
                  </a:lnTo>
                  <a:lnTo>
                    <a:pt x="5013576" y="1572852"/>
                  </a:lnTo>
                  <a:lnTo>
                    <a:pt x="5085199" y="1496840"/>
                  </a:lnTo>
                  <a:lnTo>
                    <a:pt x="5156821" y="1418050"/>
                  </a:lnTo>
                  <a:lnTo>
                    <a:pt x="5228444" y="1336380"/>
                  </a:lnTo>
                  <a:lnTo>
                    <a:pt x="5300066" y="1251726"/>
                  </a:lnTo>
                  <a:lnTo>
                    <a:pt x="5371689" y="1163977"/>
                  </a:lnTo>
                  <a:lnTo>
                    <a:pt x="5443311" y="1073022"/>
                  </a:lnTo>
                  <a:lnTo>
                    <a:pt x="5514934" y="978742"/>
                  </a:lnTo>
                  <a:lnTo>
                    <a:pt x="5586557" y="881016"/>
                  </a:lnTo>
                  <a:lnTo>
                    <a:pt x="5658179" y="779719"/>
                  </a:lnTo>
                  <a:lnTo>
                    <a:pt x="5729802" y="674720"/>
                  </a:lnTo>
                  <a:lnTo>
                    <a:pt x="5801424" y="565883"/>
                  </a:lnTo>
                  <a:lnTo>
                    <a:pt x="5873047" y="453069"/>
                  </a:lnTo>
                  <a:lnTo>
                    <a:pt x="5944669" y="336131"/>
                  </a:lnTo>
                  <a:lnTo>
                    <a:pt x="6016292" y="214920"/>
                  </a:lnTo>
                  <a:lnTo>
                    <a:pt x="6087914" y="89278"/>
                  </a:lnTo>
                  <a:lnTo>
                    <a:pt x="6137013" y="0"/>
                  </a:lnTo>
                  <a:lnTo>
                    <a:pt x="7090630" y="0"/>
                  </a:lnTo>
                  <a:lnTo>
                    <a:pt x="7090630" y="2164892"/>
                  </a:lnTo>
                  <a:lnTo>
                    <a:pt x="7019007" y="2179806"/>
                  </a:lnTo>
                  <a:lnTo>
                    <a:pt x="6947385" y="2194571"/>
                  </a:lnTo>
                  <a:lnTo>
                    <a:pt x="6875762" y="2209187"/>
                  </a:lnTo>
                  <a:lnTo>
                    <a:pt x="6804139" y="2223657"/>
                  </a:lnTo>
                  <a:lnTo>
                    <a:pt x="6732517" y="2237982"/>
                  </a:lnTo>
                  <a:lnTo>
                    <a:pt x="6660894" y="2252163"/>
                  </a:lnTo>
                  <a:lnTo>
                    <a:pt x="6589272" y="2266202"/>
                  </a:lnTo>
                  <a:lnTo>
                    <a:pt x="6517649" y="2280101"/>
                  </a:lnTo>
                  <a:lnTo>
                    <a:pt x="6446027" y="2293860"/>
                  </a:lnTo>
                  <a:lnTo>
                    <a:pt x="6374404" y="2307481"/>
                  </a:lnTo>
                  <a:lnTo>
                    <a:pt x="6302782" y="2320965"/>
                  </a:lnTo>
                  <a:lnTo>
                    <a:pt x="6231159" y="2334315"/>
                  </a:lnTo>
                  <a:lnTo>
                    <a:pt x="6159537" y="2347530"/>
                  </a:lnTo>
                  <a:lnTo>
                    <a:pt x="6087914" y="2360614"/>
                  </a:lnTo>
                  <a:lnTo>
                    <a:pt x="6016292" y="2373566"/>
                  </a:lnTo>
                  <a:lnTo>
                    <a:pt x="5944669" y="2386388"/>
                  </a:lnTo>
                  <a:lnTo>
                    <a:pt x="5873047" y="2399081"/>
                  </a:lnTo>
                  <a:lnTo>
                    <a:pt x="5801424" y="2411648"/>
                  </a:lnTo>
                  <a:lnTo>
                    <a:pt x="5729802" y="2424088"/>
                  </a:lnTo>
                  <a:lnTo>
                    <a:pt x="5658179" y="2436404"/>
                  </a:lnTo>
                  <a:lnTo>
                    <a:pt x="5586557" y="2448596"/>
                  </a:lnTo>
                  <a:lnTo>
                    <a:pt x="5514934" y="2460666"/>
                  </a:lnTo>
                  <a:lnTo>
                    <a:pt x="5443311" y="2472615"/>
                  </a:lnTo>
                  <a:lnTo>
                    <a:pt x="5371689" y="2484444"/>
                  </a:lnTo>
                  <a:lnTo>
                    <a:pt x="5300066" y="2496155"/>
                  </a:lnTo>
                  <a:lnTo>
                    <a:pt x="5228444" y="2507748"/>
                  </a:lnTo>
                  <a:lnTo>
                    <a:pt x="5156821" y="2519225"/>
                  </a:lnTo>
                  <a:lnTo>
                    <a:pt x="5085199" y="2530587"/>
                  </a:lnTo>
                  <a:lnTo>
                    <a:pt x="5013576" y="2541835"/>
                  </a:lnTo>
                  <a:lnTo>
                    <a:pt x="4941954" y="2552970"/>
                  </a:lnTo>
                  <a:lnTo>
                    <a:pt x="4870331" y="2563994"/>
                  </a:lnTo>
                  <a:lnTo>
                    <a:pt x="4798709" y="2574907"/>
                  </a:lnTo>
                  <a:lnTo>
                    <a:pt x="4727086" y="2585711"/>
                  </a:lnTo>
                  <a:lnTo>
                    <a:pt x="4655464" y="2596406"/>
                  </a:lnTo>
                  <a:lnTo>
                    <a:pt x="4583841" y="2606995"/>
                  </a:lnTo>
                  <a:lnTo>
                    <a:pt x="4512219" y="2617477"/>
                  </a:lnTo>
                  <a:lnTo>
                    <a:pt x="4440596" y="2627854"/>
                  </a:lnTo>
                  <a:lnTo>
                    <a:pt x="4368974" y="2638127"/>
                  </a:lnTo>
                  <a:lnTo>
                    <a:pt x="4297351" y="2648297"/>
                  </a:lnTo>
                  <a:lnTo>
                    <a:pt x="4225729" y="2658365"/>
                  </a:lnTo>
                  <a:lnTo>
                    <a:pt x="4154106" y="2668332"/>
                  </a:lnTo>
                  <a:lnTo>
                    <a:pt x="4082483" y="2678199"/>
                  </a:lnTo>
                  <a:lnTo>
                    <a:pt x="4010861" y="2687968"/>
                  </a:lnTo>
                  <a:lnTo>
                    <a:pt x="3939238" y="2697638"/>
                  </a:lnTo>
                  <a:lnTo>
                    <a:pt x="3867616" y="2707211"/>
                  </a:lnTo>
                  <a:lnTo>
                    <a:pt x="3795993" y="2716689"/>
                  </a:lnTo>
                  <a:lnTo>
                    <a:pt x="3724371" y="2726071"/>
                  </a:lnTo>
                  <a:lnTo>
                    <a:pt x="3652748" y="2735360"/>
                  </a:lnTo>
                  <a:lnTo>
                    <a:pt x="3581126" y="2744555"/>
                  </a:lnTo>
                  <a:lnTo>
                    <a:pt x="3509503" y="2753658"/>
                  </a:lnTo>
                  <a:lnTo>
                    <a:pt x="3437881" y="2762670"/>
                  </a:lnTo>
                  <a:lnTo>
                    <a:pt x="3366258" y="2771592"/>
                  </a:lnTo>
                  <a:lnTo>
                    <a:pt x="3294636" y="2780424"/>
                  </a:lnTo>
                  <a:lnTo>
                    <a:pt x="3223013" y="2804859"/>
                  </a:lnTo>
                  <a:lnTo>
                    <a:pt x="3151391" y="2834751"/>
                  </a:lnTo>
                  <a:lnTo>
                    <a:pt x="3079768" y="2863589"/>
                  </a:lnTo>
                  <a:lnTo>
                    <a:pt x="3008146" y="2891411"/>
                  </a:lnTo>
                  <a:lnTo>
                    <a:pt x="2936523" y="2918251"/>
                  </a:lnTo>
                  <a:lnTo>
                    <a:pt x="2864901" y="2944145"/>
                  </a:lnTo>
                  <a:lnTo>
                    <a:pt x="2793278" y="2969126"/>
                  </a:lnTo>
                  <a:lnTo>
                    <a:pt x="2721655" y="2993227"/>
                  </a:lnTo>
                  <a:lnTo>
                    <a:pt x="2650033" y="3016477"/>
                  </a:lnTo>
                  <a:lnTo>
                    <a:pt x="2578410" y="3038908"/>
                  </a:lnTo>
                  <a:lnTo>
                    <a:pt x="2506788" y="3060548"/>
                  </a:lnTo>
                  <a:lnTo>
                    <a:pt x="2435165" y="3081424"/>
                  </a:lnTo>
                  <a:lnTo>
                    <a:pt x="2363543" y="3101565"/>
                  </a:lnTo>
                  <a:lnTo>
                    <a:pt x="2291920" y="3120996"/>
                  </a:lnTo>
                  <a:lnTo>
                    <a:pt x="2220298" y="3139741"/>
                  </a:lnTo>
                  <a:lnTo>
                    <a:pt x="2148675" y="3157826"/>
                  </a:lnTo>
                  <a:lnTo>
                    <a:pt x="2077053" y="3175273"/>
                  </a:lnTo>
                  <a:lnTo>
                    <a:pt x="2005430" y="3192104"/>
                  </a:lnTo>
                  <a:lnTo>
                    <a:pt x="1933808" y="3208343"/>
                  </a:lnTo>
                  <a:lnTo>
                    <a:pt x="1862185" y="3224008"/>
                  </a:lnTo>
                  <a:lnTo>
                    <a:pt x="1790563" y="3239122"/>
                  </a:lnTo>
                  <a:lnTo>
                    <a:pt x="1718940" y="3253702"/>
                  </a:lnTo>
                  <a:lnTo>
                    <a:pt x="1647318" y="3267769"/>
                  </a:lnTo>
                  <a:lnTo>
                    <a:pt x="1575695" y="3281339"/>
                  </a:lnTo>
                  <a:lnTo>
                    <a:pt x="1504073" y="3294431"/>
                  </a:lnTo>
                  <a:lnTo>
                    <a:pt x="1432450" y="3307061"/>
                  </a:lnTo>
                  <a:lnTo>
                    <a:pt x="1360827" y="3319246"/>
                  </a:lnTo>
                  <a:lnTo>
                    <a:pt x="1289205" y="3331001"/>
                  </a:lnTo>
                  <a:lnTo>
                    <a:pt x="1217582" y="3342342"/>
                  </a:lnTo>
                  <a:lnTo>
                    <a:pt x="1145960" y="3353283"/>
                  </a:lnTo>
                  <a:lnTo>
                    <a:pt x="1074337" y="3363838"/>
                  </a:lnTo>
                  <a:lnTo>
                    <a:pt x="1002715" y="3374021"/>
                  </a:lnTo>
                  <a:lnTo>
                    <a:pt x="931092" y="3383845"/>
                  </a:lnTo>
                  <a:lnTo>
                    <a:pt x="859470" y="3393323"/>
                  </a:lnTo>
                  <a:lnTo>
                    <a:pt x="787847" y="3402467"/>
                  </a:lnTo>
                  <a:lnTo>
                    <a:pt x="716225" y="3411288"/>
                  </a:lnTo>
                  <a:lnTo>
                    <a:pt x="644602" y="3419798"/>
                  </a:lnTo>
                  <a:lnTo>
                    <a:pt x="572980" y="3428008"/>
                  </a:lnTo>
                  <a:lnTo>
                    <a:pt x="501357" y="3435928"/>
                  </a:lnTo>
                  <a:lnTo>
                    <a:pt x="429735" y="3443569"/>
                  </a:lnTo>
                  <a:lnTo>
                    <a:pt x="358112" y="3450941"/>
                  </a:lnTo>
                  <a:lnTo>
                    <a:pt x="286490" y="3458053"/>
                  </a:lnTo>
                  <a:lnTo>
                    <a:pt x="214867" y="3464914"/>
                  </a:lnTo>
                  <a:lnTo>
                    <a:pt x="143245" y="3471533"/>
                  </a:lnTo>
                  <a:lnTo>
                    <a:pt x="71622" y="3477919"/>
                  </a:lnTo>
                  <a:lnTo>
                    <a:pt x="0" y="348408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6137013" cy="3103924"/>
            </a:xfrm>
            <a:custGeom>
              <a:avLst/>
              <a:pathLst>
                <a:path w="6137013" h="3103924">
                  <a:moveTo>
                    <a:pt x="0" y="3103924"/>
                  </a:moveTo>
                  <a:lnTo>
                    <a:pt x="71622" y="3098368"/>
                  </a:lnTo>
                  <a:lnTo>
                    <a:pt x="143245" y="3092755"/>
                  </a:lnTo>
                  <a:lnTo>
                    <a:pt x="214867" y="3087086"/>
                  </a:lnTo>
                  <a:lnTo>
                    <a:pt x="286490" y="3081359"/>
                  </a:lnTo>
                  <a:lnTo>
                    <a:pt x="358112" y="3075574"/>
                  </a:lnTo>
                  <a:lnTo>
                    <a:pt x="429735" y="3069731"/>
                  </a:lnTo>
                  <a:lnTo>
                    <a:pt x="501357" y="3063828"/>
                  </a:lnTo>
                  <a:lnTo>
                    <a:pt x="572980" y="3057866"/>
                  </a:lnTo>
                  <a:lnTo>
                    <a:pt x="644602" y="3051843"/>
                  </a:lnTo>
                  <a:lnTo>
                    <a:pt x="716225" y="3045759"/>
                  </a:lnTo>
                  <a:lnTo>
                    <a:pt x="787847" y="3039614"/>
                  </a:lnTo>
                  <a:lnTo>
                    <a:pt x="859470" y="3033406"/>
                  </a:lnTo>
                  <a:lnTo>
                    <a:pt x="931092" y="3027136"/>
                  </a:lnTo>
                  <a:lnTo>
                    <a:pt x="1002715" y="3020802"/>
                  </a:lnTo>
                  <a:lnTo>
                    <a:pt x="1074337" y="3014404"/>
                  </a:lnTo>
                  <a:lnTo>
                    <a:pt x="1145960" y="3007941"/>
                  </a:lnTo>
                  <a:lnTo>
                    <a:pt x="1217582" y="3001413"/>
                  </a:lnTo>
                  <a:lnTo>
                    <a:pt x="1289205" y="2994819"/>
                  </a:lnTo>
                  <a:lnTo>
                    <a:pt x="1360827" y="2988157"/>
                  </a:lnTo>
                  <a:lnTo>
                    <a:pt x="1432450" y="2981429"/>
                  </a:lnTo>
                  <a:lnTo>
                    <a:pt x="1504073" y="2974632"/>
                  </a:lnTo>
                  <a:lnTo>
                    <a:pt x="1575695" y="2967766"/>
                  </a:lnTo>
                  <a:lnTo>
                    <a:pt x="1647318" y="2960831"/>
                  </a:lnTo>
                  <a:lnTo>
                    <a:pt x="1718940" y="2953826"/>
                  </a:lnTo>
                  <a:lnTo>
                    <a:pt x="1790563" y="2946750"/>
                  </a:lnTo>
                  <a:lnTo>
                    <a:pt x="1862185" y="2939602"/>
                  </a:lnTo>
                  <a:lnTo>
                    <a:pt x="1933808" y="2932382"/>
                  </a:lnTo>
                  <a:lnTo>
                    <a:pt x="2005430" y="2925088"/>
                  </a:lnTo>
                  <a:lnTo>
                    <a:pt x="2077053" y="2917721"/>
                  </a:lnTo>
                  <a:lnTo>
                    <a:pt x="2148675" y="2910279"/>
                  </a:lnTo>
                  <a:lnTo>
                    <a:pt x="2220298" y="2902762"/>
                  </a:lnTo>
                  <a:lnTo>
                    <a:pt x="2291920" y="2895169"/>
                  </a:lnTo>
                  <a:lnTo>
                    <a:pt x="2363543" y="2887499"/>
                  </a:lnTo>
                  <a:lnTo>
                    <a:pt x="2435165" y="2879751"/>
                  </a:lnTo>
                  <a:lnTo>
                    <a:pt x="2506788" y="2871924"/>
                  </a:lnTo>
                  <a:lnTo>
                    <a:pt x="2578410" y="2864019"/>
                  </a:lnTo>
                  <a:lnTo>
                    <a:pt x="2650033" y="2856033"/>
                  </a:lnTo>
                  <a:lnTo>
                    <a:pt x="2721655" y="2847967"/>
                  </a:lnTo>
                  <a:lnTo>
                    <a:pt x="2793278" y="2839819"/>
                  </a:lnTo>
                  <a:lnTo>
                    <a:pt x="2864901" y="2831588"/>
                  </a:lnTo>
                  <a:lnTo>
                    <a:pt x="2936523" y="2823274"/>
                  </a:lnTo>
                  <a:lnTo>
                    <a:pt x="3008146" y="2814876"/>
                  </a:lnTo>
                  <a:lnTo>
                    <a:pt x="3079768" y="2806392"/>
                  </a:lnTo>
                  <a:lnTo>
                    <a:pt x="3151391" y="2797823"/>
                  </a:lnTo>
                  <a:lnTo>
                    <a:pt x="3223013" y="2789167"/>
                  </a:lnTo>
                  <a:lnTo>
                    <a:pt x="3294636" y="2773874"/>
                  </a:lnTo>
                  <a:lnTo>
                    <a:pt x="3366258" y="2741757"/>
                  </a:lnTo>
                  <a:lnTo>
                    <a:pt x="3437881" y="2708466"/>
                  </a:lnTo>
                  <a:lnTo>
                    <a:pt x="3509503" y="2673958"/>
                  </a:lnTo>
                  <a:lnTo>
                    <a:pt x="3581126" y="2638189"/>
                  </a:lnTo>
                  <a:lnTo>
                    <a:pt x="3652748" y="2601113"/>
                  </a:lnTo>
                  <a:lnTo>
                    <a:pt x="3724371" y="2562682"/>
                  </a:lnTo>
                  <a:lnTo>
                    <a:pt x="3795993" y="2522846"/>
                  </a:lnTo>
                  <a:lnTo>
                    <a:pt x="3867616" y="2481554"/>
                  </a:lnTo>
                  <a:lnTo>
                    <a:pt x="3939238" y="2438753"/>
                  </a:lnTo>
                  <a:lnTo>
                    <a:pt x="4010861" y="2394388"/>
                  </a:lnTo>
                  <a:lnTo>
                    <a:pt x="4082483" y="2348402"/>
                  </a:lnTo>
                  <a:lnTo>
                    <a:pt x="4154106" y="2300735"/>
                  </a:lnTo>
                  <a:lnTo>
                    <a:pt x="4225729" y="2251325"/>
                  </a:lnTo>
                  <a:lnTo>
                    <a:pt x="4297351" y="2200110"/>
                  </a:lnTo>
                  <a:lnTo>
                    <a:pt x="4368974" y="2147023"/>
                  </a:lnTo>
                  <a:lnTo>
                    <a:pt x="4440596" y="2091996"/>
                  </a:lnTo>
                  <a:lnTo>
                    <a:pt x="4512219" y="2034957"/>
                  </a:lnTo>
                  <a:lnTo>
                    <a:pt x="4583841" y="1975834"/>
                  </a:lnTo>
                  <a:lnTo>
                    <a:pt x="4655464" y="1914551"/>
                  </a:lnTo>
                  <a:lnTo>
                    <a:pt x="4727086" y="1851027"/>
                  </a:lnTo>
                  <a:lnTo>
                    <a:pt x="4798709" y="1785182"/>
                  </a:lnTo>
                  <a:lnTo>
                    <a:pt x="4870331" y="1716930"/>
                  </a:lnTo>
                  <a:lnTo>
                    <a:pt x="4941954" y="1646184"/>
                  </a:lnTo>
                  <a:lnTo>
                    <a:pt x="5013576" y="1572852"/>
                  </a:lnTo>
                  <a:lnTo>
                    <a:pt x="5085199" y="1496840"/>
                  </a:lnTo>
                  <a:lnTo>
                    <a:pt x="5156821" y="1418050"/>
                  </a:lnTo>
                  <a:lnTo>
                    <a:pt x="5228444" y="1336380"/>
                  </a:lnTo>
                  <a:lnTo>
                    <a:pt x="5300066" y="1251726"/>
                  </a:lnTo>
                  <a:lnTo>
                    <a:pt x="5371689" y="1163977"/>
                  </a:lnTo>
                  <a:lnTo>
                    <a:pt x="5443311" y="1073022"/>
                  </a:lnTo>
                  <a:lnTo>
                    <a:pt x="5514934" y="978742"/>
                  </a:lnTo>
                  <a:lnTo>
                    <a:pt x="5586557" y="881016"/>
                  </a:lnTo>
                  <a:lnTo>
                    <a:pt x="5658179" y="779719"/>
                  </a:lnTo>
                  <a:lnTo>
                    <a:pt x="5729802" y="674720"/>
                  </a:lnTo>
                  <a:lnTo>
                    <a:pt x="5801424" y="565883"/>
                  </a:lnTo>
                  <a:lnTo>
                    <a:pt x="5873047" y="453069"/>
                  </a:lnTo>
                  <a:lnTo>
                    <a:pt x="5944669" y="336131"/>
                  </a:lnTo>
                  <a:lnTo>
                    <a:pt x="6016292" y="214920"/>
                  </a:lnTo>
                  <a:lnTo>
                    <a:pt x="6087914" y="89278"/>
                  </a:lnTo>
                  <a:lnTo>
                    <a:pt x="613701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061456"/>
              <a:ext cx="7090630" cy="1319187"/>
            </a:xfrm>
            <a:custGeom>
              <a:avLst/>
              <a:pathLst>
                <a:path w="7090630" h="1319187">
                  <a:moveTo>
                    <a:pt x="7090630" y="0"/>
                  </a:moveTo>
                  <a:lnTo>
                    <a:pt x="7019007" y="14913"/>
                  </a:lnTo>
                  <a:lnTo>
                    <a:pt x="6947385" y="29678"/>
                  </a:lnTo>
                  <a:lnTo>
                    <a:pt x="6875762" y="44294"/>
                  </a:lnTo>
                  <a:lnTo>
                    <a:pt x="6804139" y="58764"/>
                  </a:lnTo>
                  <a:lnTo>
                    <a:pt x="6732517" y="73089"/>
                  </a:lnTo>
                  <a:lnTo>
                    <a:pt x="6660894" y="87271"/>
                  </a:lnTo>
                  <a:lnTo>
                    <a:pt x="6589272" y="101310"/>
                  </a:lnTo>
                  <a:lnTo>
                    <a:pt x="6517649" y="115208"/>
                  </a:lnTo>
                  <a:lnTo>
                    <a:pt x="6446027" y="128967"/>
                  </a:lnTo>
                  <a:lnTo>
                    <a:pt x="6374404" y="142588"/>
                  </a:lnTo>
                  <a:lnTo>
                    <a:pt x="6302782" y="156073"/>
                  </a:lnTo>
                  <a:lnTo>
                    <a:pt x="6231159" y="169422"/>
                  </a:lnTo>
                  <a:lnTo>
                    <a:pt x="6159537" y="182638"/>
                  </a:lnTo>
                  <a:lnTo>
                    <a:pt x="6087914" y="195721"/>
                  </a:lnTo>
                  <a:lnTo>
                    <a:pt x="6016292" y="208673"/>
                  </a:lnTo>
                  <a:lnTo>
                    <a:pt x="5944669" y="221495"/>
                  </a:lnTo>
                  <a:lnTo>
                    <a:pt x="5873047" y="234189"/>
                  </a:lnTo>
                  <a:lnTo>
                    <a:pt x="5801424" y="246755"/>
                  </a:lnTo>
                  <a:lnTo>
                    <a:pt x="5729802" y="259195"/>
                  </a:lnTo>
                  <a:lnTo>
                    <a:pt x="5658179" y="271511"/>
                  </a:lnTo>
                  <a:lnTo>
                    <a:pt x="5586557" y="283703"/>
                  </a:lnTo>
                  <a:lnTo>
                    <a:pt x="5514934" y="295773"/>
                  </a:lnTo>
                  <a:lnTo>
                    <a:pt x="5443311" y="307722"/>
                  </a:lnTo>
                  <a:lnTo>
                    <a:pt x="5371689" y="319551"/>
                  </a:lnTo>
                  <a:lnTo>
                    <a:pt x="5300066" y="331262"/>
                  </a:lnTo>
                  <a:lnTo>
                    <a:pt x="5228444" y="342855"/>
                  </a:lnTo>
                  <a:lnTo>
                    <a:pt x="5156821" y="354332"/>
                  </a:lnTo>
                  <a:lnTo>
                    <a:pt x="5085199" y="365694"/>
                  </a:lnTo>
                  <a:lnTo>
                    <a:pt x="5013576" y="376942"/>
                  </a:lnTo>
                  <a:lnTo>
                    <a:pt x="4941954" y="388078"/>
                  </a:lnTo>
                  <a:lnTo>
                    <a:pt x="4870331" y="399101"/>
                  </a:lnTo>
                  <a:lnTo>
                    <a:pt x="4798709" y="410014"/>
                  </a:lnTo>
                  <a:lnTo>
                    <a:pt x="4727086" y="420818"/>
                  </a:lnTo>
                  <a:lnTo>
                    <a:pt x="4655464" y="431514"/>
                  </a:lnTo>
                  <a:lnTo>
                    <a:pt x="4583841" y="442102"/>
                  </a:lnTo>
                  <a:lnTo>
                    <a:pt x="4512219" y="452584"/>
                  </a:lnTo>
                  <a:lnTo>
                    <a:pt x="4440596" y="462961"/>
                  </a:lnTo>
                  <a:lnTo>
                    <a:pt x="4368974" y="473234"/>
                  </a:lnTo>
                  <a:lnTo>
                    <a:pt x="4297351" y="483404"/>
                  </a:lnTo>
                  <a:lnTo>
                    <a:pt x="4225729" y="493472"/>
                  </a:lnTo>
                  <a:lnTo>
                    <a:pt x="4154106" y="503439"/>
                  </a:lnTo>
                  <a:lnTo>
                    <a:pt x="4082483" y="513307"/>
                  </a:lnTo>
                  <a:lnTo>
                    <a:pt x="4010861" y="523075"/>
                  </a:lnTo>
                  <a:lnTo>
                    <a:pt x="3939238" y="532745"/>
                  </a:lnTo>
                  <a:lnTo>
                    <a:pt x="3867616" y="542319"/>
                  </a:lnTo>
                  <a:lnTo>
                    <a:pt x="3795993" y="551796"/>
                  </a:lnTo>
                  <a:lnTo>
                    <a:pt x="3724371" y="561179"/>
                  </a:lnTo>
                  <a:lnTo>
                    <a:pt x="3652748" y="570467"/>
                  </a:lnTo>
                  <a:lnTo>
                    <a:pt x="3581126" y="579662"/>
                  </a:lnTo>
                  <a:lnTo>
                    <a:pt x="3509503" y="588766"/>
                  </a:lnTo>
                  <a:lnTo>
                    <a:pt x="3437881" y="597777"/>
                  </a:lnTo>
                  <a:lnTo>
                    <a:pt x="3366258" y="606699"/>
                  </a:lnTo>
                  <a:lnTo>
                    <a:pt x="3294636" y="615531"/>
                  </a:lnTo>
                  <a:lnTo>
                    <a:pt x="3223013" y="639966"/>
                  </a:lnTo>
                  <a:lnTo>
                    <a:pt x="3151391" y="669858"/>
                  </a:lnTo>
                  <a:lnTo>
                    <a:pt x="3079768" y="698696"/>
                  </a:lnTo>
                  <a:lnTo>
                    <a:pt x="3008146" y="726518"/>
                  </a:lnTo>
                  <a:lnTo>
                    <a:pt x="2936523" y="753358"/>
                  </a:lnTo>
                  <a:lnTo>
                    <a:pt x="2864901" y="779253"/>
                  </a:lnTo>
                  <a:lnTo>
                    <a:pt x="2793278" y="804234"/>
                  </a:lnTo>
                  <a:lnTo>
                    <a:pt x="2721655" y="828334"/>
                  </a:lnTo>
                  <a:lnTo>
                    <a:pt x="2650033" y="851584"/>
                  </a:lnTo>
                  <a:lnTo>
                    <a:pt x="2578410" y="874015"/>
                  </a:lnTo>
                  <a:lnTo>
                    <a:pt x="2506788" y="895655"/>
                  </a:lnTo>
                  <a:lnTo>
                    <a:pt x="2435165" y="916532"/>
                  </a:lnTo>
                  <a:lnTo>
                    <a:pt x="2363543" y="936673"/>
                  </a:lnTo>
                  <a:lnTo>
                    <a:pt x="2291920" y="956103"/>
                  </a:lnTo>
                  <a:lnTo>
                    <a:pt x="2220298" y="974849"/>
                  </a:lnTo>
                  <a:lnTo>
                    <a:pt x="2148675" y="992933"/>
                  </a:lnTo>
                  <a:lnTo>
                    <a:pt x="2077053" y="1010380"/>
                  </a:lnTo>
                  <a:lnTo>
                    <a:pt x="2005430" y="1027212"/>
                  </a:lnTo>
                  <a:lnTo>
                    <a:pt x="1933808" y="1043450"/>
                  </a:lnTo>
                  <a:lnTo>
                    <a:pt x="1862185" y="1059116"/>
                  </a:lnTo>
                  <a:lnTo>
                    <a:pt x="1790563" y="1074229"/>
                  </a:lnTo>
                  <a:lnTo>
                    <a:pt x="1718940" y="1088810"/>
                  </a:lnTo>
                  <a:lnTo>
                    <a:pt x="1647318" y="1102876"/>
                  </a:lnTo>
                  <a:lnTo>
                    <a:pt x="1575695" y="1116446"/>
                  </a:lnTo>
                  <a:lnTo>
                    <a:pt x="1504073" y="1129538"/>
                  </a:lnTo>
                  <a:lnTo>
                    <a:pt x="1432450" y="1142169"/>
                  </a:lnTo>
                  <a:lnTo>
                    <a:pt x="1360827" y="1154353"/>
                  </a:lnTo>
                  <a:lnTo>
                    <a:pt x="1289205" y="1166109"/>
                  </a:lnTo>
                  <a:lnTo>
                    <a:pt x="1217582" y="1177450"/>
                  </a:lnTo>
                  <a:lnTo>
                    <a:pt x="1145960" y="1188391"/>
                  </a:lnTo>
                  <a:lnTo>
                    <a:pt x="1074337" y="1198946"/>
                  </a:lnTo>
                  <a:lnTo>
                    <a:pt x="1002715" y="1209129"/>
                  </a:lnTo>
                  <a:lnTo>
                    <a:pt x="931092" y="1218953"/>
                  </a:lnTo>
                  <a:lnTo>
                    <a:pt x="859470" y="1228430"/>
                  </a:lnTo>
                  <a:lnTo>
                    <a:pt x="787847" y="1237574"/>
                  </a:lnTo>
                  <a:lnTo>
                    <a:pt x="716225" y="1246395"/>
                  </a:lnTo>
                  <a:lnTo>
                    <a:pt x="644602" y="1254905"/>
                  </a:lnTo>
                  <a:lnTo>
                    <a:pt x="572980" y="1263115"/>
                  </a:lnTo>
                  <a:lnTo>
                    <a:pt x="501357" y="1271035"/>
                  </a:lnTo>
                  <a:lnTo>
                    <a:pt x="429735" y="1278677"/>
                  </a:lnTo>
                  <a:lnTo>
                    <a:pt x="358112" y="1286048"/>
                  </a:lnTo>
                  <a:lnTo>
                    <a:pt x="286490" y="1293160"/>
                  </a:lnTo>
                  <a:lnTo>
                    <a:pt x="214867" y="1300021"/>
                  </a:lnTo>
                  <a:lnTo>
                    <a:pt x="143245" y="1306641"/>
                  </a:lnTo>
                  <a:lnTo>
                    <a:pt x="71622" y="1313026"/>
                  </a:lnTo>
                  <a:lnTo>
                    <a:pt x="0" y="13191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589008"/>
              <a:ext cx="7090630" cy="2656070"/>
            </a:xfrm>
            <a:custGeom>
              <a:avLst/>
              <a:pathLst>
                <a:path w="7090630" h="2656070">
                  <a:moveTo>
                    <a:pt x="0" y="2656070"/>
                  </a:moveTo>
                  <a:lnTo>
                    <a:pt x="71622" y="2648999"/>
                  </a:lnTo>
                  <a:lnTo>
                    <a:pt x="143245" y="2641763"/>
                  </a:lnTo>
                  <a:lnTo>
                    <a:pt x="214867" y="2634358"/>
                  </a:lnTo>
                  <a:lnTo>
                    <a:pt x="286490" y="2626782"/>
                  </a:lnTo>
                  <a:lnTo>
                    <a:pt x="358112" y="2619030"/>
                  </a:lnTo>
                  <a:lnTo>
                    <a:pt x="429735" y="2611097"/>
                  </a:lnTo>
                  <a:lnTo>
                    <a:pt x="501357" y="2602980"/>
                  </a:lnTo>
                  <a:lnTo>
                    <a:pt x="572980" y="2594674"/>
                  </a:lnTo>
                  <a:lnTo>
                    <a:pt x="644602" y="2586175"/>
                  </a:lnTo>
                  <a:lnTo>
                    <a:pt x="716225" y="2577478"/>
                  </a:lnTo>
                  <a:lnTo>
                    <a:pt x="787847" y="2568579"/>
                  </a:lnTo>
                  <a:lnTo>
                    <a:pt x="859470" y="2559473"/>
                  </a:lnTo>
                  <a:lnTo>
                    <a:pt x="931092" y="2550156"/>
                  </a:lnTo>
                  <a:lnTo>
                    <a:pt x="1002715" y="2540622"/>
                  </a:lnTo>
                  <a:lnTo>
                    <a:pt x="1074337" y="2530866"/>
                  </a:lnTo>
                  <a:lnTo>
                    <a:pt x="1145960" y="2520883"/>
                  </a:lnTo>
                  <a:lnTo>
                    <a:pt x="1217582" y="2510668"/>
                  </a:lnTo>
                  <a:lnTo>
                    <a:pt x="1289205" y="2500216"/>
                  </a:lnTo>
                  <a:lnTo>
                    <a:pt x="1360827" y="2489521"/>
                  </a:lnTo>
                  <a:lnTo>
                    <a:pt x="1432450" y="2478576"/>
                  </a:lnTo>
                  <a:lnTo>
                    <a:pt x="1504073" y="2467378"/>
                  </a:lnTo>
                  <a:lnTo>
                    <a:pt x="1575695" y="2455919"/>
                  </a:lnTo>
                  <a:lnTo>
                    <a:pt x="1647318" y="2444194"/>
                  </a:lnTo>
                  <a:lnTo>
                    <a:pt x="1718940" y="2432196"/>
                  </a:lnTo>
                  <a:lnTo>
                    <a:pt x="1790563" y="2419919"/>
                  </a:lnTo>
                  <a:lnTo>
                    <a:pt x="1862185" y="2407356"/>
                  </a:lnTo>
                  <a:lnTo>
                    <a:pt x="1933808" y="2394502"/>
                  </a:lnTo>
                  <a:lnTo>
                    <a:pt x="2005430" y="2381349"/>
                  </a:lnTo>
                  <a:lnTo>
                    <a:pt x="2077053" y="2367889"/>
                  </a:lnTo>
                  <a:lnTo>
                    <a:pt x="2148675" y="2354117"/>
                  </a:lnTo>
                  <a:lnTo>
                    <a:pt x="2220298" y="2340025"/>
                  </a:lnTo>
                  <a:lnTo>
                    <a:pt x="2291920" y="2325605"/>
                  </a:lnTo>
                  <a:lnTo>
                    <a:pt x="2363543" y="2310849"/>
                  </a:lnTo>
                  <a:lnTo>
                    <a:pt x="2435165" y="2295751"/>
                  </a:lnTo>
                  <a:lnTo>
                    <a:pt x="2506788" y="2280301"/>
                  </a:lnTo>
                  <a:lnTo>
                    <a:pt x="2578410" y="2264493"/>
                  </a:lnTo>
                  <a:lnTo>
                    <a:pt x="2650033" y="2248316"/>
                  </a:lnTo>
                  <a:lnTo>
                    <a:pt x="2721655" y="2231764"/>
                  </a:lnTo>
                  <a:lnTo>
                    <a:pt x="2793278" y="2214826"/>
                  </a:lnTo>
                  <a:lnTo>
                    <a:pt x="2864901" y="2197495"/>
                  </a:lnTo>
                  <a:lnTo>
                    <a:pt x="2936523" y="2179761"/>
                  </a:lnTo>
                  <a:lnTo>
                    <a:pt x="3008146" y="2161615"/>
                  </a:lnTo>
                  <a:lnTo>
                    <a:pt x="3079768" y="2143046"/>
                  </a:lnTo>
                  <a:lnTo>
                    <a:pt x="3151391" y="2124046"/>
                  </a:lnTo>
                  <a:lnTo>
                    <a:pt x="3223013" y="2104604"/>
                  </a:lnTo>
                  <a:lnTo>
                    <a:pt x="3294636" y="2084710"/>
                  </a:lnTo>
                  <a:lnTo>
                    <a:pt x="3366258" y="2064354"/>
                  </a:lnTo>
                  <a:lnTo>
                    <a:pt x="3437881" y="2043524"/>
                  </a:lnTo>
                  <a:lnTo>
                    <a:pt x="3509503" y="2022209"/>
                  </a:lnTo>
                  <a:lnTo>
                    <a:pt x="3581126" y="2000400"/>
                  </a:lnTo>
                  <a:lnTo>
                    <a:pt x="3652748" y="1978083"/>
                  </a:lnTo>
                  <a:lnTo>
                    <a:pt x="3724371" y="1955247"/>
                  </a:lnTo>
                  <a:lnTo>
                    <a:pt x="3795993" y="1931880"/>
                  </a:lnTo>
                  <a:lnTo>
                    <a:pt x="3867616" y="1907970"/>
                  </a:lnTo>
                  <a:lnTo>
                    <a:pt x="3939238" y="1883504"/>
                  </a:lnTo>
                  <a:lnTo>
                    <a:pt x="4010861" y="1858469"/>
                  </a:lnTo>
                  <a:lnTo>
                    <a:pt x="4082483" y="1832852"/>
                  </a:lnTo>
                  <a:lnTo>
                    <a:pt x="4154106" y="1806639"/>
                  </a:lnTo>
                  <a:lnTo>
                    <a:pt x="4225729" y="1779817"/>
                  </a:lnTo>
                  <a:lnTo>
                    <a:pt x="4297351" y="1752371"/>
                  </a:lnTo>
                  <a:lnTo>
                    <a:pt x="4368974" y="1724287"/>
                  </a:lnTo>
                  <a:lnTo>
                    <a:pt x="4440596" y="1695550"/>
                  </a:lnTo>
                  <a:lnTo>
                    <a:pt x="4512219" y="1666145"/>
                  </a:lnTo>
                  <a:lnTo>
                    <a:pt x="4583841" y="1636056"/>
                  </a:lnTo>
                  <a:lnTo>
                    <a:pt x="4655464" y="1605268"/>
                  </a:lnTo>
                  <a:lnTo>
                    <a:pt x="4727086" y="1573763"/>
                  </a:lnTo>
                  <a:lnTo>
                    <a:pt x="4798709" y="1541526"/>
                  </a:lnTo>
                  <a:lnTo>
                    <a:pt x="4870331" y="1508540"/>
                  </a:lnTo>
                  <a:lnTo>
                    <a:pt x="4941954" y="1474786"/>
                  </a:lnTo>
                  <a:lnTo>
                    <a:pt x="5013576" y="1440248"/>
                  </a:lnTo>
                  <a:lnTo>
                    <a:pt x="5085199" y="1404906"/>
                  </a:lnTo>
                  <a:lnTo>
                    <a:pt x="5156821" y="1368743"/>
                  </a:lnTo>
                  <a:lnTo>
                    <a:pt x="5228444" y="1331739"/>
                  </a:lnTo>
                  <a:lnTo>
                    <a:pt x="5300066" y="1293875"/>
                  </a:lnTo>
                  <a:lnTo>
                    <a:pt x="5371689" y="1255130"/>
                  </a:lnTo>
                  <a:lnTo>
                    <a:pt x="5443311" y="1215484"/>
                  </a:lnTo>
                  <a:lnTo>
                    <a:pt x="5514934" y="1174917"/>
                  </a:lnTo>
                  <a:lnTo>
                    <a:pt x="5586557" y="1133406"/>
                  </a:lnTo>
                  <a:lnTo>
                    <a:pt x="5658179" y="1090930"/>
                  </a:lnTo>
                  <a:lnTo>
                    <a:pt x="5729802" y="1047467"/>
                  </a:lnTo>
                  <a:lnTo>
                    <a:pt x="5801424" y="1002992"/>
                  </a:lnTo>
                  <a:lnTo>
                    <a:pt x="5873047" y="957484"/>
                  </a:lnTo>
                  <a:lnTo>
                    <a:pt x="5944669" y="910918"/>
                  </a:lnTo>
                  <a:lnTo>
                    <a:pt x="6016292" y="863268"/>
                  </a:lnTo>
                  <a:lnTo>
                    <a:pt x="6087914" y="814511"/>
                  </a:lnTo>
                  <a:lnTo>
                    <a:pt x="6159537" y="764620"/>
                  </a:lnTo>
                  <a:lnTo>
                    <a:pt x="6231159" y="713570"/>
                  </a:lnTo>
                  <a:lnTo>
                    <a:pt x="6302782" y="661332"/>
                  </a:lnTo>
                  <a:lnTo>
                    <a:pt x="6374404" y="607879"/>
                  </a:lnTo>
                  <a:lnTo>
                    <a:pt x="6446027" y="553184"/>
                  </a:lnTo>
                  <a:lnTo>
                    <a:pt x="6517649" y="497217"/>
                  </a:lnTo>
                  <a:lnTo>
                    <a:pt x="6589272" y="439948"/>
                  </a:lnTo>
                  <a:lnTo>
                    <a:pt x="6660894" y="381348"/>
                  </a:lnTo>
                  <a:lnTo>
                    <a:pt x="6732517" y="321386"/>
                  </a:lnTo>
                  <a:lnTo>
                    <a:pt x="6804139" y="260029"/>
                  </a:lnTo>
                  <a:lnTo>
                    <a:pt x="6875762" y="197245"/>
                  </a:lnTo>
                  <a:lnTo>
                    <a:pt x="6947385" y="133002"/>
                  </a:lnTo>
                  <a:lnTo>
                    <a:pt x="7019007" y="67265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85867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148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70085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34996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2026-07-03T08:05:23Z</dcterms:modified>
  <cp:category/>
</cp:coreProperties>
</file>