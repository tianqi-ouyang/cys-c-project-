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55920"/>
            </a:xfrm>
            <a:custGeom>
              <a:avLst/>
              <a:pathLst>
                <a:path w="7090630" h="3355920">
                  <a:moveTo>
                    <a:pt x="384960" y="0"/>
                  </a:moveTo>
                  <a:lnTo>
                    <a:pt x="429735" y="76534"/>
                  </a:lnTo>
                  <a:lnTo>
                    <a:pt x="501357" y="194713"/>
                  </a:lnTo>
                  <a:lnTo>
                    <a:pt x="572980" y="308793"/>
                  </a:lnTo>
                  <a:lnTo>
                    <a:pt x="644602" y="418916"/>
                  </a:lnTo>
                  <a:lnTo>
                    <a:pt x="716225" y="525220"/>
                  </a:lnTo>
                  <a:lnTo>
                    <a:pt x="787847" y="627836"/>
                  </a:lnTo>
                  <a:lnTo>
                    <a:pt x="859470" y="726894"/>
                  </a:lnTo>
                  <a:lnTo>
                    <a:pt x="931092" y="822515"/>
                  </a:lnTo>
                  <a:lnTo>
                    <a:pt x="1002715" y="914820"/>
                  </a:lnTo>
                  <a:lnTo>
                    <a:pt x="1074337" y="1003923"/>
                  </a:lnTo>
                  <a:lnTo>
                    <a:pt x="1145960" y="1089936"/>
                  </a:lnTo>
                  <a:lnTo>
                    <a:pt x="1217582" y="1172965"/>
                  </a:lnTo>
                  <a:lnTo>
                    <a:pt x="1289205" y="1253114"/>
                  </a:lnTo>
                  <a:lnTo>
                    <a:pt x="1360827" y="1330484"/>
                  </a:lnTo>
                  <a:lnTo>
                    <a:pt x="1432450" y="1405170"/>
                  </a:lnTo>
                  <a:lnTo>
                    <a:pt x="1504073" y="1477265"/>
                  </a:lnTo>
                  <a:lnTo>
                    <a:pt x="1575695" y="1546860"/>
                  </a:lnTo>
                  <a:lnTo>
                    <a:pt x="1647318" y="1614041"/>
                  </a:lnTo>
                  <a:lnTo>
                    <a:pt x="1718940" y="1678892"/>
                  </a:lnTo>
                  <a:lnTo>
                    <a:pt x="1790563" y="1741493"/>
                  </a:lnTo>
                  <a:lnTo>
                    <a:pt x="1862185" y="1801923"/>
                  </a:lnTo>
                  <a:lnTo>
                    <a:pt x="1933808" y="1860257"/>
                  </a:lnTo>
                  <a:lnTo>
                    <a:pt x="2005430" y="1916568"/>
                  </a:lnTo>
                  <a:lnTo>
                    <a:pt x="2077053" y="1970926"/>
                  </a:lnTo>
                  <a:lnTo>
                    <a:pt x="2148675" y="2023398"/>
                  </a:lnTo>
                  <a:lnTo>
                    <a:pt x="2220298" y="2074050"/>
                  </a:lnTo>
                  <a:lnTo>
                    <a:pt x="2291920" y="2122945"/>
                  </a:lnTo>
                  <a:lnTo>
                    <a:pt x="2363543" y="2170145"/>
                  </a:lnTo>
                  <a:lnTo>
                    <a:pt x="2435165" y="2215707"/>
                  </a:lnTo>
                  <a:lnTo>
                    <a:pt x="2506788" y="2259689"/>
                  </a:lnTo>
                  <a:lnTo>
                    <a:pt x="2578410" y="2302145"/>
                  </a:lnTo>
                  <a:lnTo>
                    <a:pt x="2650033" y="2343129"/>
                  </a:lnTo>
                  <a:lnTo>
                    <a:pt x="2721655" y="2382691"/>
                  </a:lnTo>
                  <a:lnTo>
                    <a:pt x="2793278" y="2420882"/>
                  </a:lnTo>
                  <a:lnTo>
                    <a:pt x="2864901" y="2457747"/>
                  </a:lnTo>
                  <a:lnTo>
                    <a:pt x="2936523" y="2493334"/>
                  </a:lnTo>
                  <a:lnTo>
                    <a:pt x="3008146" y="2527686"/>
                  </a:lnTo>
                  <a:lnTo>
                    <a:pt x="3079768" y="2560847"/>
                  </a:lnTo>
                  <a:lnTo>
                    <a:pt x="3151391" y="2592858"/>
                  </a:lnTo>
                  <a:lnTo>
                    <a:pt x="3223013" y="2623758"/>
                  </a:lnTo>
                  <a:lnTo>
                    <a:pt x="3294636" y="2653587"/>
                  </a:lnTo>
                  <a:lnTo>
                    <a:pt x="3366258" y="2648941"/>
                  </a:lnTo>
                  <a:lnTo>
                    <a:pt x="3437881" y="2643434"/>
                  </a:lnTo>
                  <a:lnTo>
                    <a:pt x="3509503" y="2637890"/>
                  </a:lnTo>
                  <a:lnTo>
                    <a:pt x="3581126" y="2632310"/>
                  </a:lnTo>
                  <a:lnTo>
                    <a:pt x="3652748" y="2626693"/>
                  </a:lnTo>
                  <a:lnTo>
                    <a:pt x="3724371" y="2621039"/>
                  </a:lnTo>
                  <a:lnTo>
                    <a:pt x="3795993" y="2615348"/>
                  </a:lnTo>
                  <a:lnTo>
                    <a:pt x="3867616" y="2609619"/>
                  </a:lnTo>
                  <a:lnTo>
                    <a:pt x="3939238" y="2603852"/>
                  </a:lnTo>
                  <a:lnTo>
                    <a:pt x="4010861" y="2598047"/>
                  </a:lnTo>
                  <a:lnTo>
                    <a:pt x="4082483" y="2592204"/>
                  </a:lnTo>
                  <a:lnTo>
                    <a:pt x="4154106" y="2586323"/>
                  </a:lnTo>
                  <a:lnTo>
                    <a:pt x="4225729" y="2580402"/>
                  </a:lnTo>
                  <a:lnTo>
                    <a:pt x="4297351" y="2574443"/>
                  </a:lnTo>
                  <a:lnTo>
                    <a:pt x="4368974" y="2568444"/>
                  </a:lnTo>
                  <a:lnTo>
                    <a:pt x="4440596" y="2562406"/>
                  </a:lnTo>
                  <a:lnTo>
                    <a:pt x="4512219" y="2556328"/>
                  </a:lnTo>
                  <a:lnTo>
                    <a:pt x="4583841" y="2550210"/>
                  </a:lnTo>
                  <a:lnTo>
                    <a:pt x="4655464" y="2544051"/>
                  </a:lnTo>
                  <a:lnTo>
                    <a:pt x="4727086" y="2537852"/>
                  </a:lnTo>
                  <a:lnTo>
                    <a:pt x="4798709" y="2531612"/>
                  </a:lnTo>
                  <a:lnTo>
                    <a:pt x="4870331" y="2525330"/>
                  </a:lnTo>
                  <a:lnTo>
                    <a:pt x="4941954" y="2519008"/>
                  </a:lnTo>
                  <a:lnTo>
                    <a:pt x="5013576" y="2512643"/>
                  </a:lnTo>
                  <a:lnTo>
                    <a:pt x="5085199" y="2506237"/>
                  </a:lnTo>
                  <a:lnTo>
                    <a:pt x="5156821" y="2499788"/>
                  </a:lnTo>
                  <a:lnTo>
                    <a:pt x="5228444" y="2493297"/>
                  </a:lnTo>
                  <a:lnTo>
                    <a:pt x="5300066" y="2486763"/>
                  </a:lnTo>
                  <a:lnTo>
                    <a:pt x="5371689" y="2480185"/>
                  </a:lnTo>
                  <a:lnTo>
                    <a:pt x="5443311" y="2473565"/>
                  </a:lnTo>
                  <a:lnTo>
                    <a:pt x="5514934" y="2466901"/>
                  </a:lnTo>
                  <a:lnTo>
                    <a:pt x="5586557" y="2460192"/>
                  </a:lnTo>
                  <a:lnTo>
                    <a:pt x="5658179" y="2453440"/>
                  </a:lnTo>
                  <a:lnTo>
                    <a:pt x="5729802" y="2446643"/>
                  </a:lnTo>
                  <a:lnTo>
                    <a:pt x="5801424" y="2439801"/>
                  </a:lnTo>
                  <a:lnTo>
                    <a:pt x="5873047" y="2432914"/>
                  </a:lnTo>
                  <a:lnTo>
                    <a:pt x="5944669" y="2425982"/>
                  </a:lnTo>
                  <a:lnTo>
                    <a:pt x="6016292" y="2419003"/>
                  </a:lnTo>
                  <a:lnTo>
                    <a:pt x="6087914" y="2411979"/>
                  </a:lnTo>
                  <a:lnTo>
                    <a:pt x="6159537" y="2404909"/>
                  </a:lnTo>
                  <a:lnTo>
                    <a:pt x="6231159" y="2397792"/>
                  </a:lnTo>
                  <a:lnTo>
                    <a:pt x="6302782" y="2390627"/>
                  </a:lnTo>
                  <a:lnTo>
                    <a:pt x="6374404" y="2383416"/>
                  </a:lnTo>
                  <a:lnTo>
                    <a:pt x="6446027" y="2376157"/>
                  </a:lnTo>
                  <a:lnTo>
                    <a:pt x="6517649" y="2368850"/>
                  </a:lnTo>
                  <a:lnTo>
                    <a:pt x="6589272" y="2361495"/>
                  </a:lnTo>
                  <a:lnTo>
                    <a:pt x="6660894" y="2354092"/>
                  </a:lnTo>
                  <a:lnTo>
                    <a:pt x="6732517" y="2346639"/>
                  </a:lnTo>
                  <a:lnTo>
                    <a:pt x="6804139" y="2339138"/>
                  </a:lnTo>
                  <a:lnTo>
                    <a:pt x="6875762" y="2331586"/>
                  </a:lnTo>
                  <a:lnTo>
                    <a:pt x="6947385" y="2323986"/>
                  </a:lnTo>
                  <a:lnTo>
                    <a:pt x="7019007" y="2316335"/>
                  </a:lnTo>
                  <a:lnTo>
                    <a:pt x="7090630" y="2308633"/>
                  </a:lnTo>
                  <a:lnTo>
                    <a:pt x="7090630" y="3355920"/>
                  </a:lnTo>
                  <a:lnTo>
                    <a:pt x="7019007" y="3351327"/>
                  </a:lnTo>
                  <a:lnTo>
                    <a:pt x="6947385" y="3346569"/>
                  </a:lnTo>
                  <a:lnTo>
                    <a:pt x="6875762" y="3341640"/>
                  </a:lnTo>
                  <a:lnTo>
                    <a:pt x="6804139" y="3336534"/>
                  </a:lnTo>
                  <a:lnTo>
                    <a:pt x="6732517" y="3331244"/>
                  </a:lnTo>
                  <a:lnTo>
                    <a:pt x="6660894" y="3325765"/>
                  </a:lnTo>
                  <a:lnTo>
                    <a:pt x="6589272" y="3320088"/>
                  </a:lnTo>
                  <a:lnTo>
                    <a:pt x="6517649" y="3314208"/>
                  </a:lnTo>
                  <a:lnTo>
                    <a:pt x="6446027" y="3308116"/>
                  </a:lnTo>
                  <a:lnTo>
                    <a:pt x="6374404" y="3301805"/>
                  </a:lnTo>
                  <a:lnTo>
                    <a:pt x="6302782" y="3295268"/>
                  </a:lnTo>
                  <a:lnTo>
                    <a:pt x="6231159" y="3288496"/>
                  </a:lnTo>
                  <a:lnTo>
                    <a:pt x="6159537" y="3281480"/>
                  </a:lnTo>
                  <a:lnTo>
                    <a:pt x="6087914" y="3274212"/>
                  </a:lnTo>
                  <a:lnTo>
                    <a:pt x="6016292" y="3266684"/>
                  </a:lnTo>
                  <a:lnTo>
                    <a:pt x="5944669" y="3258884"/>
                  </a:lnTo>
                  <a:lnTo>
                    <a:pt x="5873047" y="3250805"/>
                  </a:lnTo>
                  <a:lnTo>
                    <a:pt x="5801424" y="3242435"/>
                  </a:lnTo>
                  <a:lnTo>
                    <a:pt x="5729802" y="3233764"/>
                  </a:lnTo>
                  <a:lnTo>
                    <a:pt x="5658179" y="3224782"/>
                  </a:lnTo>
                  <a:lnTo>
                    <a:pt x="5586557" y="3215477"/>
                  </a:lnTo>
                  <a:lnTo>
                    <a:pt x="5514934" y="3205838"/>
                  </a:lnTo>
                  <a:lnTo>
                    <a:pt x="5443311" y="3195852"/>
                  </a:lnTo>
                  <a:lnTo>
                    <a:pt x="5371689" y="3185508"/>
                  </a:lnTo>
                  <a:lnTo>
                    <a:pt x="5300066" y="3174792"/>
                  </a:lnTo>
                  <a:lnTo>
                    <a:pt x="5228444" y="3163690"/>
                  </a:lnTo>
                  <a:lnTo>
                    <a:pt x="5156821" y="3152190"/>
                  </a:lnTo>
                  <a:lnTo>
                    <a:pt x="5085199" y="3140277"/>
                  </a:lnTo>
                  <a:lnTo>
                    <a:pt x="5013576" y="3127936"/>
                  </a:lnTo>
                  <a:lnTo>
                    <a:pt x="4941954" y="3115151"/>
                  </a:lnTo>
                  <a:lnTo>
                    <a:pt x="4870331" y="3101907"/>
                  </a:lnTo>
                  <a:lnTo>
                    <a:pt x="4798709" y="3088187"/>
                  </a:lnTo>
                  <a:lnTo>
                    <a:pt x="4727086" y="3073974"/>
                  </a:lnTo>
                  <a:lnTo>
                    <a:pt x="4655464" y="3059251"/>
                  </a:lnTo>
                  <a:lnTo>
                    <a:pt x="4583841" y="3043998"/>
                  </a:lnTo>
                  <a:lnTo>
                    <a:pt x="4512219" y="3028197"/>
                  </a:lnTo>
                  <a:lnTo>
                    <a:pt x="4440596" y="3011829"/>
                  </a:lnTo>
                  <a:lnTo>
                    <a:pt x="4368974" y="2994872"/>
                  </a:lnTo>
                  <a:lnTo>
                    <a:pt x="4297351" y="2977306"/>
                  </a:lnTo>
                  <a:lnTo>
                    <a:pt x="4225729" y="2959109"/>
                  </a:lnTo>
                  <a:lnTo>
                    <a:pt x="4154106" y="2940258"/>
                  </a:lnTo>
                  <a:lnTo>
                    <a:pt x="4082483" y="2920730"/>
                  </a:lnTo>
                  <a:lnTo>
                    <a:pt x="4010861" y="2900500"/>
                  </a:lnTo>
                  <a:lnTo>
                    <a:pt x="3939238" y="2879543"/>
                  </a:lnTo>
                  <a:lnTo>
                    <a:pt x="3867616" y="2857834"/>
                  </a:lnTo>
                  <a:lnTo>
                    <a:pt x="3795993" y="2835344"/>
                  </a:lnTo>
                  <a:lnTo>
                    <a:pt x="3724371" y="2812046"/>
                  </a:lnTo>
                  <a:lnTo>
                    <a:pt x="3652748" y="2787911"/>
                  </a:lnTo>
                  <a:lnTo>
                    <a:pt x="3581126" y="2762908"/>
                  </a:lnTo>
                  <a:lnTo>
                    <a:pt x="3509503" y="2737008"/>
                  </a:lnTo>
                  <a:lnTo>
                    <a:pt x="3437881" y="2710177"/>
                  </a:lnTo>
                  <a:lnTo>
                    <a:pt x="3366258" y="2682381"/>
                  </a:lnTo>
                  <a:lnTo>
                    <a:pt x="3294636" y="2654412"/>
                  </a:lnTo>
                  <a:lnTo>
                    <a:pt x="3223013" y="2659848"/>
                  </a:lnTo>
                  <a:lnTo>
                    <a:pt x="3151391" y="2665247"/>
                  </a:lnTo>
                  <a:lnTo>
                    <a:pt x="3079768" y="2670612"/>
                  </a:lnTo>
                  <a:lnTo>
                    <a:pt x="3008146" y="2675941"/>
                  </a:lnTo>
                  <a:lnTo>
                    <a:pt x="2936523" y="2681235"/>
                  </a:lnTo>
                  <a:lnTo>
                    <a:pt x="2864901" y="2686495"/>
                  </a:lnTo>
                  <a:lnTo>
                    <a:pt x="2793278" y="2691720"/>
                  </a:lnTo>
                  <a:lnTo>
                    <a:pt x="2721655" y="2696911"/>
                  </a:lnTo>
                  <a:lnTo>
                    <a:pt x="2650033" y="2702067"/>
                  </a:lnTo>
                  <a:lnTo>
                    <a:pt x="2578410" y="2707190"/>
                  </a:lnTo>
                  <a:lnTo>
                    <a:pt x="2506788" y="2712280"/>
                  </a:lnTo>
                  <a:lnTo>
                    <a:pt x="2435165" y="2717336"/>
                  </a:lnTo>
                  <a:lnTo>
                    <a:pt x="2363543" y="2722359"/>
                  </a:lnTo>
                  <a:lnTo>
                    <a:pt x="2291920" y="2727349"/>
                  </a:lnTo>
                  <a:lnTo>
                    <a:pt x="2220298" y="2732306"/>
                  </a:lnTo>
                  <a:lnTo>
                    <a:pt x="2148675" y="2737231"/>
                  </a:lnTo>
                  <a:lnTo>
                    <a:pt x="2077053" y="2742123"/>
                  </a:lnTo>
                  <a:lnTo>
                    <a:pt x="2005430" y="2746984"/>
                  </a:lnTo>
                  <a:lnTo>
                    <a:pt x="1933808" y="2751813"/>
                  </a:lnTo>
                  <a:lnTo>
                    <a:pt x="1862185" y="2756610"/>
                  </a:lnTo>
                  <a:lnTo>
                    <a:pt x="1790563" y="2761375"/>
                  </a:lnTo>
                  <a:lnTo>
                    <a:pt x="1718940" y="2766109"/>
                  </a:lnTo>
                  <a:lnTo>
                    <a:pt x="1647318" y="2770813"/>
                  </a:lnTo>
                  <a:lnTo>
                    <a:pt x="1575695" y="2775485"/>
                  </a:lnTo>
                  <a:lnTo>
                    <a:pt x="1504073" y="2780127"/>
                  </a:lnTo>
                  <a:lnTo>
                    <a:pt x="1432450" y="2784738"/>
                  </a:lnTo>
                  <a:lnTo>
                    <a:pt x="1360827" y="2789320"/>
                  </a:lnTo>
                  <a:lnTo>
                    <a:pt x="1289205" y="2793871"/>
                  </a:lnTo>
                  <a:lnTo>
                    <a:pt x="1217582" y="2798392"/>
                  </a:lnTo>
                  <a:lnTo>
                    <a:pt x="1145960" y="2802884"/>
                  </a:lnTo>
                  <a:lnTo>
                    <a:pt x="1074337" y="2807346"/>
                  </a:lnTo>
                  <a:lnTo>
                    <a:pt x="1002715" y="2811779"/>
                  </a:lnTo>
                  <a:lnTo>
                    <a:pt x="931092" y="2816183"/>
                  </a:lnTo>
                  <a:lnTo>
                    <a:pt x="859470" y="2820558"/>
                  </a:lnTo>
                  <a:lnTo>
                    <a:pt x="787847" y="2824905"/>
                  </a:lnTo>
                  <a:lnTo>
                    <a:pt x="716225" y="2829223"/>
                  </a:lnTo>
                  <a:lnTo>
                    <a:pt x="644602" y="2833512"/>
                  </a:lnTo>
                  <a:lnTo>
                    <a:pt x="572980" y="2837774"/>
                  </a:lnTo>
                  <a:lnTo>
                    <a:pt x="501357" y="2842007"/>
                  </a:lnTo>
                  <a:lnTo>
                    <a:pt x="429735" y="2846213"/>
                  </a:lnTo>
                  <a:lnTo>
                    <a:pt x="358112" y="2850391"/>
                  </a:lnTo>
                  <a:lnTo>
                    <a:pt x="286490" y="2854542"/>
                  </a:lnTo>
                  <a:lnTo>
                    <a:pt x="214867" y="2858666"/>
                  </a:lnTo>
                  <a:lnTo>
                    <a:pt x="143245" y="2862763"/>
                  </a:lnTo>
                  <a:lnTo>
                    <a:pt x="71622" y="2866833"/>
                  </a:lnTo>
                  <a:lnTo>
                    <a:pt x="0" y="287087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557009" y="2073503"/>
              <a:ext cx="6705669" cy="2653587"/>
            </a:xfrm>
            <a:custGeom>
              <a:avLst/>
              <a:pathLst>
                <a:path w="6705669" h="2653587">
                  <a:moveTo>
                    <a:pt x="0" y="0"/>
                  </a:moveTo>
                  <a:lnTo>
                    <a:pt x="44774" y="76534"/>
                  </a:lnTo>
                  <a:lnTo>
                    <a:pt x="116397" y="194713"/>
                  </a:lnTo>
                  <a:lnTo>
                    <a:pt x="188019" y="308793"/>
                  </a:lnTo>
                  <a:lnTo>
                    <a:pt x="259642" y="418916"/>
                  </a:lnTo>
                  <a:lnTo>
                    <a:pt x="331264" y="525220"/>
                  </a:lnTo>
                  <a:lnTo>
                    <a:pt x="402887" y="627836"/>
                  </a:lnTo>
                  <a:lnTo>
                    <a:pt x="474509" y="726894"/>
                  </a:lnTo>
                  <a:lnTo>
                    <a:pt x="546132" y="822515"/>
                  </a:lnTo>
                  <a:lnTo>
                    <a:pt x="617754" y="914820"/>
                  </a:lnTo>
                  <a:lnTo>
                    <a:pt x="689377" y="1003923"/>
                  </a:lnTo>
                  <a:lnTo>
                    <a:pt x="760999" y="1089936"/>
                  </a:lnTo>
                  <a:lnTo>
                    <a:pt x="832622" y="1172965"/>
                  </a:lnTo>
                  <a:lnTo>
                    <a:pt x="904245" y="1253114"/>
                  </a:lnTo>
                  <a:lnTo>
                    <a:pt x="975867" y="1330484"/>
                  </a:lnTo>
                  <a:lnTo>
                    <a:pt x="1047490" y="1405170"/>
                  </a:lnTo>
                  <a:lnTo>
                    <a:pt x="1119112" y="1477265"/>
                  </a:lnTo>
                  <a:lnTo>
                    <a:pt x="1190735" y="1546860"/>
                  </a:lnTo>
                  <a:lnTo>
                    <a:pt x="1262357" y="1614041"/>
                  </a:lnTo>
                  <a:lnTo>
                    <a:pt x="1333980" y="1678892"/>
                  </a:lnTo>
                  <a:lnTo>
                    <a:pt x="1405602" y="1741493"/>
                  </a:lnTo>
                  <a:lnTo>
                    <a:pt x="1477225" y="1801923"/>
                  </a:lnTo>
                  <a:lnTo>
                    <a:pt x="1548847" y="1860257"/>
                  </a:lnTo>
                  <a:lnTo>
                    <a:pt x="1620470" y="1916568"/>
                  </a:lnTo>
                  <a:lnTo>
                    <a:pt x="1692092" y="1970926"/>
                  </a:lnTo>
                  <a:lnTo>
                    <a:pt x="1763715" y="2023398"/>
                  </a:lnTo>
                  <a:lnTo>
                    <a:pt x="1835337" y="2074050"/>
                  </a:lnTo>
                  <a:lnTo>
                    <a:pt x="1906960" y="2122945"/>
                  </a:lnTo>
                  <a:lnTo>
                    <a:pt x="1978582" y="2170145"/>
                  </a:lnTo>
                  <a:lnTo>
                    <a:pt x="2050205" y="2215707"/>
                  </a:lnTo>
                  <a:lnTo>
                    <a:pt x="2121827" y="2259689"/>
                  </a:lnTo>
                  <a:lnTo>
                    <a:pt x="2193450" y="2302145"/>
                  </a:lnTo>
                  <a:lnTo>
                    <a:pt x="2265073" y="2343129"/>
                  </a:lnTo>
                  <a:lnTo>
                    <a:pt x="2336695" y="2382691"/>
                  </a:lnTo>
                  <a:lnTo>
                    <a:pt x="2408318" y="2420882"/>
                  </a:lnTo>
                  <a:lnTo>
                    <a:pt x="2479940" y="2457747"/>
                  </a:lnTo>
                  <a:lnTo>
                    <a:pt x="2551563" y="2493334"/>
                  </a:lnTo>
                  <a:lnTo>
                    <a:pt x="2623185" y="2527686"/>
                  </a:lnTo>
                  <a:lnTo>
                    <a:pt x="2694808" y="2560847"/>
                  </a:lnTo>
                  <a:lnTo>
                    <a:pt x="2766430" y="2592858"/>
                  </a:lnTo>
                  <a:lnTo>
                    <a:pt x="2838053" y="2623758"/>
                  </a:lnTo>
                  <a:lnTo>
                    <a:pt x="2909675" y="2653587"/>
                  </a:lnTo>
                  <a:lnTo>
                    <a:pt x="2981298" y="2648941"/>
                  </a:lnTo>
                  <a:lnTo>
                    <a:pt x="3052920" y="2643434"/>
                  </a:lnTo>
                  <a:lnTo>
                    <a:pt x="3124543" y="2637890"/>
                  </a:lnTo>
                  <a:lnTo>
                    <a:pt x="3196165" y="2632310"/>
                  </a:lnTo>
                  <a:lnTo>
                    <a:pt x="3267788" y="2626693"/>
                  </a:lnTo>
                  <a:lnTo>
                    <a:pt x="3339410" y="2621039"/>
                  </a:lnTo>
                  <a:lnTo>
                    <a:pt x="3411033" y="2615348"/>
                  </a:lnTo>
                  <a:lnTo>
                    <a:pt x="3482655" y="2609619"/>
                  </a:lnTo>
                  <a:lnTo>
                    <a:pt x="3554278" y="2603852"/>
                  </a:lnTo>
                  <a:lnTo>
                    <a:pt x="3625901" y="2598047"/>
                  </a:lnTo>
                  <a:lnTo>
                    <a:pt x="3697523" y="2592204"/>
                  </a:lnTo>
                  <a:lnTo>
                    <a:pt x="3769146" y="2586323"/>
                  </a:lnTo>
                  <a:lnTo>
                    <a:pt x="3840768" y="2580402"/>
                  </a:lnTo>
                  <a:lnTo>
                    <a:pt x="3912391" y="2574443"/>
                  </a:lnTo>
                  <a:lnTo>
                    <a:pt x="3984013" y="2568444"/>
                  </a:lnTo>
                  <a:lnTo>
                    <a:pt x="4055636" y="2562406"/>
                  </a:lnTo>
                  <a:lnTo>
                    <a:pt x="4127258" y="2556328"/>
                  </a:lnTo>
                  <a:lnTo>
                    <a:pt x="4198881" y="2550210"/>
                  </a:lnTo>
                  <a:lnTo>
                    <a:pt x="4270503" y="2544051"/>
                  </a:lnTo>
                  <a:lnTo>
                    <a:pt x="4342126" y="2537852"/>
                  </a:lnTo>
                  <a:lnTo>
                    <a:pt x="4413748" y="2531612"/>
                  </a:lnTo>
                  <a:lnTo>
                    <a:pt x="4485371" y="2525330"/>
                  </a:lnTo>
                  <a:lnTo>
                    <a:pt x="4556993" y="2519008"/>
                  </a:lnTo>
                  <a:lnTo>
                    <a:pt x="4628616" y="2512643"/>
                  </a:lnTo>
                  <a:lnTo>
                    <a:pt x="4700238" y="2506237"/>
                  </a:lnTo>
                  <a:lnTo>
                    <a:pt x="4771861" y="2499788"/>
                  </a:lnTo>
                  <a:lnTo>
                    <a:pt x="4843483" y="2493297"/>
                  </a:lnTo>
                  <a:lnTo>
                    <a:pt x="4915106" y="2486763"/>
                  </a:lnTo>
                  <a:lnTo>
                    <a:pt x="4986729" y="2480185"/>
                  </a:lnTo>
                  <a:lnTo>
                    <a:pt x="5058351" y="2473565"/>
                  </a:lnTo>
                  <a:lnTo>
                    <a:pt x="5129974" y="2466901"/>
                  </a:lnTo>
                  <a:lnTo>
                    <a:pt x="5201596" y="2460192"/>
                  </a:lnTo>
                  <a:lnTo>
                    <a:pt x="5273219" y="2453440"/>
                  </a:lnTo>
                  <a:lnTo>
                    <a:pt x="5344841" y="2446643"/>
                  </a:lnTo>
                  <a:lnTo>
                    <a:pt x="5416464" y="2439801"/>
                  </a:lnTo>
                  <a:lnTo>
                    <a:pt x="5488086" y="2432914"/>
                  </a:lnTo>
                  <a:lnTo>
                    <a:pt x="5559709" y="2425982"/>
                  </a:lnTo>
                  <a:lnTo>
                    <a:pt x="5631331" y="2419003"/>
                  </a:lnTo>
                  <a:lnTo>
                    <a:pt x="5702954" y="2411979"/>
                  </a:lnTo>
                  <a:lnTo>
                    <a:pt x="5774576" y="2404909"/>
                  </a:lnTo>
                  <a:lnTo>
                    <a:pt x="5846199" y="2397792"/>
                  </a:lnTo>
                  <a:lnTo>
                    <a:pt x="5917821" y="2390627"/>
                  </a:lnTo>
                  <a:lnTo>
                    <a:pt x="5989444" y="2383416"/>
                  </a:lnTo>
                  <a:lnTo>
                    <a:pt x="6061066" y="2376157"/>
                  </a:lnTo>
                  <a:lnTo>
                    <a:pt x="6132689" y="2368850"/>
                  </a:lnTo>
                  <a:lnTo>
                    <a:pt x="6204311" y="2361495"/>
                  </a:lnTo>
                  <a:lnTo>
                    <a:pt x="6275934" y="2354092"/>
                  </a:lnTo>
                  <a:lnTo>
                    <a:pt x="6347557" y="2346639"/>
                  </a:lnTo>
                  <a:lnTo>
                    <a:pt x="6419179" y="2339138"/>
                  </a:lnTo>
                  <a:lnTo>
                    <a:pt x="6490802" y="2331586"/>
                  </a:lnTo>
                  <a:lnTo>
                    <a:pt x="6562424" y="2323986"/>
                  </a:lnTo>
                  <a:lnTo>
                    <a:pt x="6634047" y="2316335"/>
                  </a:lnTo>
                  <a:lnTo>
                    <a:pt x="6705669" y="23086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7915"/>
              <a:ext cx="7090630" cy="701507"/>
            </a:xfrm>
            <a:custGeom>
              <a:avLst/>
              <a:pathLst>
                <a:path w="7090630" h="701507">
                  <a:moveTo>
                    <a:pt x="7090630" y="701507"/>
                  </a:moveTo>
                  <a:lnTo>
                    <a:pt x="7019007" y="696914"/>
                  </a:lnTo>
                  <a:lnTo>
                    <a:pt x="6947385" y="692156"/>
                  </a:lnTo>
                  <a:lnTo>
                    <a:pt x="6875762" y="687227"/>
                  </a:lnTo>
                  <a:lnTo>
                    <a:pt x="6804139" y="682121"/>
                  </a:lnTo>
                  <a:lnTo>
                    <a:pt x="6732517" y="676831"/>
                  </a:lnTo>
                  <a:lnTo>
                    <a:pt x="6660894" y="671352"/>
                  </a:lnTo>
                  <a:lnTo>
                    <a:pt x="6589272" y="665675"/>
                  </a:lnTo>
                  <a:lnTo>
                    <a:pt x="6517649" y="659795"/>
                  </a:lnTo>
                  <a:lnTo>
                    <a:pt x="6446027" y="653703"/>
                  </a:lnTo>
                  <a:lnTo>
                    <a:pt x="6374404" y="647392"/>
                  </a:lnTo>
                  <a:lnTo>
                    <a:pt x="6302782" y="640855"/>
                  </a:lnTo>
                  <a:lnTo>
                    <a:pt x="6231159" y="634083"/>
                  </a:lnTo>
                  <a:lnTo>
                    <a:pt x="6159537" y="627067"/>
                  </a:lnTo>
                  <a:lnTo>
                    <a:pt x="6087914" y="619799"/>
                  </a:lnTo>
                  <a:lnTo>
                    <a:pt x="6016292" y="612271"/>
                  </a:lnTo>
                  <a:lnTo>
                    <a:pt x="5944669" y="604471"/>
                  </a:lnTo>
                  <a:lnTo>
                    <a:pt x="5873047" y="596392"/>
                  </a:lnTo>
                  <a:lnTo>
                    <a:pt x="5801424" y="588022"/>
                  </a:lnTo>
                  <a:lnTo>
                    <a:pt x="5729802" y="579351"/>
                  </a:lnTo>
                  <a:lnTo>
                    <a:pt x="5658179" y="570369"/>
                  </a:lnTo>
                  <a:lnTo>
                    <a:pt x="5586557" y="561064"/>
                  </a:lnTo>
                  <a:lnTo>
                    <a:pt x="5514934" y="551425"/>
                  </a:lnTo>
                  <a:lnTo>
                    <a:pt x="5443311" y="541439"/>
                  </a:lnTo>
                  <a:lnTo>
                    <a:pt x="5371689" y="531095"/>
                  </a:lnTo>
                  <a:lnTo>
                    <a:pt x="5300066" y="520379"/>
                  </a:lnTo>
                  <a:lnTo>
                    <a:pt x="5228444" y="509278"/>
                  </a:lnTo>
                  <a:lnTo>
                    <a:pt x="5156821" y="497778"/>
                  </a:lnTo>
                  <a:lnTo>
                    <a:pt x="5085199" y="485864"/>
                  </a:lnTo>
                  <a:lnTo>
                    <a:pt x="5013576" y="473523"/>
                  </a:lnTo>
                  <a:lnTo>
                    <a:pt x="4941954" y="460738"/>
                  </a:lnTo>
                  <a:lnTo>
                    <a:pt x="4870331" y="447494"/>
                  </a:lnTo>
                  <a:lnTo>
                    <a:pt x="4798709" y="433774"/>
                  </a:lnTo>
                  <a:lnTo>
                    <a:pt x="4727086" y="419561"/>
                  </a:lnTo>
                  <a:lnTo>
                    <a:pt x="4655464" y="404838"/>
                  </a:lnTo>
                  <a:lnTo>
                    <a:pt x="4583841" y="389585"/>
                  </a:lnTo>
                  <a:lnTo>
                    <a:pt x="4512219" y="373784"/>
                  </a:lnTo>
                  <a:lnTo>
                    <a:pt x="4440596" y="357416"/>
                  </a:lnTo>
                  <a:lnTo>
                    <a:pt x="4368974" y="340459"/>
                  </a:lnTo>
                  <a:lnTo>
                    <a:pt x="4297351" y="322893"/>
                  </a:lnTo>
                  <a:lnTo>
                    <a:pt x="4225729" y="304696"/>
                  </a:lnTo>
                  <a:lnTo>
                    <a:pt x="4154106" y="285845"/>
                  </a:lnTo>
                  <a:lnTo>
                    <a:pt x="4082483" y="266317"/>
                  </a:lnTo>
                  <a:lnTo>
                    <a:pt x="4010861" y="246087"/>
                  </a:lnTo>
                  <a:lnTo>
                    <a:pt x="3939238" y="225130"/>
                  </a:lnTo>
                  <a:lnTo>
                    <a:pt x="3867616" y="203421"/>
                  </a:lnTo>
                  <a:lnTo>
                    <a:pt x="3795993" y="180931"/>
                  </a:lnTo>
                  <a:lnTo>
                    <a:pt x="3724371" y="157633"/>
                  </a:lnTo>
                  <a:lnTo>
                    <a:pt x="3652748" y="133498"/>
                  </a:lnTo>
                  <a:lnTo>
                    <a:pt x="3581126" y="108496"/>
                  </a:lnTo>
                  <a:lnTo>
                    <a:pt x="3509503" y="82595"/>
                  </a:lnTo>
                  <a:lnTo>
                    <a:pt x="3437881" y="55764"/>
                  </a:lnTo>
                  <a:lnTo>
                    <a:pt x="3366258" y="27968"/>
                  </a:lnTo>
                  <a:lnTo>
                    <a:pt x="3294636" y="0"/>
                  </a:lnTo>
                  <a:lnTo>
                    <a:pt x="3223013" y="5435"/>
                  </a:lnTo>
                  <a:lnTo>
                    <a:pt x="3151391" y="10835"/>
                  </a:lnTo>
                  <a:lnTo>
                    <a:pt x="3079768" y="16199"/>
                  </a:lnTo>
                  <a:lnTo>
                    <a:pt x="3008146" y="21528"/>
                  </a:lnTo>
                  <a:lnTo>
                    <a:pt x="2936523" y="26822"/>
                  </a:lnTo>
                  <a:lnTo>
                    <a:pt x="2864901" y="32082"/>
                  </a:lnTo>
                  <a:lnTo>
                    <a:pt x="2793278" y="37307"/>
                  </a:lnTo>
                  <a:lnTo>
                    <a:pt x="2721655" y="42498"/>
                  </a:lnTo>
                  <a:lnTo>
                    <a:pt x="2650033" y="47654"/>
                  </a:lnTo>
                  <a:lnTo>
                    <a:pt x="2578410" y="52777"/>
                  </a:lnTo>
                  <a:lnTo>
                    <a:pt x="2506788" y="57867"/>
                  </a:lnTo>
                  <a:lnTo>
                    <a:pt x="2435165" y="62923"/>
                  </a:lnTo>
                  <a:lnTo>
                    <a:pt x="2363543" y="67946"/>
                  </a:lnTo>
                  <a:lnTo>
                    <a:pt x="2291920" y="72936"/>
                  </a:lnTo>
                  <a:lnTo>
                    <a:pt x="2220298" y="77893"/>
                  </a:lnTo>
                  <a:lnTo>
                    <a:pt x="2148675" y="82818"/>
                  </a:lnTo>
                  <a:lnTo>
                    <a:pt x="2077053" y="87711"/>
                  </a:lnTo>
                  <a:lnTo>
                    <a:pt x="2005430" y="92571"/>
                  </a:lnTo>
                  <a:lnTo>
                    <a:pt x="1933808" y="97400"/>
                  </a:lnTo>
                  <a:lnTo>
                    <a:pt x="1862185" y="102197"/>
                  </a:lnTo>
                  <a:lnTo>
                    <a:pt x="1790563" y="106962"/>
                  </a:lnTo>
                  <a:lnTo>
                    <a:pt x="1718940" y="111697"/>
                  </a:lnTo>
                  <a:lnTo>
                    <a:pt x="1647318" y="116400"/>
                  </a:lnTo>
                  <a:lnTo>
                    <a:pt x="1575695" y="121072"/>
                  </a:lnTo>
                  <a:lnTo>
                    <a:pt x="1504073" y="125714"/>
                  </a:lnTo>
                  <a:lnTo>
                    <a:pt x="1432450" y="130325"/>
                  </a:lnTo>
                  <a:lnTo>
                    <a:pt x="1360827" y="134907"/>
                  </a:lnTo>
                  <a:lnTo>
                    <a:pt x="1289205" y="139458"/>
                  </a:lnTo>
                  <a:lnTo>
                    <a:pt x="1217582" y="143979"/>
                  </a:lnTo>
                  <a:lnTo>
                    <a:pt x="1145960" y="148471"/>
                  </a:lnTo>
                  <a:lnTo>
                    <a:pt x="1074337" y="152933"/>
                  </a:lnTo>
                  <a:lnTo>
                    <a:pt x="1002715" y="157366"/>
                  </a:lnTo>
                  <a:lnTo>
                    <a:pt x="931092" y="161770"/>
                  </a:lnTo>
                  <a:lnTo>
                    <a:pt x="859470" y="166145"/>
                  </a:lnTo>
                  <a:lnTo>
                    <a:pt x="787847" y="170492"/>
                  </a:lnTo>
                  <a:lnTo>
                    <a:pt x="716225" y="174810"/>
                  </a:lnTo>
                  <a:lnTo>
                    <a:pt x="644602" y="179099"/>
                  </a:lnTo>
                  <a:lnTo>
                    <a:pt x="572980" y="183361"/>
                  </a:lnTo>
                  <a:lnTo>
                    <a:pt x="501357" y="187594"/>
                  </a:lnTo>
                  <a:lnTo>
                    <a:pt x="429735" y="191800"/>
                  </a:lnTo>
                  <a:lnTo>
                    <a:pt x="358112" y="195979"/>
                  </a:lnTo>
                  <a:lnTo>
                    <a:pt x="286490" y="200129"/>
                  </a:lnTo>
                  <a:lnTo>
                    <a:pt x="214867" y="204253"/>
                  </a:lnTo>
                  <a:lnTo>
                    <a:pt x="143245" y="208350"/>
                  </a:lnTo>
                  <a:lnTo>
                    <a:pt x="71622" y="212420"/>
                  </a:lnTo>
                  <a:lnTo>
                    <a:pt x="0" y="2164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950764"/>
              <a:ext cx="7090630" cy="1218915"/>
            </a:xfrm>
            <a:custGeom>
              <a:avLst/>
              <a:pathLst>
                <a:path w="7090630" h="1218915">
                  <a:moveTo>
                    <a:pt x="0" y="0"/>
                  </a:moveTo>
                  <a:lnTo>
                    <a:pt x="71622" y="22908"/>
                  </a:lnTo>
                  <a:lnTo>
                    <a:pt x="143245" y="45490"/>
                  </a:lnTo>
                  <a:lnTo>
                    <a:pt x="214867" y="67750"/>
                  </a:lnTo>
                  <a:lnTo>
                    <a:pt x="286490" y="89692"/>
                  </a:lnTo>
                  <a:lnTo>
                    <a:pt x="358112" y="111322"/>
                  </a:lnTo>
                  <a:lnTo>
                    <a:pt x="429735" y="132643"/>
                  </a:lnTo>
                  <a:lnTo>
                    <a:pt x="501357" y="153660"/>
                  </a:lnTo>
                  <a:lnTo>
                    <a:pt x="572980" y="174377"/>
                  </a:lnTo>
                  <a:lnTo>
                    <a:pt x="644602" y="194799"/>
                  </a:lnTo>
                  <a:lnTo>
                    <a:pt x="716225" y="214930"/>
                  </a:lnTo>
                  <a:lnTo>
                    <a:pt x="787847" y="234774"/>
                  </a:lnTo>
                  <a:lnTo>
                    <a:pt x="859470" y="254334"/>
                  </a:lnTo>
                  <a:lnTo>
                    <a:pt x="931092" y="273616"/>
                  </a:lnTo>
                  <a:lnTo>
                    <a:pt x="1002715" y="292623"/>
                  </a:lnTo>
                  <a:lnTo>
                    <a:pt x="1074337" y="311358"/>
                  </a:lnTo>
                  <a:lnTo>
                    <a:pt x="1145960" y="329827"/>
                  </a:lnTo>
                  <a:lnTo>
                    <a:pt x="1217582" y="348032"/>
                  </a:lnTo>
                  <a:lnTo>
                    <a:pt x="1289205" y="365978"/>
                  </a:lnTo>
                  <a:lnTo>
                    <a:pt x="1360827" y="383668"/>
                  </a:lnTo>
                  <a:lnTo>
                    <a:pt x="1432450" y="401105"/>
                  </a:lnTo>
                  <a:lnTo>
                    <a:pt x="1504073" y="418294"/>
                  </a:lnTo>
                  <a:lnTo>
                    <a:pt x="1575695" y="435237"/>
                  </a:lnTo>
                  <a:lnTo>
                    <a:pt x="1647318" y="451939"/>
                  </a:lnTo>
                  <a:lnTo>
                    <a:pt x="1718940" y="468403"/>
                  </a:lnTo>
                  <a:lnTo>
                    <a:pt x="1790563" y="484632"/>
                  </a:lnTo>
                  <a:lnTo>
                    <a:pt x="1862185" y="500630"/>
                  </a:lnTo>
                  <a:lnTo>
                    <a:pt x="1933808" y="516400"/>
                  </a:lnTo>
                  <a:lnTo>
                    <a:pt x="2005430" y="531944"/>
                  </a:lnTo>
                  <a:lnTo>
                    <a:pt x="2077053" y="547267"/>
                  </a:lnTo>
                  <a:lnTo>
                    <a:pt x="2148675" y="562372"/>
                  </a:lnTo>
                  <a:lnTo>
                    <a:pt x="2220298" y="577261"/>
                  </a:lnTo>
                  <a:lnTo>
                    <a:pt x="2291920" y="591938"/>
                  </a:lnTo>
                  <a:lnTo>
                    <a:pt x="2363543" y="606405"/>
                  </a:lnTo>
                  <a:lnTo>
                    <a:pt x="2435165" y="620666"/>
                  </a:lnTo>
                  <a:lnTo>
                    <a:pt x="2506788" y="634724"/>
                  </a:lnTo>
                  <a:lnTo>
                    <a:pt x="2578410" y="648582"/>
                  </a:lnTo>
                  <a:lnTo>
                    <a:pt x="2650033" y="662241"/>
                  </a:lnTo>
                  <a:lnTo>
                    <a:pt x="2721655" y="675706"/>
                  </a:lnTo>
                  <a:lnTo>
                    <a:pt x="2793278" y="688979"/>
                  </a:lnTo>
                  <a:lnTo>
                    <a:pt x="2864901" y="702063"/>
                  </a:lnTo>
                  <a:lnTo>
                    <a:pt x="2936523" y="714960"/>
                  </a:lnTo>
                  <a:lnTo>
                    <a:pt x="3008146" y="727673"/>
                  </a:lnTo>
                  <a:lnTo>
                    <a:pt x="3079768" y="740205"/>
                  </a:lnTo>
                  <a:lnTo>
                    <a:pt x="3151391" y="752558"/>
                  </a:lnTo>
                  <a:lnTo>
                    <a:pt x="3223013" y="764735"/>
                  </a:lnTo>
                  <a:lnTo>
                    <a:pt x="3294636" y="776739"/>
                  </a:lnTo>
                  <a:lnTo>
                    <a:pt x="3366258" y="788571"/>
                  </a:lnTo>
                  <a:lnTo>
                    <a:pt x="3437881" y="800234"/>
                  </a:lnTo>
                  <a:lnTo>
                    <a:pt x="3509503" y="811732"/>
                  </a:lnTo>
                  <a:lnTo>
                    <a:pt x="3581126" y="823065"/>
                  </a:lnTo>
                  <a:lnTo>
                    <a:pt x="3652748" y="834236"/>
                  </a:lnTo>
                  <a:lnTo>
                    <a:pt x="3724371" y="845249"/>
                  </a:lnTo>
                  <a:lnTo>
                    <a:pt x="3795993" y="856104"/>
                  </a:lnTo>
                  <a:lnTo>
                    <a:pt x="3867616" y="866804"/>
                  </a:lnTo>
                  <a:lnTo>
                    <a:pt x="3939238" y="877352"/>
                  </a:lnTo>
                  <a:lnTo>
                    <a:pt x="4010861" y="887750"/>
                  </a:lnTo>
                  <a:lnTo>
                    <a:pt x="4082483" y="897999"/>
                  </a:lnTo>
                  <a:lnTo>
                    <a:pt x="4154106" y="908102"/>
                  </a:lnTo>
                  <a:lnTo>
                    <a:pt x="4225729" y="918061"/>
                  </a:lnTo>
                  <a:lnTo>
                    <a:pt x="4297351" y="927878"/>
                  </a:lnTo>
                  <a:lnTo>
                    <a:pt x="4368974" y="937555"/>
                  </a:lnTo>
                  <a:lnTo>
                    <a:pt x="4440596" y="947094"/>
                  </a:lnTo>
                  <a:lnTo>
                    <a:pt x="4512219" y="956497"/>
                  </a:lnTo>
                  <a:lnTo>
                    <a:pt x="4583841" y="965766"/>
                  </a:lnTo>
                  <a:lnTo>
                    <a:pt x="4655464" y="974902"/>
                  </a:lnTo>
                  <a:lnTo>
                    <a:pt x="4727086" y="983909"/>
                  </a:lnTo>
                  <a:lnTo>
                    <a:pt x="4798709" y="992787"/>
                  </a:lnTo>
                  <a:lnTo>
                    <a:pt x="4870331" y="1001538"/>
                  </a:lnTo>
                  <a:lnTo>
                    <a:pt x="4941954" y="1010165"/>
                  </a:lnTo>
                  <a:lnTo>
                    <a:pt x="5013576" y="1018668"/>
                  </a:lnTo>
                  <a:lnTo>
                    <a:pt x="5085199" y="1027051"/>
                  </a:lnTo>
                  <a:lnTo>
                    <a:pt x="5156821" y="1035313"/>
                  </a:lnTo>
                  <a:lnTo>
                    <a:pt x="5228444" y="1043458"/>
                  </a:lnTo>
                  <a:lnTo>
                    <a:pt x="5300066" y="1051487"/>
                  </a:lnTo>
                  <a:lnTo>
                    <a:pt x="5371689" y="1059401"/>
                  </a:lnTo>
                  <a:lnTo>
                    <a:pt x="5443311" y="1067203"/>
                  </a:lnTo>
                  <a:lnTo>
                    <a:pt x="5514934" y="1074893"/>
                  </a:lnTo>
                  <a:lnTo>
                    <a:pt x="5586557" y="1082474"/>
                  </a:lnTo>
                  <a:lnTo>
                    <a:pt x="5658179" y="1089946"/>
                  </a:lnTo>
                  <a:lnTo>
                    <a:pt x="5729802" y="1097312"/>
                  </a:lnTo>
                  <a:lnTo>
                    <a:pt x="5801424" y="1104573"/>
                  </a:lnTo>
                  <a:lnTo>
                    <a:pt x="5873047" y="1111730"/>
                  </a:lnTo>
                  <a:lnTo>
                    <a:pt x="5944669" y="1118785"/>
                  </a:lnTo>
                  <a:lnTo>
                    <a:pt x="6016292" y="1125740"/>
                  </a:lnTo>
                  <a:lnTo>
                    <a:pt x="6087914" y="1132595"/>
                  </a:lnTo>
                  <a:lnTo>
                    <a:pt x="6159537" y="1139353"/>
                  </a:lnTo>
                  <a:lnTo>
                    <a:pt x="6231159" y="1146014"/>
                  </a:lnTo>
                  <a:lnTo>
                    <a:pt x="6302782" y="1152581"/>
                  </a:lnTo>
                  <a:lnTo>
                    <a:pt x="6374404" y="1159053"/>
                  </a:lnTo>
                  <a:lnTo>
                    <a:pt x="6446027" y="1165434"/>
                  </a:lnTo>
                  <a:lnTo>
                    <a:pt x="6517649" y="1171723"/>
                  </a:lnTo>
                  <a:lnTo>
                    <a:pt x="6589272" y="1177923"/>
                  </a:lnTo>
                  <a:lnTo>
                    <a:pt x="6660894" y="1184034"/>
                  </a:lnTo>
                  <a:lnTo>
                    <a:pt x="6732517" y="1190058"/>
                  </a:lnTo>
                  <a:lnTo>
                    <a:pt x="6804139" y="1195997"/>
                  </a:lnTo>
                  <a:lnTo>
                    <a:pt x="6875762" y="1201850"/>
                  </a:lnTo>
                  <a:lnTo>
                    <a:pt x="6947385" y="1207620"/>
                  </a:lnTo>
                  <a:lnTo>
                    <a:pt x="7019007" y="1213308"/>
                  </a:lnTo>
                  <a:lnTo>
                    <a:pt x="7090630" y="121891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(0.93-1.50), p_Bonf = 1.000 (n = 6)  |  per IQR decline (Δ = 29.5 %): 1.63 (0.80-3.31)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2026-07-22T14:13:22Z</dcterms:modified>
  <cp:category/>
</cp:coreProperties>
</file>