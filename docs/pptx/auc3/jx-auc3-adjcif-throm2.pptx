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111244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172889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3234534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79221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93709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08196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22684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72874" y="4642067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370371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2765356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6465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00953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5440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320344" y="4657730"/>
              <a:ext cx="6949396" cy="880070"/>
            </a:xfrm>
            <a:custGeom>
              <a:avLst/>
              <a:pathLst>
                <a:path w="6949396" h="880070">
                  <a:moveTo>
                    <a:pt x="0" y="880070"/>
                  </a:moveTo>
                  <a:lnTo>
                    <a:pt x="85795" y="880070"/>
                  </a:lnTo>
                  <a:lnTo>
                    <a:pt x="85795" y="836310"/>
                  </a:lnTo>
                  <a:lnTo>
                    <a:pt x="171590" y="836310"/>
                  </a:lnTo>
                  <a:lnTo>
                    <a:pt x="171590" y="814472"/>
                  </a:lnTo>
                  <a:lnTo>
                    <a:pt x="343180" y="814472"/>
                  </a:lnTo>
                  <a:lnTo>
                    <a:pt x="343180" y="749214"/>
                  </a:lnTo>
                  <a:lnTo>
                    <a:pt x="428975" y="749214"/>
                  </a:lnTo>
                  <a:lnTo>
                    <a:pt x="428975" y="662197"/>
                  </a:lnTo>
                  <a:lnTo>
                    <a:pt x="514770" y="662197"/>
                  </a:lnTo>
                  <a:lnTo>
                    <a:pt x="514770" y="640105"/>
                  </a:lnTo>
                  <a:lnTo>
                    <a:pt x="600565" y="640105"/>
                  </a:lnTo>
                  <a:lnTo>
                    <a:pt x="600565" y="595306"/>
                  </a:lnTo>
                  <a:lnTo>
                    <a:pt x="772155" y="595306"/>
                  </a:lnTo>
                  <a:lnTo>
                    <a:pt x="772155" y="572730"/>
                  </a:lnTo>
                  <a:lnTo>
                    <a:pt x="1201130" y="572730"/>
                  </a:lnTo>
                  <a:lnTo>
                    <a:pt x="1201130" y="549723"/>
                  </a:lnTo>
                  <a:lnTo>
                    <a:pt x="1801695" y="549723"/>
                  </a:lnTo>
                  <a:lnTo>
                    <a:pt x="1801695" y="526624"/>
                  </a:lnTo>
                  <a:lnTo>
                    <a:pt x="1973285" y="526624"/>
                  </a:lnTo>
                  <a:lnTo>
                    <a:pt x="1973285" y="457089"/>
                  </a:lnTo>
                  <a:lnTo>
                    <a:pt x="2059080" y="457089"/>
                  </a:lnTo>
                  <a:lnTo>
                    <a:pt x="2059080" y="433675"/>
                  </a:lnTo>
                  <a:lnTo>
                    <a:pt x="2316465" y="433675"/>
                  </a:lnTo>
                  <a:lnTo>
                    <a:pt x="2316465" y="410131"/>
                  </a:lnTo>
                  <a:lnTo>
                    <a:pt x="2402260" y="410131"/>
                  </a:lnTo>
                  <a:lnTo>
                    <a:pt x="2402260" y="385170"/>
                  </a:lnTo>
                  <a:lnTo>
                    <a:pt x="2745440" y="385170"/>
                  </a:lnTo>
                  <a:lnTo>
                    <a:pt x="2745440" y="359771"/>
                  </a:lnTo>
                  <a:lnTo>
                    <a:pt x="3002825" y="359771"/>
                  </a:lnTo>
                  <a:lnTo>
                    <a:pt x="3002825" y="309228"/>
                  </a:lnTo>
                  <a:lnTo>
                    <a:pt x="3088620" y="309228"/>
                  </a:lnTo>
                  <a:lnTo>
                    <a:pt x="3088620" y="258595"/>
                  </a:lnTo>
                  <a:lnTo>
                    <a:pt x="3860776" y="258595"/>
                  </a:lnTo>
                  <a:lnTo>
                    <a:pt x="3860776" y="232960"/>
                  </a:lnTo>
                  <a:lnTo>
                    <a:pt x="4032366" y="232960"/>
                  </a:lnTo>
                  <a:lnTo>
                    <a:pt x="4032366" y="207390"/>
                  </a:lnTo>
                  <a:lnTo>
                    <a:pt x="4547136" y="207390"/>
                  </a:lnTo>
                  <a:lnTo>
                    <a:pt x="4547136" y="181785"/>
                  </a:lnTo>
                  <a:lnTo>
                    <a:pt x="5576676" y="181785"/>
                  </a:lnTo>
                  <a:lnTo>
                    <a:pt x="5576676" y="156246"/>
                  </a:lnTo>
                  <a:lnTo>
                    <a:pt x="5919856" y="156246"/>
                  </a:lnTo>
                  <a:lnTo>
                    <a:pt x="5919856" y="130467"/>
                  </a:lnTo>
                  <a:lnTo>
                    <a:pt x="6263036" y="130467"/>
                  </a:lnTo>
                  <a:lnTo>
                    <a:pt x="6263036" y="104432"/>
                  </a:lnTo>
                  <a:lnTo>
                    <a:pt x="6434626" y="104432"/>
                  </a:lnTo>
                  <a:lnTo>
                    <a:pt x="6434626" y="78356"/>
                  </a:lnTo>
                  <a:lnTo>
                    <a:pt x="6606216" y="78356"/>
                  </a:lnTo>
                  <a:lnTo>
                    <a:pt x="6606216" y="52190"/>
                  </a:lnTo>
                  <a:lnTo>
                    <a:pt x="6692011" y="52190"/>
                  </a:lnTo>
                  <a:lnTo>
                    <a:pt x="6692011" y="26102"/>
                  </a:lnTo>
                  <a:lnTo>
                    <a:pt x="6949396" y="26102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20344" y="2861938"/>
              <a:ext cx="6949396" cy="2577045"/>
            </a:xfrm>
            <a:custGeom>
              <a:avLst/>
              <a:pathLst>
                <a:path w="6949396" h="2577045">
                  <a:moveTo>
                    <a:pt x="0" y="2577045"/>
                  </a:moveTo>
                  <a:lnTo>
                    <a:pt x="85795" y="2577045"/>
                  </a:lnTo>
                  <a:lnTo>
                    <a:pt x="85795" y="2433854"/>
                  </a:lnTo>
                  <a:lnTo>
                    <a:pt x="171590" y="2433854"/>
                  </a:lnTo>
                  <a:lnTo>
                    <a:pt x="171590" y="2363136"/>
                  </a:lnTo>
                  <a:lnTo>
                    <a:pt x="343180" y="2363136"/>
                  </a:lnTo>
                  <a:lnTo>
                    <a:pt x="343180" y="2154618"/>
                  </a:lnTo>
                  <a:lnTo>
                    <a:pt x="428975" y="2154618"/>
                  </a:lnTo>
                  <a:lnTo>
                    <a:pt x="428975" y="1882764"/>
                  </a:lnTo>
                  <a:lnTo>
                    <a:pt x="514770" y="1882764"/>
                  </a:lnTo>
                  <a:lnTo>
                    <a:pt x="514770" y="1814813"/>
                  </a:lnTo>
                  <a:lnTo>
                    <a:pt x="600565" y="1814813"/>
                  </a:lnTo>
                  <a:lnTo>
                    <a:pt x="600565" y="1678282"/>
                  </a:lnTo>
                  <a:lnTo>
                    <a:pt x="772155" y="1678282"/>
                  </a:lnTo>
                  <a:lnTo>
                    <a:pt x="772155" y="1610105"/>
                  </a:lnTo>
                  <a:lnTo>
                    <a:pt x="1201130" y="1610105"/>
                  </a:lnTo>
                  <a:lnTo>
                    <a:pt x="1201130" y="1541047"/>
                  </a:lnTo>
                  <a:lnTo>
                    <a:pt x="1801695" y="1541047"/>
                  </a:lnTo>
                  <a:lnTo>
                    <a:pt x="1801695" y="1472132"/>
                  </a:lnTo>
                  <a:lnTo>
                    <a:pt x="1973285" y="1472132"/>
                  </a:lnTo>
                  <a:lnTo>
                    <a:pt x="1973285" y="1267127"/>
                  </a:lnTo>
                  <a:lnTo>
                    <a:pt x="2059080" y="1267127"/>
                  </a:lnTo>
                  <a:lnTo>
                    <a:pt x="2059080" y="1198904"/>
                  </a:lnTo>
                  <a:lnTo>
                    <a:pt x="2316465" y="1198904"/>
                  </a:lnTo>
                  <a:lnTo>
                    <a:pt x="2316465" y="1130696"/>
                  </a:lnTo>
                  <a:lnTo>
                    <a:pt x="2402260" y="1130696"/>
                  </a:lnTo>
                  <a:lnTo>
                    <a:pt x="2402260" y="1058811"/>
                  </a:lnTo>
                  <a:lnTo>
                    <a:pt x="2745440" y="1058811"/>
                  </a:lnTo>
                  <a:lnTo>
                    <a:pt x="2745440" y="986105"/>
                  </a:lnTo>
                  <a:lnTo>
                    <a:pt x="3002825" y="986105"/>
                  </a:lnTo>
                  <a:lnTo>
                    <a:pt x="3002825" y="842719"/>
                  </a:lnTo>
                  <a:lnTo>
                    <a:pt x="3088620" y="842719"/>
                  </a:lnTo>
                  <a:lnTo>
                    <a:pt x="3088620" y="700757"/>
                  </a:lnTo>
                  <a:lnTo>
                    <a:pt x="3860776" y="700757"/>
                  </a:lnTo>
                  <a:lnTo>
                    <a:pt x="3860776" y="629506"/>
                  </a:lnTo>
                  <a:lnTo>
                    <a:pt x="4032366" y="629506"/>
                  </a:lnTo>
                  <a:lnTo>
                    <a:pt x="4032366" y="558846"/>
                  </a:lnTo>
                  <a:lnTo>
                    <a:pt x="4547136" y="558846"/>
                  </a:lnTo>
                  <a:lnTo>
                    <a:pt x="4547136" y="488485"/>
                  </a:lnTo>
                  <a:lnTo>
                    <a:pt x="5576676" y="488485"/>
                  </a:lnTo>
                  <a:lnTo>
                    <a:pt x="5576676" y="418703"/>
                  </a:lnTo>
                  <a:lnTo>
                    <a:pt x="5919856" y="418703"/>
                  </a:lnTo>
                  <a:lnTo>
                    <a:pt x="5919856" y="348659"/>
                  </a:lnTo>
                  <a:lnTo>
                    <a:pt x="6263036" y="348659"/>
                  </a:lnTo>
                  <a:lnTo>
                    <a:pt x="6263036" y="278310"/>
                  </a:lnTo>
                  <a:lnTo>
                    <a:pt x="6434626" y="278310"/>
                  </a:lnTo>
                  <a:lnTo>
                    <a:pt x="6434626" y="208244"/>
                  </a:lnTo>
                  <a:lnTo>
                    <a:pt x="6606216" y="208244"/>
                  </a:lnTo>
                  <a:lnTo>
                    <a:pt x="6606216" y="138324"/>
                  </a:lnTo>
                  <a:lnTo>
                    <a:pt x="6692011" y="138324"/>
                  </a:lnTo>
                  <a:lnTo>
                    <a:pt x="6692011" y="68993"/>
                  </a:lnTo>
                  <a:lnTo>
                    <a:pt x="6949396" y="68993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92708" y="460201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92708" y="366366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272530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0.15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80247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494735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709222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28" name="tx28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29" name="pl29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972874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3.34 (95% CI 1.46-7.63), p = 0.004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72874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2026-07-06T08:59:42Z</dcterms:modified>
  <cp:category/>
</cp:coreProperties>
</file>