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095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80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506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212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17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23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329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003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740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480314"/>
            </a:xfrm>
            <a:custGeom>
              <a:avLst/>
              <a:pathLst>
                <a:path w="7090630" h="3480314">
                  <a:moveTo>
                    <a:pt x="2083249" y="0"/>
                  </a:moveTo>
                  <a:lnTo>
                    <a:pt x="2148675" y="302455"/>
                  </a:lnTo>
                  <a:lnTo>
                    <a:pt x="2220298" y="602345"/>
                  </a:lnTo>
                  <a:lnTo>
                    <a:pt x="2291920" y="873965"/>
                  </a:lnTo>
                  <a:lnTo>
                    <a:pt x="2363543" y="1119980"/>
                  </a:lnTo>
                  <a:lnTo>
                    <a:pt x="2435165" y="1342805"/>
                  </a:lnTo>
                  <a:lnTo>
                    <a:pt x="2506788" y="1544624"/>
                  </a:lnTo>
                  <a:lnTo>
                    <a:pt x="2578410" y="1727419"/>
                  </a:lnTo>
                  <a:lnTo>
                    <a:pt x="2650033" y="1892982"/>
                  </a:lnTo>
                  <a:lnTo>
                    <a:pt x="2721655" y="2042938"/>
                  </a:lnTo>
                  <a:lnTo>
                    <a:pt x="2793278" y="2178758"/>
                  </a:lnTo>
                  <a:lnTo>
                    <a:pt x="2864901" y="2301775"/>
                  </a:lnTo>
                  <a:lnTo>
                    <a:pt x="2936523" y="2413195"/>
                  </a:lnTo>
                  <a:lnTo>
                    <a:pt x="3008146" y="2514113"/>
                  </a:lnTo>
                  <a:lnTo>
                    <a:pt x="3079768" y="2605517"/>
                  </a:lnTo>
                  <a:lnTo>
                    <a:pt x="3151391" y="2663761"/>
                  </a:lnTo>
                  <a:lnTo>
                    <a:pt x="3223013" y="2685740"/>
                  </a:lnTo>
                  <a:lnTo>
                    <a:pt x="3294636" y="2707129"/>
                  </a:lnTo>
                  <a:lnTo>
                    <a:pt x="3366258" y="2727946"/>
                  </a:lnTo>
                  <a:lnTo>
                    <a:pt x="3437881" y="2748204"/>
                  </a:lnTo>
                  <a:lnTo>
                    <a:pt x="3509503" y="2767919"/>
                  </a:lnTo>
                  <a:lnTo>
                    <a:pt x="3581126" y="2787106"/>
                  </a:lnTo>
                  <a:lnTo>
                    <a:pt x="3652748" y="2805779"/>
                  </a:lnTo>
                  <a:lnTo>
                    <a:pt x="3724371" y="2823951"/>
                  </a:lnTo>
                  <a:lnTo>
                    <a:pt x="3795993" y="2841636"/>
                  </a:lnTo>
                  <a:lnTo>
                    <a:pt x="3867616" y="2858847"/>
                  </a:lnTo>
                  <a:lnTo>
                    <a:pt x="3939238" y="2875597"/>
                  </a:lnTo>
                  <a:lnTo>
                    <a:pt x="4010861" y="2891897"/>
                  </a:lnTo>
                  <a:lnTo>
                    <a:pt x="4082483" y="2907761"/>
                  </a:lnTo>
                  <a:lnTo>
                    <a:pt x="4154106" y="2923200"/>
                  </a:lnTo>
                  <a:lnTo>
                    <a:pt x="4225729" y="2938224"/>
                  </a:lnTo>
                  <a:lnTo>
                    <a:pt x="4297351" y="2952847"/>
                  </a:lnTo>
                  <a:lnTo>
                    <a:pt x="4368974" y="2967077"/>
                  </a:lnTo>
                  <a:lnTo>
                    <a:pt x="4440596" y="2980925"/>
                  </a:lnTo>
                  <a:lnTo>
                    <a:pt x="4512219" y="2994403"/>
                  </a:lnTo>
                  <a:lnTo>
                    <a:pt x="4583841" y="3007519"/>
                  </a:lnTo>
                  <a:lnTo>
                    <a:pt x="4655464" y="3020284"/>
                  </a:lnTo>
                  <a:lnTo>
                    <a:pt x="4727086" y="3032706"/>
                  </a:lnTo>
                  <a:lnTo>
                    <a:pt x="4798709" y="3044796"/>
                  </a:lnTo>
                  <a:lnTo>
                    <a:pt x="4870331" y="3056561"/>
                  </a:lnTo>
                  <a:lnTo>
                    <a:pt x="4941954" y="3068012"/>
                  </a:lnTo>
                  <a:lnTo>
                    <a:pt x="5013576" y="3079155"/>
                  </a:lnTo>
                  <a:lnTo>
                    <a:pt x="5085199" y="3089999"/>
                  </a:lnTo>
                  <a:lnTo>
                    <a:pt x="5156821" y="3100553"/>
                  </a:lnTo>
                  <a:lnTo>
                    <a:pt x="5228444" y="3110824"/>
                  </a:lnTo>
                  <a:lnTo>
                    <a:pt x="5300066" y="3120820"/>
                  </a:lnTo>
                  <a:lnTo>
                    <a:pt x="5371689" y="3130548"/>
                  </a:lnTo>
                  <a:lnTo>
                    <a:pt x="5443311" y="3140015"/>
                  </a:lnTo>
                  <a:lnTo>
                    <a:pt x="5514934" y="3149228"/>
                  </a:lnTo>
                  <a:lnTo>
                    <a:pt x="5586557" y="3158195"/>
                  </a:lnTo>
                  <a:lnTo>
                    <a:pt x="5658179" y="3166921"/>
                  </a:lnTo>
                  <a:lnTo>
                    <a:pt x="5729802" y="3175413"/>
                  </a:lnTo>
                  <a:lnTo>
                    <a:pt x="5801424" y="3183677"/>
                  </a:lnTo>
                  <a:lnTo>
                    <a:pt x="5873047" y="3191720"/>
                  </a:lnTo>
                  <a:lnTo>
                    <a:pt x="5944669" y="3199548"/>
                  </a:lnTo>
                  <a:lnTo>
                    <a:pt x="6016292" y="3207165"/>
                  </a:lnTo>
                  <a:lnTo>
                    <a:pt x="6087914" y="3214579"/>
                  </a:lnTo>
                  <a:lnTo>
                    <a:pt x="6159537" y="3221793"/>
                  </a:lnTo>
                  <a:lnTo>
                    <a:pt x="6231159" y="3228815"/>
                  </a:lnTo>
                  <a:lnTo>
                    <a:pt x="6302782" y="3235648"/>
                  </a:lnTo>
                  <a:lnTo>
                    <a:pt x="6374404" y="3242298"/>
                  </a:lnTo>
                  <a:lnTo>
                    <a:pt x="6446027" y="3248770"/>
                  </a:lnTo>
                  <a:lnTo>
                    <a:pt x="6517649" y="3255068"/>
                  </a:lnTo>
                  <a:lnTo>
                    <a:pt x="6589272" y="3261197"/>
                  </a:lnTo>
                  <a:lnTo>
                    <a:pt x="6660894" y="3267162"/>
                  </a:lnTo>
                  <a:lnTo>
                    <a:pt x="6732517" y="3272968"/>
                  </a:lnTo>
                  <a:lnTo>
                    <a:pt x="6804139" y="3278617"/>
                  </a:lnTo>
                  <a:lnTo>
                    <a:pt x="6875762" y="3284116"/>
                  </a:lnTo>
                  <a:lnTo>
                    <a:pt x="6947385" y="3289467"/>
                  </a:lnTo>
                  <a:lnTo>
                    <a:pt x="7019007" y="3294674"/>
                  </a:lnTo>
                  <a:lnTo>
                    <a:pt x="7090630" y="3299742"/>
                  </a:lnTo>
                  <a:lnTo>
                    <a:pt x="7090630" y="3480314"/>
                  </a:lnTo>
                  <a:lnTo>
                    <a:pt x="7019007" y="3479957"/>
                  </a:lnTo>
                  <a:lnTo>
                    <a:pt x="6947385" y="3479562"/>
                  </a:lnTo>
                  <a:lnTo>
                    <a:pt x="6875762" y="3479127"/>
                  </a:lnTo>
                  <a:lnTo>
                    <a:pt x="6804139" y="3478646"/>
                  </a:lnTo>
                  <a:lnTo>
                    <a:pt x="6732517" y="3478115"/>
                  </a:lnTo>
                  <a:lnTo>
                    <a:pt x="6660894" y="3477529"/>
                  </a:lnTo>
                  <a:lnTo>
                    <a:pt x="6589272" y="3476882"/>
                  </a:lnTo>
                  <a:lnTo>
                    <a:pt x="6517649" y="3476167"/>
                  </a:lnTo>
                  <a:lnTo>
                    <a:pt x="6446027" y="3475378"/>
                  </a:lnTo>
                  <a:lnTo>
                    <a:pt x="6374404" y="3474507"/>
                  </a:lnTo>
                  <a:lnTo>
                    <a:pt x="6302782" y="3473546"/>
                  </a:lnTo>
                  <a:lnTo>
                    <a:pt x="6231159" y="3472484"/>
                  </a:lnTo>
                  <a:lnTo>
                    <a:pt x="6159537" y="3471312"/>
                  </a:lnTo>
                  <a:lnTo>
                    <a:pt x="6087914" y="3470018"/>
                  </a:lnTo>
                  <a:lnTo>
                    <a:pt x="6016292" y="3468589"/>
                  </a:lnTo>
                  <a:lnTo>
                    <a:pt x="5944669" y="3467012"/>
                  </a:lnTo>
                  <a:lnTo>
                    <a:pt x="5873047" y="3465270"/>
                  </a:lnTo>
                  <a:lnTo>
                    <a:pt x="5801424" y="3463347"/>
                  </a:lnTo>
                  <a:lnTo>
                    <a:pt x="5729802" y="3461224"/>
                  </a:lnTo>
                  <a:lnTo>
                    <a:pt x="5658179" y="3458880"/>
                  </a:lnTo>
                  <a:lnTo>
                    <a:pt x="5586557" y="3456291"/>
                  </a:lnTo>
                  <a:lnTo>
                    <a:pt x="5514934" y="3453434"/>
                  </a:lnTo>
                  <a:lnTo>
                    <a:pt x="5443311" y="3450279"/>
                  </a:lnTo>
                  <a:lnTo>
                    <a:pt x="5371689" y="3446796"/>
                  </a:lnTo>
                  <a:lnTo>
                    <a:pt x="5300066" y="3442950"/>
                  </a:lnTo>
                  <a:lnTo>
                    <a:pt x="5228444" y="3438704"/>
                  </a:lnTo>
                  <a:lnTo>
                    <a:pt x="5156821" y="3434016"/>
                  </a:lnTo>
                  <a:lnTo>
                    <a:pt x="5085199" y="3428841"/>
                  </a:lnTo>
                  <a:lnTo>
                    <a:pt x="5013576" y="3423126"/>
                  </a:lnTo>
                  <a:lnTo>
                    <a:pt x="4941954" y="3416817"/>
                  </a:lnTo>
                  <a:lnTo>
                    <a:pt x="4870331" y="3409851"/>
                  </a:lnTo>
                  <a:lnTo>
                    <a:pt x="4798709" y="3402160"/>
                  </a:lnTo>
                  <a:lnTo>
                    <a:pt x="4727086" y="3393669"/>
                  </a:lnTo>
                  <a:lnTo>
                    <a:pt x="4655464" y="3384294"/>
                  </a:lnTo>
                  <a:lnTo>
                    <a:pt x="4583841" y="3373943"/>
                  </a:lnTo>
                  <a:lnTo>
                    <a:pt x="4512219" y="3362515"/>
                  </a:lnTo>
                  <a:lnTo>
                    <a:pt x="4440596" y="3349898"/>
                  </a:lnTo>
                  <a:lnTo>
                    <a:pt x="4368974" y="3335967"/>
                  </a:lnTo>
                  <a:lnTo>
                    <a:pt x="4297351" y="3320586"/>
                  </a:lnTo>
                  <a:lnTo>
                    <a:pt x="4225729" y="3303605"/>
                  </a:lnTo>
                  <a:lnTo>
                    <a:pt x="4154106" y="3284856"/>
                  </a:lnTo>
                  <a:lnTo>
                    <a:pt x="4082483" y="3264156"/>
                  </a:lnTo>
                  <a:lnTo>
                    <a:pt x="4010861" y="3241302"/>
                  </a:lnTo>
                  <a:lnTo>
                    <a:pt x="3939238" y="3216069"/>
                  </a:lnTo>
                  <a:lnTo>
                    <a:pt x="3867616" y="3188209"/>
                  </a:lnTo>
                  <a:lnTo>
                    <a:pt x="3795993" y="3157451"/>
                  </a:lnTo>
                  <a:lnTo>
                    <a:pt x="3724371" y="3123490"/>
                  </a:lnTo>
                  <a:lnTo>
                    <a:pt x="3652748" y="3085996"/>
                  </a:lnTo>
                  <a:lnTo>
                    <a:pt x="3581126" y="3044599"/>
                  </a:lnTo>
                  <a:lnTo>
                    <a:pt x="3509503" y="2998893"/>
                  </a:lnTo>
                  <a:lnTo>
                    <a:pt x="3437881" y="2948431"/>
                  </a:lnTo>
                  <a:lnTo>
                    <a:pt x="3366258" y="2892717"/>
                  </a:lnTo>
                  <a:lnTo>
                    <a:pt x="3294636" y="2831203"/>
                  </a:lnTo>
                  <a:lnTo>
                    <a:pt x="3223013" y="2763288"/>
                  </a:lnTo>
                  <a:lnTo>
                    <a:pt x="3151391" y="2688305"/>
                  </a:lnTo>
                  <a:lnTo>
                    <a:pt x="3079768" y="2641177"/>
                  </a:lnTo>
                  <a:lnTo>
                    <a:pt x="3008146" y="2617971"/>
                  </a:lnTo>
                  <a:lnTo>
                    <a:pt x="2936523" y="2594126"/>
                  </a:lnTo>
                  <a:lnTo>
                    <a:pt x="2864901" y="2569624"/>
                  </a:lnTo>
                  <a:lnTo>
                    <a:pt x="2793278" y="2544447"/>
                  </a:lnTo>
                  <a:lnTo>
                    <a:pt x="2721655" y="2518577"/>
                  </a:lnTo>
                  <a:lnTo>
                    <a:pt x="2650033" y="2491994"/>
                  </a:lnTo>
                  <a:lnTo>
                    <a:pt x="2578410" y="2464679"/>
                  </a:lnTo>
                  <a:lnTo>
                    <a:pt x="2506788" y="2436612"/>
                  </a:lnTo>
                  <a:lnTo>
                    <a:pt x="2435165" y="2407772"/>
                  </a:lnTo>
                  <a:lnTo>
                    <a:pt x="2363543" y="2378137"/>
                  </a:lnTo>
                  <a:lnTo>
                    <a:pt x="2291920" y="2347687"/>
                  </a:lnTo>
                  <a:lnTo>
                    <a:pt x="2220298" y="2316397"/>
                  </a:lnTo>
                  <a:lnTo>
                    <a:pt x="2148675" y="2284246"/>
                  </a:lnTo>
                  <a:lnTo>
                    <a:pt x="2077053" y="2251210"/>
                  </a:lnTo>
                  <a:lnTo>
                    <a:pt x="2005430" y="2217263"/>
                  </a:lnTo>
                  <a:lnTo>
                    <a:pt x="1933808" y="2182382"/>
                  </a:lnTo>
                  <a:lnTo>
                    <a:pt x="1862185" y="2146539"/>
                  </a:lnTo>
                  <a:lnTo>
                    <a:pt x="1790563" y="2109710"/>
                  </a:lnTo>
                  <a:lnTo>
                    <a:pt x="1718940" y="2071866"/>
                  </a:lnTo>
                  <a:lnTo>
                    <a:pt x="1647318" y="2032980"/>
                  </a:lnTo>
                  <a:lnTo>
                    <a:pt x="1575695" y="1993023"/>
                  </a:lnTo>
                  <a:lnTo>
                    <a:pt x="1504073" y="1951966"/>
                  </a:lnTo>
                  <a:lnTo>
                    <a:pt x="1432450" y="1909777"/>
                  </a:lnTo>
                  <a:lnTo>
                    <a:pt x="1360827" y="1866427"/>
                  </a:lnTo>
                  <a:lnTo>
                    <a:pt x="1289205" y="1821883"/>
                  </a:lnTo>
                  <a:lnTo>
                    <a:pt x="1217582" y="1776112"/>
                  </a:lnTo>
                  <a:lnTo>
                    <a:pt x="1145960" y="1729080"/>
                  </a:lnTo>
                  <a:lnTo>
                    <a:pt x="1074337" y="1680753"/>
                  </a:lnTo>
                  <a:lnTo>
                    <a:pt x="1002715" y="1631095"/>
                  </a:lnTo>
                  <a:lnTo>
                    <a:pt x="931092" y="1580069"/>
                  </a:lnTo>
                  <a:lnTo>
                    <a:pt x="859470" y="1527638"/>
                  </a:lnTo>
                  <a:lnTo>
                    <a:pt x="787847" y="1473763"/>
                  </a:lnTo>
                  <a:lnTo>
                    <a:pt x="716225" y="1418404"/>
                  </a:lnTo>
                  <a:lnTo>
                    <a:pt x="644602" y="1361520"/>
                  </a:lnTo>
                  <a:lnTo>
                    <a:pt x="572980" y="1303070"/>
                  </a:lnTo>
                  <a:lnTo>
                    <a:pt x="501357" y="1243010"/>
                  </a:lnTo>
                  <a:lnTo>
                    <a:pt x="429735" y="1181295"/>
                  </a:lnTo>
                  <a:lnTo>
                    <a:pt x="358112" y="1117881"/>
                  </a:lnTo>
                  <a:lnTo>
                    <a:pt x="286490" y="1052720"/>
                  </a:lnTo>
                  <a:lnTo>
                    <a:pt x="214867" y="985765"/>
                  </a:lnTo>
                  <a:lnTo>
                    <a:pt x="143245" y="916966"/>
                  </a:lnTo>
                  <a:lnTo>
                    <a:pt x="71622" y="846271"/>
                  </a:lnTo>
                  <a:lnTo>
                    <a:pt x="0" y="773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255299" y="2073503"/>
              <a:ext cx="5007380" cy="3299742"/>
            </a:xfrm>
            <a:custGeom>
              <a:avLst/>
              <a:pathLst>
                <a:path w="5007380" h="3299742">
                  <a:moveTo>
                    <a:pt x="0" y="0"/>
                  </a:moveTo>
                  <a:lnTo>
                    <a:pt x="65425" y="302455"/>
                  </a:lnTo>
                  <a:lnTo>
                    <a:pt x="137048" y="602345"/>
                  </a:lnTo>
                  <a:lnTo>
                    <a:pt x="208671" y="873965"/>
                  </a:lnTo>
                  <a:lnTo>
                    <a:pt x="280293" y="1119980"/>
                  </a:lnTo>
                  <a:lnTo>
                    <a:pt x="351916" y="1342805"/>
                  </a:lnTo>
                  <a:lnTo>
                    <a:pt x="423538" y="1544624"/>
                  </a:lnTo>
                  <a:lnTo>
                    <a:pt x="495161" y="1727419"/>
                  </a:lnTo>
                  <a:lnTo>
                    <a:pt x="566783" y="1892982"/>
                  </a:lnTo>
                  <a:lnTo>
                    <a:pt x="638406" y="2042938"/>
                  </a:lnTo>
                  <a:lnTo>
                    <a:pt x="710028" y="2178758"/>
                  </a:lnTo>
                  <a:lnTo>
                    <a:pt x="781651" y="2301775"/>
                  </a:lnTo>
                  <a:lnTo>
                    <a:pt x="853273" y="2413195"/>
                  </a:lnTo>
                  <a:lnTo>
                    <a:pt x="924896" y="2514113"/>
                  </a:lnTo>
                  <a:lnTo>
                    <a:pt x="996518" y="2605517"/>
                  </a:lnTo>
                  <a:lnTo>
                    <a:pt x="1068141" y="2663761"/>
                  </a:lnTo>
                  <a:lnTo>
                    <a:pt x="1139763" y="2685740"/>
                  </a:lnTo>
                  <a:lnTo>
                    <a:pt x="1211386" y="2707129"/>
                  </a:lnTo>
                  <a:lnTo>
                    <a:pt x="1283008" y="2727946"/>
                  </a:lnTo>
                  <a:lnTo>
                    <a:pt x="1354631" y="2748204"/>
                  </a:lnTo>
                  <a:lnTo>
                    <a:pt x="1426253" y="2767919"/>
                  </a:lnTo>
                  <a:lnTo>
                    <a:pt x="1497876" y="2787106"/>
                  </a:lnTo>
                  <a:lnTo>
                    <a:pt x="1569499" y="2805779"/>
                  </a:lnTo>
                  <a:lnTo>
                    <a:pt x="1641121" y="2823951"/>
                  </a:lnTo>
                  <a:lnTo>
                    <a:pt x="1712744" y="2841636"/>
                  </a:lnTo>
                  <a:lnTo>
                    <a:pt x="1784366" y="2858847"/>
                  </a:lnTo>
                  <a:lnTo>
                    <a:pt x="1855989" y="2875597"/>
                  </a:lnTo>
                  <a:lnTo>
                    <a:pt x="1927611" y="2891897"/>
                  </a:lnTo>
                  <a:lnTo>
                    <a:pt x="1999234" y="2907761"/>
                  </a:lnTo>
                  <a:lnTo>
                    <a:pt x="2070856" y="2923200"/>
                  </a:lnTo>
                  <a:lnTo>
                    <a:pt x="2142479" y="2938224"/>
                  </a:lnTo>
                  <a:lnTo>
                    <a:pt x="2214101" y="2952847"/>
                  </a:lnTo>
                  <a:lnTo>
                    <a:pt x="2285724" y="2967077"/>
                  </a:lnTo>
                  <a:lnTo>
                    <a:pt x="2357346" y="2980925"/>
                  </a:lnTo>
                  <a:lnTo>
                    <a:pt x="2428969" y="2994403"/>
                  </a:lnTo>
                  <a:lnTo>
                    <a:pt x="2500591" y="3007519"/>
                  </a:lnTo>
                  <a:lnTo>
                    <a:pt x="2572214" y="3020284"/>
                  </a:lnTo>
                  <a:lnTo>
                    <a:pt x="2643836" y="3032706"/>
                  </a:lnTo>
                  <a:lnTo>
                    <a:pt x="2715459" y="3044796"/>
                  </a:lnTo>
                  <a:lnTo>
                    <a:pt x="2787081" y="3056561"/>
                  </a:lnTo>
                  <a:lnTo>
                    <a:pt x="2858704" y="3068012"/>
                  </a:lnTo>
                  <a:lnTo>
                    <a:pt x="2930327" y="3079155"/>
                  </a:lnTo>
                  <a:lnTo>
                    <a:pt x="3001949" y="3089999"/>
                  </a:lnTo>
                  <a:lnTo>
                    <a:pt x="3073572" y="3100553"/>
                  </a:lnTo>
                  <a:lnTo>
                    <a:pt x="3145194" y="3110824"/>
                  </a:lnTo>
                  <a:lnTo>
                    <a:pt x="3216817" y="3120820"/>
                  </a:lnTo>
                  <a:lnTo>
                    <a:pt x="3288439" y="3130548"/>
                  </a:lnTo>
                  <a:lnTo>
                    <a:pt x="3360062" y="3140015"/>
                  </a:lnTo>
                  <a:lnTo>
                    <a:pt x="3431684" y="3149228"/>
                  </a:lnTo>
                  <a:lnTo>
                    <a:pt x="3503307" y="3158195"/>
                  </a:lnTo>
                  <a:lnTo>
                    <a:pt x="3574929" y="3166921"/>
                  </a:lnTo>
                  <a:lnTo>
                    <a:pt x="3646552" y="3175413"/>
                  </a:lnTo>
                  <a:lnTo>
                    <a:pt x="3718174" y="3183677"/>
                  </a:lnTo>
                  <a:lnTo>
                    <a:pt x="3789797" y="3191720"/>
                  </a:lnTo>
                  <a:lnTo>
                    <a:pt x="3861419" y="3199548"/>
                  </a:lnTo>
                  <a:lnTo>
                    <a:pt x="3933042" y="3207165"/>
                  </a:lnTo>
                  <a:lnTo>
                    <a:pt x="4004664" y="3214579"/>
                  </a:lnTo>
                  <a:lnTo>
                    <a:pt x="4076287" y="3221793"/>
                  </a:lnTo>
                  <a:lnTo>
                    <a:pt x="4147909" y="3228815"/>
                  </a:lnTo>
                  <a:lnTo>
                    <a:pt x="4219532" y="3235648"/>
                  </a:lnTo>
                  <a:lnTo>
                    <a:pt x="4291155" y="3242298"/>
                  </a:lnTo>
                  <a:lnTo>
                    <a:pt x="4362777" y="3248770"/>
                  </a:lnTo>
                  <a:lnTo>
                    <a:pt x="4434400" y="3255068"/>
                  </a:lnTo>
                  <a:lnTo>
                    <a:pt x="4506022" y="3261197"/>
                  </a:lnTo>
                  <a:lnTo>
                    <a:pt x="4577645" y="3267162"/>
                  </a:lnTo>
                  <a:lnTo>
                    <a:pt x="4649267" y="3272968"/>
                  </a:lnTo>
                  <a:lnTo>
                    <a:pt x="4720890" y="3278617"/>
                  </a:lnTo>
                  <a:lnTo>
                    <a:pt x="4792512" y="3284116"/>
                  </a:lnTo>
                  <a:lnTo>
                    <a:pt x="4864135" y="3289467"/>
                  </a:lnTo>
                  <a:lnTo>
                    <a:pt x="4935757" y="3294674"/>
                  </a:lnTo>
                  <a:lnTo>
                    <a:pt x="5007380" y="32997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847133"/>
              <a:ext cx="7090630" cy="2706683"/>
            </a:xfrm>
            <a:custGeom>
              <a:avLst/>
              <a:pathLst>
                <a:path w="7090630" h="2706683">
                  <a:moveTo>
                    <a:pt x="7090630" y="2706683"/>
                  </a:moveTo>
                  <a:lnTo>
                    <a:pt x="7019007" y="2706326"/>
                  </a:lnTo>
                  <a:lnTo>
                    <a:pt x="6947385" y="2705932"/>
                  </a:lnTo>
                  <a:lnTo>
                    <a:pt x="6875762" y="2705496"/>
                  </a:lnTo>
                  <a:lnTo>
                    <a:pt x="6804139" y="2705015"/>
                  </a:lnTo>
                  <a:lnTo>
                    <a:pt x="6732517" y="2704484"/>
                  </a:lnTo>
                  <a:lnTo>
                    <a:pt x="6660894" y="2703898"/>
                  </a:lnTo>
                  <a:lnTo>
                    <a:pt x="6589272" y="2703251"/>
                  </a:lnTo>
                  <a:lnTo>
                    <a:pt x="6517649" y="2702537"/>
                  </a:lnTo>
                  <a:lnTo>
                    <a:pt x="6446027" y="2701748"/>
                  </a:lnTo>
                  <a:lnTo>
                    <a:pt x="6374404" y="2700877"/>
                  </a:lnTo>
                  <a:lnTo>
                    <a:pt x="6302782" y="2699915"/>
                  </a:lnTo>
                  <a:lnTo>
                    <a:pt x="6231159" y="2698854"/>
                  </a:lnTo>
                  <a:lnTo>
                    <a:pt x="6159537" y="2697682"/>
                  </a:lnTo>
                  <a:lnTo>
                    <a:pt x="6087914" y="2696387"/>
                  </a:lnTo>
                  <a:lnTo>
                    <a:pt x="6016292" y="2694959"/>
                  </a:lnTo>
                  <a:lnTo>
                    <a:pt x="5944669" y="2693381"/>
                  </a:lnTo>
                  <a:lnTo>
                    <a:pt x="5873047" y="2691639"/>
                  </a:lnTo>
                  <a:lnTo>
                    <a:pt x="5801424" y="2689716"/>
                  </a:lnTo>
                  <a:lnTo>
                    <a:pt x="5729802" y="2687593"/>
                  </a:lnTo>
                  <a:lnTo>
                    <a:pt x="5658179" y="2685249"/>
                  </a:lnTo>
                  <a:lnTo>
                    <a:pt x="5586557" y="2682661"/>
                  </a:lnTo>
                  <a:lnTo>
                    <a:pt x="5514934" y="2679804"/>
                  </a:lnTo>
                  <a:lnTo>
                    <a:pt x="5443311" y="2676649"/>
                  </a:lnTo>
                  <a:lnTo>
                    <a:pt x="5371689" y="2673166"/>
                  </a:lnTo>
                  <a:lnTo>
                    <a:pt x="5300066" y="2669320"/>
                  </a:lnTo>
                  <a:lnTo>
                    <a:pt x="5228444" y="2665074"/>
                  </a:lnTo>
                  <a:lnTo>
                    <a:pt x="5156821" y="2660386"/>
                  </a:lnTo>
                  <a:lnTo>
                    <a:pt x="5085199" y="2655210"/>
                  </a:lnTo>
                  <a:lnTo>
                    <a:pt x="5013576" y="2649496"/>
                  </a:lnTo>
                  <a:lnTo>
                    <a:pt x="4941954" y="2643187"/>
                  </a:lnTo>
                  <a:lnTo>
                    <a:pt x="4870331" y="2636221"/>
                  </a:lnTo>
                  <a:lnTo>
                    <a:pt x="4798709" y="2628530"/>
                  </a:lnTo>
                  <a:lnTo>
                    <a:pt x="4727086" y="2620038"/>
                  </a:lnTo>
                  <a:lnTo>
                    <a:pt x="4655464" y="2610663"/>
                  </a:lnTo>
                  <a:lnTo>
                    <a:pt x="4583841" y="2600313"/>
                  </a:lnTo>
                  <a:lnTo>
                    <a:pt x="4512219" y="2588885"/>
                  </a:lnTo>
                  <a:lnTo>
                    <a:pt x="4440596" y="2576267"/>
                  </a:lnTo>
                  <a:lnTo>
                    <a:pt x="4368974" y="2562336"/>
                  </a:lnTo>
                  <a:lnTo>
                    <a:pt x="4297351" y="2546956"/>
                  </a:lnTo>
                  <a:lnTo>
                    <a:pt x="4225729" y="2529974"/>
                  </a:lnTo>
                  <a:lnTo>
                    <a:pt x="4154106" y="2511226"/>
                  </a:lnTo>
                  <a:lnTo>
                    <a:pt x="4082483" y="2490526"/>
                  </a:lnTo>
                  <a:lnTo>
                    <a:pt x="4010861" y="2467671"/>
                  </a:lnTo>
                  <a:lnTo>
                    <a:pt x="3939238" y="2442438"/>
                  </a:lnTo>
                  <a:lnTo>
                    <a:pt x="3867616" y="2414579"/>
                  </a:lnTo>
                  <a:lnTo>
                    <a:pt x="3795993" y="2383820"/>
                  </a:lnTo>
                  <a:lnTo>
                    <a:pt x="3724371" y="2349860"/>
                  </a:lnTo>
                  <a:lnTo>
                    <a:pt x="3652748" y="2312365"/>
                  </a:lnTo>
                  <a:lnTo>
                    <a:pt x="3581126" y="2270968"/>
                  </a:lnTo>
                  <a:lnTo>
                    <a:pt x="3509503" y="2225263"/>
                  </a:lnTo>
                  <a:lnTo>
                    <a:pt x="3437881" y="2174800"/>
                  </a:lnTo>
                  <a:lnTo>
                    <a:pt x="3366258" y="2119086"/>
                  </a:lnTo>
                  <a:lnTo>
                    <a:pt x="3294636" y="2057573"/>
                  </a:lnTo>
                  <a:lnTo>
                    <a:pt x="3223013" y="1989658"/>
                  </a:lnTo>
                  <a:lnTo>
                    <a:pt x="3151391" y="1914674"/>
                  </a:lnTo>
                  <a:lnTo>
                    <a:pt x="3079768" y="1867547"/>
                  </a:lnTo>
                  <a:lnTo>
                    <a:pt x="3008146" y="1844341"/>
                  </a:lnTo>
                  <a:lnTo>
                    <a:pt x="2936523" y="1820495"/>
                  </a:lnTo>
                  <a:lnTo>
                    <a:pt x="2864901" y="1795993"/>
                  </a:lnTo>
                  <a:lnTo>
                    <a:pt x="2793278" y="1770817"/>
                  </a:lnTo>
                  <a:lnTo>
                    <a:pt x="2721655" y="1744946"/>
                  </a:lnTo>
                  <a:lnTo>
                    <a:pt x="2650033" y="1718364"/>
                  </a:lnTo>
                  <a:lnTo>
                    <a:pt x="2578410" y="1691049"/>
                  </a:lnTo>
                  <a:lnTo>
                    <a:pt x="2506788" y="1662982"/>
                  </a:lnTo>
                  <a:lnTo>
                    <a:pt x="2435165" y="1634142"/>
                  </a:lnTo>
                  <a:lnTo>
                    <a:pt x="2363543" y="1604507"/>
                  </a:lnTo>
                  <a:lnTo>
                    <a:pt x="2291920" y="1574056"/>
                  </a:lnTo>
                  <a:lnTo>
                    <a:pt x="2220298" y="1542767"/>
                  </a:lnTo>
                  <a:lnTo>
                    <a:pt x="2148675" y="1510616"/>
                  </a:lnTo>
                  <a:lnTo>
                    <a:pt x="2077053" y="1477579"/>
                  </a:lnTo>
                  <a:lnTo>
                    <a:pt x="2005430" y="1443633"/>
                  </a:lnTo>
                  <a:lnTo>
                    <a:pt x="1933808" y="1408751"/>
                  </a:lnTo>
                  <a:lnTo>
                    <a:pt x="1862185" y="1372909"/>
                  </a:lnTo>
                  <a:lnTo>
                    <a:pt x="1790563" y="1336080"/>
                  </a:lnTo>
                  <a:lnTo>
                    <a:pt x="1718940" y="1298236"/>
                  </a:lnTo>
                  <a:lnTo>
                    <a:pt x="1647318" y="1259350"/>
                  </a:lnTo>
                  <a:lnTo>
                    <a:pt x="1575695" y="1219393"/>
                  </a:lnTo>
                  <a:lnTo>
                    <a:pt x="1504073" y="1178335"/>
                  </a:lnTo>
                  <a:lnTo>
                    <a:pt x="1432450" y="1136147"/>
                  </a:lnTo>
                  <a:lnTo>
                    <a:pt x="1360827" y="1092797"/>
                  </a:lnTo>
                  <a:lnTo>
                    <a:pt x="1289205" y="1048252"/>
                  </a:lnTo>
                  <a:lnTo>
                    <a:pt x="1217582" y="1002481"/>
                  </a:lnTo>
                  <a:lnTo>
                    <a:pt x="1145960" y="955450"/>
                  </a:lnTo>
                  <a:lnTo>
                    <a:pt x="1074337" y="907123"/>
                  </a:lnTo>
                  <a:lnTo>
                    <a:pt x="1002715" y="857465"/>
                  </a:lnTo>
                  <a:lnTo>
                    <a:pt x="931092" y="806439"/>
                  </a:lnTo>
                  <a:lnTo>
                    <a:pt x="859470" y="754008"/>
                  </a:lnTo>
                  <a:lnTo>
                    <a:pt x="787847" y="700133"/>
                  </a:lnTo>
                  <a:lnTo>
                    <a:pt x="716225" y="644774"/>
                  </a:lnTo>
                  <a:lnTo>
                    <a:pt x="644602" y="587890"/>
                  </a:lnTo>
                  <a:lnTo>
                    <a:pt x="572980" y="529439"/>
                  </a:lnTo>
                  <a:lnTo>
                    <a:pt x="501357" y="469379"/>
                  </a:lnTo>
                  <a:lnTo>
                    <a:pt x="429735" y="407665"/>
                  </a:lnTo>
                  <a:lnTo>
                    <a:pt x="358112" y="344251"/>
                  </a:lnTo>
                  <a:lnTo>
                    <a:pt x="286490" y="279090"/>
                  </a:lnTo>
                  <a:lnTo>
                    <a:pt x="214867" y="212135"/>
                  </a:lnTo>
                  <a:lnTo>
                    <a:pt x="143245" y="143335"/>
                  </a:lnTo>
                  <a:lnTo>
                    <a:pt x="71622" y="7264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64288" y="2073503"/>
              <a:ext cx="5598391" cy="3458614"/>
            </a:xfrm>
            <a:custGeom>
              <a:avLst/>
              <a:pathLst>
                <a:path w="5598391" h="3458614">
                  <a:moveTo>
                    <a:pt x="0" y="0"/>
                  </a:moveTo>
                  <a:lnTo>
                    <a:pt x="11834" y="37087"/>
                  </a:lnTo>
                  <a:lnTo>
                    <a:pt x="83456" y="247819"/>
                  </a:lnTo>
                  <a:lnTo>
                    <a:pt x="155079" y="445667"/>
                  </a:lnTo>
                  <a:lnTo>
                    <a:pt x="226701" y="631418"/>
                  </a:lnTo>
                  <a:lnTo>
                    <a:pt x="298324" y="805812"/>
                  </a:lnTo>
                  <a:lnTo>
                    <a:pt x="369946" y="969543"/>
                  </a:lnTo>
                  <a:lnTo>
                    <a:pt x="441569" y="1123264"/>
                  </a:lnTo>
                  <a:lnTo>
                    <a:pt x="513191" y="1267587"/>
                  </a:lnTo>
                  <a:lnTo>
                    <a:pt x="584814" y="1403085"/>
                  </a:lnTo>
                  <a:lnTo>
                    <a:pt x="656437" y="1530298"/>
                  </a:lnTo>
                  <a:lnTo>
                    <a:pt x="728059" y="1649734"/>
                  </a:lnTo>
                  <a:lnTo>
                    <a:pt x="799682" y="1761867"/>
                  </a:lnTo>
                  <a:lnTo>
                    <a:pt x="871304" y="1867145"/>
                  </a:lnTo>
                  <a:lnTo>
                    <a:pt x="942927" y="1965985"/>
                  </a:lnTo>
                  <a:lnTo>
                    <a:pt x="1014549" y="2058783"/>
                  </a:lnTo>
                  <a:lnTo>
                    <a:pt x="1086172" y="2145906"/>
                  </a:lnTo>
                  <a:lnTo>
                    <a:pt x="1157794" y="2227703"/>
                  </a:lnTo>
                  <a:lnTo>
                    <a:pt x="1229417" y="2304499"/>
                  </a:lnTo>
                  <a:lnTo>
                    <a:pt x="1301039" y="2376599"/>
                  </a:lnTo>
                  <a:lnTo>
                    <a:pt x="1372662" y="2444291"/>
                  </a:lnTo>
                  <a:lnTo>
                    <a:pt x="1444284" y="2507845"/>
                  </a:lnTo>
                  <a:lnTo>
                    <a:pt x="1515907" y="2567512"/>
                  </a:lnTo>
                  <a:lnTo>
                    <a:pt x="1587529" y="2623532"/>
                  </a:lnTo>
                  <a:lnTo>
                    <a:pt x="1659152" y="2676126"/>
                  </a:lnTo>
                  <a:lnTo>
                    <a:pt x="1730774" y="2725505"/>
                  </a:lnTo>
                  <a:lnTo>
                    <a:pt x="1802397" y="2771864"/>
                  </a:lnTo>
                  <a:lnTo>
                    <a:pt x="1874019" y="2815390"/>
                  </a:lnTo>
                  <a:lnTo>
                    <a:pt x="1945642" y="2856254"/>
                  </a:lnTo>
                  <a:lnTo>
                    <a:pt x="2017265" y="2894619"/>
                  </a:lnTo>
                  <a:lnTo>
                    <a:pt x="2088887" y="2930639"/>
                  </a:lnTo>
                  <a:lnTo>
                    <a:pt x="2160510" y="2964456"/>
                  </a:lnTo>
                  <a:lnTo>
                    <a:pt x="2232132" y="2996206"/>
                  </a:lnTo>
                  <a:lnTo>
                    <a:pt x="2303755" y="3026015"/>
                  </a:lnTo>
                  <a:lnTo>
                    <a:pt x="2375377" y="3054001"/>
                  </a:lnTo>
                  <a:lnTo>
                    <a:pt x="2447000" y="3080276"/>
                  </a:lnTo>
                  <a:lnTo>
                    <a:pt x="2518622" y="3104945"/>
                  </a:lnTo>
                  <a:lnTo>
                    <a:pt x="2590245" y="3128105"/>
                  </a:lnTo>
                  <a:lnTo>
                    <a:pt x="2661867" y="3149849"/>
                  </a:lnTo>
                  <a:lnTo>
                    <a:pt x="2733490" y="3170264"/>
                  </a:lnTo>
                  <a:lnTo>
                    <a:pt x="2805112" y="3189431"/>
                  </a:lnTo>
                  <a:lnTo>
                    <a:pt x="2876735" y="3207426"/>
                  </a:lnTo>
                  <a:lnTo>
                    <a:pt x="2948357" y="3224320"/>
                  </a:lnTo>
                  <a:lnTo>
                    <a:pt x="3019980" y="3240182"/>
                  </a:lnTo>
                  <a:lnTo>
                    <a:pt x="3091602" y="3255073"/>
                  </a:lnTo>
                  <a:lnTo>
                    <a:pt x="3163225" y="3269055"/>
                  </a:lnTo>
                  <a:lnTo>
                    <a:pt x="3234847" y="3282181"/>
                  </a:lnTo>
                  <a:lnTo>
                    <a:pt x="3306470" y="3294505"/>
                  </a:lnTo>
                  <a:lnTo>
                    <a:pt x="3378093" y="3306075"/>
                  </a:lnTo>
                  <a:lnTo>
                    <a:pt x="3449715" y="3316938"/>
                  </a:lnTo>
                  <a:lnTo>
                    <a:pt x="3521338" y="3327137"/>
                  </a:lnTo>
                  <a:lnTo>
                    <a:pt x="3592960" y="3336712"/>
                  </a:lnTo>
                  <a:lnTo>
                    <a:pt x="3664583" y="3345702"/>
                  </a:lnTo>
                  <a:lnTo>
                    <a:pt x="3736205" y="3354142"/>
                  </a:lnTo>
                  <a:lnTo>
                    <a:pt x="3807828" y="3362067"/>
                  </a:lnTo>
                  <a:lnTo>
                    <a:pt x="3879450" y="3369506"/>
                  </a:lnTo>
                  <a:lnTo>
                    <a:pt x="3951073" y="3376491"/>
                  </a:lnTo>
                  <a:lnTo>
                    <a:pt x="4022695" y="3383049"/>
                  </a:lnTo>
                  <a:lnTo>
                    <a:pt x="4094318" y="3389205"/>
                  </a:lnTo>
                  <a:lnTo>
                    <a:pt x="4165940" y="3394986"/>
                  </a:lnTo>
                  <a:lnTo>
                    <a:pt x="4237563" y="3400413"/>
                  </a:lnTo>
                  <a:lnTo>
                    <a:pt x="4309185" y="3405508"/>
                  </a:lnTo>
                  <a:lnTo>
                    <a:pt x="4380808" y="3410291"/>
                  </a:lnTo>
                  <a:lnTo>
                    <a:pt x="4452430" y="3414782"/>
                  </a:lnTo>
                  <a:lnTo>
                    <a:pt x="4524053" y="3418999"/>
                  </a:lnTo>
                  <a:lnTo>
                    <a:pt x="4595675" y="3422958"/>
                  </a:lnTo>
                  <a:lnTo>
                    <a:pt x="4667298" y="3426674"/>
                  </a:lnTo>
                  <a:lnTo>
                    <a:pt x="4738921" y="3430164"/>
                  </a:lnTo>
                  <a:lnTo>
                    <a:pt x="4810543" y="3433440"/>
                  </a:lnTo>
                  <a:lnTo>
                    <a:pt x="4882166" y="3436516"/>
                  </a:lnTo>
                  <a:lnTo>
                    <a:pt x="4953788" y="3439403"/>
                  </a:lnTo>
                  <a:lnTo>
                    <a:pt x="5025411" y="3442115"/>
                  </a:lnTo>
                  <a:lnTo>
                    <a:pt x="5097033" y="3444660"/>
                  </a:lnTo>
                  <a:lnTo>
                    <a:pt x="5168656" y="3447050"/>
                  </a:lnTo>
                  <a:lnTo>
                    <a:pt x="5240278" y="3449293"/>
                  </a:lnTo>
                  <a:lnTo>
                    <a:pt x="5311901" y="3451400"/>
                  </a:lnTo>
                  <a:lnTo>
                    <a:pt x="5383523" y="3453378"/>
                  </a:lnTo>
                  <a:lnTo>
                    <a:pt x="5455146" y="3455234"/>
                  </a:lnTo>
                  <a:lnTo>
                    <a:pt x="5526768" y="3456978"/>
                  </a:lnTo>
                  <a:lnTo>
                    <a:pt x="5598391" y="345861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640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3461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051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7573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4629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654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602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7658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471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702341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2.15 (1.39-3.33), p_Bonf = 0.003 (n = 6)  |  per IQR decline (Δ = 28.1 %): 8.61 (2.53-29.34)  |  IQR: [-30.1, -2.1]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457986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2026-07-22T14:13:37Z</dcterms:modified>
  <cp:category/>
</cp:coreProperties>
</file>