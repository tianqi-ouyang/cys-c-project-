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1.01 (0.88-1.17), p_Bonf = 1.000 (n = 6)  |  per IQR decline (Δ = 22.8): 1.03 (0.74-1.42)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2026-07-22T14:13:25Z</dcterms:modified>
  <cp:category/>
</cp:coreProperties>
</file>