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600727"/>
              <a:ext cx="7090630" cy="1557221"/>
            </a:xfrm>
            <a:custGeom>
              <a:avLst/>
              <a:pathLst>
                <a:path w="7090630" h="1557221">
                  <a:moveTo>
                    <a:pt x="0" y="0"/>
                  </a:moveTo>
                  <a:lnTo>
                    <a:pt x="71622" y="24816"/>
                  </a:lnTo>
                  <a:lnTo>
                    <a:pt x="143245" y="49318"/>
                  </a:lnTo>
                  <a:lnTo>
                    <a:pt x="214867" y="73509"/>
                  </a:lnTo>
                  <a:lnTo>
                    <a:pt x="286490" y="97393"/>
                  </a:lnTo>
                  <a:lnTo>
                    <a:pt x="358112" y="120974"/>
                  </a:lnTo>
                  <a:lnTo>
                    <a:pt x="429735" y="144256"/>
                  </a:lnTo>
                  <a:lnTo>
                    <a:pt x="501357" y="167243"/>
                  </a:lnTo>
                  <a:lnTo>
                    <a:pt x="572980" y="189938"/>
                  </a:lnTo>
                  <a:lnTo>
                    <a:pt x="644602" y="212345"/>
                  </a:lnTo>
                  <a:lnTo>
                    <a:pt x="716225" y="234468"/>
                  </a:lnTo>
                  <a:lnTo>
                    <a:pt x="787847" y="256311"/>
                  </a:lnTo>
                  <a:lnTo>
                    <a:pt x="859470" y="277876"/>
                  </a:lnTo>
                  <a:lnTo>
                    <a:pt x="931092" y="299168"/>
                  </a:lnTo>
                  <a:lnTo>
                    <a:pt x="1002715" y="320190"/>
                  </a:lnTo>
                  <a:lnTo>
                    <a:pt x="1074337" y="340945"/>
                  </a:lnTo>
                  <a:lnTo>
                    <a:pt x="1145960" y="361437"/>
                  </a:lnTo>
                  <a:lnTo>
                    <a:pt x="1217582" y="381669"/>
                  </a:lnTo>
                  <a:lnTo>
                    <a:pt x="1289205" y="401645"/>
                  </a:lnTo>
                  <a:lnTo>
                    <a:pt x="1360827" y="421367"/>
                  </a:lnTo>
                  <a:lnTo>
                    <a:pt x="1432450" y="440839"/>
                  </a:lnTo>
                  <a:lnTo>
                    <a:pt x="1504073" y="460063"/>
                  </a:lnTo>
                  <a:lnTo>
                    <a:pt x="1575695" y="479045"/>
                  </a:lnTo>
                  <a:lnTo>
                    <a:pt x="1647318" y="497785"/>
                  </a:lnTo>
                  <a:lnTo>
                    <a:pt x="1718940" y="516287"/>
                  </a:lnTo>
                  <a:lnTo>
                    <a:pt x="1790563" y="534555"/>
                  </a:lnTo>
                  <a:lnTo>
                    <a:pt x="1862185" y="552592"/>
                  </a:lnTo>
                  <a:lnTo>
                    <a:pt x="1933808" y="570399"/>
                  </a:lnTo>
                  <a:lnTo>
                    <a:pt x="2005430" y="587981"/>
                  </a:lnTo>
                  <a:lnTo>
                    <a:pt x="2077053" y="605339"/>
                  </a:lnTo>
                  <a:lnTo>
                    <a:pt x="2148675" y="622477"/>
                  </a:lnTo>
                  <a:lnTo>
                    <a:pt x="2220298" y="639398"/>
                  </a:lnTo>
                  <a:lnTo>
                    <a:pt x="2291920" y="656105"/>
                  </a:lnTo>
                  <a:lnTo>
                    <a:pt x="2363543" y="672599"/>
                  </a:lnTo>
                  <a:lnTo>
                    <a:pt x="2435165" y="688885"/>
                  </a:lnTo>
                  <a:lnTo>
                    <a:pt x="2506788" y="704963"/>
                  </a:lnTo>
                  <a:lnTo>
                    <a:pt x="2578410" y="720838"/>
                  </a:lnTo>
                  <a:lnTo>
                    <a:pt x="2650033" y="736511"/>
                  </a:lnTo>
                  <a:lnTo>
                    <a:pt x="2721655" y="751986"/>
                  </a:lnTo>
                  <a:lnTo>
                    <a:pt x="2793278" y="767264"/>
                  </a:lnTo>
                  <a:lnTo>
                    <a:pt x="2864901" y="782349"/>
                  </a:lnTo>
                  <a:lnTo>
                    <a:pt x="2936523" y="797242"/>
                  </a:lnTo>
                  <a:lnTo>
                    <a:pt x="3008146" y="811946"/>
                  </a:lnTo>
                  <a:lnTo>
                    <a:pt x="3079768" y="826464"/>
                  </a:lnTo>
                  <a:lnTo>
                    <a:pt x="3151391" y="840798"/>
                  </a:lnTo>
                  <a:lnTo>
                    <a:pt x="3223013" y="854950"/>
                  </a:lnTo>
                  <a:lnTo>
                    <a:pt x="3294636" y="868922"/>
                  </a:lnTo>
                  <a:lnTo>
                    <a:pt x="3366258" y="882717"/>
                  </a:lnTo>
                  <a:lnTo>
                    <a:pt x="3437881" y="896337"/>
                  </a:lnTo>
                  <a:lnTo>
                    <a:pt x="3509503" y="909784"/>
                  </a:lnTo>
                  <a:lnTo>
                    <a:pt x="3581126" y="923061"/>
                  </a:lnTo>
                  <a:lnTo>
                    <a:pt x="3652748" y="936170"/>
                  </a:lnTo>
                  <a:lnTo>
                    <a:pt x="3724371" y="949112"/>
                  </a:lnTo>
                  <a:lnTo>
                    <a:pt x="3795993" y="961890"/>
                  </a:lnTo>
                  <a:lnTo>
                    <a:pt x="3867616" y="974506"/>
                  </a:lnTo>
                  <a:lnTo>
                    <a:pt x="3939238" y="986962"/>
                  </a:lnTo>
                  <a:lnTo>
                    <a:pt x="4010861" y="999259"/>
                  </a:lnTo>
                  <a:lnTo>
                    <a:pt x="4082483" y="1011401"/>
                  </a:lnTo>
                  <a:lnTo>
                    <a:pt x="4154106" y="1023389"/>
                  </a:lnTo>
                  <a:lnTo>
                    <a:pt x="4225729" y="1035225"/>
                  </a:lnTo>
                  <a:lnTo>
                    <a:pt x="4297351" y="1046911"/>
                  </a:lnTo>
                  <a:lnTo>
                    <a:pt x="4368974" y="1058448"/>
                  </a:lnTo>
                  <a:lnTo>
                    <a:pt x="4440596" y="1069839"/>
                  </a:lnTo>
                  <a:lnTo>
                    <a:pt x="4512219" y="1081086"/>
                  </a:lnTo>
                  <a:lnTo>
                    <a:pt x="4583841" y="1092190"/>
                  </a:lnTo>
                  <a:lnTo>
                    <a:pt x="4655464" y="1103153"/>
                  </a:lnTo>
                  <a:lnTo>
                    <a:pt x="4727086" y="1113977"/>
                  </a:lnTo>
                  <a:lnTo>
                    <a:pt x="4798709" y="1124664"/>
                  </a:lnTo>
                  <a:lnTo>
                    <a:pt x="4870331" y="1120045"/>
                  </a:lnTo>
                  <a:lnTo>
                    <a:pt x="4941954" y="1110899"/>
                  </a:lnTo>
                  <a:lnTo>
                    <a:pt x="5013576" y="1101653"/>
                  </a:lnTo>
                  <a:lnTo>
                    <a:pt x="5085199" y="1092305"/>
                  </a:lnTo>
                  <a:lnTo>
                    <a:pt x="5156821" y="1082856"/>
                  </a:lnTo>
                  <a:lnTo>
                    <a:pt x="5228444" y="1073303"/>
                  </a:lnTo>
                  <a:lnTo>
                    <a:pt x="5300066" y="1063646"/>
                  </a:lnTo>
                  <a:lnTo>
                    <a:pt x="5371689" y="1053883"/>
                  </a:lnTo>
                  <a:lnTo>
                    <a:pt x="5443311" y="1044014"/>
                  </a:lnTo>
                  <a:lnTo>
                    <a:pt x="5514934" y="1034036"/>
                  </a:lnTo>
                  <a:lnTo>
                    <a:pt x="5586557" y="1023950"/>
                  </a:lnTo>
                  <a:lnTo>
                    <a:pt x="5658179" y="1013753"/>
                  </a:lnTo>
                  <a:lnTo>
                    <a:pt x="5729802" y="1003445"/>
                  </a:lnTo>
                  <a:lnTo>
                    <a:pt x="5801424" y="993024"/>
                  </a:lnTo>
                  <a:lnTo>
                    <a:pt x="5873047" y="982489"/>
                  </a:lnTo>
                  <a:lnTo>
                    <a:pt x="5944669" y="971838"/>
                  </a:lnTo>
                  <a:lnTo>
                    <a:pt x="6016292" y="961072"/>
                  </a:lnTo>
                  <a:lnTo>
                    <a:pt x="6087914" y="950187"/>
                  </a:lnTo>
                  <a:lnTo>
                    <a:pt x="6159537" y="939184"/>
                  </a:lnTo>
                  <a:lnTo>
                    <a:pt x="6231159" y="928060"/>
                  </a:lnTo>
                  <a:lnTo>
                    <a:pt x="6302782" y="916815"/>
                  </a:lnTo>
                  <a:lnTo>
                    <a:pt x="6374404" y="905447"/>
                  </a:lnTo>
                  <a:lnTo>
                    <a:pt x="6446027" y="893954"/>
                  </a:lnTo>
                  <a:lnTo>
                    <a:pt x="6517649" y="882336"/>
                  </a:lnTo>
                  <a:lnTo>
                    <a:pt x="6589272" y="870591"/>
                  </a:lnTo>
                  <a:lnTo>
                    <a:pt x="6660894" y="858717"/>
                  </a:lnTo>
                  <a:lnTo>
                    <a:pt x="6732517" y="846714"/>
                  </a:lnTo>
                  <a:lnTo>
                    <a:pt x="6804139" y="834579"/>
                  </a:lnTo>
                  <a:lnTo>
                    <a:pt x="6875762" y="822312"/>
                  </a:lnTo>
                  <a:lnTo>
                    <a:pt x="6947385" y="809910"/>
                  </a:lnTo>
                  <a:lnTo>
                    <a:pt x="7019007" y="797373"/>
                  </a:lnTo>
                  <a:lnTo>
                    <a:pt x="7090630" y="784699"/>
                  </a:lnTo>
                  <a:lnTo>
                    <a:pt x="7090630" y="1403621"/>
                  </a:lnTo>
                  <a:lnTo>
                    <a:pt x="7019007" y="1396518"/>
                  </a:lnTo>
                  <a:lnTo>
                    <a:pt x="6947385" y="1389324"/>
                  </a:lnTo>
                  <a:lnTo>
                    <a:pt x="6875762" y="1382037"/>
                  </a:lnTo>
                  <a:lnTo>
                    <a:pt x="6804139" y="1374657"/>
                  </a:lnTo>
                  <a:lnTo>
                    <a:pt x="6732517" y="1367182"/>
                  </a:lnTo>
                  <a:lnTo>
                    <a:pt x="6660894" y="1359611"/>
                  </a:lnTo>
                  <a:lnTo>
                    <a:pt x="6589272" y="1351942"/>
                  </a:lnTo>
                  <a:lnTo>
                    <a:pt x="6517649" y="1344175"/>
                  </a:lnTo>
                  <a:lnTo>
                    <a:pt x="6446027" y="1336308"/>
                  </a:lnTo>
                  <a:lnTo>
                    <a:pt x="6374404" y="1328340"/>
                  </a:lnTo>
                  <a:lnTo>
                    <a:pt x="6302782" y="1320270"/>
                  </a:lnTo>
                  <a:lnTo>
                    <a:pt x="6231159" y="1312096"/>
                  </a:lnTo>
                  <a:lnTo>
                    <a:pt x="6159537" y="1303817"/>
                  </a:lnTo>
                  <a:lnTo>
                    <a:pt x="6087914" y="1295432"/>
                  </a:lnTo>
                  <a:lnTo>
                    <a:pt x="6016292" y="1286939"/>
                  </a:lnTo>
                  <a:lnTo>
                    <a:pt x="5944669" y="1278337"/>
                  </a:lnTo>
                  <a:lnTo>
                    <a:pt x="5873047" y="1269625"/>
                  </a:lnTo>
                  <a:lnTo>
                    <a:pt x="5801424" y="1260800"/>
                  </a:lnTo>
                  <a:lnTo>
                    <a:pt x="5729802" y="1251862"/>
                  </a:lnTo>
                  <a:lnTo>
                    <a:pt x="5658179" y="1242809"/>
                  </a:lnTo>
                  <a:lnTo>
                    <a:pt x="5586557" y="1233640"/>
                  </a:lnTo>
                  <a:lnTo>
                    <a:pt x="5514934" y="1224354"/>
                  </a:lnTo>
                  <a:lnTo>
                    <a:pt x="5443311" y="1214948"/>
                  </a:lnTo>
                  <a:lnTo>
                    <a:pt x="5371689" y="1205421"/>
                  </a:lnTo>
                  <a:lnTo>
                    <a:pt x="5300066" y="1195771"/>
                  </a:lnTo>
                  <a:lnTo>
                    <a:pt x="5228444" y="1185998"/>
                  </a:lnTo>
                  <a:lnTo>
                    <a:pt x="5156821" y="1176099"/>
                  </a:lnTo>
                  <a:lnTo>
                    <a:pt x="5085199" y="1166073"/>
                  </a:lnTo>
                  <a:lnTo>
                    <a:pt x="5013576" y="1155918"/>
                  </a:lnTo>
                  <a:lnTo>
                    <a:pt x="4941954" y="1145633"/>
                  </a:lnTo>
                  <a:lnTo>
                    <a:pt x="4870331" y="1135215"/>
                  </a:lnTo>
                  <a:lnTo>
                    <a:pt x="4798709" y="1129092"/>
                  </a:lnTo>
                  <a:lnTo>
                    <a:pt x="4727086" y="1138041"/>
                  </a:lnTo>
                  <a:lnTo>
                    <a:pt x="4655464" y="1146894"/>
                  </a:lnTo>
                  <a:lnTo>
                    <a:pt x="4583841" y="1155651"/>
                  </a:lnTo>
                  <a:lnTo>
                    <a:pt x="4512219" y="1164313"/>
                  </a:lnTo>
                  <a:lnTo>
                    <a:pt x="4440596" y="1172881"/>
                  </a:lnTo>
                  <a:lnTo>
                    <a:pt x="4368974" y="1181357"/>
                  </a:lnTo>
                  <a:lnTo>
                    <a:pt x="4297351" y="1189741"/>
                  </a:lnTo>
                  <a:lnTo>
                    <a:pt x="4225729" y="1198034"/>
                  </a:lnTo>
                  <a:lnTo>
                    <a:pt x="4154106" y="1206238"/>
                  </a:lnTo>
                  <a:lnTo>
                    <a:pt x="4082483" y="1214353"/>
                  </a:lnTo>
                  <a:lnTo>
                    <a:pt x="4010861" y="1222380"/>
                  </a:lnTo>
                  <a:lnTo>
                    <a:pt x="3939238" y="1230321"/>
                  </a:lnTo>
                  <a:lnTo>
                    <a:pt x="3867616" y="1238175"/>
                  </a:lnTo>
                  <a:lnTo>
                    <a:pt x="3795993" y="1245945"/>
                  </a:lnTo>
                  <a:lnTo>
                    <a:pt x="3724371" y="1253630"/>
                  </a:lnTo>
                  <a:lnTo>
                    <a:pt x="3652748" y="1261232"/>
                  </a:lnTo>
                  <a:lnTo>
                    <a:pt x="3581126" y="1268753"/>
                  </a:lnTo>
                  <a:lnTo>
                    <a:pt x="3509503" y="1276191"/>
                  </a:lnTo>
                  <a:lnTo>
                    <a:pt x="3437881" y="1283550"/>
                  </a:lnTo>
                  <a:lnTo>
                    <a:pt x="3366258" y="1290828"/>
                  </a:lnTo>
                  <a:lnTo>
                    <a:pt x="3294636" y="1298028"/>
                  </a:lnTo>
                  <a:lnTo>
                    <a:pt x="3223013" y="1305151"/>
                  </a:lnTo>
                  <a:lnTo>
                    <a:pt x="3151391" y="1312196"/>
                  </a:lnTo>
                  <a:lnTo>
                    <a:pt x="3079768" y="1319165"/>
                  </a:lnTo>
                  <a:lnTo>
                    <a:pt x="3008146" y="1326058"/>
                  </a:lnTo>
                  <a:lnTo>
                    <a:pt x="2936523" y="1332877"/>
                  </a:lnTo>
                  <a:lnTo>
                    <a:pt x="2864901" y="1339622"/>
                  </a:lnTo>
                  <a:lnTo>
                    <a:pt x="2793278" y="1346295"/>
                  </a:lnTo>
                  <a:lnTo>
                    <a:pt x="2721655" y="1352895"/>
                  </a:lnTo>
                  <a:lnTo>
                    <a:pt x="2650033" y="1359424"/>
                  </a:lnTo>
                  <a:lnTo>
                    <a:pt x="2578410" y="1365882"/>
                  </a:lnTo>
                  <a:lnTo>
                    <a:pt x="2506788" y="1372270"/>
                  </a:lnTo>
                  <a:lnTo>
                    <a:pt x="2435165" y="1378589"/>
                  </a:lnTo>
                  <a:lnTo>
                    <a:pt x="2363543" y="1384840"/>
                  </a:lnTo>
                  <a:lnTo>
                    <a:pt x="2291920" y="1391023"/>
                  </a:lnTo>
                  <a:lnTo>
                    <a:pt x="2220298" y="1397139"/>
                  </a:lnTo>
                  <a:lnTo>
                    <a:pt x="2148675" y="1403190"/>
                  </a:lnTo>
                  <a:lnTo>
                    <a:pt x="2077053" y="1409174"/>
                  </a:lnTo>
                  <a:lnTo>
                    <a:pt x="2005430" y="1415094"/>
                  </a:lnTo>
                  <a:lnTo>
                    <a:pt x="1933808" y="1420950"/>
                  </a:lnTo>
                  <a:lnTo>
                    <a:pt x="1862185" y="1426743"/>
                  </a:lnTo>
                  <a:lnTo>
                    <a:pt x="1790563" y="1432473"/>
                  </a:lnTo>
                  <a:lnTo>
                    <a:pt x="1718940" y="1438141"/>
                  </a:lnTo>
                  <a:lnTo>
                    <a:pt x="1647318" y="1443748"/>
                  </a:lnTo>
                  <a:lnTo>
                    <a:pt x="1575695" y="1449294"/>
                  </a:lnTo>
                  <a:lnTo>
                    <a:pt x="1504073" y="1454780"/>
                  </a:lnTo>
                  <a:lnTo>
                    <a:pt x="1432450" y="1460207"/>
                  </a:lnTo>
                  <a:lnTo>
                    <a:pt x="1360827" y="1465575"/>
                  </a:lnTo>
                  <a:lnTo>
                    <a:pt x="1289205" y="1470885"/>
                  </a:lnTo>
                  <a:lnTo>
                    <a:pt x="1217582" y="1476137"/>
                  </a:lnTo>
                  <a:lnTo>
                    <a:pt x="1145960" y="1481333"/>
                  </a:lnTo>
                  <a:lnTo>
                    <a:pt x="1074337" y="1486473"/>
                  </a:lnTo>
                  <a:lnTo>
                    <a:pt x="1002715" y="1491557"/>
                  </a:lnTo>
                  <a:lnTo>
                    <a:pt x="931092" y="1496586"/>
                  </a:lnTo>
                  <a:lnTo>
                    <a:pt x="859470" y="1501560"/>
                  </a:lnTo>
                  <a:lnTo>
                    <a:pt x="787847" y="1506481"/>
                  </a:lnTo>
                  <a:lnTo>
                    <a:pt x="716225" y="1511349"/>
                  </a:lnTo>
                  <a:lnTo>
                    <a:pt x="644602" y="1516163"/>
                  </a:lnTo>
                  <a:lnTo>
                    <a:pt x="572980" y="1520926"/>
                  </a:lnTo>
                  <a:lnTo>
                    <a:pt x="501357" y="1525638"/>
                  </a:lnTo>
                  <a:lnTo>
                    <a:pt x="429735" y="1530298"/>
                  </a:lnTo>
                  <a:lnTo>
                    <a:pt x="358112" y="1534908"/>
                  </a:lnTo>
                  <a:lnTo>
                    <a:pt x="286490" y="1539468"/>
                  </a:lnTo>
                  <a:lnTo>
                    <a:pt x="214867" y="1543979"/>
                  </a:lnTo>
                  <a:lnTo>
                    <a:pt x="143245" y="1548441"/>
                  </a:lnTo>
                  <a:lnTo>
                    <a:pt x="71622" y="1552855"/>
                  </a:lnTo>
                  <a:lnTo>
                    <a:pt x="0" y="155722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600727"/>
              <a:ext cx="7090630" cy="1124664"/>
            </a:xfrm>
            <a:custGeom>
              <a:avLst/>
              <a:pathLst>
                <a:path w="7090630" h="1124664">
                  <a:moveTo>
                    <a:pt x="0" y="0"/>
                  </a:moveTo>
                  <a:lnTo>
                    <a:pt x="71622" y="24816"/>
                  </a:lnTo>
                  <a:lnTo>
                    <a:pt x="143245" y="49318"/>
                  </a:lnTo>
                  <a:lnTo>
                    <a:pt x="214867" y="73509"/>
                  </a:lnTo>
                  <a:lnTo>
                    <a:pt x="286490" y="97393"/>
                  </a:lnTo>
                  <a:lnTo>
                    <a:pt x="358112" y="120974"/>
                  </a:lnTo>
                  <a:lnTo>
                    <a:pt x="429735" y="144256"/>
                  </a:lnTo>
                  <a:lnTo>
                    <a:pt x="501357" y="167243"/>
                  </a:lnTo>
                  <a:lnTo>
                    <a:pt x="572980" y="189938"/>
                  </a:lnTo>
                  <a:lnTo>
                    <a:pt x="644602" y="212345"/>
                  </a:lnTo>
                  <a:lnTo>
                    <a:pt x="716225" y="234468"/>
                  </a:lnTo>
                  <a:lnTo>
                    <a:pt x="787847" y="256311"/>
                  </a:lnTo>
                  <a:lnTo>
                    <a:pt x="859470" y="277876"/>
                  </a:lnTo>
                  <a:lnTo>
                    <a:pt x="931092" y="299168"/>
                  </a:lnTo>
                  <a:lnTo>
                    <a:pt x="1002715" y="320190"/>
                  </a:lnTo>
                  <a:lnTo>
                    <a:pt x="1074337" y="340945"/>
                  </a:lnTo>
                  <a:lnTo>
                    <a:pt x="1145960" y="361437"/>
                  </a:lnTo>
                  <a:lnTo>
                    <a:pt x="1217582" y="381669"/>
                  </a:lnTo>
                  <a:lnTo>
                    <a:pt x="1289205" y="401645"/>
                  </a:lnTo>
                  <a:lnTo>
                    <a:pt x="1360827" y="421367"/>
                  </a:lnTo>
                  <a:lnTo>
                    <a:pt x="1432450" y="440839"/>
                  </a:lnTo>
                  <a:lnTo>
                    <a:pt x="1504073" y="460063"/>
                  </a:lnTo>
                  <a:lnTo>
                    <a:pt x="1575695" y="479045"/>
                  </a:lnTo>
                  <a:lnTo>
                    <a:pt x="1647318" y="497785"/>
                  </a:lnTo>
                  <a:lnTo>
                    <a:pt x="1718940" y="516287"/>
                  </a:lnTo>
                  <a:lnTo>
                    <a:pt x="1790563" y="534555"/>
                  </a:lnTo>
                  <a:lnTo>
                    <a:pt x="1862185" y="552592"/>
                  </a:lnTo>
                  <a:lnTo>
                    <a:pt x="1933808" y="570399"/>
                  </a:lnTo>
                  <a:lnTo>
                    <a:pt x="2005430" y="587981"/>
                  </a:lnTo>
                  <a:lnTo>
                    <a:pt x="2077053" y="605339"/>
                  </a:lnTo>
                  <a:lnTo>
                    <a:pt x="2148675" y="622477"/>
                  </a:lnTo>
                  <a:lnTo>
                    <a:pt x="2220298" y="639398"/>
                  </a:lnTo>
                  <a:lnTo>
                    <a:pt x="2291920" y="656105"/>
                  </a:lnTo>
                  <a:lnTo>
                    <a:pt x="2363543" y="672599"/>
                  </a:lnTo>
                  <a:lnTo>
                    <a:pt x="2435165" y="688885"/>
                  </a:lnTo>
                  <a:lnTo>
                    <a:pt x="2506788" y="704963"/>
                  </a:lnTo>
                  <a:lnTo>
                    <a:pt x="2578410" y="720838"/>
                  </a:lnTo>
                  <a:lnTo>
                    <a:pt x="2650033" y="736511"/>
                  </a:lnTo>
                  <a:lnTo>
                    <a:pt x="2721655" y="751986"/>
                  </a:lnTo>
                  <a:lnTo>
                    <a:pt x="2793278" y="767264"/>
                  </a:lnTo>
                  <a:lnTo>
                    <a:pt x="2864901" y="782349"/>
                  </a:lnTo>
                  <a:lnTo>
                    <a:pt x="2936523" y="797242"/>
                  </a:lnTo>
                  <a:lnTo>
                    <a:pt x="3008146" y="811946"/>
                  </a:lnTo>
                  <a:lnTo>
                    <a:pt x="3079768" y="826464"/>
                  </a:lnTo>
                  <a:lnTo>
                    <a:pt x="3151391" y="840798"/>
                  </a:lnTo>
                  <a:lnTo>
                    <a:pt x="3223013" y="854950"/>
                  </a:lnTo>
                  <a:lnTo>
                    <a:pt x="3294636" y="868922"/>
                  </a:lnTo>
                  <a:lnTo>
                    <a:pt x="3366258" y="882717"/>
                  </a:lnTo>
                  <a:lnTo>
                    <a:pt x="3437881" y="896337"/>
                  </a:lnTo>
                  <a:lnTo>
                    <a:pt x="3509503" y="909784"/>
                  </a:lnTo>
                  <a:lnTo>
                    <a:pt x="3581126" y="923061"/>
                  </a:lnTo>
                  <a:lnTo>
                    <a:pt x="3652748" y="936170"/>
                  </a:lnTo>
                  <a:lnTo>
                    <a:pt x="3724371" y="949112"/>
                  </a:lnTo>
                  <a:lnTo>
                    <a:pt x="3795993" y="961890"/>
                  </a:lnTo>
                  <a:lnTo>
                    <a:pt x="3867616" y="974506"/>
                  </a:lnTo>
                  <a:lnTo>
                    <a:pt x="3939238" y="986962"/>
                  </a:lnTo>
                  <a:lnTo>
                    <a:pt x="4010861" y="999259"/>
                  </a:lnTo>
                  <a:lnTo>
                    <a:pt x="4082483" y="1011401"/>
                  </a:lnTo>
                  <a:lnTo>
                    <a:pt x="4154106" y="1023389"/>
                  </a:lnTo>
                  <a:lnTo>
                    <a:pt x="4225729" y="1035225"/>
                  </a:lnTo>
                  <a:lnTo>
                    <a:pt x="4297351" y="1046911"/>
                  </a:lnTo>
                  <a:lnTo>
                    <a:pt x="4368974" y="1058448"/>
                  </a:lnTo>
                  <a:lnTo>
                    <a:pt x="4440596" y="1069839"/>
                  </a:lnTo>
                  <a:lnTo>
                    <a:pt x="4512219" y="1081086"/>
                  </a:lnTo>
                  <a:lnTo>
                    <a:pt x="4583841" y="1092190"/>
                  </a:lnTo>
                  <a:lnTo>
                    <a:pt x="4655464" y="1103153"/>
                  </a:lnTo>
                  <a:lnTo>
                    <a:pt x="4727086" y="1113977"/>
                  </a:lnTo>
                  <a:lnTo>
                    <a:pt x="4798709" y="1124664"/>
                  </a:lnTo>
                  <a:lnTo>
                    <a:pt x="4870331" y="1120045"/>
                  </a:lnTo>
                  <a:lnTo>
                    <a:pt x="4941954" y="1110899"/>
                  </a:lnTo>
                  <a:lnTo>
                    <a:pt x="5013576" y="1101653"/>
                  </a:lnTo>
                  <a:lnTo>
                    <a:pt x="5085199" y="1092305"/>
                  </a:lnTo>
                  <a:lnTo>
                    <a:pt x="5156821" y="1082856"/>
                  </a:lnTo>
                  <a:lnTo>
                    <a:pt x="5228444" y="1073303"/>
                  </a:lnTo>
                  <a:lnTo>
                    <a:pt x="5300066" y="1063646"/>
                  </a:lnTo>
                  <a:lnTo>
                    <a:pt x="5371689" y="1053883"/>
                  </a:lnTo>
                  <a:lnTo>
                    <a:pt x="5443311" y="1044014"/>
                  </a:lnTo>
                  <a:lnTo>
                    <a:pt x="5514934" y="1034036"/>
                  </a:lnTo>
                  <a:lnTo>
                    <a:pt x="5586557" y="1023950"/>
                  </a:lnTo>
                  <a:lnTo>
                    <a:pt x="5658179" y="1013753"/>
                  </a:lnTo>
                  <a:lnTo>
                    <a:pt x="5729802" y="1003445"/>
                  </a:lnTo>
                  <a:lnTo>
                    <a:pt x="5801424" y="993024"/>
                  </a:lnTo>
                  <a:lnTo>
                    <a:pt x="5873047" y="982489"/>
                  </a:lnTo>
                  <a:lnTo>
                    <a:pt x="5944669" y="971838"/>
                  </a:lnTo>
                  <a:lnTo>
                    <a:pt x="6016292" y="961072"/>
                  </a:lnTo>
                  <a:lnTo>
                    <a:pt x="6087914" y="950187"/>
                  </a:lnTo>
                  <a:lnTo>
                    <a:pt x="6159537" y="939184"/>
                  </a:lnTo>
                  <a:lnTo>
                    <a:pt x="6231159" y="928060"/>
                  </a:lnTo>
                  <a:lnTo>
                    <a:pt x="6302782" y="916815"/>
                  </a:lnTo>
                  <a:lnTo>
                    <a:pt x="6374404" y="905447"/>
                  </a:lnTo>
                  <a:lnTo>
                    <a:pt x="6446027" y="893954"/>
                  </a:lnTo>
                  <a:lnTo>
                    <a:pt x="6517649" y="882336"/>
                  </a:lnTo>
                  <a:lnTo>
                    <a:pt x="6589272" y="870591"/>
                  </a:lnTo>
                  <a:lnTo>
                    <a:pt x="6660894" y="858717"/>
                  </a:lnTo>
                  <a:lnTo>
                    <a:pt x="6732517" y="846714"/>
                  </a:lnTo>
                  <a:lnTo>
                    <a:pt x="6804139" y="834579"/>
                  </a:lnTo>
                  <a:lnTo>
                    <a:pt x="6875762" y="822312"/>
                  </a:lnTo>
                  <a:lnTo>
                    <a:pt x="6947385" y="809910"/>
                  </a:lnTo>
                  <a:lnTo>
                    <a:pt x="7019007" y="797373"/>
                  </a:lnTo>
                  <a:lnTo>
                    <a:pt x="7090630" y="7846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9820"/>
              <a:ext cx="7090630" cy="428128"/>
            </a:xfrm>
            <a:custGeom>
              <a:avLst/>
              <a:pathLst>
                <a:path w="7090630" h="428128">
                  <a:moveTo>
                    <a:pt x="7090630" y="274529"/>
                  </a:moveTo>
                  <a:lnTo>
                    <a:pt x="7019007" y="267426"/>
                  </a:lnTo>
                  <a:lnTo>
                    <a:pt x="6947385" y="260231"/>
                  </a:lnTo>
                  <a:lnTo>
                    <a:pt x="6875762" y="252945"/>
                  </a:lnTo>
                  <a:lnTo>
                    <a:pt x="6804139" y="245564"/>
                  </a:lnTo>
                  <a:lnTo>
                    <a:pt x="6732517" y="238089"/>
                  </a:lnTo>
                  <a:lnTo>
                    <a:pt x="6660894" y="230518"/>
                  </a:lnTo>
                  <a:lnTo>
                    <a:pt x="6589272" y="222849"/>
                  </a:lnTo>
                  <a:lnTo>
                    <a:pt x="6517649" y="215082"/>
                  </a:lnTo>
                  <a:lnTo>
                    <a:pt x="6446027" y="207216"/>
                  </a:lnTo>
                  <a:lnTo>
                    <a:pt x="6374404" y="199248"/>
                  </a:lnTo>
                  <a:lnTo>
                    <a:pt x="6302782" y="191178"/>
                  </a:lnTo>
                  <a:lnTo>
                    <a:pt x="6231159" y="183004"/>
                  </a:lnTo>
                  <a:lnTo>
                    <a:pt x="6159537" y="174725"/>
                  </a:lnTo>
                  <a:lnTo>
                    <a:pt x="6087914" y="166340"/>
                  </a:lnTo>
                  <a:lnTo>
                    <a:pt x="6016292" y="157847"/>
                  </a:lnTo>
                  <a:lnTo>
                    <a:pt x="5944669" y="149245"/>
                  </a:lnTo>
                  <a:lnTo>
                    <a:pt x="5873047" y="140532"/>
                  </a:lnTo>
                  <a:lnTo>
                    <a:pt x="5801424" y="131707"/>
                  </a:lnTo>
                  <a:lnTo>
                    <a:pt x="5729802" y="122770"/>
                  </a:lnTo>
                  <a:lnTo>
                    <a:pt x="5658179" y="113717"/>
                  </a:lnTo>
                  <a:lnTo>
                    <a:pt x="5586557" y="104548"/>
                  </a:lnTo>
                  <a:lnTo>
                    <a:pt x="5514934" y="95261"/>
                  </a:lnTo>
                  <a:lnTo>
                    <a:pt x="5443311" y="85855"/>
                  </a:lnTo>
                  <a:lnTo>
                    <a:pt x="5371689" y="76328"/>
                  </a:lnTo>
                  <a:lnTo>
                    <a:pt x="5300066" y="66679"/>
                  </a:lnTo>
                  <a:lnTo>
                    <a:pt x="5228444" y="56905"/>
                  </a:lnTo>
                  <a:lnTo>
                    <a:pt x="5156821" y="47006"/>
                  </a:lnTo>
                  <a:lnTo>
                    <a:pt x="5085199" y="36980"/>
                  </a:lnTo>
                  <a:lnTo>
                    <a:pt x="5013576" y="26826"/>
                  </a:lnTo>
                  <a:lnTo>
                    <a:pt x="4941954" y="16540"/>
                  </a:lnTo>
                  <a:lnTo>
                    <a:pt x="4870331" y="6123"/>
                  </a:lnTo>
                  <a:lnTo>
                    <a:pt x="4798709" y="0"/>
                  </a:lnTo>
                  <a:lnTo>
                    <a:pt x="4727086" y="8949"/>
                  </a:lnTo>
                  <a:lnTo>
                    <a:pt x="4655464" y="17801"/>
                  </a:lnTo>
                  <a:lnTo>
                    <a:pt x="4583841" y="26558"/>
                  </a:lnTo>
                  <a:lnTo>
                    <a:pt x="4512219" y="35220"/>
                  </a:lnTo>
                  <a:lnTo>
                    <a:pt x="4440596" y="43789"/>
                  </a:lnTo>
                  <a:lnTo>
                    <a:pt x="4368974" y="52264"/>
                  </a:lnTo>
                  <a:lnTo>
                    <a:pt x="4297351" y="60648"/>
                  </a:lnTo>
                  <a:lnTo>
                    <a:pt x="4225729" y="68942"/>
                  </a:lnTo>
                  <a:lnTo>
                    <a:pt x="4154106" y="77145"/>
                  </a:lnTo>
                  <a:lnTo>
                    <a:pt x="4082483" y="85260"/>
                  </a:lnTo>
                  <a:lnTo>
                    <a:pt x="4010861" y="93288"/>
                  </a:lnTo>
                  <a:lnTo>
                    <a:pt x="3939238" y="101228"/>
                  </a:lnTo>
                  <a:lnTo>
                    <a:pt x="3867616" y="109082"/>
                  </a:lnTo>
                  <a:lnTo>
                    <a:pt x="3795993" y="116852"/>
                  </a:lnTo>
                  <a:lnTo>
                    <a:pt x="3724371" y="124537"/>
                  </a:lnTo>
                  <a:lnTo>
                    <a:pt x="3652748" y="132140"/>
                  </a:lnTo>
                  <a:lnTo>
                    <a:pt x="3581126" y="139660"/>
                  </a:lnTo>
                  <a:lnTo>
                    <a:pt x="3509503" y="147099"/>
                  </a:lnTo>
                  <a:lnTo>
                    <a:pt x="3437881" y="154457"/>
                  </a:lnTo>
                  <a:lnTo>
                    <a:pt x="3366258" y="161736"/>
                  </a:lnTo>
                  <a:lnTo>
                    <a:pt x="3294636" y="168936"/>
                  </a:lnTo>
                  <a:lnTo>
                    <a:pt x="3223013" y="176058"/>
                  </a:lnTo>
                  <a:lnTo>
                    <a:pt x="3151391" y="183103"/>
                  </a:lnTo>
                  <a:lnTo>
                    <a:pt x="3079768" y="190072"/>
                  </a:lnTo>
                  <a:lnTo>
                    <a:pt x="3008146" y="196966"/>
                  </a:lnTo>
                  <a:lnTo>
                    <a:pt x="2936523" y="203785"/>
                  </a:lnTo>
                  <a:lnTo>
                    <a:pt x="2864901" y="210530"/>
                  </a:lnTo>
                  <a:lnTo>
                    <a:pt x="2793278" y="217202"/>
                  </a:lnTo>
                  <a:lnTo>
                    <a:pt x="2721655" y="223802"/>
                  </a:lnTo>
                  <a:lnTo>
                    <a:pt x="2650033" y="230331"/>
                  </a:lnTo>
                  <a:lnTo>
                    <a:pt x="2578410" y="236789"/>
                  </a:lnTo>
                  <a:lnTo>
                    <a:pt x="2506788" y="243177"/>
                  </a:lnTo>
                  <a:lnTo>
                    <a:pt x="2435165" y="249496"/>
                  </a:lnTo>
                  <a:lnTo>
                    <a:pt x="2363543" y="255747"/>
                  </a:lnTo>
                  <a:lnTo>
                    <a:pt x="2291920" y="261931"/>
                  </a:lnTo>
                  <a:lnTo>
                    <a:pt x="2220298" y="268047"/>
                  </a:lnTo>
                  <a:lnTo>
                    <a:pt x="2148675" y="274097"/>
                  </a:lnTo>
                  <a:lnTo>
                    <a:pt x="2077053" y="280082"/>
                  </a:lnTo>
                  <a:lnTo>
                    <a:pt x="2005430" y="286002"/>
                  </a:lnTo>
                  <a:lnTo>
                    <a:pt x="1933808" y="291858"/>
                  </a:lnTo>
                  <a:lnTo>
                    <a:pt x="1862185" y="297650"/>
                  </a:lnTo>
                  <a:lnTo>
                    <a:pt x="1790563" y="303380"/>
                  </a:lnTo>
                  <a:lnTo>
                    <a:pt x="1718940" y="309048"/>
                  </a:lnTo>
                  <a:lnTo>
                    <a:pt x="1647318" y="314655"/>
                  </a:lnTo>
                  <a:lnTo>
                    <a:pt x="1575695" y="320201"/>
                  </a:lnTo>
                  <a:lnTo>
                    <a:pt x="1504073" y="325687"/>
                  </a:lnTo>
                  <a:lnTo>
                    <a:pt x="1432450" y="331114"/>
                  </a:lnTo>
                  <a:lnTo>
                    <a:pt x="1360827" y="336482"/>
                  </a:lnTo>
                  <a:lnTo>
                    <a:pt x="1289205" y="341792"/>
                  </a:lnTo>
                  <a:lnTo>
                    <a:pt x="1217582" y="347045"/>
                  </a:lnTo>
                  <a:lnTo>
                    <a:pt x="1145960" y="352240"/>
                  </a:lnTo>
                  <a:lnTo>
                    <a:pt x="1074337" y="357380"/>
                  </a:lnTo>
                  <a:lnTo>
                    <a:pt x="1002715" y="362464"/>
                  </a:lnTo>
                  <a:lnTo>
                    <a:pt x="931092" y="367493"/>
                  </a:lnTo>
                  <a:lnTo>
                    <a:pt x="859470" y="372468"/>
                  </a:lnTo>
                  <a:lnTo>
                    <a:pt x="787847" y="377388"/>
                  </a:lnTo>
                  <a:lnTo>
                    <a:pt x="716225" y="382256"/>
                  </a:lnTo>
                  <a:lnTo>
                    <a:pt x="644602" y="387071"/>
                  </a:lnTo>
                  <a:lnTo>
                    <a:pt x="572980" y="391834"/>
                  </a:lnTo>
                  <a:lnTo>
                    <a:pt x="501357" y="396545"/>
                  </a:lnTo>
                  <a:lnTo>
                    <a:pt x="429735" y="401205"/>
                  </a:lnTo>
                  <a:lnTo>
                    <a:pt x="358112" y="405815"/>
                  </a:lnTo>
                  <a:lnTo>
                    <a:pt x="286490" y="410375"/>
                  </a:lnTo>
                  <a:lnTo>
                    <a:pt x="214867" y="414886"/>
                  </a:lnTo>
                  <a:lnTo>
                    <a:pt x="143245" y="419348"/>
                  </a:lnTo>
                  <a:lnTo>
                    <a:pt x="71622" y="423762"/>
                  </a:lnTo>
                  <a:lnTo>
                    <a:pt x="0" y="4281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673371"/>
              <a:ext cx="7090630" cy="78955"/>
            </a:xfrm>
            <a:custGeom>
              <a:avLst/>
              <a:pathLst>
                <a:path w="7090630" h="78955">
                  <a:moveTo>
                    <a:pt x="0" y="0"/>
                  </a:moveTo>
                  <a:lnTo>
                    <a:pt x="71622" y="835"/>
                  </a:lnTo>
                  <a:lnTo>
                    <a:pt x="143245" y="1669"/>
                  </a:lnTo>
                  <a:lnTo>
                    <a:pt x="214867" y="2502"/>
                  </a:lnTo>
                  <a:lnTo>
                    <a:pt x="286490" y="3335"/>
                  </a:lnTo>
                  <a:lnTo>
                    <a:pt x="358112" y="4167"/>
                  </a:lnTo>
                  <a:lnTo>
                    <a:pt x="429735" y="4998"/>
                  </a:lnTo>
                  <a:lnTo>
                    <a:pt x="501357" y="5828"/>
                  </a:lnTo>
                  <a:lnTo>
                    <a:pt x="572980" y="6658"/>
                  </a:lnTo>
                  <a:lnTo>
                    <a:pt x="644602" y="7486"/>
                  </a:lnTo>
                  <a:lnTo>
                    <a:pt x="716225" y="8314"/>
                  </a:lnTo>
                  <a:lnTo>
                    <a:pt x="787847" y="9142"/>
                  </a:lnTo>
                  <a:lnTo>
                    <a:pt x="859470" y="9968"/>
                  </a:lnTo>
                  <a:lnTo>
                    <a:pt x="931092" y="10794"/>
                  </a:lnTo>
                  <a:lnTo>
                    <a:pt x="1002715" y="11618"/>
                  </a:lnTo>
                  <a:lnTo>
                    <a:pt x="1074337" y="12442"/>
                  </a:lnTo>
                  <a:lnTo>
                    <a:pt x="1145960" y="13266"/>
                  </a:lnTo>
                  <a:lnTo>
                    <a:pt x="1217582" y="14088"/>
                  </a:lnTo>
                  <a:lnTo>
                    <a:pt x="1289205" y="14910"/>
                  </a:lnTo>
                  <a:lnTo>
                    <a:pt x="1360827" y="15731"/>
                  </a:lnTo>
                  <a:lnTo>
                    <a:pt x="1432450" y="16551"/>
                  </a:lnTo>
                  <a:lnTo>
                    <a:pt x="1504073" y="17370"/>
                  </a:lnTo>
                  <a:lnTo>
                    <a:pt x="1575695" y="18189"/>
                  </a:lnTo>
                  <a:lnTo>
                    <a:pt x="1647318" y="19007"/>
                  </a:lnTo>
                  <a:lnTo>
                    <a:pt x="1718940" y="19824"/>
                  </a:lnTo>
                  <a:lnTo>
                    <a:pt x="1790563" y="20640"/>
                  </a:lnTo>
                  <a:lnTo>
                    <a:pt x="1862185" y="21456"/>
                  </a:lnTo>
                  <a:lnTo>
                    <a:pt x="1933808" y="22271"/>
                  </a:lnTo>
                  <a:lnTo>
                    <a:pt x="2005430" y="23085"/>
                  </a:lnTo>
                  <a:lnTo>
                    <a:pt x="2077053" y="23898"/>
                  </a:lnTo>
                  <a:lnTo>
                    <a:pt x="2148675" y="24710"/>
                  </a:lnTo>
                  <a:lnTo>
                    <a:pt x="2220298" y="25522"/>
                  </a:lnTo>
                  <a:lnTo>
                    <a:pt x="2291920" y="26333"/>
                  </a:lnTo>
                  <a:lnTo>
                    <a:pt x="2363543" y="27143"/>
                  </a:lnTo>
                  <a:lnTo>
                    <a:pt x="2435165" y="27952"/>
                  </a:lnTo>
                  <a:lnTo>
                    <a:pt x="2506788" y="28761"/>
                  </a:lnTo>
                  <a:lnTo>
                    <a:pt x="2578410" y="29569"/>
                  </a:lnTo>
                  <a:lnTo>
                    <a:pt x="2650033" y="30376"/>
                  </a:lnTo>
                  <a:lnTo>
                    <a:pt x="2721655" y="31182"/>
                  </a:lnTo>
                  <a:lnTo>
                    <a:pt x="2793278" y="31988"/>
                  </a:lnTo>
                  <a:lnTo>
                    <a:pt x="2864901" y="32793"/>
                  </a:lnTo>
                  <a:lnTo>
                    <a:pt x="2936523" y="33597"/>
                  </a:lnTo>
                  <a:lnTo>
                    <a:pt x="3008146" y="34400"/>
                  </a:lnTo>
                  <a:lnTo>
                    <a:pt x="3079768" y="35203"/>
                  </a:lnTo>
                  <a:lnTo>
                    <a:pt x="3151391" y="36004"/>
                  </a:lnTo>
                  <a:lnTo>
                    <a:pt x="3223013" y="36805"/>
                  </a:lnTo>
                  <a:lnTo>
                    <a:pt x="3294636" y="37606"/>
                  </a:lnTo>
                  <a:lnTo>
                    <a:pt x="3366258" y="38405"/>
                  </a:lnTo>
                  <a:lnTo>
                    <a:pt x="3437881" y="39204"/>
                  </a:lnTo>
                  <a:lnTo>
                    <a:pt x="3509503" y="40002"/>
                  </a:lnTo>
                  <a:lnTo>
                    <a:pt x="3581126" y="40799"/>
                  </a:lnTo>
                  <a:lnTo>
                    <a:pt x="3652748" y="41596"/>
                  </a:lnTo>
                  <a:lnTo>
                    <a:pt x="3724371" y="42391"/>
                  </a:lnTo>
                  <a:lnTo>
                    <a:pt x="3795993" y="43186"/>
                  </a:lnTo>
                  <a:lnTo>
                    <a:pt x="3867616" y="43981"/>
                  </a:lnTo>
                  <a:lnTo>
                    <a:pt x="3939238" y="44774"/>
                  </a:lnTo>
                  <a:lnTo>
                    <a:pt x="4010861" y="45567"/>
                  </a:lnTo>
                  <a:lnTo>
                    <a:pt x="4082483" y="46359"/>
                  </a:lnTo>
                  <a:lnTo>
                    <a:pt x="4154106" y="47150"/>
                  </a:lnTo>
                  <a:lnTo>
                    <a:pt x="4225729" y="47940"/>
                  </a:lnTo>
                  <a:lnTo>
                    <a:pt x="4297351" y="48730"/>
                  </a:lnTo>
                  <a:lnTo>
                    <a:pt x="4368974" y="49519"/>
                  </a:lnTo>
                  <a:lnTo>
                    <a:pt x="4440596" y="50307"/>
                  </a:lnTo>
                  <a:lnTo>
                    <a:pt x="4512219" y="51095"/>
                  </a:lnTo>
                  <a:lnTo>
                    <a:pt x="4583841" y="51882"/>
                  </a:lnTo>
                  <a:lnTo>
                    <a:pt x="4655464" y="52668"/>
                  </a:lnTo>
                  <a:lnTo>
                    <a:pt x="4727086" y="53453"/>
                  </a:lnTo>
                  <a:lnTo>
                    <a:pt x="4798709" y="54238"/>
                  </a:lnTo>
                  <a:lnTo>
                    <a:pt x="4870331" y="55021"/>
                  </a:lnTo>
                  <a:lnTo>
                    <a:pt x="4941954" y="55804"/>
                  </a:lnTo>
                  <a:lnTo>
                    <a:pt x="5013576" y="56587"/>
                  </a:lnTo>
                  <a:lnTo>
                    <a:pt x="5085199" y="57368"/>
                  </a:lnTo>
                  <a:lnTo>
                    <a:pt x="5156821" y="58149"/>
                  </a:lnTo>
                  <a:lnTo>
                    <a:pt x="5228444" y="58929"/>
                  </a:lnTo>
                  <a:lnTo>
                    <a:pt x="5300066" y="59709"/>
                  </a:lnTo>
                  <a:lnTo>
                    <a:pt x="5371689" y="60487"/>
                  </a:lnTo>
                  <a:lnTo>
                    <a:pt x="5443311" y="61265"/>
                  </a:lnTo>
                  <a:lnTo>
                    <a:pt x="5514934" y="62042"/>
                  </a:lnTo>
                  <a:lnTo>
                    <a:pt x="5586557" y="62819"/>
                  </a:lnTo>
                  <a:lnTo>
                    <a:pt x="5658179" y="63594"/>
                  </a:lnTo>
                  <a:lnTo>
                    <a:pt x="5729802" y="64369"/>
                  </a:lnTo>
                  <a:lnTo>
                    <a:pt x="5801424" y="65143"/>
                  </a:lnTo>
                  <a:lnTo>
                    <a:pt x="5873047" y="65917"/>
                  </a:lnTo>
                  <a:lnTo>
                    <a:pt x="5944669" y="66690"/>
                  </a:lnTo>
                  <a:lnTo>
                    <a:pt x="6016292" y="67462"/>
                  </a:lnTo>
                  <a:lnTo>
                    <a:pt x="6087914" y="68233"/>
                  </a:lnTo>
                  <a:lnTo>
                    <a:pt x="6159537" y="69004"/>
                  </a:lnTo>
                  <a:lnTo>
                    <a:pt x="6231159" y="69773"/>
                  </a:lnTo>
                  <a:lnTo>
                    <a:pt x="6302782" y="70543"/>
                  </a:lnTo>
                  <a:lnTo>
                    <a:pt x="6374404" y="71311"/>
                  </a:lnTo>
                  <a:lnTo>
                    <a:pt x="6446027" y="72079"/>
                  </a:lnTo>
                  <a:lnTo>
                    <a:pt x="6517649" y="72846"/>
                  </a:lnTo>
                  <a:lnTo>
                    <a:pt x="6589272" y="73612"/>
                  </a:lnTo>
                  <a:lnTo>
                    <a:pt x="6660894" y="74377"/>
                  </a:lnTo>
                  <a:lnTo>
                    <a:pt x="6732517" y="75142"/>
                  </a:lnTo>
                  <a:lnTo>
                    <a:pt x="6804139" y="75906"/>
                  </a:lnTo>
                  <a:lnTo>
                    <a:pt x="6875762" y="76669"/>
                  </a:lnTo>
                  <a:lnTo>
                    <a:pt x="6947385" y="77432"/>
                  </a:lnTo>
                  <a:lnTo>
                    <a:pt x="7019007" y="78194"/>
                  </a:lnTo>
                  <a:lnTo>
                    <a:pt x="7090630" y="7895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69282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1.01 (0.88-1.17), p_Bonf = 1.000 (n = 6)  |  per IQR decline (Δ = 22.8): 1.03 (0.74-1.42)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2026-07-22T08:00:12Z</dcterms:modified>
  <cp:category/>
</cp:coreProperties>
</file>