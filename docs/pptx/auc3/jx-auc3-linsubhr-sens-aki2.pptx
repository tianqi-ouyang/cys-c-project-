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109537"/>
              <a:ext cx="7090630" cy="3312235"/>
            </a:xfrm>
            <a:custGeom>
              <a:avLst/>
              <a:pathLst>
                <a:path w="7090630" h="3312235">
                  <a:moveTo>
                    <a:pt x="0" y="0"/>
                  </a:moveTo>
                  <a:lnTo>
                    <a:pt x="71622" y="110895"/>
                  </a:lnTo>
                  <a:lnTo>
                    <a:pt x="143245" y="218223"/>
                  </a:lnTo>
                  <a:lnTo>
                    <a:pt x="214867" y="322099"/>
                  </a:lnTo>
                  <a:lnTo>
                    <a:pt x="286490" y="422634"/>
                  </a:lnTo>
                  <a:lnTo>
                    <a:pt x="358112" y="519936"/>
                  </a:lnTo>
                  <a:lnTo>
                    <a:pt x="429735" y="614107"/>
                  </a:lnTo>
                  <a:lnTo>
                    <a:pt x="501357" y="705250"/>
                  </a:lnTo>
                  <a:lnTo>
                    <a:pt x="572980" y="793461"/>
                  </a:lnTo>
                  <a:lnTo>
                    <a:pt x="644602" y="878835"/>
                  </a:lnTo>
                  <a:lnTo>
                    <a:pt x="716225" y="961462"/>
                  </a:lnTo>
                  <a:lnTo>
                    <a:pt x="787847" y="1041432"/>
                  </a:lnTo>
                  <a:lnTo>
                    <a:pt x="859470" y="1118830"/>
                  </a:lnTo>
                  <a:lnTo>
                    <a:pt x="931092" y="1193738"/>
                  </a:lnTo>
                  <a:lnTo>
                    <a:pt x="1002715" y="1266237"/>
                  </a:lnTo>
                  <a:lnTo>
                    <a:pt x="1074337" y="1336404"/>
                  </a:lnTo>
                  <a:lnTo>
                    <a:pt x="1145960" y="1404314"/>
                  </a:lnTo>
                  <a:lnTo>
                    <a:pt x="1217582" y="1470040"/>
                  </a:lnTo>
                  <a:lnTo>
                    <a:pt x="1289205" y="1533652"/>
                  </a:lnTo>
                  <a:lnTo>
                    <a:pt x="1360827" y="1595217"/>
                  </a:lnTo>
                  <a:lnTo>
                    <a:pt x="1432450" y="1654802"/>
                  </a:lnTo>
                  <a:lnTo>
                    <a:pt x="1504073" y="1712471"/>
                  </a:lnTo>
                  <a:lnTo>
                    <a:pt x="1575695" y="1768285"/>
                  </a:lnTo>
                  <a:lnTo>
                    <a:pt x="1647318" y="1822304"/>
                  </a:lnTo>
                  <a:lnTo>
                    <a:pt x="1718940" y="1874585"/>
                  </a:lnTo>
                  <a:lnTo>
                    <a:pt x="1790563" y="1925184"/>
                  </a:lnTo>
                  <a:lnTo>
                    <a:pt x="1862185" y="1974156"/>
                  </a:lnTo>
                  <a:lnTo>
                    <a:pt x="1933808" y="2021553"/>
                  </a:lnTo>
                  <a:lnTo>
                    <a:pt x="2005430" y="2067425"/>
                  </a:lnTo>
                  <a:lnTo>
                    <a:pt x="2077053" y="2111822"/>
                  </a:lnTo>
                  <a:lnTo>
                    <a:pt x="2148675" y="2154791"/>
                  </a:lnTo>
                  <a:lnTo>
                    <a:pt x="2220298" y="2196378"/>
                  </a:lnTo>
                  <a:lnTo>
                    <a:pt x="2291920" y="2236627"/>
                  </a:lnTo>
                  <a:lnTo>
                    <a:pt x="2363543" y="2275581"/>
                  </a:lnTo>
                  <a:lnTo>
                    <a:pt x="2435165" y="2313283"/>
                  </a:lnTo>
                  <a:lnTo>
                    <a:pt x="2506788" y="2349771"/>
                  </a:lnTo>
                  <a:lnTo>
                    <a:pt x="2578410" y="2385087"/>
                  </a:lnTo>
                  <a:lnTo>
                    <a:pt x="2650033" y="2419266"/>
                  </a:lnTo>
                  <a:lnTo>
                    <a:pt x="2721655" y="2452346"/>
                  </a:lnTo>
                  <a:lnTo>
                    <a:pt x="2793278" y="2484362"/>
                  </a:lnTo>
                  <a:lnTo>
                    <a:pt x="2864901" y="2515348"/>
                  </a:lnTo>
                  <a:lnTo>
                    <a:pt x="2936523" y="2545337"/>
                  </a:lnTo>
                  <a:lnTo>
                    <a:pt x="3008146" y="2574362"/>
                  </a:lnTo>
                  <a:lnTo>
                    <a:pt x="3079768" y="2602453"/>
                  </a:lnTo>
                  <a:lnTo>
                    <a:pt x="3151391" y="2617463"/>
                  </a:lnTo>
                  <a:lnTo>
                    <a:pt x="3223013" y="2615602"/>
                  </a:lnTo>
                  <a:lnTo>
                    <a:pt x="3294636" y="2613736"/>
                  </a:lnTo>
                  <a:lnTo>
                    <a:pt x="3366258" y="2611867"/>
                  </a:lnTo>
                  <a:lnTo>
                    <a:pt x="3437881" y="2609994"/>
                  </a:lnTo>
                  <a:lnTo>
                    <a:pt x="3509503" y="2608116"/>
                  </a:lnTo>
                  <a:lnTo>
                    <a:pt x="3581126" y="2606234"/>
                  </a:lnTo>
                  <a:lnTo>
                    <a:pt x="3652748" y="2604348"/>
                  </a:lnTo>
                  <a:lnTo>
                    <a:pt x="3724371" y="2602457"/>
                  </a:lnTo>
                  <a:lnTo>
                    <a:pt x="3795993" y="2600562"/>
                  </a:lnTo>
                  <a:lnTo>
                    <a:pt x="3867616" y="2598663"/>
                  </a:lnTo>
                  <a:lnTo>
                    <a:pt x="3939238" y="2596760"/>
                  </a:lnTo>
                  <a:lnTo>
                    <a:pt x="4010861" y="2594853"/>
                  </a:lnTo>
                  <a:lnTo>
                    <a:pt x="4082483" y="2592941"/>
                  </a:lnTo>
                  <a:lnTo>
                    <a:pt x="4154106" y="2591025"/>
                  </a:lnTo>
                  <a:lnTo>
                    <a:pt x="4225729" y="2589105"/>
                  </a:lnTo>
                  <a:lnTo>
                    <a:pt x="4297351" y="2587180"/>
                  </a:lnTo>
                  <a:lnTo>
                    <a:pt x="4368974" y="2585251"/>
                  </a:lnTo>
                  <a:lnTo>
                    <a:pt x="4440596" y="2583318"/>
                  </a:lnTo>
                  <a:lnTo>
                    <a:pt x="4512219" y="2581380"/>
                  </a:lnTo>
                  <a:lnTo>
                    <a:pt x="4583841" y="2579439"/>
                  </a:lnTo>
                  <a:lnTo>
                    <a:pt x="4655464" y="2577492"/>
                  </a:lnTo>
                  <a:lnTo>
                    <a:pt x="4727086" y="2575542"/>
                  </a:lnTo>
                  <a:lnTo>
                    <a:pt x="4798709" y="2573587"/>
                  </a:lnTo>
                  <a:lnTo>
                    <a:pt x="4870331" y="2571627"/>
                  </a:lnTo>
                  <a:lnTo>
                    <a:pt x="4941954" y="2569663"/>
                  </a:lnTo>
                  <a:lnTo>
                    <a:pt x="5013576" y="2567695"/>
                  </a:lnTo>
                  <a:lnTo>
                    <a:pt x="5085199" y="2565723"/>
                  </a:lnTo>
                  <a:lnTo>
                    <a:pt x="5156821" y="2563746"/>
                  </a:lnTo>
                  <a:lnTo>
                    <a:pt x="5228444" y="2561764"/>
                  </a:lnTo>
                  <a:lnTo>
                    <a:pt x="5300066" y="2559778"/>
                  </a:lnTo>
                  <a:lnTo>
                    <a:pt x="5371689" y="2557788"/>
                  </a:lnTo>
                  <a:lnTo>
                    <a:pt x="5443311" y="2555793"/>
                  </a:lnTo>
                  <a:lnTo>
                    <a:pt x="5514934" y="2553794"/>
                  </a:lnTo>
                  <a:lnTo>
                    <a:pt x="5586557" y="2551790"/>
                  </a:lnTo>
                  <a:lnTo>
                    <a:pt x="5658179" y="2549782"/>
                  </a:lnTo>
                  <a:lnTo>
                    <a:pt x="5729802" y="2547769"/>
                  </a:lnTo>
                  <a:lnTo>
                    <a:pt x="5801424" y="2545752"/>
                  </a:lnTo>
                  <a:lnTo>
                    <a:pt x="5873047" y="2543730"/>
                  </a:lnTo>
                  <a:lnTo>
                    <a:pt x="5944669" y="2541704"/>
                  </a:lnTo>
                  <a:lnTo>
                    <a:pt x="6016292" y="2539673"/>
                  </a:lnTo>
                  <a:lnTo>
                    <a:pt x="6087914" y="2537638"/>
                  </a:lnTo>
                  <a:lnTo>
                    <a:pt x="6159537" y="2535598"/>
                  </a:lnTo>
                  <a:lnTo>
                    <a:pt x="6231159" y="2533553"/>
                  </a:lnTo>
                  <a:lnTo>
                    <a:pt x="6302782" y="2531504"/>
                  </a:lnTo>
                  <a:lnTo>
                    <a:pt x="6374404" y="2529450"/>
                  </a:lnTo>
                  <a:lnTo>
                    <a:pt x="6446027" y="2527392"/>
                  </a:lnTo>
                  <a:lnTo>
                    <a:pt x="6517649" y="2525329"/>
                  </a:lnTo>
                  <a:lnTo>
                    <a:pt x="6589272" y="2523261"/>
                  </a:lnTo>
                  <a:lnTo>
                    <a:pt x="6660894" y="2521189"/>
                  </a:lnTo>
                  <a:lnTo>
                    <a:pt x="6732517" y="2519112"/>
                  </a:lnTo>
                  <a:lnTo>
                    <a:pt x="6804139" y="2517031"/>
                  </a:lnTo>
                  <a:lnTo>
                    <a:pt x="6875762" y="2514945"/>
                  </a:lnTo>
                  <a:lnTo>
                    <a:pt x="6947385" y="2512854"/>
                  </a:lnTo>
                  <a:lnTo>
                    <a:pt x="7019007" y="2510758"/>
                  </a:lnTo>
                  <a:lnTo>
                    <a:pt x="7090630" y="2508658"/>
                  </a:lnTo>
                  <a:lnTo>
                    <a:pt x="7090630" y="3312235"/>
                  </a:lnTo>
                  <a:lnTo>
                    <a:pt x="7019007" y="3307733"/>
                  </a:lnTo>
                  <a:lnTo>
                    <a:pt x="6947385" y="3303080"/>
                  </a:lnTo>
                  <a:lnTo>
                    <a:pt x="6875762" y="3298274"/>
                  </a:lnTo>
                  <a:lnTo>
                    <a:pt x="6804139" y="3293307"/>
                  </a:lnTo>
                  <a:lnTo>
                    <a:pt x="6732517" y="3288176"/>
                  </a:lnTo>
                  <a:lnTo>
                    <a:pt x="6660894" y="3282874"/>
                  </a:lnTo>
                  <a:lnTo>
                    <a:pt x="6589272" y="3277396"/>
                  </a:lnTo>
                  <a:lnTo>
                    <a:pt x="6517649" y="3271735"/>
                  </a:lnTo>
                  <a:lnTo>
                    <a:pt x="6446027" y="3265887"/>
                  </a:lnTo>
                  <a:lnTo>
                    <a:pt x="6374404" y="3259844"/>
                  </a:lnTo>
                  <a:lnTo>
                    <a:pt x="6302782" y="3253601"/>
                  </a:lnTo>
                  <a:lnTo>
                    <a:pt x="6231159" y="3247150"/>
                  </a:lnTo>
                  <a:lnTo>
                    <a:pt x="6159537" y="3240484"/>
                  </a:lnTo>
                  <a:lnTo>
                    <a:pt x="6087914" y="3233597"/>
                  </a:lnTo>
                  <a:lnTo>
                    <a:pt x="6016292" y="3226481"/>
                  </a:lnTo>
                  <a:lnTo>
                    <a:pt x="5944669" y="3219129"/>
                  </a:lnTo>
                  <a:lnTo>
                    <a:pt x="5873047" y="3211532"/>
                  </a:lnTo>
                  <a:lnTo>
                    <a:pt x="5801424" y="3203683"/>
                  </a:lnTo>
                  <a:lnTo>
                    <a:pt x="5729802" y="3195573"/>
                  </a:lnTo>
                  <a:lnTo>
                    <a:pt x="5658179" y="3187193"/>
                  </a:lnTo>
                  <a:lnTo>
                    <a:pt x="5586557" y="3178535"/>
                  </a:lnTo>
                  <a:lnTo>
                    <a:pt x="5514934" y="3169590"/>
                  </a:lnTo>
                  <a:lnTo>
                    <a:pt x="5443311" y="3160346"/>
                  </a:lnTo>
                  <a:lnTo>
                    <a:pt x="5371689" y="3150796"/>
                  </a:lnTo>
                  <a:lnTo>
                    <a:pt x="5300066" y="3140929"/>
                  </a:lnTo>
                  <a:lnTo>
                    <a:pt x="5228444" y="3130733"/>
                  </a:lnTo>
                  <a:lnTo>
                    <a:pt x="5156821" y="3120198"/>
                  </a:lnTo>
                  <a:lnTo>
                    <a:pt x="5085199" y="3109314"/>
                  </a:lnTo>
                  <a:lnTo>
                    <a:pt x="5013576" y="3098068"/>
                  </a:lnTo>
                  <a:lnTo>
                    <a:pt x="4941954" y="3086448"/>
                  </a:lnTo>
                  <a:lnTo>
                    <a:pt x="4870331" y="3074441"/>
                  </a:lnTo>
                  <a:lnTo>
                    <a:pt x="4798709" y="3062036"/>
                  </a:lnTo>
                  <a:lnTo>
                    <a:pt x="4727086" y="3049219"/>
                  </a:lnTo>
                  <a:lnTo>
                    <a:pt x="4655464" y="3035975"/>
                  </a:lnTo>
                  <a:lnTo>
                    <a:pt x="4583841" y="3022292"/>
                  </a:lnTo>
                  <a:lnTo>
                    <a:pt x="4512219" y="3008153"/>
                  </a:lnTo>
                  <a:lnTo>
                    <a:pt x="4440596" y="2993545"/>
                  </a:lnTo>
                  <a:lnTo>
                    <a:pt x="4368974" y="2978451"/>
                  </a:lnTo>
                  <a:lnTo>
                    <a:pt x="4297351" y="2962856"/>
                  </a:lnTo>
                  <a:lnTo>
                    <a:pt x="4225729" y="2946742"/>
                  </a:lnTo>
                  <a:lnTo>
                    <a:pt x="4154106" y="2930093"/>
                  </a:lnTo>
                  <a:lnTo>
                    <a:pt x="4082483" y="2912891"/>
                  </a:lnTo>
                  <a:lnTo>
                    <a:pt x="4010861" y="2895116"/>
                  </a:lnTo>
                  <a:lnTo>
                    <a:pt x="3939238" y="2876751"/>
                  </a:lnTo>
                  <a:lnTo>
                    <a:pt x="3867616" y="2857776"/>
                  </a:lnTo>
                  <a:lnTo>
                    <a:pt x="3795993" y="2838170"/>
                  </a:lnTo>
                  <a:lnTo>
                    <a:pt x="3724371" y="2817913"/>
                  </a:lnTo>
                  <a:lnTo>
                    <a:pt x="3652748" y="2796982"/>
                  </a:lnTo>
                  <a:lnTo>
                    <a:pt x="3581126" y="2775356"/>
                  </a:lnTo>
                  <a:lnTo>
                    <a:pt x="3509503" y="2753011"/>
                  </a:lnTo>
                  <a:lnTo>
                    <a:pt x="3437881" y="2729923"/>
                  </a:lnTo>
                  <a:lnTo>
                    <a:pt x="3366258" y="2706068"/>
                  </a:lnTo>
                  <a:lnTo>
                    <a:pt x="3294636" y="2681421"/>
                  </a:lnTo>
                  <a:lnTo>
                    <a:pt x="3223013" y="2655954"/>
                  </a:lnTo>
                  <a:lnTo>
                    <a:pt x="3151391" y="2629641"/>
                  </a:lnTo>
                  <a:lnTo>
                    <a:pt x="3079768" y="2619320"/>
                  </a:lnTo>
                  <a:lnTo>
                    <a:pt x="3008146" y="2621172"/>
                  </a:lnTo>
                  <a:lnTo>
                    <a:pt x="2936523" y="2623021"/>
                  </a:lnTo>
                  <a:lnTo>
                    <a:pt x="2864901" y="2624865"/>
                  </a:lnTo>
                  <a:lnTo>
                    <a:pt x="2793278" y="2626706"/>
                  </a:lnTo>
                  <a:lnTo>
                    <a:pt x="2721655" y="2628542"/>
                  </a:lnTo>
                  <a:lnTo>
                    <a:pt x="2650033" y="2630374"/>
                  </a:lnTo>
                  <a:lnTo>
                    <a:pt x="2578410" y="2632202"/>
                  </a:lnTo>
                  <a:lnTo>
                    <a:pt x="2506788" y="2634026"/>
                  </a:lnTo>
                  <a:lnTo>
                    <a:pt x="2435165" y="2635846"/>
                  </a:lnTo>
                  <a:lnTo>
                    <a:pt x="2363543" y="2637662"/>
                  </a:lnTo>
                  <a:lnTo>
                    <a:pt x="2291920" y="2639473"/>
                  </a:lnTo>
                  <a:lnTo>
                    <a:pt x="2220298" y="2641281"/>
                  </a:lnTo>
                  <a:lnTo>
                    <a:pt x="2148675" y="2643084"/>
                  </a:lnTo>
                  <a:lnTo>
                    <a:pt x="2077053" y="2644884"/>
                  </a:lnTo>
                  <a:lnTo>
                    <a:pt x="2005430" y="2646680"/>
                  </a:lnTo>
                  <a:lnTo>
                    <a:pt x="1933808" y="2648471"/>
                  </a:lnTo>
                  <a:lnTo>
                    <a:pt x="1862185" y="2650259"/>
                  </a:lnTo>
                  <a:lnTo>
                    <a:pt x="1790563" y="2652042"/>
                  </a:lnTo>
                  <a:lnTo>
                    <a:pt x="1718940" y="2653822"/>
                  </a:lnTo>
                  <a:lnTo>
                    <a:pt x="1647318" y="2655597"/>
                  </a:lnTo>
                  <a:lnTo>
                    <a:pt x="1575695" y="2657369"/>
                  </a:lnTo>
                  <a:lnTo>
                    <a:pt x="1504073" y="2659136"/>
                  </a:lnTo>
                  <a:lnTo>
                    <a:pt x="1432450" y="2660900"/>
                  </a:lnTo>
                  <a:lnTo>
                    <a:pt x="1360827" y="2662660"/>
                  </a:lnTo>
                  <a:lnTo>
                    <a:pt x="1289205" y="2664416"/>
                  </a:lnTo>
                  <a:lnTo>
                    <a:pt x="1217582" y="2666168"/>
                  </a:lnTo>
                  <a:lnTo>
                    <a:pt x="1145960" y="2667915"/>
                  </a:lnTo>
                  <a:lnTo>
                    <a:pt x="1074337" y="2669660"/>
                  </a:lnTo>
                  <a:lnTo>
                    <a:pt x="1002715" y="2671400"/>
                  </a:lnTo>
                  <a:lnTo>
                    <a:pt x="931092" y="2673136"/>
                  </a:lnTo>
                  <a:lnTo>
                    <a:pt x="859470" y="2674868"/>
                  </a:lnTo>
                  <a:lnTo>
                    <a:pt x="787847" y="2676597"/>
                  </a:lnTo>
                  <a:lnTo>
                    <a:pt x="716225" y="2678321"/>
                  </a:lnTo>
                  <a:lnTo>
                    <a:pt x="644602" y="2680042"/>
                  </a:lnTo>
                  <a:lnTo>
                    <a:pt x="572980" y="2681759"/>
                  </a:lnTo>
                  <a:lnTo>
                    <a:pt x="501357" y="2683472"/>
                  </a:lnTo>
                  <a:lnTo>
                    <a:pt x="429735" y="2685181"/>
                  </a:lnTo>
                  <a:lnTo>
                    <a:pt x="358112" y="2686887"/>
                  </a:lnTo>
                  <a:lnTo>
                    <a:pt x="286490" y="2688588"/>
                  </a:lnTo>
                  <a:lnTo>
                    <a:pt x="214867" y="2690286"/>
                  </a:lnTo>
                  <a:lnTo>
                    <a:pt x="143245" y="2691980"/>
                  </a:lnTo>
                  <a:lnTo>
                    <a:pt x="71622" y="2693670"/>
                  </a:lnTo>
                  <a:lnTo>
                    <a:pt x="0" y="26953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09537"/>
              <a:ext cx="7090630" cy="2617463"/>
            </a:xfrm>
            <a:custGeom>
              <a:avLst/>
              <a:pathLst>
                <a:path w="7090630" h="2617463">
                  <a:moveTo>
                    <a:pt x="0" y="0"/>
                  </a:moveTo>
                  <a:lnTo>
                    <a:pt x="71622" y="110895"/>
                  </a:lnTo>
                  <a:lnTo>
                    <a:pt x="143245" y="218223"/>
                  </a:lnTo>
                  <a:lnTo>
                    <a:pt x="214867" y="322099"/>
                  </a:lnTo>
                  <a:lnTo>
                    <a:pt x="286490" y="422634"/>
                  </a:lnTo>
                  <a:lnTo>
                    <a:pt x="358112" y="519936"/>
                  </a:lnTo>
                  <a:lnTo>
                    <a:pt x="429735" y="614107"/>
                  </a:lnTo>
                  <a:lnTo>
                    <a:pt x="501357" y="705250"/>
                  </a:lnTo>
                  <a:lnTo>
                    <a:pt x="572980" y="793461"/>
                  </a:lnTo>
                  <a:lnTo>
                    <a:pt x="644602" y="878835"/>
                  </a:lnTo>
                  <a:lnTo>
                    <a:pt x="716225" y="961462"/>
                  </a:lnTo>
                  <a:lnTo>
                    <a:pt x="787847" y="1041432"/>
                  </a:lnTo>
                  <a:lnTo>
                    <a:pt x="859470" y="1118830"/>
                  </a:lnTo>
                  <a:lnTo>
                    <a:pt x="931092" y="1193738"/>
                  </a:lnTo>
                  <a:lnTo>
                    <a:pt x="1002715" y="1266237"/>
                  </a:lnTo>
                  <a:lnTo>
                    <a:pt x="1074337" y="1336404"/>
                  </a:lnTo>
                  <a:lnTo>
                    <a:pt x="1145960" y="1404314"/>
                  </a:lnTo>
                  <a:lnTo>
                    <a:pt x="1217582" y="1470040"/>
                  </a:lnTo>
                  <a:lnTo>
                    <a:pt x="1289205" y="1533652"/>
                  </a:lnTo>
                  <a:lnTo>
                    <a:pt x="1360827" y="1595217"/>
                  </a:lnTo>
                  <a:lnTo>
                    <a:pt x="1432450" y="1654802"/>
                  </a:lnTo>
                  <a:lnTo>
                    <a:pt x="1504073" y="1712471"/>
                  </a:lnTo>
                  <a:lnTo>
                    <a:pt x="1575695" y="1768285"/>
                  </a:lnTo>
                  <a:lnTo>
                    <a:pt x="1647318" y="1822304"/>
                  </a:lnTo>
                  <a:lnTo>
                    <a:pt x="1718940" y="1874585"/>
                  </a:lnTo>
                  <a:lnTo>
                    <a:pt x="1790563" y="1925184"/>
                  </a:lnTo>
                  <a:lnTo>
                    <a:pt x="1862185" y="1974156"/>
                  </a:lnTo>
                  <a:lnTo>
                    <a:pt x="1933808" y="2021553"/>
                  </a:lnTo>
                  <a:lnTo>
                    <a:pt x="2005430" y="2067425"/>
                  </a:lnTo>
                  <a:lnTo>
                    <a:pt x="2077053" y="2111822"/>
                  </a:lnTo>
                  <a:lnTo>
                    <a:pt x="2148675" y="2154791"/>
                  </a:lnTo>
                  <a:lnTo>
                    <a:pt x="2220298" y="2196378"/>
                  </a:lnTo>
                  <a:lnTo>
                    <a:pt x="2291920" y="2236627"/>
                  </a:lnTo>
                  <a:lnTo>
                    <a:pt x="2363543" y="2275581"/>
                  </a:lnTo>
                  <a:lnTo>
                    <a:pt x="2435165" y="2313283"/>
                  </a:lnTo>
                  <a:lnTo>
                    <a:pt x="2506788" y="2349771"/>
                  </a:lnTo>
                  <a:lnTo>
                    <a:pt x="2578410" y="2385087"/>
                  </a:lnTo>
                  <a:lnTo>
                    <a:pt x="2650033" y="2419266"/>
                  </a:lnTo>
                  <a:lnTo>
                    <a:pt x="2721655" y="2452346"/>
                  </a:lnTo>
                  <a:lnTo>
                    <a:pt x="2793278" y="2484362"/>
                  </a:lnTo>
                  <a:lnTo>
                    <a:pt x="2864901" y="2515348"/>
                  </a:lnTo>
                  <a:lnTo>
                    <a:pt x="2936523" y="2545337"/>
                  </a:lnTo>
                  <a:lnTo>
                    <a:pt x="3008146" y="2574362"/>
                  </a:lnTo>
                  <a:lnTo>
                    <a:pt x="3079768" y="2602453"/>
                  </a:lnTo>
                  <a:lnTo>
                    <a:pt x="3151391" y="2617463"/>
                  </a:lnTo>
                  <a:lnTo>
                    <a:pt x="3223013" y="2615602"/>
                  </a:lnTo>
                  <a:lnTo>
                    <a:pt x="3294636" y="2613736"/>
                  </a:lnTo>
                  <a:lnTo>
                    <a:pt x="3366258" y="2611867"/>
                  </a:lnTo>
                  <a:lnTo>
                    <a:pt x="3437881" y="2609994"/>
                  </a:lnTo>
                  <a:lnTo>
                    <a:pt x="3509503" y="2608116"/>
                  </a:lnTo>
                  <a:lnTo>
                    <a:pt x="3581126" y="2606234"/>
                  </a:lnTo>
                  <a:lnTo>
                    <a:pt x="3652748" y="2604348"/>
                  </a:lnTo>
                  <a:lnTo>
                    <a:pt x="3724371" y="2602457"/>
                  </a:lnTo>
                  <a:lnTo>
                    <a:pt x="3795993" y="2600562"/>
                  </a:lnTo>
                  <a:lnTo>
                    <a:pt x="3867616" y="2598663"/>
                  </a:lnTo>
                  <a:lnTo>
                    <a:pt x="3939238" y="2596760"/>
                  </a:lnTo>
                  <a:lnTo>
                    <a:pt x="4010861" y="2594853"/>
                  </a:lnTo>
                  <a:lnTo>
                    <a:pt x="4082483" y="2592941"/>
                  </a:lnTo>
                  <a:lnTo>
                    <a:pt x="4154106" y="2591025"/>
                  </a:lnTo>
                  <a:lnTo>
                    <a:pt x="4225729" y="2589105"/>
                  </a:lnTo>
                  <a:lnTo>
                    <a:pt x="4297351" y="2587180"/>
                  </a:lnTo>
                  <a:lnTo>
                    <a:pt x="4368974" y="2585251"/>
                  </a:lnTo>
                  <a:lnTo>
                    <a:pt x="4440596" y="2583318"/>
                  </a:lnTo>
                  <a:lnTo>
                    <a:pt x="4512219" y="2581380"/>
                  </a:lnTo>
                  <a:lnTo>
                    <a:pt x="4583841" y="2579439"/>
                  </a:lnTo>
                  <a:lnTo>
                    <a:pt x="4655464" y="2577492"/>
                  </a:lnTo>
                  <a:lnTo>
                    <a:pt x="4727086" y="2575542"/>
                  </a:lnTo>
                  <a:lnTo>
                    <a:pt x="4798709" y="2573587"/>
                  </a:lnTo>
                  <a:lnTo>
                    <a:pt x="4870331" y="2571627"/>
                  </a:lnTo>
                  <a:lnTo>
                    <a:pt x="4941954" y="2569663"/>
                  </a:lnTo>
                  <a:lnTo>
                    <a:pt x="5013576" y="2567695"/>
                  </a:lnTo>
                  <a:lnTo>
                    <a:pt x="5085199" y="2565723"/>
                  </a:lnTo>
                  <a:lnTo>
                    <a:pt x="5156821" y="2563746"/>
                  </a:lnTo>
                  <a:lnTo>
                    <a:pt x="5228444" y="2561764"/>
                  </a:lnTo>
                  <a:lnTo>
                    <a:pt x="5300066" y="2559778"/>
                  </a:lnTo>
                  <a:lnTo>
                    <a:pt x="5371689" y="2557788"/>
                  </a:lnTo>
                  <a:lnTo>
                    <a:pt x="5443311" y="2555793"/>
                  </a:lnTo>
                  <a:lnTo>
                    <a:pt x="5514934" y="2553794"/>
                  </a:lnTo>
                  <a:lnTo>
                    <a:pt x="5586557" y="2551790"/>
                  </a:lnTo>
                  <a:lnTo>
                    <a:pt x="5658179" y="2549782"/>
                  </a:lnTo>
                  <a:lnTo>
                    <a:pt x="5729802" y="2547769"/>
                  </a:lnTo>
                  <a:lnTo>
                    <a:pt x="5801424" y="2545752"/>
                  </a:lnTo>
                  <a:lnTo>
                    <a:pt x="5873047" y="2543730"/>
                  </a:lnTo>
                  <a:lnTo>
                    <a:pt x="5944669" y="2541704"/>
                  </a:lnTo>
                  <a:lnTo>
                    <a:pt x="6016292" y="2539673"/>
                  </a:lnTo>
                  <a:lnTo>
                    <a:pt x="6087914" y="2537638"/>
                  </a:lnTo>
                  <a:lnTo>
                    <a:pt x="6159537" y="2535598"/>
                  </a:lnTo>
                  <a:lnTo>
                    <a:pt x="6231159" y="2533553"/>
                  </a:lnTo>
                  <a:lnTo>
                    <a:pt x="6302782" y="2531504"/>
                  </a:lnTo>
                  <a:lnTo>
                    <a:pt x="6374404" y="2529450"/>
                  </a:lnTo>
                  <a:lnTo>
                    <a:pt x="6446027" y="2527392"/>
                  </a:lnTo>
                  <a:lnTo>
                    <a:pt x="6517649" y="2525329"/>
                  </a:lnTo>
                  <a:lnTo>
                    <a:pt x="6589272" y="2523261"/>
                  </a:lnTo>
                  <a:lnTo>
                    <a:pt x="6660894" y="2521189"/>
                  </a:lnTo>
                  <a:lnTo>
                    <a:pt x="6732517" y="2519112"/>
                  </a:lnTo>
                  <a:lnTo>
                    <a:pt x="6804139" y="2517031"/>
                  </a:lnTo>
                  <a:lnTo>
                    <a:pt x="6875762" y="2514945"/>
                  </a:lnTo>
                  <a:lnTo>
                    <a:pt x="6947385" y="2512854"/>
                  </a:lnTo>
                  <a:lnTo>
                    <a:pt x="7019007" y="2510758"/>
                  </a:lnTo>
                  <a:lnTo>
                    <a:pt x="7090630" y="25086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8857"/>
              <a:ext cx="7090630" cy="692915"/>
            </a:xfrm>
            <a:custGeom>
              <a:avLst/>
              <a:pathLst>
                <a:path w="7090630" h="692915">
                  <a:moveTo>
                    <a:pt x="7090630" y="692915"/>
                  </a:moveTo>
                  <a:lnTo>
                    <a:pt x="7019007" y="688412"/>
                  </a:lnTo>
                  <a:lnTo>
                    <a:pt x="6947385" y="683760"/>
                  </a:lnTo>
                  <a:lnTo>
                    <a:pt x="6875762" y="678954"/>
                  </a:lnTo>
                  <a:lnTo>
                    <a:pt x="6804139" y="673987"/>
                  </a:lnTo>
                  <a:lnTo>
                    <a:pt x="6732517" y="668856"/>
                  </a:lnTo>
                  <a:lnTo>
                    <a:pt x="6660894" y="663554"/>
                  </a:lnTo>
                  <a:lnTo>
                    <a:pt x="6589272" y="658076"/>
                  </a:lnTo>
                  <a:lnTo>
                    <a:pt x="6517649" y="652415"/>
                  </a:lnTo>
                  <a:lnTo>
                    <a:pt x="6446027" y="646567"/>
                  </a:lnTo>
                  <a:lnTo>
                    <a:pt x="6374404" y="640524"/>
                  </a:lnTo>
                  <a:lnTo>
                    <a:pt x="6302782" y="634281"/>
                  </a:lnTo>
                  <a:lnTo>
                    <a:pt x="6231159" y="627829"/>
                  </a:lnTo>
                  <a:lnTo>
                    <a:pt x="6159537" y="621164"/>
                  </a:lnTo>
                  <a:lnTo>
                    <a:pt x="6087914" y="614277"/>
                  </a:lnTo>
                  <a:lnTo>
                    <a:pt x="6016292" y="607161"/>
                  </a:lnTo>
                  <a:lnTo>
                    <a:pt x="5944669" y="599809"/>
                  </a:lnTo>
                  <a:lnTo>
                    <a:pt x="5873047" y="592212"/>
                  </a:lnTo>
                  <a:lnTo>
                    <a:pt x="5801424" y="584363"/>
                  </a:lnTo>
                  <a:lnTo>
                    <a:pt x="5729802" y="576253"/>
                  </a:lnTo>
                  <a:lnTo>
                    <a:pt x="5658179" y="567873"/>
                  </a:lnTo>
                  <a:lnTo>
                    <a:pt x="5586557" y="559215"/>
                  </a:lnTo>
                  <a:lnTo>
                    <a:pt x="5514934" y="550269"/>
                  </a:lnTo>
                  <a:lnTo>
                    <a:pt x="5443311" y="541026"/>
                  </a:lnTo>
                  <a:lnTo>
                    <a:pt x="5371689" y="531476"/>
                  </a:lnTo>
                  <a:lnTo>
                    <a:pt x="5300066" y="521608"/>
                  </a:lnTo>
                  <a:lnTo>
                    <a:pt x="5228444" y="511413"/>
                  </a:lnTo>
                  <a:lnTo>
                    <a:pt x="5156821" y="500878"/>
                  </a:lnTo>
                  <a:lnTo>
                    <a:pt x="5085199" y="489994"/>
                  </a:lnTo>
                  <a:lnTo>
                    <a:pt x="5013576" y="478748"/>
                  </a:lnTo>
                  <a:lnTo>
                    <a:pt x="4941954" y="467127"/>
                  </a:lnTo>
                  <a:lnTo>
                    <a:pt x="4870331" y="455121"/>
                  </a:lnTo>
                  <a:lnTo>
                    <a:pt x="4798709" y="442716"/>
                  </a:lnTo>
                  <a:lnTo>
                    <a:pt x="4727086" y="429899"/>
                  </a:lnTo>
                  <a:lnTo>
                    <a:pt x="4655464" y="416655"/>
                  </a:lnTo>
                  <a:lnTo>
                    <a:pt x="4583841" y="402971"/>
                  </a:lnTo>
                  <a:lnTo>
                    <a:pt x="4512219" y="388833"/>
                  </a:lnTo>
                  <a:lnTo>
                    <a:pt x="4440596" y="374225"/>
                  </a:lnTo>
                  <a:lnTo>
                    <a:pt x="4368974" y="359131"/>
                  </a:lnTo>
                  <a:lnTo>
                    <a:pt x="4297351" y="343536"/>
                  </a:lnTo>
                  <a:lnTo>
                    <a:pt x="4225729" y="327422"/>
                  </a:lnTo>
                  <a:lnTo>
                    <a:pt x="4154106" y="310773"/>
                  </a:lnTo>
                  <a:lnTo>
                    <a:pt x="4082483" y="293570"/>
                  </a:lnTo>
                  <a:lnTo>
                    <a:pt x="4010861" y="275796"/>
                  </a:lnTo>
                  <a:lnTo>
                    <a:pt x="3939238" y="257431"/>
                  </a:lnTo>
                  <a:lnTo>
                    <a:pt x="3867616" y="238456"/>
                  </a:lnTo>
                  <a:lnTo>
                    <a:pt x="3795993" y="218850"/>
                  </a:lnTo>
                  <a:lnTo>
                    <a:pt x="3724371" y="198593"/>
                  </a:lnTo>
                  <a:lnTo>
                    <a:pt x="3652748" y="177662"/>
                  </a:lnTo>
                  <a:lnTo>
                    <a:pt x="3581126" y="156036"/>
                  </a:lnTo>
                  <a:lnTo>
                    <a:pt x="3509503" y="133691"/>
                  </a:lnTo>
                  <a:lnTo>
                    <a:pt x="3437881" y="110603"/>
                  </a:lnTo>
                  <a:lnTo>
                    <a:pt x="3366258" y="86748"/>
                  </a:lnTo>
                  <a:lnTo>
                    <a:pt x="3294636" y="62101"/>
                  </a:lnTo>
                  <a:lnTo>
                    <a:pt x="3223013" y="36634"/>
                  </a:lnTo>
                  <a:lnTo>
                    <a:pt x="3151391" y="10321"/>
                  </a:lnTo>
                  <a:lnTo>
                    <a:pt x="3079768" y="0"/>
                  </a:lnTo>
                  <a:lnTo>
                    <a:pt x="3008146" y="1852"/>
                  </a:lnTo>
                  <a:lnTo>
                    <a:pt x="2936523" y="3701"/>
                  </a:lnTo>
                  <a:lnTo>
                    <a:pt x="2864901" y="5545"/>
                  </a:lnTo>
                  <a:lnTo>
                    <a:pt x="2793278" y="7386"/>
                  </a:lnTo>
                  <a:lnTo>
                    <a:pt x="2721655" y="9222"/>
                  </a:lnTo>
                  <a:lnTo>
                    <a:pt x="2650033" y="11054"/>
                  </a:lnTo>
                  <a:lnTo>
                    <a:pt x="2578410" y="12882"/>
                  </a:lnTo>
                  <a:lnTo>
                    <a:pt x="2506788" y="14706"/>
                  </a:lnTo>
                  <a:lnTo>
                    <a:pt x="2435165" y="16526"/>
                  </a:lnTo>
                  <a:lnTo>
                    <a:pt x="2363543" y="18341"/>
                  </a:lnTo>
                  <a:lnTo>
                    <a:pt x="2291920" y="20153"/>
                  </a:lnTo>
                  <a:lnTo>
                    <a:pt x="2220298" y="21961"/>
                  </a:lnTo>
                  <a:lnTo>
                    <a:pt x="2148675" y="23764"/>
                  </a:lnTo>
                  <a:lnTo>
                    <a:pt x="2077053" y="25564"/>
                  </a:lnTo>
                  <a:lnTo>
                    <a:pt x="2005430" y="27359"/>
                  </a:lnTo>
                  <a:lnTo>
                    <a:pt x="1933808" y="29151"/>
                  </a:lnTo>
                  <a:lnTo>
                    <a:pt x="1862185" y="30939"/>
                  </a:lnTo>
                  <a:lnTo>
                    <a:pt x="1790563" y="32722"/>
                  </a:lnTo>
                  <a:lnTo>
                    <a:pt x="1718940" y="34502"/>
                  </a:lnTo>
                  <a:lnTo>
                    <a:pt x="1647318" y="36277"/>
                  </a:lnTo>
                  <a:lnTo>
                    <a:pt x="1575695" y="38049"/>
                  </a:lnTo>
                  <a:lnTo>
                    <a:pt x="1504073" y="39816"/>
                  </a:lnTo>
                  <a:lnTo>
                    <a:pt x="1432450" y="41580"/>
                  </a:lnTo>
                  <a:lnTo>
                    <a:pt x="1360827" y="43340"/>
                  </a:lnTo>
                  <a:lnTo>
                    <a:pt x="1289205" y="45096"/>
                  </a:lnTo>
                  <a:lnTo>
                    <a:pt x="1217582" y="46847"/>
                  </a:lnTo>
                  <a:lnTo>
                    <a:pt x="1145960" y="48595"/>
                  </a:lnTo>
                  <a:lnTo>
                    <a:pt x="1074337" y="50339"/>
                  </a:lnTo>
                  <a:lnTo>
                    <a:pt x="1002715" y="52080"/>
                  </a:lnTo>
                  <a:lnTo>
                    <a:pt x="931092" y="53816"/>
                  </a:lnTo>
                  <a:lnTo>
                    <a:pt x="859470" y="55548"/>
                  </a:lnTo>
                  <a:lnTo>
                    <a:pt x="787847" y="57277"/>
                  </a:lnTo>
                  <a:lnTo>
                    <a:pt x="716225" y="59001"/>
                  </a:lnTo>
                  <a:lnTo>
                    <a:pt x="644602" y="60722"/>
                  </a:lnTo>
                  <a:lnTo>
                    <a:pt x="572980" y="62439"/>
                  </a:lnTo>
                  <a:lnTo>
                    <a:pt x="501357" y="64152"/>
                  </a:lnTo>
                  <a:lnTo>
                    <a:pt x="429735" y="65861"/>
                  </a:lnTo>
                  <a:lnTo>
                    <a:pt x="358112" y="67567"/>
                  </a:lnTo>
                  <a:lnTo>
                    <a:pt x="286490" y="69268"/>
                  </a:lnTo>
                  <a:lnTo>
                    <a:pt x="214867" y="70966"/>
                  </a:lnTo>
                  <a:lnTo>
                    <a:pt x="143245" y="72660"/>
                  </a:lnTo>
                  <a:lnTo>
                    <a:pt x="71622" y="74350"/>
                  </a:lnTo>
                  <a:lnTo>
                    <a:pt x="0" y="7603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946689"/>
              <a:ext cx="7090630" cy="1253880"/>
            </a:xfrm>
            <a:custGeom>
              <a:avLst/>
              <a:pathLst>
                <a:path w="7090630" h="1253880">
                  <a:moveTo>
                    <a:pt x="0" y="0"/>
                  </a:moveTo>
                  <a:lnTo>
                    <a:pt x="71622" y="24338"/>
                  </a:lnTo>
                  <a:lnTo>
                    <a:pt x="143245" y="48309"/>
                  </a:lnTo>
                  <a:lnTo>
                    <a:pt x="214867" y="71918"/>
                  </a:lnTo>
                  <a:lnTo>
                    <a:pt x="286490" y="95169"/>
                  </a:lnTo>
                  <a:lnTo>
                    <a:pt x="358112" y="118070"/>
                  </a:lnTo>
                  <a:lnTo>
                    <a:pt x="429735" y="140624"/>
                  </a:lnTo>
                  <a:lnTo>
                    <a:pt x="501357" y="162838"/>
                  </a:lnTo>
                  <a:lnTo>
                    <a:pt x="572980" y="184716"/>
                  </a:lnTo>
                  <a:lnTo>
                    <a:pt x="644602" y="206263"/>
                  </a:lnTo>
                  <a:lnTo>
                    <a:pt x="716225" y="227485"/>
                  </a:lnTo>
                  <a:lnTo>
                    <a:pt x="787847" y="248385"/>
                  </a:lnTo>
                  <a:lnTo>
                    <a:pt x="859470" y="268970"/>
                  </a:lnTo>
                  <a:lnTo>
                    <a:pt x="931092" y="289244"/>
                  </a:lnTo>
                  <a:lnTo>
                    <a:pt x="1002715" y="309212"/>
                  </a:lnTo>
                  <a:lnTo>
                    <a:pt x="1074337" y="328878"/>
                  </a:lnTo>
                  <a:lnTo>
                    <a:pt x="1145960" y="348247"/>
                  </a:lnTo>
                  <a:lnTo>
                    <a:pt x="1217582" y="367323"/>
                  </a:lnTo>
                  <a:lnTo>
                    <a:pt x="1289205" y="386110"/>
                  </a:lnTo>
                  <a:lnTo>
                    <a:pt x="1360827" y="404614"/>
                  </a:lnTo>
                  <a:lnTo>
                    <a:pt x="1432450" y="422838"/>
                  </a:lnTo>
                  <a:lnTo>
                    <a:pt x="1504073" y="440787"/>
                  </a:lnTo>
                  <a:lnTo>
                    <a:pt x="1575695" y="458464"/>
                  </a:lnTo>
                  <a:lnTo>
                    <a:pt x="1647318" y="475875"/>
                  </a:lnTo>
                  <a:lnTo>
                    <a:pt x="1718940" y="493022"/>
                  </a:lnTo>
                  <a:lnTo>
                    <a:pt x="1790563" y="509910"/>
                  </a:lnTo>
                  <a:lnTo>
                    <a:pt x="1862185" y="526543"/>
                  </a:lnTo>
                  <a:lnTo>
                    <a:pt x="1933808" y="542925"/>
                  </a:lnTo>
                  <a:lnTo>
                    <a:pt x="2005430" y="559059"/>
                  </a:lnTo>
                  <a:lnTo>
                    <a:pt x="2077053" y="574949"/>
                  </a:lnTo>
                  <a:lnTo>
                    <a:pt x="2148675" y="590599"/>
                  </a:lnTo>
                  <a:lnTo>
                    <a:pt x="2220298" y="606013"/>
                  </a:lnTo>
                  <a:lnTo>
                    <a:pt x="2291920" y="621193"/>
                  </a:lnTo>
                  <a:lnTo>
                    <a:pt x="2363543" y="636144"/>
                  </a:lnTo>
                  <a:lnTo>
                    <a:pt x="2435165" y="650870"/>
                  </a:lnTo>
                  <a:lnTo>
                    <a:pt x="2506788" y="665372"/>
                  </a:lnTo>
                  <a:lnTo>
                    <a:pt x="2578410" y="679656"/>
                  </a:lnTo>
                  <a:lnTo>
                    <a:pt x="2650033" y="693724"/>
                  </a:lnTo>
                  <a:lnTo>
                    <a:pt x="2721655" y="707579"/>
                  </a:lnTo>
                  <a:lnTo>
                    <a:pt x="2793278" y="721225"/>
                  </a:lnTo>
                  <a:lnTo>
                    <a:pt x="2864901" y="734664"/>
                  </a:lnTo>
                  <a:lnTo>
                    <a:pt x="2936523" y="747901"/>
                  </a:lnTo>
                  <a:lnTo>
                    <a:pt x="3008146" y="760937"/>
                  </a:lnTo>
                  <a:lnTo>
                    <a:pt x="3079768" y="773777"/>
                  </a:lnTo>
                  <a:lnTo>
                    <a:pt x="3151391" y="786422"/>
                  </a:lnTo>
                  <a:lnTo>
                    <a:pt x="3223013" y="798876"/>
                  </a:lnTo>
                  <a:lnTo>
                    <a:pt x="3294636" y="811142"/>
                  </a:lnTo>
                  <a:lnTo>
                    <a:pt x="3366258" y="823223"/>
                  </a:lnTo>
                  <a:lnTo>
                    <a:pt x="3437881" y="835121"/>
                  </a:lnTo>
                  <a:lnTo>
                    <a:pt x="3509503" y="846840"/>
                  </a:lnTo>
                  <a:lnTo>
                    <a:pt x="3581126" y="858381"/>
                  </a:lnTo>
                  <a:lnTo>
                    <a:pt x="3652748" y="869748"/>
                  </a:lnTo>
                  <a:lnTo>
                    <a:pt x="3724371" y="880943"/>
                  </a:lnTo>
                  <a:lnTo>
                    <a:pt x="3795993" y="891969"/>
                  </a:lnTo>
                  <a:lnTo>
                    <a:pt x="3867616" y="902828"/>
                  </a:lnTo>
                  <a:lnTo>
                    <a:pt x="3939238" y="913523"/>
                  </a:lnTo>
                  <a:lnTo>
                    <a:pt x="4010861" y="924057"/>
                  </a:lnTo>
                  <a:lnTo>
                    <a:pt x="4082483" y="934431"/>
                  </a:lnTo>
                  <a:lnTo>
                    <a:pt x="4154106" y="944649"/>
                  </a:lnTo>
                  <a:lnTo>
                    <a:pt x="4225729" y="954712"/>
                  </a:lnTo>
                  <a:lnTo>
                    <a:pt x="4297351" y="964623"/>
                  </a:lnTo>
                  <a:lnTo>
                    <a:pt x="4368974" y="974384"/>
                  </a:lnTo>
                  <a:lnTo>
                    <a:pt x="4440596" y="983998"/>
                  </a:lnTo>
                  <a:lnTo>
                    <a:pt x="4512219" y="993467"/>
                  </a:lnTo>
                  <a:lnTo>
                    <a:pt x="4583841" y="1002792"/>
                  </a:lnTo>
                  <a:lnTo>
                    <a:pt x="4655464" y="1011977"/>
                  </a:lnTo>
                  <a:lnTo>
                    <a:pt x="4727086" y="1021023"/>
                  </a:lnTo>
                  <a:lnTo>
                    <a:pt x="4798709" y="1029932"/>
                  </a:lnTo>
                  <a:lnTo>
                    <a:pt x="4870331" y="1038706"/>
                  </a:lnTo>
                  <a:lnTo>
                    <a:pt x="4941954" y="1047348"/>
                  </a:lnTo>
                  <a:lnTo>
                    <a:pt x="5013576" y="1055859"/>
                  </a:lnTo>
                  <a:lnTo>
                    <a:pt x="5085199" y="1064242"/>
                  </a:lnTo>
                  <a:lnTo>
                    <a:pt x="5156821" y="1072498"/>
                  </a:lnTo>
                  <a:lnTo>
                    <a:pt x="5228444" y="1080629"/>
                  </a:lnTo>
                  <a:lnTo>
                    <a:pt x="5300066" y="1088637"/>
                  </a:lnTo>
                  <a:lnTo>
                    <a:pt x="5371689" y="1096524"/>
                  </a:lnTo>
                  <a:lnTo>
                    <a:pt x="5443311" y="1104292"/>
                  </a:lnTo>
                  <a:lnTo>
                    <a:pt x="5514934" y="1111943"/>
                  </a:lnTo>
                  <a:lnTo>
                    <a:pt x="5586557" y="1119478"/>
                  </a:lnTo>
                  <a:lnTo>
                    <a:pt x="5658179" y="1126899"/>
                  </a:lnTo>
                  <a:lnTo>
                    <a:pt x="5729802" y="1134208"/>
                  </a:lnTo>
                  <a:lnTo>
                    <a:pt x="5801424" y="1141407"/>
                  </a:lnTo>
                  <a:lnTo>
                    <a:pt x="5873047" y="1148497"/>
                  </a:lnTo>
                  <a:lnTo>
                    <a:pt x="5944669" y="1155479"/>
                  </a:lnTo>
                  <a:lnTo>
                    <a:pt x="6016292" y="1162356"/>
                  </a:lnTo>
                  <a:lnTo>
                    <a:pt x="6087914" y="1169130"/>
                  </a:lnTo>
                  <a:lnTo>
                    <a:pt x="6159537" y="1175801"/>
                  </a:lnTo>
                  <a:lnTo>
                    <a:pt x="6231159" y="1182371"/>
                  </a:lnTo>
                  <a:lnTo>
                    <a:pt x="6302782" y="1188841"/>
                  </a:lnTo>
                  <a:lnTo>
                    <a:pt x="6374404" y="1195214"/>
                  </a:lnTo>
                  <a:lnTo>
                    <a:pt x="6446027" y="1201491"/>
                  </a:lnTo>
                  <a:lnTo>
                    <a:pt x="6517649" y="1207673"/>
                  </a:lnTo>
                  <a:lnTo>
                    <a:pt x="6589272" y="1213761"/>
                  </a:lnTo>
                  <a:lnTo>
                    <a:pt x="6660894" y="1219758"/>
                  </a:lnTo>
                  <a:lnTo>
                    <a:pt x="6732517" y="1225663"/>
                  </a:lnTo>
                  <a:lnTo>
                    <a:pt x="6804139" y="1231480"/>
                  </a:lnTo>
                  <a:lnTo>
                    <a:pt x="6875762" y="1237208"/>
                  </a:lnTo>
                  <a:lnTo>
                    <a:pt x="6947385" y="1242851"/>
                  </a:lnTo>
                  <a:lnTo>
                    <a:pt x="7019007" y="1248407"/>
                  </a:lnTo>
                  <a:lnTo>
                    <a:pt x="7090630" y="125388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3771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8840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1996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108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91419" y="5925448"/>
              <a:ext cx="40518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Ratio (CKD-EPI 2012 CysC / CKD-EPI 2021 Cr)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3312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1.20 (0.97-1.49), p_Bonf = 0.525 (n = 6)  |  per IQR decline (Δ = 0.28): 1.68 (0.93-3.05)  |  IQR: [0.70, 0.98]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46237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2026-07-01T09:37:04Z</dcterms:modified>
  <cp:category/>
</cp:coreProperties>
</file>