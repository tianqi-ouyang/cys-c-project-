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56095"/>
              <a:ext cx="6964104" cy="1195307"/>
            </a:xfrm>
            <a:custGeom>
              <a:avLst/>
              <a:pathLst>
                <a:path w="6964104" h="1195307">
                  <a:moveTo>
                    <a:pt x="0" y="0"/>
                  </a:moveTo>
                  <a:lnTo>
                    <a:pt x="70344" y="40019"/>
                  </a:lnTo>
                  <a:lnTo>
                    <a:pt x="140688" y="78751"/>
                  </a:lnTo>
                  <a:lnTo>
                    <a:pt x="211033" y="116238"/>
                  </a:lnTo>
                  <a:lnTo>
                    <a:pt x="281377" y="152519"/>
                  </a:lnTo>
                  <a:lnTo>
                    <a:pt x="351722" y="187632"/>
                  </a:lnTo>
                  <a:lnTo>
                    <a:pt x="422066" y="221617"/>
                  </a:lnTo>
                  <a:lnTo>
                    <a:pt x="492411" y="254508"/>
                  </a:lnTo>
                  <a:lnTo>
                    <a:pt x="562755" y="286341"/>
                  </a:lnTo>
                  <a:lnTo>
                    <a:pt x="633100" y="317150"/>
                  </a:lnTo>
                  <a:lnTo>
                    <a:pt x="703444" y="346969"/>
                  </a:lnTo>
                  <a:lnTo>
                    <a:pt x="773789" y="375828"/>
                  </a:lnTo>
                  <a:lnTo>
                    <a:pt x="844133" y="403759"/>
                  </a:lnTo>
                  <a:lnTo>
                    <a:pt x="914478" y="430792"/>
                  </a:lnTo>
                  <a:lnTo>
                    <a:pt x="984822" y="456955"/>
                  </a:lnTo>
                  <a:lnTo>
                    <a:pt x="1055167" y="482277"/>
                  </a:lnTo>
                  <a:lnTo>
                    <a:pt x="1125511" y="506784"/>
                  </a:lnTo>
                  <a:lnTo>
                    <a:pt x="1195856" y="530503"/>
                  </a:lnTo>
                  <a:lnTo>
                    <a:pt x="1266200" y="553458"/>
                  </a:lnTo>
                  <a:lnTo>
                    <a:pt x="1336545" y="575676"/>
                  </a:lnTo>
                  <a:lnTo>
                    <a:pt x="1406889" y="597179"/>
                  </a:lnTo>
                  <a:lnTo>
                    <a:pt x="1477234" y="617990"/>
                  </a:lnTo>
                  <a:lnTo>
                    <a:pt x="1547578" y="638132"/>
                  </a:lnTo>
                  <a:lnTo>
                    <a:pt x="1617923" y="657626"/>
                  </a:lnTo>
                  <a:lnTo>
                    <a:pt x="1688267" y="676493"/>
                  </a:lnTo>
                  <a:lnTo>
                    <a:pt x="1758612" y="694753"/>
                  </a:lnTo>
                  <a:lnTo>
                    <a:pt x="1828956" y="712426"/>
                  </a:lnTo>
                  <a:lnTo>
                    <a:pt x="1899301" y="729531"/>
                  </a:lnTo>
                  <a:lnTo>
                    <a:pt x="1969645" y="746085"/>
                  </a:lnTo>
                  <a:lnTo>
                    <a:pt x="2039990" y="762107"/>
                  </a:lnTo>
                  <a:lnTo>
                    <a:pt x="2110334" y="777613"/>
                  </a:lnTo>
                  <a:lnTo>
                    <a:pt x="2180679" y="792621"/>
                  </a:lnTo>
                  <a:lnTo>
                    <a:pt x="2251023" y="807146"/>
                  </a:lnTo>
                  <a:lnTo>
                    <a:pt x="2321368" y="821203"/>
                  </a:lnTo>
                  <a:lnTo>
                    <a:pt x="2391712" y="834809"/>
                  </a:lnTo>
                  <a:lnTo>
                    <a:pt x="2462057" y="847977"/>
                  </a:lnTo>
                  <a:lnTo>
                    <a:pt x="2532401" y="860721"/>
                  </a:lnTo>
                  <a:lnTo>
                    <a:pt x="2602746" y="873056"/>
                  </a:lnTo>
                  <a:lnTo>
                    <a:pt x="2673090" y="884994"/>
                  </a:lnTo>
                  <a:lnTo>
                    <a:pt x="2743435" y="896547"/>
                  </a:lnTo>
                  <a:lnTo>
                    <a:pt x="2813779" y="907729"/>
                  </a:lnTo>
                  <a:lnTo>
                    <a:pt x="2884124" y="918552"/>
                  </a:lnTo>
                  <a:lnTo>
                    <a:pt x="2954468" y="929026"/>
                  </a:lnTo>
                  <a:lnTo>
                    <a:pt x="3024813" y="939164"/>
                  </a:lnTo>
                  <a:lnTo>
                    <a:pt x="3095157" y="944580"/>
                  </a:lnTo>
                  <a:lnTo>
                    <a:pt x="3165502" y="943909"/>
                  </a:lnTo>
                  <a:lnTo>
                    <a:pt x="3235846" y="943236"/>
                  </a:lnTo>
                  <a:lnTo>
                    <a:pt x="3306191" y="942561"/>
                  </a:lnTo>
                  <a:lnTo>
                    <a:pt x="3376535" y="941885"/>
                  </a:lnTo>
                  <a:lnTo>
                    <a:pt x="3446880" y="941207"/>
                  </a:lnTo>
                  <a:lnTo>
                    <a:pt x="3517224" y="940528"/>
                  </a:lnTo>
                  <a:lnTo>
                    <a:pt x="3587569" y="939847"/>
                  </a:lnTo>
                  <a:lnTo>
                    <a:pt x="3657913" y="939165"/>
                  </a:lnTo>
                  <a:lnTo>
                    <a:pt x="3728257" y="938481"/>
                  </a:lnTo>
                  <a:lnTo>
                    <a:pt x="3798602" y="937796"/>
                  </a:lnTo>
                  <a:lnTo>
                    <a:pt x="3868946" y="937109"/>
                  </a:lnTo>
                  <a:lnTo>
                    <a:pt x="3939291" y="936421"/>
                  </a:lnTo>
                  <a:lnTo>
                    <a:pt x="4009635" y="935731"/>
                  </a:lnTo>
                  <a:lnTo>
                    <a:pt x="4079980" y="935040"/>
                  </a:lnTo>
                  <a:lnTo>
                    <a:pt x="4150324" y="934347"/>
                  </a:lnTo>
                  <a:lnTo>
                    <a:pt x="4220669" y="933652"/>
                  </a:lnTo>
                  <a:lnTo>
                    <a:pt x="4291013" y="932956"/>
                  </a:lnTo>
                  <a:lnTo>
                    <a:pt x="4361358" y="932258"/>
                  </a:lnTo>
                  <a:lnTo>
                    <a:pt x="4431702" y="931559"/>
                  </a:lnTo>
                  <a:lnTo>
                    <a:pt x="4502047" y="930858"/>
                  </a:lnTo>
                  <a:lnTo>
                    <a:pt x="4572391" y="930156"/>
                  </a:lnTo>
                  <a:lnTo>
                    <a:pt x="4642736" y="929452"/>
                  </a:lnTo>
                  <a:lnTo>
                    <a:pt x="4713080" y="928747"/>
                  </a:lnTo>
                  <a:lnTo>
                    <a:pt x="4783425" y="928039"/>
                  </a:lnTo>
                  <a:lnTo>
                    <a:pt x="4853769" y="927331"/>
                  </a:lnTo>
                  <a:lnTo>
                    <a:pt x="4924114" y="926621"/>
                  </a:lnTo>
                  <a:lnTo>
                    <a:pt x="4994458" y="925909"/>
                  </a:lnTo>
                  <a:lnTo>
                    <a:pt x="5064803" y="925195"/>
                  </a:lnTo>
                  <a:lnTo>
                    <a:pt x="5135147" y="924480"/>
                  </a:lnTo>
                  <a:lnTo>
                    <a:pt x="5205492" y="923763"/>
                  </a:lnTo>
                  <a:lnTo>
                    <a:pt x="5275836" y="923045"/>
                  </a:lnTo>
                  <a:lnTo>
                    <a:pt x="5346181" y="922325"/>
                  </a:lnTo>
                  <a:lnTo>
                    <a:pt x="5416525" y="921604"/>
                  </a:lnTo>
                  <a:lnTo>
                    <a:pt x="5486870" y="920881"/>
                  </a:lnTo>
                  <a:lnTo>
                    <a:pt x="5557214" y="920156"/>
                  </a:lnTo>
                  <a:lnTo>
                    <a:pt x="5627559" y="919430"/>
                  </a:lnTo>
                  <a:lnTo>
                    <a:pt x="5697903" y="918702"/>
                  </a:lnTo>
                  <a:lnTo>
                    <a:pt x="5768248" y="917972"/>
                  </a:lnTo>
                  <a:lnTo>
                    <a:pt x="5838592" y="917241"/>
                  </a:lnTo>
                  <a:lnTo>
                    <a:pt x="5908937" y="916508"/>
                  </a:lnTo>
                  <a:lnTo>
                    <a:pt x="5979281" y="915773"/>
                  </a:lnTo>
                  <a:lnTo>
                    <a:pt x="6049626" y="915037"/>
                  </a:lnTo>
                  <a:lnTo>
                    <a:pt x="6119970" y="914299"/>
                  </a:lnTo>
                  <a:lnTo>
                    <a:pt x="6190315" y="913560"/>
                  </a:lnTo>
                  <a:lnTo>
                    <a:pt x="6260659" y="912819"/>
                  </a:lnTo>
                  <a:lnTo>
                    <a:pt x="6331004" y="912076"/>
                  </a:lnTo>
                  <a:lnTo>
                    <a:pt x="6401348" y="911331"/>
                  </a:lnTo>
                  <a:lnTo>
                    <a:pt x="6471693" y="910585"/>
                  </a:lnTo>
                  <a:lnTo>
                    <a:pt x="6542037" y="909838"/>
                  </a:lnTo>
                  <a:lnTo>
                    <a:pt x="6612382" y="909088"/>
                  </a:lnTo>
                  <a:lnTo>
                    <a:pt x="6682726" y="908337"/>
                  </a:lnTo>
                  <a:lnTo>
                    <a:pt x="6753071" y="907584"/>
                  </a:lnTo>
                  <a:lnTo>
                    <a:pt x="6823415" y="906830"/>
                  </a:lnTo>
                  <a:lnTo>
                    <a:pt x="6893760" y="906073"/>
                  </a:lnTo>
                  <a:lnTo>
                    <a:pt x="6964104" y="905315"/>
                  </a:lnTo>
                  <a:lnTo>
                    <a:pt x="6964104" y="1195307"/>
                  </a:lnTo>
                  <a:lnTo>
                    <a:pt x="6893760" y="1193683"/>
                  </a:lnTo>
                  <a:lnTo>
                    <a:pt x="6823415" y="1192004"/>
                  </a:lnTo>
                  <a:lnTo>
                    <a:pt x="6753071" y="1190269"/>
                  </a:lnTo>
                  <a:lnTo>
                    <a:pt x="6682726" y="1188477"/>
                  </a:lnTo>
                  <a:lnTo>
                    <a:pt x="6612382" y="1186625"/>
                  </a:lnTo>
                  <a:lnTo>
                    <a:pt x="6542037" y="1184712"/>
                  </a:lnTo>
                  <a:lnTo>
                    <a:pt x="6471693" y="1182735"/>
                  </a:lnTo>
                  <a:lnTo>
                    <a:pt x="6401348" y="1180692"/>
                  </a:lnTo>
                  <a:lnTo>
                    <a:pt x="6331004" y="1178581"/>
                  </a:lnTo>
                  <a:lnTo>
                    <a:pt x="6260659" y="1176401"/>
                  </a:lnTo>
                  <a:lnTo>
                    <a:pt x="6190315" y="1174148"/>
                  </a:lnTo>
                  <a:lnTo>
                    <a:pt x="6119970" y="1171820"/>
                  </a:lnTo>
                  <a:lnTo>
                    <a:pt x="6049626" y="1169414"/>
                  </a:lnTo>
                  <a:lnTo>
                    <a:pt x="5979281" y="1166929"/>
                  </a:lnTo>
                  <a:lnTo>
                    <a:pt x="5908937" y="1164361"/>
                  </a:lnTo>
                  <a:lnTo>
                    <a:pt x="5838592" y="1161708"/>
                  </a:lnTo>
                  <a:lnTo>
                    <a:pt x="5768248" y="1158966"/>
                  </a:lnTo>
                  <a:lnTo>
                    <a:pt x="5697903" y="1156134"/>
                  </a:lnTo>
                  <a:lnTo>
                    <a:pt x="5627559" y="1153207"/>
                  </a:lnTo>
                  <a:lnTo>
                    <a:pt x="5557214" y="1150183"/>
                  </a:lnTo>
                  <a:lnTo>
                    <a:pt x="5486870" y="1147058"/>
                  </a:lnTo>
                  <a:lnTo>
                    <a:pt x="5416525" y="1143830"/>
                  </a:lnTo>
                  <a:lnTo>
                    <a:pt x="5346181" y="1140494"/>
                  </a:lnTo>
                  <a:lnTo>
                    <a:pt x="5275836" y="1137048"/>
                  </a:lnTo>
                  <a:lnTo>
                    <a:pt x="5205492" y="1133487"/>
                  </a:lnTo>
                  <a:lnTo>
                    <a:pt x="5135147" y="1129808"/>
                  </a:lnTo>
                  <a:lnTo>
                    <a:pt x="5064803" y="1126006"/>
                  </a:lnTo>
                  <a:lnTo>
                    <a:pt x="4994458" y="1122078"/>
                  </a:lnTo>
                  <a:lnTo>
                    <a:pt x="4924114" y="1118019"/>
                  </a:lnTo>
                  <a:lnTo>
                    <a:pt x="4853769" y="1113826"/>
                  </a:lnTo>
                  <a:lnTo>
                    <a:pt x="4783425" y="1109493"/>
                  </a:lnTo>
                  <a:lnTo>
                    <a:pt x="4713080" y="1105016"/>
                  </a:lnTo>
                  <a:lnTo>
                    <a:pt x="4642736" y="1100391"/>
                  </a:lnTo>
                  <a:lnTo>
                    <a:pt x="4572391" y="1095612"/>
                  </a:lnTo>
                  <a:lnTo>
                    <a:pt x="4502047" y="1090674"/>
                  </a:lnTo>
                  <a:lnTo>
                    <a:pt x="4431702" y="1085571"/>
                  </a:lnTo>
                  <a:lnTo>
                    <a:pt x="4361358" y="1080300"/>
                  </a:lnTo>
                  <a:lnTo>
                    <a:pt x="4291013" y="1074853"/>
                  </a:lnTo>
                  <a:lnTo>
                    <a:pt x="4220669" y="1069225"/>
                  </a:lnTo>
                  <a:lnTo>
                    <a:pt x="4150324" y="1063410"/>
                  </a:lnTo>
                  <a:lnTo>
                    <a:pt x="4079980" y="1057401"/>
                  </a:lnTo>
                  <a:lnTo>
                    <a:pt x="4009635" y="1051193"/>
                  </a:lnTo>
                  <a:lnTo>
                    <a:pt x="3939291" y="1044779"/>
                  </a:lnTo>
                  <a:lnTo>
                    <a:pt x="3868946" y="1038152"/>
                  </a:lnTo>
                  <a:lnTo>
                    <a:pt x="3798602" y="1031304"/>
                  </a:lnTo>
                  <a:lnTo>
                    <a:pt x="3728257" y="1024229"/>
                  </a:lnTo>
                  <a:lnTo>
                    <a:pt x="3657913" y="1016918"/>
                  </a:lnTo>
                  <a:lnTo>
                    <a:pt x="3587569" y="1009365"/>
                  </a:lnTo>
                  <a:lnTo>
                    <a:pt x="3517224" y="1001560"/>
                  </a:lnTo>
                  <a:lnTo>
                    <a:pt x="3446880" y="993497"/>
                  </a:lnTo>
                  <a:lnTo>
                    <a:pt x="3376535" y="985165"/>
                  </a:lnTo>
                  <a:lnTo>
                    <a:pt x="3306191" y="976556"/>
                  </a:lnTo>
                  <a:lnTo>
                    <a:pt x="3235846" y="967661"/>
                  </a:lnTo>
                  <a:lnTo>
                    <a:pt x="3165502" y="958471"/>
                  </a:lnTo>
                  <a:lnTo>
                    <a:pt x="3095157" y="948975"/>
                  </a:lnTo>
                  <a:lnTo>
                    <a:pt x="3024813" y="945251"/>
                  </a:lnTo>
                  <a:lnTo>
                    <a:pt x="2954468" y="945919"/>
                  </a:lnTo>
                  <a:lnTo>
                    <a:pt x="2884124" y="946586"/>
                  </a:lnTo>
                  <a:lnTo>
                    <a:pt x="2813779" y="947252"/>
                  </a:lnTo>
                  <a:lnTo>
                    <a:pt x="2743435" y="947916"/>
                  </a:lnTo>
                  <a:lnTo>
                    <a:pt x="2673090" y="948579"/>
                  </a:lnTo>
                  <a:lnTo>
                    <a:pt x="2602746" y="949240"/>
                  </a:lnTo>
                  <a:lnTo>
                    <a:pt x="2532401" y="949899"/>
                  </a:lnTo>
                  <a:lnTo>
                    <a:pt x="2462057" y="950558"/>
                  </a:lnTo>
                  <a:lnTo>
                    <a:pt x="2391712" y="951214"/>
                  </a:lnTo>
                  <a:lnTo>
                    <a:pt x="2321368" y="951870"/>
                  </a:lnTo>
                  <a:lnTo>
                    <a:pt x="2251023" y="952523"/>
                  </a:lnTo>
                  <a:lnTo>
                    <a:pt x="2180679" y="953176"/>
                  </a:lnTo>
                  <a:lnTo>
                    <a:pt x="2110334" y="953827"/>
                  </a:lnTo>
                  <a:lnTo>
                    <a:pt x="2039990" y="954476"/>
                  </a:lnTo>
                  <a:lnTo>
                    <a:pt x="1969645" y="955124"/>
                  </a:lnTo>
                  <a:lnTo>
                    <a:pt x="1899301" y="955771"/>
                  </a:lnTo>
                  <a:lnTo>
                    <a:pt x="1828956" y="956416"/>
                  </a:lnTo>
                  <a:lnTo>
                    <a:pt x="1758612" y="957059"/>
                  </a:lnTo>
                  <a:lnTo>
                    <a:pt x="1688267" y="957702"/>
                  </a:lnTo>
                  <a:lnTo>
                    <a:pt x="1617923" y="958342"/>
                  </a:lnTo>
                  <a:lnTo>
                    <a:pt x="1547578" y="958982"/>
                  </a:lnTo>
                  <a:lnTo>
                    <a:pt x="1477234" y="959619"/>
                  </a:lnTo>
                  <a:lnTo>
                    <a:pt x="1406889" y="960256"/>
                  </a:lnTo>
                  <a:lnTo>
                    <a:pt x="1336545" y="960891"/>
                  </a:lnTo>
                  <a:lnTo>
                    <a:pt x="1266200" y="961525"/>
                  </a:lnTo>
                  <a:lnTo>
                    <a:pt x="1195856" y="962157"/>
                  </a:lnTo>
                  <a:lnTo>
                    <a:pt x="1125511" y="962788"/>
                  </a:lnTo>
                  <a:lnTo>
                    <a:pt x="1055167" y="963417"/>
                  </a:lnTo>
                  <a:lnTo>
                    <a:pt x="984822" y="964045"/>
                  </a:lnTo>
                  <a:lnTo>
                    <a:pt x="914478" y="964672"/>
                  </a:lnTo>
                  <a:lnTo>
                    <a:pt x="844133" y="965297"/>
                  </a:lnTo>
                  <a:lnTo>
                    <a:pt x="773789" y="965920"/>
                  </a:lnTo>
                  <a:lnTo>
                    <a:pt x="703444" y="966543"/>
                  </a:lnTo>
                  <a:lnTo>
                    <a:pt x="633100" y="967164"/>
                  </a:lnTo>
                  <a:lnTo>
                    <a:pt x="562755" y="967783"/>
                  </a:lnTo>
                  <a:lnTo>
                    <a:pt x="492411" y="968402"/>
                  </a:lnTo>
                  <a:lnTo>
                    <a:pt x="422066" y="969018"/>
                  </a:lnTo>
                  <a:lnTo>
                    <a:pt x="351722" y="969634"/>
                  </a:lnTo>
                  <a:lnTo>
                    <a:pt x="281377" y="970248"/>
                  </a:lnTo>
                  <a:lnTo>
                    <a:pt x="211033" y="970861"/>
                  </a:lnTo>
                  <a:lnTo>
                    <a:pt x="140688" y="971472"/>
                  </a:lnTo>
                  <a:lnTo>
                    <a:pt x="70344" y="972082"/>
                  </a:lnTo>
                  <a:lnTo>
                    <a:pt x="0" y="9726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156095"/>
              <a:ext cx="6964104" cy="944580"/>
            </a:xfrm>
            <a:custGeom>
              <a:avLst/>
              <a:pathLst>
                <a:path w="6964104" h="944580">
                  <a:moveTo>
                    <a:pt x="0" y="0"/>
                  </a:moveTo>
                  <a:lnTo>
                    <a:pt x="70344" y="40019"/>
                  </a:lnTo>
                  <a:lnTo>
                    <a:pt x="140688" y="78751"/>
                  </a:lnTo>
                  <a:lnTo>
                    <a:pt x="211033" y="116238"/>
                  </a:lnTo>
                  <a:lnTo>
                    <a:pt x="281377" y="152519"/>
                  </a:lnTo>
                  <a:lnTo>
                    <a:pt x="351722" y="187632"/>
                  </a:lnTo>
                  <a:lnTo>
                    <a:pt x="422066" y="221617"/>
                  </a:lnTo>
                  <a:lnTo>
                    <a:pt x="492411" y="254508"/>
                  </a:lnTo>
                  <a:lnTo>
                    <a:pt x="562755" y="286341"/>
                  </a:lnTo>
                  <a:lnTo>
                    <a:pt x="633100" y="317150"/>
                  </a:lnTo>
                  <a:lnTo>
                    <a:pt x="703444" y="346969"/>
                  </a:lnTo>
                  <a:lnTo>
                    <a:pt x="773789" y="375828"/>
                  </a:lnTo>
                  <a:lnTo>
                    <a:pt x="844133" y="403759"/>
                  </a:lnTo>
                  <a:lnTo>
                    <a:pt x="914478" y="430792"/>
                  </a:lnTo>
                  <a:lnTo>
                    <a:pt x="984822" y="456955"/>
                  </a:lnTo>
                  <a:lnTo>
                    <a:pt x="1055167" y="482277"/>
                  </a:lnTo>
                  <a:lnTo>
                    <a:pt x="1125511" y="506784"/>
                  </a:lnTo>
                  <a:lnTo>
                    <a:pt x="1195856" y="530503"/>
                  </a:lnTo>
                  <a:lnTo>
                    <a:pt x="1266200" y="553458"/>
                  </a:lnTo>
                  <a:lnTo>
                    <a:pt x="1336545" y="575676"/>
                  </a:lnTo>
                  <a:lnTo>
                    <a:pt x="1406889" y="597179"/>
                  </a:lnTo>
                  <a:lnTo>
                    <a:pt x="1477234" y="617990"/>
                  </a:lnTo>
                  <a:lnTo>
                    <a:pt x="1547578" y="638132"/>
                  </a:lnTo>
                  <a:lnTo>
                    <a:pt x="1617923" y="657626"/>
                  </a:lnTo>
                  <a:lnTo>
                    <a:pt x="1688267" y="676493"/>
                  </a:lnTo>
                  <a:lnTo>
                    <a:pt x="1758612" y="694753"/>
                  </a:lnTo>
                  <a:lnTo>
                    <a:pt x="1828956" y="712426"/>
                  </a:lnTo>
                  <a:lnTo>
                    <a:pt x="1899301" y="729531"/>
                  </a:lnTo>
                  <a:lnTo>
                    <a:pt x="1969645" y="746085"/>
                  </a:lnTo>
                  <a:lnTo>
                    <a:pt x="2039990" y="762107"/>
                  </a:lnTo>
                  <a:lnTo>
                    <a:pt x="2110334" y="777613"/>
                  </a:lnTo>
                  <a:lnTo>
                    <a:pt x="2180679" y="792621"/>
                  </a:lnTo>
                  <a:lnTo>
                    <a:pt x="2251023" y="807146"/>
                  </a:lnTo>
                  <a:lnTo>
                    <a:pt x="2321368" y="821203"/>
                  </a:lnTo>
                  <a:lnTo>
                    <a:pt x="2391712" y="834809"/>
                  </a:lnTo>
                  <a:lnTo>
                    <a:pt x="2462057" y="847977"/>
                  </a:lnTo>
                  <a:lnTo>
                    <a:pt x="2532401" y="860721"/>
                  </a:lnTo>
                  <a:lnTo>
                    <a:pt x="2602746" y="873056"/>
                  </a:lnTo>
                  <a:lnTo>
                    <a:pt x="2673090" y="884994"/>
                  </a:lnTo>
                  <a:lnTo>
                    <a:pt x="2743435" y="896547"/>
                  </a:lnTo>
                  <a:lnTo>
                    <a:pt x="2813779" y="907729"/>
                  </a:lnTo>
                  <a:lnTo>
                    <a:pt x="2884124" y="918552"/>
                  </a:lnTo>
                  <a:lnTo>
                    <a:pt x="2954468" y="929026"/>
                  </a:lnTo>
                  <a:lnTo>
                    <a:pt x="3024813" y="939164"/>
                  </a:lnTo>
                  <a:lnTo>
                    <a:pt x="3095157" y="944580"/>
                  </a:lnTo>
                  <a:lnTo>
                    <a:pt x="3165502" y="943909"/>
                  </a:lnTo>
                  <a:lnTo>
                    <a:pt x="3235846" y="943236"/>
                  </a:lnTo>
                  <a:lnTo>
                    <a:pt x="3306191" y="942561"/>
                  </a:lnTo>
                  <a:lnTo>
                    <a:pt x="3376535" y="941885"/>
                  </a:lnTo>
                  <a:lnTo>
                    <a:pt x="3446880" y="941207"/>
                  </a:lnTo>
                  <a:lnTo>
                    <a:pt x="3517224" y="940528"/>
                  </a:lnTo>
                  <a:lnTo>
                    <a:pt x="3587569" y="939847"/>
                  </a:lnTo>
                  <a:lnTo>
                    <a:pt x="3657913" y="939165"/>
                  </a:lnTo>
                  <a:lnTo>
                    <a:pt x="3728257" y="938481"/>
                  </a:lnTo>
                  <a:lnTo>
                    <a:pt x="3798602" y="937796"/>
                  </a:lnTo>
                  <a:lnTo>
                    <a:pt x="3868946" y="937109"/>
                  </a:lnTo>
                  <a:lnTo>
                    <a:pt x="3939291" y="936421"/>
                  </a:lnTo>
                  <a:lnTo>
                    <a:pt x="4009635" y="935731"/>
                  </a:lnTo>
                  <a:lnTo>
                    <a:pt x="4079980" y="935040"/>
                  </a:lnTo>
                  <a:lnTo>
                    <a:pt x="4150324" y="934347"/>
                  </a:lnTo>
                  <a:lnTo>
                    <a:pt x="4220669" y="933652"/>
                  </a:lnTo>
                  <a:lnTo>
                    <a:pt x="4291013" y="932956"/>
                  </a:lnTo>
                  <a:lnTo>
                    <a:pt x="4361358" y="932258"/>
                  </a:lnTo>
                  <a:lnTo>
                    <a:pt x="4431702" y="931559"/>
                  </a:lnTo>
                  <a:lnTo>
                    <a:pt x="4502047" y="930858"/>
                  </a:lnTo>
                  <a:lnTo>
                    <a:pt x="4572391" y="930156"/>
                  </a:lnTo>
                  <a:lnTo>
                    <a:pt x="4642736" y="929452"/>
                  </a:lnTo>
                  <a:lnTo>
                    <a:pt x="4713080" y="928747"/>
                  </a:lnTo>
                  <a:lnTo>
                    <a:pt x="4783425" y="928039"/>
                  </a:lnTo>
                  <a:lnTo>
                    <a:pt x="4853769" y="927331"/>
                  </a:lnTo>
                  <a:lnTo>
                    <a:pt x="4924114" y="926621"/>
                  </a:lnTo>
                  <a:lnTo>
                    <a:pt x="4994458" y="925909"/>
                  </a:lnTo>
                  <a:lnTo>
                    <a:pt x="5064803" y="925195"/>
                  </a:lnTo>
                  <a:lnTo>
                    <a:pt x="5135147" y="924480"/>
                  </a:lnTo>
                  <a:lnTo>
                    <a:pt x="5205492" y="923763"/>
                  </a:lnTo>
                  <a:lnTo>
                    <a:pt x="5275836" y="923045"/>
                  </a:lnTo>
                  <a:lnTo>
                    <a:pt x="5346181" y="922325"/>
                  </a:lnTo>
                  <a:lnTo>
                    <a:pt x="5416525" y="921604"/>
                  </a:lnTo>
                  <a:lnTo>
                    <a:pt x="5486870" y="920881"/>
                  </a:lnTo>
                  <a:lnTo>
                    <a:pt x="5557214" y="920156"/>
                  </a:lnTo>
                  <a:lnTo>
                    <a:pt x="5627559" y="919430"/>
                  </a:lnTo>
                  <a:lnTo>
                    <a:pt x="5697903" y="918702"/>
                  </a:lnTo>
                  <a:lnTo>
                    <a:pt x="5768248" y="917972"/>
                  </a:lnTo>
                  <a:lnTo>
                    <a:pt x="5838592" y="917241"/>
                  </a:lnTo>
                  <a:lnTo>
                    <a:pt x="5908937" y="916508"/>
                  </a:lnTo>
                  <a:lnTo>
                    <a:pt x="5979281" y="915773"/>
                  </a:lnTo>
                  <a:lnTo>
                    <a:pt x="6049626" y="915037"/>
                  </a:lnTo>
                  <a:lnTo>
                    <a:pt x="6119970" y="914299"/>
                  </a:lnTo>
                  <a:lnTo>
                    <a:pt x="6190315" y="913560"/>
                  </a:lnTo>
                  <a:lnTo>
                    <a:pt x="6260659" y="912819"/>
                  </a:lnTo>
                  <a:lnTo>
                    <a:pt x="6331004" y="912076"/>
                  </a:lnTo>
                  <a:lnTo>
                    <a:pt x="6401348" y="911331"/>
                  </a:lnTo>
                  <a:lnTo>
                    <a:pt x="6471693" y="910585"/>
                  </a:lnTo>
                  <a:lnTo>
                    <a:pt x="6542037" y="909838"/>
                  </a:lnTo>
                  <a:lnTo>
                    <a:pt x="6612382" y="909088"/>
                  </a:lnTo>
                  <a:lnTo>
                    <a:pt x="6682726" y="908337"/>
                  </a:lnTo>
                  <a:lnTo>
                    <a:pt x="6753071" y="907584"/>
                  </a:lnTo>
                  <a:lnTo>
                    <a:pt x="6823415" y="906830"/>
                  </a:lnTo>
                  <a:lnTo>
                    <a:pt x="6893760" y="906073"/>
                  </a:lnTo>
                  <a:lnTo>
                    <a:pt x="6964104" y="905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101346"/>
              <a:ext cx="6964104" cy="250056"/>
            </a:xfrm>
            <a:custGeom>
              <a:avLst/>
              <a:pathLst>
                <a:path w="6964104" h="250056">
                  <a:moveTo>
                    <a:pt x="6964104" y="250056"/>
                  </a:moveTo>
                  <a:lnTo>
                    <a:pt x="6893760" y="248432"/>
                  </a:lnTo>
                  <a:lnTo>
                    <a:pt x="6823415" y="246753"/>
                  </a:lnTo>
                  <a:lnTo>
                    <a:pt x="6753071" y="245018"/>
                  </a:lnTo>
                  <a:lnTo>
                    <a:pt x="6682726" y="243226"/>
                  </a:lnTo>
                  <a:lnTo>
                    <a:pt x="6612382" y="241374"/>
                  </a:lnTo>
                  <a:lnTo>
                    <a:pt x="6542037" y="239461"/>
                  </a:lnTo>
                  <a:lnTo>
                    <a:pt x="6471693" y="237484"/>
                  </a:lnTo>
                  <a:lnTo>
                    <a:pt x="6401348" y="235441"/>
                  </a:lnTo>
                  <a:lnTo>
                    <a:pt x="6331004" y="233330"/>
                  </a:lnTo>
                  <a:lnTo>
                    <a:pt x="6260659" y="231150"/>
                  </a:lnTo>
                  <a:lnTo>
                    <a:pt x="6190315" y="228897"/>
                  </a:lnTo>
                  <a:lnTo>
                    <a:pt x="6119970" y="226569"/>
                  </a:lnTo>
                  <a:lnTo>
                    <a:pt x="6049626" y="224163"/>
                  </a:lnTo>
                  <a:lnTo>
                    <a:pt x="5979281" y="221678"/>
                  </a:lnTo>
                  <a:lnTo>
                    <a:pt x="5908937" y="219110"/>
                  </a:lnTo>
                  <a:lnTo>
                    <a:pt x="5838592" y="216457"/>
                  </a:lnTo>
                  <a:lnTo>
                    <a:pt x="5768248" y="213715"/>
                  </a:lnTo>
                  <a:lnTo>
                    <a:pt x="5697903" y="210883"/>
                  </a:lnTo>
                  <a:lnTo>
                    <a:pt x="5627559" y="207956"/>
                  </a:lnTo>
                  <a:lnTo>
                    <a:pt x="5557214" y="204932"/>
                  </a:lnTo>
                  <a:lnTo>
                    <a:pt x="5486870" y="201807"/>
                  </a:lnTo>
                  <a:lnTo>
                    <a:pt x="5416525" y="198579"/>
                  </a:lnTo>
                  <a:lnTo>
                    <a:pt x="5346181" y="195243"/>
                  </a:lnTo>
                  <a:lnTo>
                    <a:pt x="5275836" y="191797"/>
                  </a:lnTo>
                  <a:lnTo>
                    <a:pt x="5205492" y="188236"/>
                  </a:lnTo>
                  <a:lnTo>
                    <a:pt x="5135147" y="184557"/>
                  </a:lnTo>
                  <a:lnTo>
                    <a:pt x="5064803" y="180755"/>
                  </a:lnTo>
                  <a:lnTo>
                    <a:pt x="4994458" y="176827"/>
                  </a:lnTo>
                  <a:lnTo>
                    <a:pt x="4924114" y="172768"/>
                  </a:lnTo>
                  <a:lnTo>
                    <a:pt x="4853769" y="168575"/>
                  </a:lnTo>
                  <a:lnTo>
                    <a:pt x="4783425" y="164242"/>
                  </a:lnTo>
                  <a:lnTo>
                    <a:pt x="4713080" y="159765"/>
                  </a:lnTo>
                  <a:lnTo>
                    <a:pt x="4642736" y="155140"/>
                  </a:lnTo>
                  <a:lnTo>
                    <a:pt x="4572391" y="150361"/>
                  </a:lnTo>
                  <a:lnTo>
                    <a:pt x="4502047" y="145423"/>
                  </a:lnTo>
                  <a:lnTo>
                    <a:pt x="4431702" y="140320"/>
                  </a:lnTo>
                  <a:lnTo>
                    <a:pt x="4361358" y="135049"/>
                  </a:lnTo>
                  <a:lnTo>
                    <a:pt x="4291013" y="129602"/>
                  </a:lnTo>
                  <a:lnTo>
                    <a:pt x="4220669" y="123974"/>
                  </a:lnTo>
                  <a:lnTo>
                    <a:pt x="4150324" y="118159"/>
                  </a:lnTo>
                  <a:lnTo>
                    <a:pt x="4079980" y="112150"/>
                  </a:lnTo>
                  <a:lnTo>
                    <a:pt x="4009635" y="105942"/>
                  </a:lnTo>
                  <a:lnTo>
                    <a:pt x="3939291" y="99528"/>
                  </a:lnTo>
                  <a:lnTo>
                    <a:pt x="3868946" y="92901"/>
                  </a:lnTo>
                  <a:lnTo>
                    <a:pt x="3798602" y="86053"/>
                  </a:lnTo>
                  <a:lnTo>
                    <a:pt x="3728257" y="78978"/>
                  </a:lnTo>
                  <a:lnTo>
                    <a:pt x="3657913" y="71667"/>
                  </a:lnTo>
                  <a:lnTo>
                    <a:pt x="3587569" y="64114"/>
                  </a:lnTo>
                  <a:lnTo>
                    <a:pt x="3517224" y="56309"/>
                  </a:lnTo>
                  <a:lnTo>
                    <a:pt x="3446880" y="48246"/>
                  </a:lnTo>
                  <a:lnTo>
                    <a:pt x="3376535" y="39914"/>
                  </a:lnTo>
                  <a:lnTo>
                    <a:pt x="3306191" y="31305"/>
                  </a:lnTo>
                  <a:lnTo>
                    <a:pt x="3235846" y="22410"/>
                  </a:lnTo>
                  <a:lnTo>
                    <a:pt x="3165502" y="13220"/>
                  </a:lnTo>
                  <a:lnTo>
                    <a:pt x="3095157" y="3724"/>
                  </a:lnTo>
                  <a:lnTo>
                    <a:pt x="3024813" y="0"/>
                  </a:lnTo>
                  <a:lnTo>
                    <a:pt x="2954468" y="668"/>
                  </a:lnTo>
                  <a:lnTo>
                    <a:pt x="2884124" y="1335"/>
                  </a:lnTo>
                  <a:lnTo>
                    <a:pt x="2813779" y="2001"/>
                  </a:lnTo>
                  <a:lnTo>
                    <a:pt x="2743435" y="2665"/>
                  </a:lnTo>
                  <a:lnTo>
                    <a:pt x="2673090" y="3328"/>
                  </a:lnTo>
                  <a:lnTo>
                    <a:pt x="2602746" y="3989"/>
                  </a:lnTo>
                  <a:lnTo>
                    <a:pt x="2532401" y="4648"/>
                  </a:lnTo>
                  <a:lnTo>
                    <a:pt x="2462057" y="5307"/>
                  </a:lnTo>
                  <a:lnTo>
                    <a:pt x="2391712" y="5963"/>
                  </a:lnTo>
                  <a:lnTo>
                    <a:pt x="2321368" y="6619"/>
                  </a:lnTo>
                  <a:lnTo>
                    <a:pt x="2251023" y="7272"/>
                  </a:lnTo>
                  <a:lnTo>
                    <a:pt x="2180679" y="7925"/>
                  </a:lnTo>
                  <a:lnTo>
                    <a:pt x="2110334" y="8576"/>
                  </a:lnTo>
                  <a:lnTo>
                    <a:pt x="2039990" y="9225"/>
                  </a:lnTo>
                  <a:lnTo>
                    <a:pt x="1969645" y="9873"/>
                  </a:lnTo>
                  <a:lnTo>
                    <a:pt x="1899301" y="10520"/>
                  </a:lnTo>
                  <a:lnTo>
                    <a:pt x="1828956" y="11165"/>
                  </a:lnTo>
                  <a:lnTo>
                    <a:pt x="1758612" y="11808"/>
                  </a:lnTo>
                  <a:lnTo>
                    <a:pt x="1688267" y="12450"/>
                  </a:lnTo>
                  <a:lnTo>
                    <a:pt x="1617923" y="13091"/>
                  </a:lnTo>
                  <a:lnTo>
                    <a:pt x="1547578" y="13731"/>
                  </a:lnTo>
                  <a:lnTo>
                    <a:pt x="1477234" y="14368"/>
                  </a:lnTo>
                  <a:lnTo>
                    <a:pt x="1406889" y="15005"/>
                  </a:lnTo>
                  <a:lnTo>
                    <a:pt x="1336545" y="15640"/>
                  </a:lnTo>
                  <a:lnTo>
                    <a:pt x="1266200" y="16274"/>
                  </a:lnTo>
                  <a:lnTo>
                    <a:pt x="1195856" y="16906"/>
                  </a:lnTo>
                  <a:lnTo>
                    <a:pt x="1125511" y="17537"/>
                  </a:lnTo>
                  <a:lnTo>
                    <a:pt x="1055167" y="18166"/>
                  </a:lnTo>
                  <a:lnTo>
                    <a:pt x="984822" y="18794"/>
                  </a:lnTo>
                  <a:lnTo>
                    <a:pt x="914478" y="19421"/>
                  </a:lnTo>
                  <a:lnTo>
                    <a:pt x="844133" y="20046"/>
                  </a:lnTo>
                  <a:lnTo>
                    <a:pt x="773789" y="20669"/>
                  </a:lnTo>
                  <a:lnTo>
                    <a:pt x="703444" y="21292"/>
                  </a:lnTo>
                  <a:lnTo>
                    <a:pt x="633100" y="21913"/>
                  </a:lnTo>
                  <a:lnTo>
                    <a:pt x="562755" y="22532"/>
                  </a:lnTo>
                  <a:lnTo>
                    <a:pt x="492411" y="23151"/>
                  </a:lnTo>
                  <a:lnTo>
                    <a:pt x="422066" y="23767"/>
                  </a:lnTo>
                  <a:lnTo>
                    <a:pt x="351722" y="24383"/>
                  </a:lnTo>
                  <a:lnTo>
                    <a:pt x="281377" y="24997"/>
                  </a:lnTo>
                  <a:lnTo>
                    <a:pt x="211033" y="25610"/>
                  </a:lnTo>
                  <a:lnTo>
                    <a:pt x="140688" y="26221"/>
                  </a:lnTo>
                  <a:lnTo>
                    <a:pt x="70344" y="26831"/>
                  </a:lnTo>
                  <a:lnTo>
                    <a:pt x="0" y="274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19080"/>
              <a:ext cx="6964104" cy="452496"/>
            </a:xfrm>
            <a:custGeom>
              <a:avLst/>
              <a:pathLst>
                <a:path w="6964104" h="452496">
                  <a:moveTo>
                    <a:pt x="0" y="0"/>
                  </a:moveTo>
                  <a:lnTo>
                    <a:pt x="70344" y="8783"/>
                  </a:lnTo>
                  <a:lnTo>
                    <a:pt x="140688" y="17433"/>
                  </a:lnTo>
                  <a:lnTo>
                    <a:pt x="211033" y="25953"/>
                  </a:lnTo>
                  <a:lnTo>
                    <a:pt x="281377" y="34344"/>
                  </a:lnTo>
                  <a:lnTo>
                    <a:pt x="351722" y="42608"/>
                  </a:lnTo>
                  <a:lnTo>
                    <a:pt x="422066" y="50748"/>
                  </a:lnTo>
                  <a:lnTo>
                    <a:pt x="492411" y="58764"/>
                  </a:lnTo>
                  <a:lnTo>
                    <a:pt x="562755" y="66659"/>
                  </a:lnTo>
                  <a:lnTo>
                    <a:pt x="633100" y="74435"/>
                  </a:lnTo>
                  <a:lnTo>
                    <a:pt x="703444" y="82093"/>
                  </a:lnTo>
                  <a:lnTo>
                    <a:pt x="773789" y="89636"/>
                  </a:lnTo>
                  <a:lnTo>
                    <a:pt x="844133" y="97065"/>
                  </a:lnTo>
                  <a:lnTo>
                    <a:pt x="914478" y="104381"/>
                  </a:lnTo>
                  <a:lnTo>
                    <a:pt x="984822" y="111587"/>
                  </a:lnTo>
                  <a:lnTo>
                    <a:pt x="1055167" y="118684"/>
                  </a:lnTo>
                  <a:lnTo>
                    <a:pt x="1125511" y="125674"/>
                  </a:lnTo>
                  <a:lnTo>
                    <a:pt x="1195856" y="132558"/>
                  </a:lnTo>
                  <a:lnTo>
                    <a:pt x="1266200" y="139338"/>
                  </a:lnTo>
                  <a:lnTo>
                    <a:pt x="1336545" y="146015"/>
                  </a:lnTo>
                  <a:lnTo>
                    <a:pt x="1406889" y="152592"/>
                  </a:lnTo>
                  <a:lnTo>
                    <a:pt x="1477234" y="159069"/>
                  </a:lnTo>
                  <a:lnTo>
                    <a:pt x="1547578" y="165449"/>
                  </a:lnTo>
                  <a:lnTo>
                    <a:pt x="1617923" y="171732"/>
                  </a:lnTo>
                  <a:lnTo>
                    <a:pt x="1688267" y="177920"/>
                  </a:lnTo>
                  <a:lnTo>
                    <a:pt x="1758612" y="184014"/>
                  </a:lnTo>
                  <a:lnTo>
                    <a:pt x="1828956" y="190017"/>
                  </a:lnTo>
                  <a:lnTo>
                    <a:pt x="1899301" y="195928"/>
                  </a:lnTo>
                  <a:lnTo>
                    <a:pt x="1969645" y="201751"/>
                  </a:lnTo>
                  <a:lnTo>
                    <a:pt x="2039990" y="207485"/>
                  </a:lnTo>
                  <a:lnTo>
                    <a:pt x="2110334" y="213133"/>
                  </a:lnTo>
                  <a:lnTo>
                    <a:pt x="2180679" y="218695"/>
                  </a:lnTo>
                  <a:lnTo>
                    <a:pt x="2251023" y="224174"/>
                  </a:lnTo>
                  <a:lnTo>
                    <a:pt x="2321368" y="229569"/>
                  </a:lnTo>
                  <a:lnTo>
                    <a:pt x="2391712" y="234883"/>
                  </a:lnTo>
                  <a:lnTo>
                    <a:pt x="2462057" y="240117"/>
                  </a:lnTo>
                  <a:lnTo>
                    <a:pt x="2532401" y="245272"/>
                  </a:lnTo>
                  <a:lnTo>
                    <a:pt x="2602746" y="250348"/>
                  </a:lnTo>
                  <a:lnTo>
                    <a:pt x="2673090" y="255348"/>
                  </a:lnTo>
                  <a:lnTo>
                    <a:pt x="2743435" y="260273"/>
                  </a:lnTo>
                  <a:lnTo>
                    <a:pt x="2813779" y="265123"/>
                  </a:lnTo>
                  <a:lnTo>
                    <a:pt x="2884124" y="269899"/>
                  </a:lnTo>
                  <a:lnTo>
                    <a:pt x="2954468" y="274604"/>
                  </a:lnTo>
                  <a:lnTo>
                    <a:pt x="3024813" y="279237"/>
                  </a:lnTo>
                  <a:lnTo>
                    <a:pt x="3095157" y="283801"/>
                  </a:lnTo>
                  <a:lnTo>
                    <a:pt x="3165502" y="288295"/>
                  </a:lnTo>
                  <a:lnTo>
                    <a:pt x="3235846" y="292722"/>
                  </a:lnTo>
                  <a:lnTo>
                    <a:pt x="3306191" y="297082"/>
                  </a:lnTo>
                  <a:lnTo>
                    <a:pt x="3376535" y="301375"/>
                  </a:lnTo>
                  <a:lnTo>
                    <a:pt x="3446880" y="305604"/>
                  </a:lnTo>
                  <a:lnTo>
                    <a:pt x="3517224" y="309769"/>
                  </a:lnTo>
                  <a:lnTo>
                    <a:pt x="3587569" y="313871"/>
                  </a:lnTo>
                  <a:lnTo>
                    <a:pt x="3657913" y="317911"/>
                  </a:lnTo>
                  <a:lnTo>
                    <a:pt x="3728257" y="321890"/>
                  </a:lnTo>
                  <a:lnTo>
                    <a:pt x="3798602" y="325809"/>
                  </a:lnTo>
                  <a:lnTo>
                    <a:pt x="3868946" y="329669"/>
                  </a:lnTo>
                  <a:lnTo>
                    <a:pt x="3939291" y="333470"/>
                  </a:lnTo>
                  <a:lnTo>
                    <a:pt x="4009635" y="337214"/>
                  </a:lnTo>
                  <a:lnTo>
                    <a:pt x="4079980" y="340901"/>
                  </a:lnTo>
                  <a:lnTo>
                    <a:pt x="4150324" y="344533"/>
                  </a:lnTo>
                  <a:lnTo>
                    <a:pt x="4220669" y="348109"/>
                  </a:lnTo>
                  <a:lnTo>
                    <a:pt x="4291013" y="351632"/>
                  </a:lnTo>
                  <a:lnTo>
                    <a:pt x="4361358" y="355102"/>
                  </a:lnTo>
                  <a:lnTo>
                    <a:pt x="4431702" y="358518"/>
                  </a:lnTo>
                  <a:lnTo>
                    <a:pt x="4502047" y="361884"/>
                  </a:lnTo>
                  <a:lnTo>
                    <a:pt x="4572391" y="365198"/>
                  </a:lnTo>
                  <a:lnTo>
                    <a:pt x="4642736" y="368463"/>
                  </a:lnTo>
                  <a:lnTo>
                    <a:pt x="4713080" y="371678"/>
                  </a:lnTo>
                  <a:lnTo>
                    <a:pt x="4783425" y="374844"/>
                  </a:lnTo>
                  <a:lnTo>
                    <a:pt x="4853769" y="377963"/>
                  </a:lnTo>
                  <a:lnTo>
                    <a:pt x="4924114" y="381034"/>
                  </a:lnTo>
                  <a:lnTo>
                    <a:pt x="4994458" y="384059"/>
                  </a:lnTo>
                  <a:lnTo>
                    <a:pt x="5064803" y="387039"/>
                  </a:lnTo>
                  <a:lnTo>
                    <a:pt x="5135147" y="389973"/>
                  </a:lnTo>
                  <a:lnTo>
                    <a:pt x="5205492" y="392863"/>
                  </a:lnTo>
                  <a:lnTo>
                    <a:pt x="5275836" y="395709"/>
                  </a:lnTo>
                  <a:lnTo>
                    <a:pt x="5346181" y="398513"/>
                  </a:lnTo>
                  <a:lnTo>
                    <a:pt x="5416525" y="401274"/>
                  </a:lnTo>
                  <a:lnTo>
                    <a:pt x="5486870" y="403993"/>
                  </a:lnTo>
                  <a:lnTo>
                    <a:pt x="5557214" y="406671"/>
                  </a:lnTo>
                  <a:lnTo>
                    <a:pt x="5627559" y="409309"/>
                  </a:lnTo>
                  <a:lnTo>
                    <a:pt x="5697903" y="411907"/>
                  </a:lnTo>
                  <a:lnTo>
                    <a:pt x="5768248" y="414465"/>
                  </a:lnTo>
                  <a:lnTo>
                    <a:pt x="5838592" y="416985"/>
                  </a:lnTo>
                  <a:lnTo>
                    <a:pt x="5908937" y="419467"/>
                  </a:lnTo>
                  <a:lnTo>
                    <a:pt x="5979281" y="421911"/>
                  </a:lnTo>
                  <a:lnTo>
                    <a:pt x="6049626" y="424318"/>
                  </a:lnTo>
                  <a:lnTo>
                    <a:pt x="6119970" y="426689"/>
                  </a:lnTo>
                  <a:lnTo>
                    <a:pt x="6190315" y="429025"/>
                  </a:lnTo>
                  <a:lnTo>
                    <a:pt x="6260659" y="431324"/>
                  </a:lnTo>
                  <a:lnTo>
                    <a:pt x="6331004" y="433589"/>
                  </a:lnTo>
                  <a:lnTo>
                    <a:pt x="6401348" y="435820"/>
                  </a:lnTo>
                  <a:lnTo>
                    <a:pt x="6471693" y="438018"/>
                  </a:lnTo>
                  <a:lnTo>
                    <a:pt x="6542037" y="440181"/>
                  </a:lnTo>
                  <a:lnTo>
                    <a:pt x="6612382" y="442313"/>
                  </a:lnTo>
                  <a:lnTo>
                    <a:pt x="6682726" y="444412"/>
                  </a:lnTo>
                  <a:lnTo>
                    <a:pt x="6753071" y="446479"/>
                  </a:lnTo>
                  <a:lnTo>
                    <a:pt x="6823415" y="448515"/>
                  </a:lnTo>
                  <a:lnTo>
                    <a:pt x="6893760" y="450521"/>
                  </a:lnTo>
                  <a:lnTo>
                    <a:pt x="6964104" y="4524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(0.97-1.49), p_Bonf = 0.525 (n = 6)  |  per IQR decline (Δ = 28.1 %): 1.68 (0.93-3.05)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349488"/>
              <a:ext cx="6964104" cy="1195307"/>
            </a:xfrm>
            <a:custGeom>
              <a:avLst/>
              <a:pathLst>
                <a:path w="6964104" h="1195307">
                  <a:moveTo>
                    <a:pt x="0" y="0"/>
                  </a:moveTo>
                  <a:lnTo>
                    <a:pt x="70344" y="40019"/>
                  </a:lnTo>
                  <a:lnTo>
                    <a:pt x="140688" y="78751"/>
                  </a:lnTo>
                  <a:lnTo>
                    <a:pt x="211033" y="116238"/>
                  </a:lnTo>
                  <a:lnTo>
                    <a:pt x="281377" y="152519"/>
                  </a:lnTo>
                  <a:lnTo>
                    <a:pt x="351722" y="187632"/>
                  </a:lnTo>
                  <a:lnTo>
                    <a:pt x="422066" y="221617"/>
                  </a:lnTo>
                  <a:lnTo>
                    <a:pt x="492411" y="254508"/>
                  </a:lnTo>
                  <a:lnTo>
                    <a:pt x="562755" y="286341"/>
                  </a:lnTo>
                  <a:lnTo>
                    <a:pt x="633100" y="317150"/>
                  </a:lnTo>
                  <a:lnTo>
                    <a:pt x="703444" y="346969"/>
                  </a:lnTo>
                  <a:lnTo>
                    <a:pt x="773789" y="375828"/>
                  </a:lnTo>
                  <a:lnTo>
                    <a:pt x="844133" y="403759"/>
                  </a:lnTo>
                  <a:lnTo>
                    <a:pt x="914478" y="430792"/>
                  </a:lnTo>
                  <a:lnTo>
                    <a:pt x="984822" y="456955"/>
                  </a:lnTo>
                  <a:lnTo>
                    <a:pt x="1055167" y="482277"/>
                  </a:lnTo>
                  <a:lnTo>
                    <a:pt x="1125511" y="506784"/>
                  </a:lnTo>
                  <a:lnTo>
                    <a:pt x="1195856" y="530503"/>
                  </a:lnTo>
                  <a:lnTo>
                    <a:pt x="1266200" y="553458"/>
                  </a:lnTo>
                  <a:lnTo>
                    <a:pt x="1336545" y="575676"/>
                  </a:lnTo>
                  <a:lnTo>
                    <a:pt x="1406889" y="597179"/>
                  </a:lnTo>
                  <a:lnTo>
                    <a:pt x="1477234" y="617990"/>
                  </a:lnTo>
                  <a:lnTo>
                    <a:pt x="1547578" y="638132"/>
                  </a:lnTo>
                  <a:lnTo>
                    <a:pt x="1617923" y="657626"/>
                  </a:lnTo>
                  <a:lnTo>
                    <a:pt x="1688267" y="676493"/>
                  </a:lnTo>
                  <a:lnTo>
                    <a:pt x="1758612" y="694753"/>
                  </a:lnTo>
                  <a:lnTo>
                    <a:pt x="1828956" y="712426"/>
                  </a:lnTo>
                  <a:lnTo>
                    <a:pt x="1899301" y="729531"/>
                  </a:lnTo>
                  <a:lnTo>
                    <a:pt x="1969645" y="746085"/>
                  </a:lnTo>
                  <a:lnTo>
                    <a:pt x="2039990" y="762107"/>
                  </a:lnTo>
                  <a:lnTo>
                    <a:pt x="2110334" y="777613"/>
                  </a:lnTo>
                  <a:lnTo>
                    <a:pt x="2180679" y="792621"/>
                  </a:lnTo>
                  <a:lnTo>
                    <a:pt x="2251023" y="807146"/>
                  </a:lnTo>
                  <a:lnTo>
                    <a:pt x="2321368" y="821203"/>
                  </a:lnTo>
                  <a:lnTo>
                    <a:pt x="2391712" y="834809"/>
                  </a:lnTo>
                  <a:lnTo>
                    <a:pt x="2462057" y="847977"/>
                  </a:lnTo>
                  <a:lnTo>
                    <a:pt x="2532401" y="860721"/>
                  </a:lnTo>
                  <a:lnTo>
                    <a:pt x="2602746" y="873056"/>
                  </a:lnTo>
                  <a:lnTo>
                    <a:pt x="2673090" y="884994"/>
                  </a:lnTo>
                  <a:lnTo>
                    <a:pt x="2743435" y="896547"/>
                  </a:lnTo>
                  <a:lnTo>
                    <a:pt x="2813779" y="907729"/>
                  </a:lnTo>
                  <a:lnTo>
                    <a:pt x="2884124" y="918552"/>
                  </a:lnTo>
                  <a:lnTo>
                    <a:pt x="2954468" y="929026"/>
                  </a:lnTo>
                  <a:lnTo>
                    <a:pt x="3024813" y="939164"/>
                  </a:lnTo>
                  <a:lnTo>
                    <a:pt x="3095157" y="944580"/>
                  </a:lnTo>
                  <a:lnTo>
                    <a:pt x="3165502" y="943909"/>
                  </a:lnTo>
                  <a:lnTo>
                    <a:pt x="3235846" y="943236"/>
                  </a:lnTo>
                  <a:lnTo>
                    <a:pt x="3306191" y="942561"/>
                  </a:lnTo>
                  <a:lnTo>
                    <a:pt x="3376535" y="941885"/>
                  </a:lnTo>
                  <a:lnTo>
                    <a:pt x="3446880" y="941207"/>
                  </a:lnTo>
                  <a:lnTo>
                    <a:pt x="3517224" y="940528"/>
                  </a:lnTo>
                  <a:lnTo>
                    <a:pt x="3587569" y="939847"/>
                  </a:lnTo>
                  <a:lnTo>
                    <a:pt x="3657913" y="939165"/>
                  </a:lnTo>
                  <a:lnTo>
                    <a:pt x="3728257" y="938481"/>
                  </a:lnTo>
                  <a:lnTo>
                    <a:pt x="3798602" y="937796"/>
                  </a:lnTo>
                  <a:lnTo>
                    <a:pt x="3868946" y="937109"/>
                  </a:lnTo>
                  <a:lnTo>
                    <a:pt x="3939291" y="936421"/>
                  </a:lnTo>
                  <a:lnTo>
                    <a:pt x="4009635" y="935731"/>
                  </a:lnTo>
                  <a:lnTo>
                    <a:pt x="4079980" y="935040"/>
                  </a:lnTo>
                  <a:lnTo>
                    <a:pt x="4150324" y="934347"/>
                  </a:lnTo>
                  <a:lnTo>
                    <a:pt x="4220669" y="933652"/>
                  </a:lnTo>
                  <a:lnTo>
                    <a:pt x="4291013" y="932956"/>
                  </a:lnTo>
                  <a:lnTo>
                    <a:pt x="4361358" y="932258"/>
                  </a:lnTo>
                  <a:lnTo>
                    <a:pt x="4431702" y="931559"/>
                  </a:lnTo>
                  <a:lnTo>
                    <a:pt x="4502047" y="930858"/>
                  </a:lnTo>
                  <a:lnTo>
                    <a:pt x="4572391" y="930156"/>
                  </a:lnTo>
                  <a:lnTo>
                    <a:pt x="4642736" y="929452"/>
                  </a:lnTo>
                  <a:lnTo>
                    <a:pt x="4713080" y="928747"/>
                  </a:lnTo>
                  <a:lnTo>
                    <a:pt x="4783425" y="928039"/>
                  </a:lnTo>
                  <a:lnTo>
                    <a:pt x="4853769" y="927331"/>
                  </a:lnTo>
                  <a:lnTo>
                    <a:pt x="4924114" y="926621"/>
                  </a:lnTo>
                  <a:lnTo>
                    <a:pt x="4994458" y="925909"/>
                  </a:lnTo>
                  <a:lnTo>
                    <a:pt x="5064803" y="925195"/>
                  </a:lnTo>
                  <a:lnTo>
                    <a:pt x="5135147" y="924480"/>
                  </a:lnTo>
                  <a:lnTo>
                    <a:pt x="5205492" y="923763"/>
                  </a:lnTo>
                  <a:lnTo>
                    <a:pt x="5275836" y="923045"/>
                  </a:lnTo>
                  <a:lnTo>
                    <a:pt x="5346181" y="922325"/>
                  </a:lnTo>
                  <a:lnTo>
                    <a:pt x="5416525" y="921604"/>
                  </a:lnTo>
                  <a:lnTo>
                    <a:pt x="5486870" y="920881"/>
                  </a:lnTo>
                  <a:lnTo>
                    <a:pt x="5557214" y="920156"/>
                  </a:lnTo>
                  <a:lnTo>
                    <a:pt x="5627559" y="919430"/>
                  </a:lnTo>
                  <a:lnTo>
                    <a:pt x="5697903" y="918702"/>
                  </a:lnTo>
                  <a:lnTo>
                    <a:pt x="5768248" y="917972"/>
                  </a:lnTo>
                  <a:lnTo>
                    <a:pt x="5838592" y="917241"/>
                  </a:lnTo>
                  <a:lnTo>
                    <a:pt x="5908937" y="916508"/>
                  </a:lnTo>
                  <a:lnTo>
                    <a:pt x="5979281" y="915773"/>
                  </a:lnTo>
                  <a:lnTo>
                    <a:pt x="6049626" y="915037"/>
                  </a:lnTo>
                  <a:lnTo>
                    <a:pt x="6119970" y="914299"/>
                  </a:lnTo>
                  <a:lnTo>
                    <a:pt x="6190315" y="913560"/>
                  </a:lnTo>
                  <a:lnTo>
                    <a:pt x="6260659" y="912819"/>
                  </a:lnTo>
                  <a:lnTo>
                    <a:pt x="6331004" y="912076"/>
                  </a:lnTo>
                  <a:lnTo>
                    <a:pt x="6401348" y="911331"/>
                  </a:lnTo>
                  <a:lnTo>
                    <a:pt x="6471693" y="910585"/>
                  </a:lnTo>
                  <a:lnTo>
                    <a:pt x="6542037" y="909838"/>
                  </a:lnTo>
                  <a:lnTo>
                    <a:pt x="6612382" y="909088"/>
                  </a:lnTo>
                  <a:lnTo>
                    <a:pt x="6682726" y="908337"/>
                  </a:lnTo>
                  <a:lnTo>
                    <a:pt x="6753071" y="907584"/>
                  </a:lnTo>
                  <a:lnTo>
                    <a:pt x="6823415" y="906830"/>
                  </a:lnTo>
                  <a:lnTo>
                    <a:pt x="6893760" y="906073"/>
                  </a:lnTo>
                  <a:lnTo>
                    <a:pt x="6964104" y="905315"/>
                  </a:lnTo>
                  <a:lnTo>
                    <a:pt x="6964104" y="1195307"/>
                  </a:lnTo>
                  <a:lnTo>
                    <a:pt x="6893760" y="1193683"/>
                  </a:lnTo>
                  <a:lnTo>
                    <a:pt x="6823415" y="1192004"/>
                  </a:lnTo>
                  <a:lnTo>
                    <a:pt x="6753071" y="1190269"/>
                  </a:lnTo>
                  <a:lnTo>
                    <a:pt x="6682726" y="1188477"/>
                  </a:lnTo>
                  <a:lnTo>
                    <a:pt x="6612382" y="1186625"/>
                  </a:lnTo>
                  <a:lnTo>
                    <a:pt x="6542037" y="1184712"/>
                  </a:lnTo>
                  <a:lnTo>
                    <a:pt x="6471693" y="1182735"/>
                  </a:lnTo>
                  <a:lnTo>
                    <a:pt x="6401348" y="1180692"/>
                  </a:lnTo>
                  <a:lnTo>
                    <a:pt x="6331004" y="1178581"/>
                  </a:lnTo>
                  <a:lnTo>
                    <a:pt x="6260659" y="1176401"/>
                  </a:lnTo>
                  <a:lnTo>
                    <a:pt x="6190315" y="1174148"/>
                  </a:lnTo>
                  <a:lnTo>
                    <a:pt x="6119970" y="1171820"/>
                  </a:lnTo>
                  <a:lnTo>
                    <a:pt x="6049626" y="1169414"/>
                  </a:lnTo>
                  <a:lnTo>
                    <a:pt x="5979281" y="1166929"/>
                  </a:lnTo>
                  <a:lnTo>
                    <a:pt x="5908937" y="1164361"/>
                  </a:lnTo>
                  <a:lnTo>
                    <a:pt x="5838592" y="1161708"/>
                  </a:lnTo>
                  <a:lnTo>
                    <a:pt x="5768248" y="1158966"/>
                  </a:lnTo>
                  <a:lnTo>
                    <a:pt x="5697903" y="1156134"/>
                  </a:lnTo>
                  <a:lnTo>
                    <a:pt x="5627559" y="1153207"/>
                  </a:lnTo>
                  <a:lnTo>
                    <a:pt x="5557214" y="1150183"/>
                  </a:lnTo>
                  <a:lnTo>
                    <a:pt x="5486870" y="1147058"/>
                  </a:lnTo>
                  <a:lnTo>
                    <a:pt x="5416525" y="1143830"/>
                  </a:lnTo>
                  <a:lnTo>
                    <a:pt x="5346181" y="1140494"/>
                  </a:lnTo>
                  <a:lnTo>
                    <a:pt x="5275836" y="1137048"/>
                  </a:lnTo>
                  <a:lnTo>
                    <a:pt x="5205492" y="1133487"/>
                  </a:lnTo>
                  <a:lnTo>
                    <a:pt x="5135147" y="1129808"/>
                  </a:lnTo>
                  <a:lnTo>
                    <a:pt x="5064803" y="1126006"/>
                  </a:lnTo>
                  <a:lnTo>
                    <a:pt x="4994458" y="1122078"/>
                  </a:lnTo>
                  <a:lnTo>
                    <a:pt x="4924114" y="1118019"/>
                  </a:lnTo>
                  <a:lnTo>
                    <a:pt x="4853769" y="1113826"/>
                  </a:lnTo>
                  <a:lnTo>
                    <a:pt x="4783425" y="1109493"/>
                  </a:lnTo>
                  <a:lnTo>
                    <a:pt x="4713080" y="1105016"/>
                  </a:lnTo>
                  <a:lnTo>
                    <a:pt x="4642736" y="1100391"/>
                  </a:lnTo>
                  <a:lnTo>
                    <a:pt x="4572391" y="1095612"/>
                  </a:lnTo>
                  <a:lnTo>
                    <a:pt x="4502047" y="1090674"/>
                  </a:lnTo>
                  <a:lnTo>
                    <a:pt x="4431702" y="1085571"/>
                  </a:lnTo>
                  <a:lnTo>
                    <a:pt x="4361358" y="1080300"/>
                  </a:lnTo>
                  <a:lnTo>
                    <a:pt x="4291013" y="1074853"/>
                  </a:lnTo>
                  <a:lnTo>
                    <a:pt x="4220669" y="1069225"/>
                  </a:lnTo>
                  <a:lnTo>
                    <a:pt x="4150324" y="1063410"/>
                  </a:lnTo>
                  <a:lnTo>
                    <a:pt x="4079980" y="1057401"/>
                  </a:lnTo>
                  <a:lnTo>
                    <a:pt x="4009635" y="1051193"/>
                  </a:lnTo>
                  <a:lnTo>
                    <a:pt x="3939291" y="1044779"/>
                  </a:lnTo>
                  <a:lnTo>
                    <a:pt x="3868946" y="1038152"/>
                  </a:lnTo>
                  <a:lnTo>
                    <a:pt x="3798602" y="1031304"/>
                  </a:lnTo>
                  <a:lnTo>
                    <a:pt x="3728257" y="1024229"/>
                  </a:lnTo>
                  <a:lnTo>
                    <a:pt x="3657913" y="1016918"/>
                  </a:lnTo>
                  <a:lnTo>
                    <a:pt x="3587569" y="1009365"/>
                  </a:lnTo>
                  <a:lnTo>
                    <a:pt x="3517224" y="1001560"/>
                  </a:lnTo>
                  <a:lnTo>
                    <a:pt x="3446880" y="993497"/>
                  </a:lnTo>
                  <a:lnTo>
                    <a:pt x="3376535" y="985165"/>
                  </a:lnTo>
                  <a:lnTo>
                    <a:pt x="3306191" y="976556"/>
                  </a:lnTo>
                  <a:lnTo>
                    <a:pt x="3235846" y="967661"/>
                  </a:lnTo>
                  <a:lnTo>
                    <a:pt x="3165502" y="958471"/>
                  </a:lnTo>
                  <a:lnTo>
                    <a:pt x="3095157" y="948975"/>
                  </a:lnTo>
                  <a:lnTo>
                    <a:pt x="3024813" y="945251"/>
                  </a:lnTo>
                  <a:lnTo>
                    <a:pt x="2954468" y="945919"/>
                  </a:lnTo>
                  <a:lnTo>
                    <a:pt x="2884124" y="946586"/>
                  </a:lnTo>
                  <a:lnTo>
                    <a:pt x="2813779" y="947252"/>
                  </a:lnTo>
                  <a:lnTo>
                    <a:pt x="2743435" y="947916"/>
                  </a:lnTo>
                  <a:lnTo>
                    <a:pt x="2673090" y="948579"/>
                  </a:lnTo>
                  <a:lnTo>
                    <a:pt x="2602746" y="949240"/>
                  </a:lnTo>
                  <a:lnTo>
                    <a:pt x="2532401" y="949899"/>
                  </a:lnTo>
                  <a:lnTo>
                    <a:pt x="2462057" y="950558"/>
                  </a:lnTo>
                  <a:lnTo>
                    <a:pt x="2391712" y="951214"/>
                  </a:lnTo>
                  <a:lnTo>
                    <a:pt x="2321368" y="951870"/>
                  </a:lnTo>
                  <a:lnTo>
                    <a:pt x="2251023" y="952523"/>
                  </a:lnTo>
                  <a:lnTo>
                    <a:pt x="2180679" y="953176"/>
                  </a:lnTo>
                  <a:lnTo>
                    <a:pt x="2110334" y="953827"/>
                  </a:lnTo>
                  <a:lnTo>
                    <a:pt x="2039990" y="954476"/>
                  </a:lnTo>
                  <a:lnTo>
                    <a:pt x="1969645" y="955124"/>
                  </a:lnTo>
                  <a:lnTo>
                    <a:pt x="1899301" y="955771"/>
                  </a:lnTo>
                  <a:lnTo>
                    <a:pt x="1828956" y="956416"/>
                  </a:lnTo>
                  <a:lnTo>
                    <a:pt x="1758612" y="957059"/>
                  </a:lnTo>
                  <a:lnTo>
                    <a:pt x="1688267" y="957702"/>
                  </a:lnTo>
                  <a:lnTo>
                    <a:pt x="1617923" y="958342"/>
                  </a:lnTo>
                  <a:lnTo>
                    <a:pt x="1547578" y="958982"/>
                  </a:lnTo>
                  <a:lnTo>
                    <a:pt x="1477234" y="959619"/>
                  </a:lnTo>
                  <a:lnTo>
                    <a:pt x="1406889" y="960256"/>
                  </a:lnTo>
                  <a:lnTo>
                    <a:pt x="1336545" y="960891"/>
                  </a:lnTo>
                  <a:lnTo>
                    <a:pt x="1266200" y="961525"/>
                  </a:lnTo>
                  <a:lnTo>
                    <a:pt x="1195856" y="962157"/>
                  </a:lnTo>
                  <a:lnTo>
                    <a:pt x="1125511" y="962788"/>
                  </a:lnTo>
                  <a:lnTo>
                    <a:pt x="1055167" y="963417"/>
                  </a:lnTo>
                  <a:lnTo>
                    <a:pt x="984822" y="964045"/>
                  </a:lnTo>
                  <a:lnTo>
                    <a:pt x="914478" y="964672"/>
                  </a:lnTo>
                  <a:lnTo>
                    <a:pt x="844133" y="965297"/>
                  </a:lnTo>
                  <a:lnTo>
                    <a:pt x="773789" y="965920"/>
                  </a:lnTo>
                  <a:lnTo>
                    <a:pt x="703444" y="966543"/>
                  </a:lnTo>
                  <a:lnTo>
                    <a:pt x="633100" y="967164"/>
                  </a:lnTo>
                  <a:lnTo>
                    <a:pt x="562755" y="967783"/>
                  </a:lnTo>
                  <a:lnTo>
                    <a:pt x="492411" y="968402"/>
                  </a:lnTo>
                  <a:lnTo>
                    <a:pt x="422066" y="969018"/>
                  </a:lnTo>
                  <a:lnTo>
                    <a:pt x="351722" y="969634"/>
                  </a:lnTo>
                  <a:lnTo>
                    <a:pt x="281377" y="970248"/>
                  </a:lnTo>
                  <a:lnTo>
                    <a:pt x="211033" y="970861"/>
                  </a:lnTo>
                  <a:lnTo>
                    <a:pt x="140688" y="971472"/>
                  </a:lnTo>
                  <a:lnTo>
                    <a:pt x="70344" y="972082"/>
                  </a:lnTo>
                  <a:lnTo>
                    <a:pt x="0" y="9726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349488"/>
              <a:ext cx="6964104" cy="944580"/>
            </a:xfrm>
            <a:custGeom>
              <a:avLst/>
              <a:pathLst>
                <a:path w="6964104" h="944580">
                  <a:moveTo>
                    <a:pt x="0" y="0"/>
                  </a:moveTo>
                  <a:lnTo>
                    <a:pt x="70344" y="40019"/>
                  </a:lnTo>
                  <a:lnTo>
                    <a:pt x="140688" y="78751"/>
                  </a:lnTo>
                  <a:lnTo>
                    <a:pt x="211033" y="116238"/>
                  </a:lnTo>
                  <a:lnTo>
                    <a:pt x="281377" y="152519"/>
                  </a:lnTo>
                  <a:lnTo>
                    <a:pt x="351722" y="187632"/>
                  </a:lnTo>
                  <a:lnTo>
                    <a:pt x="422066" y="221617"/>
                  </a:lnTo>
                  <a:lnTo>
                    <a:pt x="492411" y="254508"/>
                  </a:lnTo>
                  <a:lnTo>
                    <a:pt x="562755" y="286341"/>
                  </a:lnTo>
                  <a:lnTo>
                    <a:pt x="633100" y="317150"/>
                  </a:lnTo>
                  <a:lnTo>
                    <a:pt x="703444" y="346969"/>
                  </a:lnTo>
                  <a:lnTo>
                    <a:pt x="773789" y="375828"/>
                  </a:lnTo>
                  <a:lnTo>
                    <a:pt x="844133" y="403759"/>
                  </a:lnTo>
                  <a:lnTo>
                    <a:pt x="914478" y="430792"/>
                  </a:lnTo>
                  <a:lnTo>
                    <a:pt x="984822" y="456955"/>
                  </a:lnTo>
                  <a:lnTo>
                    <a:pt x="1055167" y="482277"/>
                  </a:lnTo>
                  <a:lnTo>
                    <a:pt x="1125511" y="506784"/>
                  </a:lnTo>
                  <a:lnTo>
                    <a:pt x="1195856" y="530503"/>
                  </a:lnTo>
                  <a:lnTo>
                    <a:pt x="1266200" y="553458"/>
                  </a:lnTo>
                  <a:lnTo>
                    <a:pt x="1336545" y="575676"/>
                  </a:lnTo>
                  <a:lnTo>
                    <a:pt x="1406889" y="597179"/>
                  </a:lnTo>
                  <a:lnTo>
                    <a:pt x="1477234" y="617990"/>
                  </a:lnTo>
                  <a:lnTo>
                    <a:pt x="1547578" y="638132"/>
                  </a:lnTo>
                  <a:lnTo>
                    <a:pt x="1617923" y="657626"/>
                  </a:lnTo>
                  <a:lnTo>
                    <a:pt x="1688267" y="676493"/>
                  </a:lnTo>
                  <a:lnTo>
                    <a:pt x="1758612" y="694753"/>
                  </a:lnTo>
                  <a:lnTo>
                    <a:pt x="1828956" y="712426"/>
                  </a:lnTo>
                  <a:lnTo>
                    <a:pt x="1899301" y="729531"/>
                  </a:lnTo>
                  <a:lnTo>
                    <a:pt x="1969645" y="746085"/>
                  </a:lnTo>
                  <a:lnTo>
                    <a:pt x="2039990" y="762107"/>
                  </a:lnTo>
                  <a:lnTo>
                    <a:pt x="2110334" y="777613"/>
                  </a:lnTo>
                  <a:lnTo>
                    <a:pt x="2180679" y="792621"/>
                  </a:lnTo>
                  <a:lnTo>
                    <a:pt x="2251023" y="807146"/>
                  </a:lnTo>
                  <a:lnTo>
                    <a:pt x="2321368" y="821203"/>
                  </a:lnTo>
                  <a:lnTo>
                    <a:pt x="2391712" y="834809"/>
                  </a:lnTo>
                  <a:lnTo>
                    <a:pt x="2462057" y="847977"/>
                  </a:lnTo>
                  <a:lnTo>
                    <a:pt x="2532401" y="860721"/>
                  </a:lnTo>
                  <a:lnTo>
                    <a:pt x="2602746" y="873056"/>
                  </a:lnTo>
                  <a:lnTo>
                    <a:pt x="2673090" y="884994"/>
                  </a:lnTo>
                  <a:lnTo>
                    <a:pt x="2743435" y="896547"/>
                  </a:lnTo>
                  <a:lnTo>
                    <a:pt x="2813779" y="907729"/>
                  </a:lnTo>
                  <a:lnTo>
                    <a:pt x="2884124" y="918552"/>
                  </a:lnTo>
                  <a:lnTo>
                    <a:pt x="2954468" y="929026"/>
                  </a:lnTo>
                  <a:lnTo>
                    <a:pt x="3024813" y="939164"/>
                  </a:lnTo>
                  <a:lnTo>
                    <a:pt x="3095157" y="944580"/>
                  </a:lnTo>
                  <a:lnTo>
                    <a:pt x="3165502" y="943909"/>
                  </a:lnTo>
                  <a:lnTo>
                    <a:pt x="3235846" y="943236"/>
                  </a:lnTo>
                  <a:lnTo>
                    <a:pt x="3306191" y="942561"/>
                  </a:lnTo>
                  <a:lnTo>
                    <a:pt x="3376535" y="941885"/>
                  </a:lnTo>
                  <a:lnTo>
                    <a:pt x="3446880" y="941207"/>
                  </a:lnTo>
                  <a:lnTo>
                    <a:pt x="3517224" y="940528"/>
                  </a:lnTo>
                  <a:lnTo>
                    <a:pt x="3587569" y="939847"/>
                  </a:lnTo>
                  <a:lnTo>
                    <a:pt x="3657913" y="939165"/>
                  </a:lnTo>
                  <a:lnTo>
                    <a:pt x="3728257" y="938481"/>
                  </a:lnTo>
                  <a:lnTo>
                    <a:pt x="3798602" y="937796"/>
                  </a:lnTo>
                  <a:lnTo>
                    <a:pt x="3868946" y="937109"/>
                  </a:lnTo>
                  <a:lnTo>
                    <a:pt x="3939291" y="936421"/>
                  </a:lnTo>
                  <a:lnTo>
                    <a:pt x="4009635" y="935731"/>
                  </a:lnTo>
                  <a:lnTo>
                    <a:pt x="4079980" y="935040"/>
                  </a:lnTo>
                  <a:lnTo>
                    <a:pt x="4150324" y="934347"/>
                  </a:lnTo>
                  <a:lnTo>
                    <a:pt x="4220669" y="933652"/>
                  </a:lnTo>
                  <a:lnTo>
                    <a:pt x="4291013" y="932956"/>
                  </a:lnTo>
                  <a:lnTo>
                    <a:pt x="4361358" y="932258"/>
                  </a:lnTo>
                  <a:lnTo>
                    <a:pt x="4431702" y="931559"/>
                  </a:lnTo>
                  <a:lnTo>
                    <a:pt x="4502047" y="930858"/>
                  </a:lnTo>
                  <a:lnTo>
                    <a:pt x="4572391" y="930156"/>
                  </a:lnTo>
                  <a:lnTo>
                    <a:pt x="4642736" y="929452"/>
                  </a:lnTo>
                  <a:lnTo>
                    <a:pt x="4713080" y="928747"/>
                  </a:lnTo>
                  <a:lnTo>
                    <a:pt x="4783425" y="928039"/>
                  </a:lnTo>
                  <a:lnTo>
                    <a:pt x="4853769" y="927331"/>
                  </a:lnTo>
                  <a:lnTo>
                    <a:pt x="4924114" y="926621"/>
                  </a:lnTo>
                  <a:lnTo>
                    <a:pt x="4994458" y="925909"/>
                  </a:lnTo>
                  <a:lnTo>
                    <a:pt x="5064803" y="925195"/>
                  </a:lnTo>
                  <a:lnTo>
                    <a:pt x="5135147" y="924480"/>
                  </a:lnTo>
                  <a:lnTo>
                    <a:pt x="5205492" y="923763"/>
                  </a:lnTo>
                  <a:lnTo>
                    <a:pt x="5275836" y="923045"/>
                  </a:lnTo>
                  <a:lnTo>
                    <a:pt x="5346181" y="922325"/>
                  </a:lnTo>
                  <a:lnTo>
                    <a:pt x="5416525" y="921604"/>
                  </a:lnTo>
                  <a:lnTo>
                    <a:pt x="5486870" y="920881"/>
                  </a:lnTo>
                  <a:lnTo>
                    <a:pt x="5557214" y="920156"/>
                  </a:lnTo>
                  <a:lnTo>
                    <a:pt x="5627559" y="919430"/>
                  </a:lnTo>
                  <a:lnTo>
                    <a:pt x="5697903" y="918702"/>
                  </a:lnTo>
                  <a:lnTo>
                    <a:pt x="5768248" y="917972"/>
                  </a:lnTo>
                  <a:lnTo>
                    <a:pt x="5838592" y="917241"/>
                  </a:lnTo>
                  <a:lnTo>
                    <a:pt x="5908937" y="916508"/>
                  </a:lnTo>
                  <a:lnTo>
                    <a:pt x="5979281" y="915773"/>
                  </a:lnTo>
                  <a:lnTo>
                    <a:pt x="6049626" y="915037"/>
                  </a:lnTo>
                  <a:lnTo>
                    <a:pt x="6119970" y="914299"/>
                  </a:lnTo>
                  <a:lnTo>
                    <a:pt x="6190315" y="913560"/>
                  </a:lnTo>
                  <a:lnTo>
                    <a:pt x="6260659" y="912819"/>
                  </a:lnTo>
                  <a:lnTo>
                    <a:pt x="6331004" y="912076"/>
                  </a:lnTo>
                  <a:lnTo>
                    <a:pt x="6401348" y="911331"/>
                  </a:lnTo>
                  <a:lnTo>
                    <a:pt x="6471693" y="910585"/>
                  </a:lnTo>
                  <a:lnTo>
                    <a:pt x="6542037" y="909838"/>
                  </a:lnTo>
                  <a:lnTo>
                    <a:pt x="6612382" y="909088"/>
                  </a:lnTo>
                  <a:lnTo>
                    <a:pt x="6682726" y="908337"/>
                  </a:lnTo>
                  <a:lnTo>
                    <a:pt x="6753071" y="907584"/>
                  </a:lnTo>
                  <a:lnTo>
                    <a:pt x="6823415" y="906830"/>
                  </a:lnTo>
                  <a:lnTo>
                    <a:pt x="6893760" y="906073"/>
                  </a:lnTo>
                  <a:lnTo>
                    <a:pt x="6964104" y="9053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94739"/>
              <a:ext cx="6964104" cy="250056"/>
            </a:xfrm>
            <a:custGeom>
              <a:avLst/>
              <a:pathLst>
                <a:path w="6964104" h="250056">
                  <a:moveTo>
                    <a:pt x="6964104" y="250056"/>
                  </a:moveTo>
                  <a:lnTo>
                    <a:pt x="6893760" y="248432"/>
                  </a:lnTo>
                  <a:lnTo>
                    <a:pt x="6823415" y="246753"/>
                  </a:lnTo>
                  <a:lnTo>
                    <a:pt x="6753071" y="245018"/>
                  </a:lnTo>
                  <a:lnTo>
                    <a:pt x="6682726" y="243226"/>
                  </a:lnTo>
                  <a:lnTo>
                    <a:pt x="6612382" y="241374"/>
                  </a:lnTo>
                  <a:lnTo>
                    <a:pt x="6542037" y="239461"/>
                  </a:lnTo>
                  <a:lnTo>
                    <a:pt x="6471693" y="237484"/>
                  </a:lnTo>
                  <a:lnTo>
                    <a:pt x="6401348" y="235441"/>
                  </a:lnTo>
                  <a:lnTo>
                    <a:pt x="6331004" y="233330"/>
                  </a:lnTo>
                  <a:lnTo>
                    <a:pt x="6260659" y="231150"/>
                  </a:lnTo>
                  <a:lnTo>
                    <a:pt x="6190315" y="228897"/>
                  </a:lnTo>
                  <a:lnTo>
                    <a:pt x="6119970" y="226569"/>
                  </a:lnTo>
                  <a:lnTo>
                    <a:pt x="6049626" y="224163"/>
                  </a:lnTo>
                  <a:lnTo>
                    <a:pt x="5979281" y="221678"/>
                  </a:lnTo>
                  <a:lnTo>
                    <a:pt x="5908937" y="219110"/>
                  </a:lnTo>
                  <a:lnTo>
                    <a:pt x="5838592" y="216457"/>
                  </a:lnTo>
                  <a:lnTo>
                    <a:pt x="5768248" y="213715"/>
                  </a:lnTo>
                  <a:lnTo>
                    <a:pt x="5697903" y="210883"/>
                  </a:lnTo>
                  <a:lnTo>
                    <a:pt x="5627559" y="207956"/>
                  </a:lnTo>
                  <a:lnTo>
                    <a:pt x="5557214" y="204932"/>
                  </a:lnTo>
                  <a:lnTo>
                    <a:pt x="5486870" y="201807"/>
                  </a:lnTo>
                  <a:lnTo>
                    <a:pt x="5416525" y="198579"/>
                  </a:lnTo>
                  <a:lnTo>
                    <a:pt x="5346181" y="195243"/>
                  </a:lnTo>
                  <a:lnTo>
                    <a:pt x="5275836" y="191797"/>
                  </a:lnTo>
                  <a:lnTo>
                    <a:pt x="5205492" y="188236"/>
                  </a:lnTo>
                  <a:lnTo>
                    <a:pt x="5135147" y="184557"/>
                  </a:lnTo>
                  <a:lnTo>
                    <a:pt x="5064803" y="180755"/>
                  </a:lnTo>
                  <a:lnTo>
                    <a:pt x="4994458" y="176827"/>
                  </a:lnTo>
                  <a:lnTo>
                    <a:pt x="4924114" y="172768"/>
                  </a:lnTo>
                  <a:lnTo>
                    <a:pt x="4853769" y="168575"/>
                  </a:lnTo>
                  <a:lnTo>
                    <a:pt x="4783425" y="164242"/>
                  </a:lnTo>
                  <a:lnTo>
                    <a:pt x="4713080" y="159765"/>
                  </a:lnTo>
                  <a:lnTo>
                    <a:pt x="4642736" y="155140"/>
                  </a:lnTo>
                  <a:lnTo>
                    <a:pt x="4572391" y="150361"/>
                  </a:lnTo>
                  <a:lnTo>
                    <a:pt x="4502047" y="145423"/>
                  </a:lnTo>
                  <a:lnTo>
                    <a:pt x="4431702" y="140320"/>
                  </a:lnTo>
                  <a:lnTo>
                    <a:pt x="4361358" y="135049"/>
                  </a:lnTo>
                  <a:lnTo>
                    <a:pt x="4291013" y="129602"/>
                  </a:lnTo>
                  <a:lnTo>
                    <a:pt x="4220669" y="123974"/>
                  </a:lnTo>
                  <a:lnTo>
                    <a:pt x="4150324" y="118159"/>
                  </a:lnTo>
                  <a:lnTo>
                    <a:pt x="4079980" y="112150"/>
                  </a:lnTo>
                  <a:lnTo>
                    <a:pt x="4009635" y="105942"/>
                  </a:lnTo>
                  <a:lnTo>
                    <a:pt x="3939291" y="99528"/>
                  </a:lnTo>
                  <a:lnTo>
                    <a:pt x="3868946" y="92901"/>
                  </a:lnTo>
                  <a:lnTo>
                    <a:pt x="3798602" y="86053"/>
                  </a:lnTo>
                  <a:lnTo>
                    <a:pt x="3728257" y="78978"/>
                  </a:lnTo>
                  <a:lnTo>
                    <a:pt x="3657913" y="71667"/>
                  </a:lnTo>
                  <a:lnTo>
                    <a:pt x="3587569" y="64114"/>
                  </a:lnTo>
                  <a:lnTo>
                    <a:pt x="3517224" y="56309"/>
                  </a:lnTo>
                  <a:lnTo>
                    <a:pt x="3446880" y="48246"/>
                  </a:lnTo>
                  <a:lnTo>
                    <a:pt x="3376535" y="39914"/>
                  </a:lnTo>
                  <a:lnTo>
                    <a:pt x="3306191" y="31305"/>
                  </a:lnTo>
                  <a:lnTo>
                    <a:pt x="3235846" y="22410"/>
                  </a:lnTo>
                  <a:lnTo>
                    <a:pt x="3165502" y="13220"/>
                  </a:lnTo>
                  <a:lnTo>
                    <a:pt x="3095157" y="3724"/>
                  </a:lnTo>
                  <a:lnTo>
                    <a:pt x="3024813" y="0"/>
                  </a:lnTo>
                  <a:lnTo>
                    <a:pt x="2954468" y="668"/>
                  </a:lnTo>
                  <a:lnTo>
                    <a:pt x="2884124" y="1335"/>
                  </a:lnTo>
                  <a:lnTo>
                    <a:pt x="2813779" y="2001"/>
                  </a:lnTo>
                  <a:lnTo>
                    <a:pt x="2743435" y="2665"/>
                  </a:lnTo>
                  <a:lnTo>
                    <a:pt x="2673090" y="3328"/>
                  </a:lnTo>
                  <a:lnTo>
                    <a:pt x="2602746" y="3989"/>
                  </a:lnTo>
                  <a:lnTo>
                    <a:pt x="2532401" y="4648"/>
                  </a:lnTo>
                  <a:lnTo>
                    <a:pt x="2462057" y="5307"/>
                  </a:lnTo>
                  <a:lnTo>
                    <a:pt x="2391712" y="5963"/>
                  </a:lnTo>
                  <a:lnTo>
                    <a:pt x="2321368" y="6619"/>
                  </a:lnTo>
                  <a:lnTo>
                    <a:pt x="2251023" y="7272"/>
                  </a:lnTo>
                  <a:lnTo>
                    <a:pt x="2180679" y="7925"/>
                  </a:lnTo>
                  <a:lnTo>
                    <a:pt x="2110334" y="8576"/>
                  </a:lnTo>
                  <a:lnTo>
                    <a:pt x="2039990" y="9225"/>
                  </a:lnTo>
                  <a:lnTo>
                    <a:pt x="1969645" y="9873"/>
                  </a:lnTo>
                  <a:lnTo>
                    <a:pt x="1899301" y="10520"/>
                  </a:lnTo>
                  <a:lnTo>
                    <a:pt x="1828956" y="11165"/>
                  </a:lnTo>
                  <a:lnTo>
                    <a:pt x="1758612" y="11808"/>
                  </a:lnTo>
                  <a:lnTo>
                    <a:pt x="1688267" y="12450"/>
                  </a:lnTo>
                  <a:lnTo>
                    <a:pt x="1617923" y="13091"/>
                  </a:lnTo>
                  <a:lnTo>
                    <a:pt x="1547578" y="13731"/>
                  </a:lnTo>
                  <a:lnTo>
                    <a:pt x="1477234" y="14368"/>
                  </a:lnTo>
                  <a:lnTo>
                    <a:pt x="1406889" y="15005"/>
                  </a:lnTo>
                  <a:lnTo>
                    <a:pt x="1336545" y="15640"/>
                  </a:lnTo>
                  <a:lnTo>
                    <a:pt x="1266200" y="16274"/>
                  </a:lnTo>
                  <a:lnTo>
                    <a:pt x="1195856" y="16906"/>
                  </a:lnTo>
                  <a:lnTo>
                    <a:pt x="1125511" y="17537"/>
                  </a:lnTo>
                  <a:lnTo>
                    <a:pt x="1055167" y="18166"/>
                  </a:lnTo>
                  <a:lnTo>
                    <a:pt x="984822" y="18794"/>
                  </a:lnTo>
                  <a:lnTo>
                    <a:pt x="914478" y="19421"/>
                  </a:lnTo>
                  <a:lnTo>
                    <a:pt x="844133" y="20046"/>
                  </a:lnTo>
                  <a:lnTo>
                    <a:pt x="773789" y="20669"/>
                  </a:lnTo>
                  <a:lnTo>
                    <a:pt x="703444" y="21292"/>
                  </a:lnTo>
                  <a:lnTo>
                    <a:pt x="633100" y="21913"/>
                  </a:lnTo>
                  <a:lnTo>
                    <a:pt x="562755" y="22532"/>
                  </a:lnTo>
                  <a:lnTo>
                    <a:pt x="492411" y="23151"/>
                  </a:lnTo>
                  <a:lnTo>
                    <a:pt x="422066" y="23767"/>
                  </a:lnTo>
                  <a:lnTo>
                    <a:pt x="351722" y="24383"/>
                  </a:lnTo>
                  <a:lnTo>
                    <a:pt x="281377" y="24997"/>
                  </a:lnTo>
                  <a:lnTo>
                    <a:pt x="211033" y="25610"/>
                  </a:lnTo>
                  <a:lnTo>
                    <a:pt x="140688" y="26221"/>
                  </a:lnTo>
                  <a:lnTo>
                    <a:pt x="70344" y="26831"/>
                  </a:lnTo>
                  <a:lnTo>
                    <a:pt x="0" y="274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012473"/>
              <a:ext cx="6964104" cy="452496"/>
            </a:xfrm>
            <a:custGeom>
              <a:avLst/>
              <a:pathLst>
                <a:path w="6964104" h="452496">
                  <a:moveTo>
                    <a:pt x="0" y="0"/>
                  </a:moveTo>
                  <a:lnTo>
                    <a:pt x="70344" y="8783"/>
                  </a:lnTo>
                  <a:lnTo>
                    <a:pt x="140688" y="17433"/>
                  </a:lnTo>
                  <a:lnTo>
                    <a:pt x="211033" y="25953"/>
                  </a:lnTo>
                  <a:lnTo>
                    <a:pt x="281377" y="34344"/>
                  </a:lnTo>
                  <a:lnTo>
                    <a:pt x="351722" y="42608"/>
                  </a:lnTo>
                  <a:lnTo>
                    <a:pt x="422066" y="50748"/>
                  </a:lnTo>
                  <a:lnTo>
                    <a:pt x="492411" y="58764"/>
                  </a:lnTo>
                  <a:lnTo>
                    <a:pt x="562755" y="66659"/>
                  </a:lnTo>
                  <a:lnTo>
                    <a:pt x="633100" y="74435"/>
                  </a:lnTo>
                  <a:lnTo>
                    <a:pt x="703444" y="82093"/>
                  </a:lnTo>
                  <a:lnTo>
                    <a:pt x="773789" y="89636"/>
                  </a:lnTo>
                  <a:lnTo>
                    <a:pt x="844133" y="97065"/>
                  </a:lnTo>
                  <a:lnTo>
                    <a:pt x="914478" y="104381"/>
                  </a:lnTo>
                  <a:lnTo>
                    <a:pt x="984822" y="111587"/>
                  </a:lnTo>
                  <a:lnTo>
                    <a:pt x="1055167" y="118684"/>
                  </a:lnTo>
                  <a:lnTo>
                    <a:pt x="1125511" y="125674"/>
                  </a:lnTo>
                  <a:lnTo>
                    <a:pt x="1195856" y="132558"/>
                  </a:lnTo>
                  <a:lnTo>
                    <a:pt x="1266200" y="139338"/>
                  </a:lnTo>
                  <a:lnTo>
                    <a:pt x="1336545" y="146015"/>
                  </a:lnTo>
                  <a:lnTo>
                    <a:pt x="1406889" y="152592"/>
                  </a:lnTo>
                  <a:lnTo>
                    <a:pt x="1477234" y="159069"/>
                  </a:lnTo>
                  <a:lnTo>
                    <a:pt x="1547578" y="165449"/>
                  </a:lnTo>
                  <a:lnTo>
                    <a:pt x="1617923" y="171732"/>
                  </a:lnTo>
                  <a:lnTo>
                    <a:pt x="1688267" y="177920"/>
                  </a:lnTo>
                  <a:lnTo>
                    <a:pt x="1758612" y="184014"/>
                  </a:lnTo>
                  <a:lnTo>
                    <a:pt x="1828956" y="190017"/>
                  </a:lnTo>
                  <a:lnTo>
                    <a:pt x="1899301" y="195928"/>
                  </a:lnTo>
                  <a:lnTo>
                    <a:pt x="1969645" y="201751"/>
                  </a:lnTo>
                  <a:lnTo>
                    <a:pt x="2039990" y="207485"/>
                  </a:lnTo>
                  <a:lnTo>
                    <a:pt x="2110334" y="213133"/>
                  </a:lnTo>
                  <a:lnTo>
                    <a:pt x="2180679" y="218695"/>
                  </a:lnTo>
                  <a:lnTo>
                    <a:pt x="2251023" y="224174"/>
                  </a:lnTo>
                  <a:lnTo>
                    <a:pt x="2321368" y="229569"/>
                  </a:lnTo>
                  <a:lnTo>
                    <a:pt x="2391712" y="234883"/>
                  </a:lnTo>
                  <a:lnTo>
                    <a:pt x="2462057" y="240117"/>
                  </a:lnTo>
                  <a:lnTo>
                    <a:pt x="2532401" y="245272"/>
                  </a:lnTo>
                  <a:lnTo>
                    <a:pt x="2602746" y="250348"/>
                  </a:lnTo>
                  <a:lnTo>
                    <a:pt x="2673090" y="255348"/>
                  </a:lnTo>
                  <a:lnTo>
                    <a:pt x="2743435" y="260273"/>
                  </a:lnTo>
                  <a:lnTo>
                    <a:pt x="2813779" y="265123"/>
                  </a:lnTo>
                  <a:lnTo>
                    <a:pt x="2884124" y="269899"/>
                  </a:lnTo>
                  <a:lnTo>
                    <a:pt x="2954468" y="274604"/>
                  </a:lnTo>
                  <a:lnTo>
                    <a:pt x="3024813" y="279237"/>
                  </a:lnTo>
                  <a:lnTo>
                    <a:pt x="3095157" y="283801"/>
                  </a:lnTo>
                  <a:lnTo>
                    <a:pt x="3165502" y="288295"/>
                  </a:lnTo>
                  <a:lnTo>
                    <a:pt x="3235846" y="292722"/>
                  </a:lnTo>
                  <a:lnTo>
                    <a:pt x="3306191" y="297082"/>
                  </a:lnTo>
                  <a:lnTo>
                    <a:pt x="3376535" y="301375"/>
                  </a:lnTo>
                  <a:lnTo>
                    <a:pt x="3446880" y="305604"/>
                  </a:lnTo>
                  <a:lnTo>
                    <a:pt x="3517224" y="309769"/>
                  </a:lnTo>
                  <a:lnTo>
                    <a:pt x="3587569" y="313871"/>
                  </a:lnTo>
                  <a:lnTo>
                    <a:pt x="3657913" y="317911"/>
                  </a:lnTo>
                  <a:lnTo>
                    <a:pt x="3728257" y="321890"/>
                  </a:lnTo>
                  <a:lnTo>
                    <a:pt x="3798602" y="325809"/>
                  </a:lnTo>
                  <a:lnTo>
                    <a:pt x="3868946" y="329669"/>
                  </a:lnTo>
                  <a:lnTo>
                    <a:pt x="3939291" y="333470"/>
                  </a:lnTo>
                  <a:lnTo>
                    <a:pt x="4009635" y="337214"/>
                  </a:lnTo>
                  <a:lnTo>
                    <a:pt x="4079980" y="340901"/>
                  </a:lnTo>
                  <a:lnTo>
                    <a:pt x="4150324" y="344533"/>
                  </a:lnTo>
                  <a:lnTo>
                    <a:pt x="4220669" y="348109"/>
                  </a:lnTo>
                  <a:lnTo>
                    <a:pt x="4291013" y="351632"/>
                  </a:lnTo>
                  <a:lnTo>
                    <a:pt x="4361358" y="355102"/>
                  </a:lnTo>
                  <a:lnTo>
                    <a:pt x="4431702" y="358518"/>
                  </a:lnTo>
                  <a:lnTo>
                    <a:pt x="4502047" y="361884"/>
                  </a:lnTo>
                  <a:lnTo>
                    <a:pt x="4572391" y="365198"/>
                  </a:lnTo>
                  <a:lnTo>
                    <a:pt x="4642736" y="368463"/>
                  </a:lnTo>
                  <a:lnTo>
                    <a:pt x="4713080" y="371678"/>
                  </a:lnTo>
                  <a:lnTo>
                    <a:pt x="4783425" y="374844"/>
                  </a:lnTo>
                  <a:lnTo>
                    <a:pt x="4853769" y="377963"/>
                  </a:lnTo>
                  <a:lnTo>
                    <a:pt x="4924114" y="381034"/>
                  </a:lnTo>
                  <a:lnTo>
                    <a:pt x="4994458" y="384059"/>
                  </a:lnTo>
                  <a:lnTo>
                    <a:pt x="5064803" y="387039"/>
                  </a:lnTo>
                  <a:lnTo>
                    <a:pt x="5135147" y="389973"/>
                  </a:lnTo>
                  <a:lnTo>
                    <a:pt x="5205492" y="392863"/>
                  </a:lnTo>
                  <a:lnTo>
                    <a:pt x="5275836" y="395709"/>
                  </a:lnTo>
                  <a:lnTo>
                    <a:pt x="5346181" y="398513"/>
                  </a:lnTo>
                  <a:lnTo>
                    <a:pt x="5416525" y="401274"/>
                  </a:lnTo>
                  <a:lnTo>
                    <a:pt x="5486870" y="403993"/>
                  </a:lnTo>
                  <a:lnTo>
                    <a:pt x="5557214" y="406671"/>
                  </a:lnTo>
                  <a:lnTo>
                    <a:pt x="5627559" y="409309"/>
                  </a:lnTo>
                  <a:lnTo>
                    <a:pt x="5697903" y="411907"/>
                  </a:lnTo>
                  <a:lnTo>
                    <a:pt x="5768248" y="414465"/>
                  </a:lnTo>
                  <a:lnTo>
                    <a:pt x="5838592" y="416985"/>
                  </a:lnTo>
                  <a:lnTo>
                    <a:pt x="5908937" y="419467"/>
                  </a:lnTo>
                  <a:lnTo>
                    <a:pt x="5979281" y="421911"/>
                  </a:lnTo>
                  <a:lnTo>
                    <a:pt x="6049626" y="424318"/>
                  </a:lnTo>
                  <a:lnTo>
                    <a:pt x="6119970" y="426689"/>
                  </a:lnTo>
                  <a:lnTo>
                    <a:pt x="6190315" y="429025"/>
                  </a:lnTo>
                  <a:lnTo>
                    <a:pt x="6260659" y="431324"/>
                  </a:lnTo>
                  <a:lnTo>
                    <a:pt x="6331004" y="433589"/>
                  </a:lnTo>
                  <a:lnTo>
                    <a:pt x="6401348" y="435820"/>
                  </a:lnTo>
                  <a:lnTo>
                    <a:pt x="6471693" y="438018"/>
                  </a:lnTo>
                  <a:lnTo>
                    <a:pt x="6542037" y="440181"/>
                  </a:lnTo>
                  <a:lnTo>
                    <a:pt x="6612382" y="442313"/>
                  </a:lnTo>
                  <a:lnTo>
                    <a:pt x="6682726" y="444412"/>
                  </a:lnTo>
                  <a:lnTo>
                    <a:pt x="6753071" y="446479"/>
                  </a:lnTo>
                  <a:lnTo>
                    <a:pt x="6823415" y="448515"/>
                  </a:lnTo>
                  <a:lnTo>
                    <a:pt x="6893760" y="450521"/>
                  </a:lnTo>
                  <a:lnTo>
                    <a:pt x="6964104" y="4524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(0.97-1.49), p_Bonf = 0.525 (n = 6)  |  per IQR decline (Δ = 28.1 %): 1.68 (0.93-3.05)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2026-07-22T08:00:23Z</dcterms:modified>
  <cp:category/>
</cp:coreProperties>
</file>